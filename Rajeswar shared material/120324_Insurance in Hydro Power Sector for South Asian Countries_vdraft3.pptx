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b" ContentType="application/vnd.ms-excel.sheet.binary.macroEnabled.12"/>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ags/tag17.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ags/tag18.xml" ContentType="application/vnd.openxmlformats-officedocument.presentationml.tag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charts/chart8.xml" ContentType="application/vnd.openxmlformats-officedocument.drawingml.chart+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1.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notesSlides/notesSlide2.xml" ContentType="application/vnd.openxmlformats-officedocument.presentationml.notesSlide+xml"/>
  <Override PartName="/ppt/tags/tag51.xml" ContentType="application/vnd.openxmlformats-officedocument.presentationml.tags+xml"/>
  <Override PartName="/ppt/notesSlides/notesSlide3.xml" ContentType="application/vnd.openxmlformats-officedocument.presentationml.notesSlide+xml"/>
  <Override PartName="/ppt/tags/tag52.xml" ContentType="application/vnd.openxmlformats-officedocument.presentationml.tags+xml"/>
  <Override PartName="/ppt/notesSlides/notesSlide4.xml" ContentType="application/vnd.openxmlformats-officedocument.presentationml.notesSlide+xml"/>
  <Override PartName="/ppt/tags/tag53.xml" ContentType="application/vnd.openxmlformats-officedocument.presentationml.tags+xml"/>
  <Override PartName="/ppt/notesSlides/notesSlide5.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notesSlides/notesSlide6.xml" ContentType="application/vnd.openxmlformats-officedocument.presentationml.notesSlide+xml"/>
  <Override PartName="/ppt/tags/tag60.xml" ContentType="application/vnd.openxmlformats-officedocument.presentationml.tags+xml"/>
  <Override PartName="/ppt/notesSlides/notesSlide7.xml" ContentType="application/vnd.openxmlformats-officedocument.presentationml.notesSlide+xml"/>
  <Override PartName="/ppt/tags/tag61.xml" ContentType="application/vnd.openxmlformats-officedocument.presentationml.tags+xml"/>
  <Override PartName="/ppt/notesSlides/notesSlide8.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notesSlides/notesSlide9.xml" ContentType="application/vnd.openxmlformats-officedocument.presentationml.notesSlide+xml"/>
  <Override PartName="/ppt/charts/chart9.xml" ContentType="application/vnd.openxmlformats-officedocument.drawingml.chart+xml"/>
  <Override PartName="/ppt/charts/style8.xml" ContentType="application/vnd.ms-office.chartstyle+xml"/>
  <Override PartName="/ppt/charts/colors8.xml" ContentType="application/vnd.ms-office.chartcolorstyle+xml"/>
  <Override PartName="/ppt/tags/tag69.xml" ContentType="application/vnd.openxmlformats-officedocument.presentationml.tags+xml"/>
  <Override PartName="/ppt/notesSlides/notesSlide10.xml" ContentType="application/vnd.openxmlformats-officedocument.presentationml.notesSlide+xml"/>
  <Override PartName="/ppt/charts/chart10.xml" ContentType="application/vnd.openxmlformats-officedocument.drawingml.chart+xml"/>
  <Override PartName="/ppt/charts/style9.xml" ContentType="application/vnd.ms-office.chartstyle+xml"/>
  <Override PartName="/ppt/charts/colors9.xml" ContentType="application/vnd.ms-office.chartcolorstyle+xml"/>
  <Override PartName="/ppt/tags/tag70.xml" ContentType="application/vnd.openxmlformats-officedocument.presentationml.tags+xml"/>
  <Override PartName="/ppt/tags/tag71.xml" ContentType="application/vnd.openxmlformats-officedocument.presentationml.tags+xml"/>
  <Override PartName="/ppt/notesSlides/notesSlide11.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57" r:id="rId4"/>
    <p:sldMasterId id="2147484100" r:id="rId5"/>
    <p:sldMasterId id="2147484121" r:id="rId6"/>
  </p:sldMasterIdLst>
  <p:notesMasterIdLst>
    <p:notesMasterId r:id="rId41"/>
  </p:notesMasterIdLst>
  <p:handoutMasterIdLst>
    <p:handoutMasterId r:id="rId42"/>
  </p:handoutMasterIdLst>
  <p:sldIdLst>
    <p:sldId id="350" r:id="rId7"/>
    <p:sldId id="2147472149" r:id="rId8"/>
    <p:sldId id="2147472146" r:id="rId9"/>
    <p:sldId id="2147472113" r:id="rId10"/>
    <p:sldId id="2147472140" r:id="rId11"/>
    <p:sldId id="2147472128" r:id="rId12"/>
    <p:sldId id="2147472127" r:id="rId13"/>
    <p:sldId id="2147472139" r:id="rId14"/>
    <p:sldId id="2147472116" r:id="rId15"/>
    <p:sldId id="2147472130" r:id="rId16"/>
    <p:sldId id="2147472131" r:id="rId17"/>
    <p:sldId id="2147472138" r:id="rId18"/>
    <p:sldId id="2147472107" r:id="rId19"/>
    <p:sldId id="335" r:id="rId20"/>
    <p:sldId id="2147472013" r:id="rId21"/>
    <p:sldId id="6406" r:id="rId22"/>
    <p:sldId id="2147472117" r:id="rId23"/>
    <p:sldId id="2147472115" r:id="rId24"/>
    <p:sldId id="2147472111" r:id="rId25"/>
    <p:sldId id="2147472132" r:id="rId26"/>
    <p:sldId id="2147472137" r:id="rId27"/>
    <p:sldId id="2147472136" r:id="rId28"/>
    <p:sldId id="2147472118" r:id="rId29"/>
    <p:sldId id="2147472119" r:id="rId30"/>
    <p:sldId id="2147472120" r:id="rId31"/>
    <p:sldId id="2147472121" r:id="rId32"/>
    <p:sldId id="2147472122" r:id="rId33"/>
    <p:sldId id="2147472123" r:id="rId34"/>
    <p:sldId id="2147472141" r:id="rId35"/>
    <p:sldId id="2147472143" r:id="rId36"/>
    <p:sldId id="2147472144" r:id="rId37"/>
    <p:sldId id="2147472124" r:id="rId38"/>
    <p:sldId id="2147472135" r:id="rId39"/>
    <p:sldId id="2147472148" r:id="rId40"/>
  </p:sldIdLst>
  <p:sldSz cx="12192000" cy="6858000"/>
  <p:notesSz cx="7315200" cy="9601200"/>
  <p:custDataLst>
    <p:tags r:id="rId43"/>
  </p:custDataLst>
  <p:defaultTextStyle>
    <a:defPPr>
      <a:defRPr lang="en-US"/>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2" algn="l" defTabSz="914342" rtl="0" eaLnBrk="1" latinLnBrk="0" hangingPunct="1">
      <a:defRPr sz="1800" kern="1200">
        <a:solidFill>
          <a:schemeClr val="tx1"/>
        </a:solidFill>
        <a:latin typeface="+mn-lt"/>
        <a:ea typeface="+mn-ea"/>
        <a:cs typeface="+mn-cs"/>
      </a:defRPr>
    </a:lvl4pPr>
    <a:lvl5pPr marL="1828683" algn="l" defTabSz="914342" rtl="0" eaLnBrk="1" latinLnBrk="0" hangingPunct="1">
      <a:defRPr sz="1800" kern="1200">
        <a:solidFill>
          <a:schemeClr val="tx1"/>
        </a:solidFill>
        <a:latin typeface="+mn-lt"/>
        <a:ea typeface="+mn-ea"/>
        <a:cs typeface="+mn-cs"/>
      </a:defRPr>
    </a:lvl5pPr>
    <a:lvl6pPr marL="2285854" algn="l" defTabSz="914342" rtl="0" eaLnBrk="1" latinLnBrk="0" hangingPunct="1">
      <a:defRPr sz="1800" kern="1200">
        <a:solidFill>
          <a:schemeClr val="tx1"/>
        </a:solidFill>
        <a:latin typeface="+mn-lt"/>
        <a:ea typeface="+mn-ea"/>
        <a:cs typeface="+mn-cs"/>
      </a:defRPr>
    </a:lvl6pPr>
    <a:lvl7pPr marL="2743025" algn="l" defTabSz="914342" rtl="0" eaLnBrk="1" latinLnBrk="0" hangingPunct="1">
      <a:defRPr sz="1800" kern="1200">
        <a:solidFill>
          <a:schemeClr val="tx1"/>
        </a:solidFill>
        <a:latin typeface="+mn-lt"/>
        <a:ea typeface="+mn-ea"/>
        <a:cs typeface="+mn-cs"/>
      </a:defRPr>
    </a:lvl7pPr>
    <a:lvl8pPr marL="3200195" algn="l" defTabSz="914342" rtl="0" eaLnBrk="1" latinLnBrk="0" hangingPunct="1">
      <a:defRPr sz="1800" kern="1200">
        <a:solidFill>
          <a:schemeClr val="tx1"/>
        </a:solidFill>
        <a:latin typeface="+mn-lt"/>
        <a:ea typeface="+mn-ea"/>
        <a:cs typeface="+mn-cs"/>
      </a:defRPr>
    </a:lvl8pPr>
    <a:lvl9pPr marL="3657366" algn="l" defTabSz="9143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0" pos="1008" userDrawn="1">
          <p15:clr>
            <a:srgbClr val="A4A3A4"/>
          </p15:clr>
        </p15:guide>
        <p15:guide id="11" orient="horz" pos="216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D0A7711-F94C-73EA-B932-7D39831E90DF}" name="Moitra, Meghna" initials="MM" userId="S::memoitra@deloitte.com::141e915a-c98c-4fb8-acba-976ccf0ac07a" providerId="AD"/>
  <p188:author id="{E27EBC48-AA79-795E-5D8C-9DCFC230DACA}" name="Khiroria, Adit" initials="KA" userId="S::akhiroria@deloitte.com::125b7d01-0557-4756-b3b5-aac8221948e3" providerId="AD"/>
  <p188:author id="{43894866-CCC8-3B44-E319-ED606C4580A4}" name="Banerjee, Rajeswar" initials="BR" userId="S::rajbanerjee@deloitte.com::b4ff5a26-7e17-4c5f-975b-d63f3f91df5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alunkhe, Nikhil" initials="SN" lastIdx="1" clrIdx="0">
    <p:extLst>
      <p:ext uri="{19B8F6BF-5375-455C-9EA6-DF929625EA0E}">
        <p15:presenceInfo xmlns:p15="http://schemas.microsoft.com/office/powerpoint/2012/main" userId="S-1-5-21-776561741-1482476501-682003330-1288395" providerId="AD"/>
      </p:ext>
    </p:extLst>
  </p:cmAuthor>
  <p:cmAuthor id="2" name="Banerjee, Sayantan" initials="BS" lastIdx="22" clrIdx="1">
    <p:extLst>
      <p:ext uri="{19B8F6BF-5375-455C-9EA6-DF929625EA0E}">
        <p15:presenceInfo xmlns:p15="http://schemas.microsoft.com/office/powerpoint/2012/main" userId="S::bsayantan@deloitte.com::29b1bc15-6d12-4f6e-8f06-28f0a453772b" providerId="AD"/>
      </p:ext>
    </p:extLst>
  </p:cmAuthor>
  <p:cmAuthor id="3" name="Thomas, Emil" initials="TE" lastIdx="1" clrIdx="2">
    <p:extLst>
      <p:ext uri="{19B8F6BF-5375-455C-9EA6-DF929625EA0E}">
        <p15:presenceInfo xmlns:p15="http://schemas.microsoft.com/office/powerpoint/2012/main" userId="S::emthomas@deloitte.com::0406af67-e0e6-4502-b2cb-f66bed26e767" providerId="AD"/>
      </p:ext>
    </p:extLst>
  </p:cmAuthor>
  <p:cmAuthor id="4" name="Mani, Siddharth" initials="MS" lastIdx="17" clrIdx="3">
    <p:extLst>
      <p:ext uri="{19B8F6BF-5375-455C-9EA6-DF929625EA0E}">
        <p15:presenceInfo xmlns:p15="http://schemas.microsoft.com/office/powerpoint/2012/main" userId="S::simani@deloitte.com::ea703a10-db50-4df5-bf72-1a564ac3e541" providerId="AD"/>
      </p:ext>
    </p:extLst>
  </p:cmAuthor>
  <p:cmAuthor id="5" name="Bandyopadhyay, Anirban P" initials="BAP" lastIdx="32" clrIdx="4">
    <p:extLst>
      <p:ext uri="{19B8F6BF-5375-455C-9EA6-DF929625EA0E}">
        <p15:presenceInfo xmlns:p15="http://schemas.microsoft.com/office/powerpoint/2012/main" userId="S::anirbanb@deloitte.com::5d0adf87-8cda-4e85-a1f7-eed3388fbcac" providerId="AD"/>
      </p:ext>
    </p:extLst>
  </p:cmAuthor>
  <p:cmAuthor id="6" name="Halan, Mridul" initials="HM" lastIdx="20" clrIdx="5">
    <p:extLst>
      <p:ext uri="{19B8F6BF-5375-455C-9EA6-DF929625EA0E}">
        <p15:presenceInfo xmlns:p15="http://schemas.microsoft.com/office/powerpoint/2012/main" userId="S::mhalan@deloitte.com::d8402aca-56b7-4a75-97f5-504434d76ce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A0C2F"/>
    <a:srgbClr val="002F6C"/>
    <a:srgbClr val="000000"/>
    <a:srgbClr val="FFFFFF"/>
    <a:srgbClr val="AFD2FF"/>
    <a:srgbClr val="ECF4F8"/>
    <a:srgbClr val="86BC25"/>
    <a:srgbClr val="046A38"/>
    <a:srgbClr val="007CB0"/>
    <a:srgbClr val="0D839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7" d="100"/>
          <a:sy n="57" d="100"/>
        </p:scale>
        <p:origin x="200" y="92"/>
      </p:cViewPr>
      <p:guideLst>
        <p:guide pos="1008"/>
        <p:guide orient="horz" pos="2160"/>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handoutMaster" Target="handoutMasters/handoutMaster1.xml"/><Relationship Id="rId47"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microsoft.com/office/2018/10/relationships/authors" Target="author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tags" Target="tags/tag1.xml"/><Relationship Id="rId48" Type="http://schemas.openxmlformats.org/officeDocument/2006/relationships/tableStyles" Target="tableStyle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viewProps" Target="viewProps.xml"/><Relationship Id="rId20" Type="http://schemas.openxmlformats.org/officeDocument/2006/relationships/slide" Target="slides/slide14.xml"/><Relationship Id="rId41"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9.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8.xml"/><Relationship Id="rId1" Type="http://schemas.microsoft.com/office/2011/relationships/chartStyle" Target="style8.xml"/></Relationships>
</file>

<file path=ppt/charts/_rels/chart10.xml.rels><?xml version="1.0" encoding="UTF-8" standalone="yes"?>
<Relationships xmlns="http://schemas.openxmlformats.org/package/2006/relationships"><Relationship Id="rId3" Type="http://schemas.openxmlformats.org/officeDocument/2006/relationships/oleObject" Target="https://myresources.deloitte.com/personal/jasarkar_deloitte_com1/Documents/calcu.xlsx" TargetMode="External"/><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2023</c:v>
                </c:pt>
              </c:strCache>
            </c:strRef>
          </c:tx>
          <c:spPr>
            <a:solidFill>
              <a:schemeClr val="tx1"/>
            </a:solidFill>
            <a:ln>
              <a:solidFill>
                <a:schemeClr val="tx1"/>
              </a:solidFill>
            </a:ln>
            <a:effectLst/>
          </c:spPr>
          <c:invertIfNegative val="0"/>
          <c:dLbls>
            <c:dLbl>
              <c:idx val="1"/>
              <c:delete val="1"/>
              <c:extLst>
                <c:ext xmlns:c15="http://schemas.microsoft.com/office/drawing/2012/chart" uri="{CE6537A1-D6FC-4f65-9D91-7224C49458BB}"/>
                <c:ext xmlns:c16="http://schemas.microsoft.com/office/drawing/2014/chart" uri="{C3380CC4-5D6E-409C-BE32-E72D297353CC}">
                  <c16:uniqueId val="{00000000-C4A8-4C4B-B44A-1D923D37D8DB}"/>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Current Hydro Installed Capacity</c:v>
                </c:pt>
                <c:pt idx="1">
                  <c:v>Target Hydro Installed Capacity</c:v>
                </c:pt>
                <c:pt idx="2">
                  <c:v>Total Hydro Potential*</c:v>
                </c:pt>
              </c:strCache>
            </c:strRef>
          </c:cat>
          <c:val>
            <c:numRef>
              <c:f>Sheet1!$B$2:$B$4</c:f>
              <c:numCache>
                <c:formatCode>General</c:formatCode>
                <c:ptCount val="3"/>
                <c:pt idx="0">
                  <c:v>2607</c:v>
                </c:pt>
                <c:pt idx="1">
                  <c:v>0</c:v>
                </c:pt>
              </c:numCache>
            </c:numRef>
          </c:val>
          <c:extLst>
            <c:ext xmlns:c16="http://schemas.microsoft.com/office/drawing/2014/chart" uri="{C3380CC4-5D6E-409C-BE32-E72D297353CC}">
              <c16:uniqueId val="{00000001-C4A8-4C4B-B44A-1D923D37D8DB}"/>
            </c:ext>
          </c:extLst>
        </c:ser>
        <c:ser>
          <c:idx val="1"/>
          <c:order val="1"/>
          <c:tx>
            <c:strRef>
              <c:f>Sheet1!$C$1</c:f>
              <c:strCache>
                <c:ptCount val="1"/>
                <c:pt idx="0">
                  <c:v>2035</c:v>
                </c:pt>
              </c:strCache>
            </c:strRef>
          </c:tx>
          <c:spPr>
            <a:solidFill>
              <a:schemeClr val="bg2"/>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2-C4A8-4C4B-B44A-1D923D37D8DB}"/>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Current Hydro Installed Capacity</c:v>
                </c:pt>
                <c:pt idx="1">
                  <c:v>Target Hydro Installed Capacity</c:v>
                </c:pt>
                <c:pt idx="2">
                  <c:v>Total Hydro Potential*</c:v>
                </c:pt>
              </c:strCache>
            </c:strRef>
          </c:cat>
          <c:val>
            <c:numRef>
              <c:f>Sheet1!$C$2:$C$4</c:f>
              <c:numCache>
                <c:formatCode>General</c:formatCode>
                <c:ptCount val="3"/>
                <c:pt idx="0">
                  <c:v>0</c:v>
                </c:pt>
                <c:pt idx="1">
                  <c:v>28000</c:v>
                </c:pt>
              </c:numCache>
            </c:numRef>
          </c:val>
          <c:extLst>
            <c:ext xmlns:c16="http://schemas.microsoft.com/office/drawing/2014/chart" uri="{C3380CC4-5D6E-409C-BE32-E72D297353CC}">
              <c16:uniqueId val="{00000003-C4A8-4C4B-B44A-1D923D37D8DB}"/>
            </c:ext>
          </c:extLst>
        </c:ser>
        <c:ser>
          <c:idx val="2"/>
          <c:order val="2"/>
          <c:tx>
            <c:strRef>
              <c:f>Sheet1!$D$1</c:f>
              <c:strCache>
                <c:ptCount val="1"/>
                <c:pt idx="0">
                  <c:v>Potential</c:v>
                </c:pt>
              </c:strCache>
            </c:strRef>
          </c:tx>
          <c:spPr>
            <a:solidFill>
              <a:schemeClr val="tx2"/>
            </a:solidFill>
            <a:ln>
              <a:noFill/>
            </a:ln>
            <a:effectLst/>
          </c:spPr>
          <c:invertIfNegative val="0"/>
          <c:dLbls>
            <c:dLbl>
              <c:idx val="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4A8-4C4B-B44A-1D923D37D8DB}"/>
                </c:ext>
              </c:extLst>
            </c:dLbl>
            <c:numFmt formatCode="#,##0" sourceLinked="0"/>
            <c:spPr>
              <a:solidFill>
                <a:schemeClr val="tx2"/>
              </a:solid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bg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Current Hydro Installed Capacity</c:v>
                </c:pt>
                <c:pt idx="1">
                  <c:v>Target Hydro Installed Capacity</c:v>
                </c:pt>
                <c:pt idx="2">
                  <c:v>Total Hydro Potential*</c:v>
                </c:pt>
              </c:strCache>
            </c:strRef>
          </c:cat>
          <c:val>
            <c:numRef>
              <c:f>Sheet1!$D$2:$D$4</c:f>
              <c:numCache>
                <c:formatCode>General</c:formatCode>
                <c:ptCount val="3"/>
                <c:pt idx="2">
                  <c:v>83000</c:v>
                </c:pt>
              </c:numCache>
            </c:numRef>
          </c:val>
          <c:extLst>
            <c:ext xmlns:c16="http://schemas.microsoft.com/office/drawing/2014/chart" uri="{C3380CC4-5D6E-409C-BE32-E72D297353CC}">
              <c16:uniqueId val="{00000005-C4A8-4C4B-B44A-1D923D37D8DB}"/>
            </c:ext>
          </c:extLst>
        </c:ser>
        <c:dLbls>
          <c:showLegendKey val="0"/>
          <c:showVal val="0"/>
          <c:showCatName val="0"/>
          <c:showSerName val="0"/>
          <c:showPercent val="0"/>
          <c:showBubbleSize val="0"/>
        </c:dLbls>
        <c:gapWidth val="150"/>
        <c:overlap val="100"/>
        <c:axId val="1069701136"/>
        <c:axId val="757325344"/>
      </c:barChart>
      <c:catAx>
        <c:axId val="10697011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1" i="0" u="none" strike="noStrike" kern="1200" baseline="0">
                <a:solidFill>
                  <a:schemeClr val="tx1">
                    <a:lumMod val="65000"/>
                    <a:lumOff val="35000"/>
                  </a:schemeClr>
                </a:solidFill>
                <a:latin typeface="Gill Sans MT" panose="020B0502020104020203" pitchFamily="34" charset="0"/>
                <a:ea typeface="+mn-ea"/>
                <a:cs typeface="+mn-cs"/>
              </a:defRPr>
            </a:pPr>
            <a:endParaRPr lang="en-US"/>
          </a:p>
        </c:txPr>
        <c:crossAx val="757325344"/>
        <c:crosses val="autoZero"/>
        <c:auto val="1"/>
        <c:lblAlgn val="ctr"/>
        <c:lblOffset val="100"/>
        <c:noMultiLvlLbl val="0"/>
      </c:catAx>
      <c:valAx>
        <c:axId val="757325344"/>
        <c:scaling>
          <c:orientation val="minMax"/>
        </c:scaling>
        <c:delete val="1"/>
        <c:axPos val="l"/>
        <c:numFmt formatCode="General" sourceLinked="1"/>
        <c:majorTickMark val="none"/>
        <c:minorTickMark val="none"/>
        <c:tickLblPos val="nextTo"/>
        <c:crossAx val="10697011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2023</c:v>
                </c:pt>
              </c:strCache>
            </c:strRef>
          </c:tx>
          <c:spPr>
            <a:solidFill>
              <a:schemeClr val="tx1"/>
            </a:solidFill>
            <a:ln>
              <a:solidFill>
                <a:schemeClr val="tx1"/>
              </a:solidFill>
            </a:ln>
            <a:effectLst/>
          </c:spPr>
          <c:invertIfNegative val="0"/>
          <c:dLbls>
            <c:dLbl>
              <c:idx val="0"/>
              <c:layout>
                <c:manualLayout>
                  <c:x val="-1.6692493872615585E-17"/>
                  <c:y val="-4.2978374118484465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F59D-471B-ABCE-2988C087018A}"/>
                </c:ext>
              </c:extLst>
            </c:dLbl>
            <c:dLbl>
              <c:idx val="1"/>
              <c:delete val="1"/>
              <c:extLst>
                <c:ext xmlns:c15="http://schemas.microsoft.com/office/drawing/2012/chart" uri="{CE6537A1-D6FC-4f65-9D91-7224C49458BB}"/>
                <c:ext xmlns:c16="http://schemas.microsoft.com/office/drawing/2014/chart" uri="{C3380CC4-5D6E-409C-BE32-E72D297353CC}">
                  <c16:uniqueId val="{00000000-F59D-471B-ABCE-2988C087018A}"/>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Current Hydro Installed Capacity</c:v>
                </c:pt>
                <c:pt idx="1">
                  <c:v>Target Hydro Installed Capacity</c:v>
                </c:pt>
                <c:pt idx="2">
                  <c:v>Total Hydro Potential</c:v>
                </c:pt>
              </c:strCache>
            </c:strRef>
          </c:cat>
          <c:val>
            <c:numRef>
              <c:f>Sheet1!$B$2:$B$4</c:f>
              <c:numCache>
                <c:formatCode>General</c:formatCode>
                <c:ptCount val="3"/>
                <c:pt idx="0">
                  <c:v>2326</c:v>
                </c:pt>
                <c:pt idx="1">
                  <c:v>0</c:v>
                </c:pt>
              </c:numCache>
            </c:numRef>
          </c:val>
          <c:extLst>
            <c:ext xmlns:c16="http://schemas.microsoft.com/office/drawing/2014/chart" uri="{C3380CC4-5D6E-409C-BE32-E72D297353CC}">
              <c16:uniqueId val="{00000001-F59D-471B-ABCE-2988C087018A}"/>
            </c:ext>
          </c:extLst>
        </c:ser>
        <c:ser>
          <c:idx val="1"/>
          <c:order val="1"/>
          <c:tx>
            <c:strRef>
              <c:f>Sheet1!$C$1</c:f>
              <c:strCache>
                <c:ptCount val="1"/>
                <c:pt idx="0">
                  <c:v>Past Target</c:v>
                </c:pt>
              </c:strCache>
            </c:strRef>
          </c:tx>
          <c:spPr>
            <a:solidFill>
              <a:schemeClr val="bg2"/>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2-F59D-471B-ABCE-2988C087018A}"/>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Current Hydro Installed Capacity</c:v>
                </c:pt>
                <c:pt idx="1">
                  <c:v>Target Hydro Installed Capacity</c:v>
                </c:pt>
                <c:pt idx="2">
                  <c:v>Total Hydro Potential</c:v>
                </c:pt>
              </c:strCache>
            </c:strRef>
          </c:cat>
          <c:val>
            <c:numRef>
              <c:f>Sheet1!$C$2:$C$4</c:f>
              <c:numCache>
                <c:formatCode>General</c:formatCode>
                <c:ptCount val="3"/>
                <c:pt idx="1">
                  <c:v>10000</c:v>
                </c:pt>
              </c:numCache>
            </c:numRef>
          </c:val>
          <c:extLst>
            <c:ext xmlns:c16="http://schemas.microsoft.com/office/drawing/2014/chart" uri="{C3380CC4-5D6E-409C-BE32-E72D297353CC}">
              <c16:uniqueId val="{00000003-F59D-471B-ABCE-2988C087018A}"/>
            </c:ext>
          </c:extLst>
        </c:ser>
        <c:ser>
          <c:idx val="2"/>
          <c:order val="2"/>
          <c:tx>
            <c:strRef>
              <c:f>Sheet1!$D$1</c:f>
              <c:strCache>
                <c:ptCount val="1"/>
                <c:pt idx="0">
                  <c:v>Potential</c:v>
                </c:pt>
              </c:strCache>
            </c:strRef>
          </c:tx>
          <c:spPr>
            <a:solidFill>
              <a:schemeClr val="tx2"/>
            </a:solidFill>
            <a:ln>
              <a:noFill/>
            </a:ln>
            <a:effectLst/>
          </c:spPr>
          <c:invertIfNegative val="0"/>
          <c:dLbls>
            <c:dLbl>
              <c:idx val="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59D-471B-ABCE-2988C087018A}"/>
                </c:ext>
              </c:extLst>
            </c:dLbl>
            <c:numFmt formatCode="#,##0" sourceLinked="0"/>
            <c:spPr>
              <a:solidFill>
                <a:schemeClr val="tx2"/>
              </a:solid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bg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Current Hydro Installed Capacity</c:v>
                </c:pt>
                <c:pt idx="1">
                  <c:v>Target Hydro Installed Capacity</c:v>
                </c:pt>
                <c:pt idx="2">
                  <c:v>Total Hydro Potential</c:v>
                </c:pt>
              </c:strCache>
            </c:strRef>
          </c:cat>
          <c:val>
            <c:numRef>
              <c:f>Sheet1!$D$2:$D$4</c:f>
              <c:numCache>
                <c:formatCode>General</c:formatCode>
                <c:ptCount val="3"/>
                <c:pt idx="2">
                  <c:v>30000</c:v>
                </c:pt>
              </c:numCache>
            </c:numRef>
          </c:val>
          <c:extLst>
            <c:ext xmlns:c16="http://schemas.microsoft.com/office/drawing/2014/chart" uri="{C3380CC4-5D6E-409C-BE32-E72D297353CC}">
              <c16:uniqueId val="{00000005-F59D-471B-ABCE-2988C087018A}"/>
            </c:ext>
          </c:extLst>
        </c:ser>
        <c:dLbls>
          <c:showLegendKey val="0"/>
          <c:showVal val="0"/>
          <c:showCatName val="0"/>
          <c:showSerName val="0"/>
          <c:showPercent val="0"/>
          <c:showBubbleSize val="0"/>
        </c:dLbls>
        <c:gapWidth val="150"/>
        <c:overlap val="100"/>
        <c:axId val="1069701136"/>
        <c:axId val="757325344"/>
      </c:barChart>
      <c:catAx>
        <c:axId val="10697011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1" i="0" u="none" strike="noStrike" kern="1200" baseline="0">
                <a:solidFill>
                  <a:schemeClr val="tx1">
                    <a:lumMod val="65000"/>
                    <a:lumOff val="35000"/>
                  </a:schemeClr>
                </a:solidFill>
                <a:latin typeface="Gill Sans MT" panose="020B0502020104020203" pitchFamily="34" charset="0"/>
                <a:ea typeface="+mn-ea"/>
                <a:cs typeface="+mn-cs"/>
              </a:defRPr>
            </a:pPr>
            <a:endParaRPr lang="en-US"/>
          </a:p>
        </c:txPr>
        <c:crossAx val="757325344"/>
        <c:crosses val="autoZero"/>
        <c:auto val="1"/>
        <c:lblAlgn val="ctr"/>
        <c:lblOffset val="100"/>
        <c:noMultiLvlLbl val="0"/>
      </c:catAx>
      <c:valAx>
        <c:axId val="757325344"/>
        <c:scaling>
          <c:orientation val="minMax"/>
        </c:scaling>
        <c:delete val="1"/>
        <c:axPos val="l"/>
        <c:numFmt formatCode="General" sourceLinked="1"/>
        <c:majorTickMark val="none"/>
        <c:minorTickMark val="none"/>
        <c:tickLblPos val="nextTo"/>
        <c:crossAx val="10697011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2024</c:v>
                </c:pt>
              </c:strCache>
            </c:strRef>
          </c:tx>
          <c:spPr>
            <a:solidFill>
              <a:schemeClr val="tx1"/>
            </a:solidFill>
            <a:ln>
              <a:solidFill>
                <a:schemeClr val="tx1"/>
              </a:solidFill>
            </a:ln>
            <a:effectLst/>
          </c:spPr>
          <c:invertIfNegative val="0"/>
          <c:dLbls>
            <c:dLbl>
              <c:idx val="1"/>
              <c:delete val="1"/>
              <c:extLst>
                <c:ext xmlns:c15="http://schemas.microsoft.com/office/drawing/2012/chart" uri="{CE6537A1-D6FC-4f65-9D91-7224C49458BB}"/>
                <c:ext xmlns:c16="http://schemas.microsoft.com/office/drawing/2014/chart" uri="{C3380CC4-5D6E-409C-BE32-E72D297353CC}">
                  <c16:uniqueId val="{00000003-EE96-434D-9B21-779618FB8152}"/>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Current Hydro Installed Capacity</c:v>
                </c:pt>
                <c:pt idx="1">
                  <c:v>Target Hydro Installed Capacity</c:v>
                </c:pt>
                <c:pt idx="2">
                  <c:v>Total Hydro Potential</c:v>
                </c:pt>
              </c:strCache>
            </c:strRef>
          </c:cat>
          <c:val>
            <c:numRef>
              <c:f>Sheet1!$B$2:$B$4</c:f>
              <c:numCache>
                <c:formatCode>General</c:formatCode>
                <c:ptCount val="3"/>
                <c:pt idx="0">
                  <c:v>46928</c:v>
                </c:pt>
                <c:pt idx="1">
                  <c:v>0</c:v>
                </c:pt>
              </c:numCache>
            </c:numRef>
          </c:val>
          <c:extLst>
            <c:ext xmlns:c16="http://schemas.microsoft.com/office/drawing/2014/chart" uri="{C3380CC4-5D6E-409C-BE32-E72D297353CC}">
              <c16:uniqueId val="{00000000-EE96-434D-9B21-779618FB8152}"/>
            </c:ext>
          </c:extLst>
        </c:ser>
        <c:ser>
          <c:idx val="1"/>
          <c:order val="1"/>
          <c:tx>
            <c:strRef>
              <c:f>Sheet1!$C$1</c:f>
              <c:strCache>
                <c:ptCount val="1"/>
                <c:pt idx="0">
                  <c:v>2030</c:v>
                </c:pt>
              </c:strCache>
            </c:strRef>
          </c:tx>
          <c:spPr>
            <a:solidFill>
              <a:schemeClr val="bg2"/>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4-EE96-434D-9B21-779618FB8152}"/>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Current Hydro Installed Capacity</c:v>
                </c:pt>
                <c:pt idx="1">
                  <c:v>Target Hydro Installed Capacity</c:v>
                </c:pt>
                <c:pt idx="2">
                  <c:v>Total Hydro Potential</c:v>
                </c:pt>
              </c:strCache>
            </c:strRef>
          </c:cat>
          <c:val>
            <c:numRef>
              <c:f>Sheet1!$C$2:$C$4</c:f>
              <c:numCache>
                <c:formatCode>General</c:formatCode>
                <c:ptCount val="3"/>
                <c:pt idx="0">
                  <c:v>0</c:v>
                </c:pt>
                <c:pt idx="1">
                  <c:v>70000</c:v>
                </c:pt>
              </c:numCache>
            </c:numRef>
          </c:val>
          <c:extLst>
            <c:ext xmlns:c16="http://schemas.microsoft.com/office/drawing/2014/chart" uri="{C3380CC4-5D6E-409C-BE32-E72D297353CC}">
              <c16:uniqueId val="{00000001-EE96-434D-9B21-779618FB8152}"/>
            </c:ext>
          </c:extLst>
        </c:ser>
        <c:ser>
          <c:idx val="2"/>
          <c:order val="2"/>
          <c:tx>
            <c:strRef>
              <c:f>Sheet1!$D$1</c:f>
              <c:strCache>
                <c:ptCount val="1"/>
                <c:pt idx="0">
                  <c:v>Potential</c:v>
                </c:pt>
              </c:strCache>
            </c:strRef>
          </c:tx>
          <c:spPr>
            <a:solidFill>
              <a:schemeClr val="tx2"/>
            </a:solidFill>
            <a:ln>
              <a:noFill/>
            </a:ln>
            <a:effectLst/>
          </c:spPr>
          <c:invertIfNegative val="0"/>
          <c:dLbls>
            <c:dLbl>
              <c:idx val="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902-46E2-A6AD-748953C4BADE}"/>
                </c:ext>
              </c:extLst>
            </c:dLbl>
            <c:numFmt formatCode="#,##0" sourceLinked="0"/>
            <c:spPr>
              <a:solidFill>
                <a:schemeClr val="tx2"/>
              </a:solid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bg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Current Hydro Installed Capacity</c:v>
                </c:pt>
                <c:pt idx="1">
                  <c:v>Target Hydro Installed Capacity</c:v>
                </c:pt>
                <c:pt idx="2">
                  <c:v>Total Hydro Potential</c:v>
                </c:pt>
              </c:strCache>
            </c:strRef>
          </c:cat>
          <c:val>
            <c:numRef>
              <c:f>Sheet1!$D$2:$D$4</c:f>
              <c:numCache>
                <c:formatCode>General</c:formatCode>
                <c:ptCount val="3"/>
                <c:pt idx="2">
                  <c:v>145000</c:v>
                </c:pt>
              </c:numCache>
            </c:numRef>
          </c:val>
          <c:extLst>
            <c:ext xmlns:c16="http://schemas.microsoft.com/office/drawing/2014/chart" uri="{C3380CC4-5D6E-409C-BE32-E72D297353CC}">
              <c16:uniqueId val="{00000000-B902-46E2-A6AD-748953C4BADE}"/>
            </c:ext>
          </c:extLst>
        </c:ser>
        <c:dLbls>
          <c:showLegendKey val="0"/>
          <c:showVal val="0"/>
          <c:showCatName val="0"/>
          <c:showSerName val="0"/>
          <c:showPercent val="0"/>
          <c:showBubbleSize val="0"/>
        </c:dLbls>
        <c:gapWidth val="150"/>
        <c:overlap val="100"/>
        <c:axId val="1069701136"/>
        <c:axId val="757325344"/>
      </c:barChart>
      <c:catAx>
        <c:axId val="10697011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1" i="0" u="none" strike="noStrike" kern="1200" baseline="0">
                <a:solidFill>
                  <a:schemeClr val="tx1">
                    <a:lumMod val="65000"/>
                    <a:lumOff val="35000"/>
                  </a:schemeClr>
                </a:solidFill>
                <a:latin typeface="Gill Sans MT" panose="020B0502020104020203" pitchFamily="34" charset="0"/>
                <a:ea typeface="+mn-ea"/>
                <a:cs typeface="+mn-cs"/>
              </a:defRPr>
            </a:pPr>
            <a:endParaRPr lang="en-US"/>
          </a:p>
        </c:txPr>
        <c:crossAx val="757325344"/>
        <c:crosses val="autoZero"/>
        <c:auto val="1"/>
        <c:lblAlgn val="ctr"/>
        <c:lblOffset val="100"/>
        <c:noMultiLvlLbl val="0"/>
      </c:catAx>
      <c:valAx>
        <c:axId val="757325344"/>
        <c:scaling>
          <c:orientation val="minMax"/>
        </c:scaling>
        <c:delete val="1"/>
        <c:axPos val="l"/>
        <c:numFmt formatCode="General" sourceLinked="1"/>
        <c:majorTickMark val="none"/>
        <c:minorTickMark val="none"/>
        <c:tickLblPos val="nextTo"/>
        <c:crossAx val="10697011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alpha val="20000"/>
      </a:schemeClr>
    </a:solid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Installed Capacity (MW)</c:v>
                </c:pt>
              </c:strCache>
            </c:strRef>
          </c:tx>
          <c:dPt>
            <c:idx val="0"/>
            <c:bubble3D val="0"/>
            <c:spPr>
              <a:solidFill>
                <a:schemeClr val="bg2"/>
              </a:solidFill>
              <a:ln w="19050">
                <a:solidFill>
                  <a:schemeClr val="lt1"/>
                </a:solidFill>
              </a:ln>
              <a:effectLst/>
            </c:spPr>
            <c:extLst>
              <c:ext xmlns:c16="http://schemas.microsoft.com/office/drawing/2014/chart" uri="{C3380CC4-5D6E-409C-BE32-E72D297353CC}">
                <c16:uniqueId val="{00000003-DECA-402B-8D5B-194F21A9CB73}"/>
              </c:ext>
            </c:extLst>
          </c:dPt>
          <c:dPt>
            <c:idx val="1"/>
            <c:bubble3D val="0"/>
            <c:spPr>
              <a:solidFill>
                <a:schemeClr val="tx1">
                  <a:lumMod val="50000"/>
                  <a:lumOff val="50000"/>
                </a:schemeClr>
              </a:solidFill>
              <a:ln w="19050">
                <a:solidFill>
                  <a:schemeClr val="lt1"/>
                </a:solidFill>
              </a:ln>
              <a:effectLst/>
            </c:spPr>
            <c:extLst>
              <c:ext xmlns:c16="http://schemas.microsoft.com/office/drawing/2014/chart" uri="{C3380CC4-5D6E-409C-BE32-E72D297353CC}">
                <c16:uniqueId val="{00000009-DECA-402B-8D5B-194F21A9CB73}"/>
              </c:ext>
            </c:extLst>
          </c:dPt>
          <c:dPt>
            <c:idx val="2"/>
            <c:bubble3D val="0"/>
            <c:spPr>
              <a:solidFill>
                <a:srgbClr val="004F59"/>
              </a:solidFill>
              <a:ln w="19050">
                <a:solidFill>
                  <a:schemeClr val="lt1"/>
                </a:solidFill>
              </a:ln>
              <a:effectLst/>
            </c:spPr>
            <c:extLst>
              <c:ext xmlns:c16="http://schemas.microsoft.com/office/drawing/2014/chart" uri="{C3380CC4-5D6E-409C-BE32-E72D297353CC}">
                <c16:uniqueId val="{00000006-DECA-402B-8D5B-194F21A9CB73}"/>
              </c:ext>
            </c:extLst>
          </c:dPt>
          <c:dPt>
            <c:idx val="3"/>
            <c:bubble3D val="0"/>
            <c:spPr>
              <a:solidFill>
                <a:schemeClr val="accent6">
                  <a:lumMod val="20000"/>
                  <a:lumOff val="80000"/>
                </a:schemeClr>
              </a:solidFill>
              <a:ln w="19050">
                <a:solidFill>
                  <a:schemeClr val="lt1"/>
                </a:solidFill>
              </a:ln>
              <a:effectLst/>
            </c:spPr>
            <c:extLst>
              <c:ext xmlns:c16="http://schemas.microsoft.com/office/drawing/2014/chart" uri="{C3380CC4-5D6E-409C-BE32-E72D297353CC}">
                <c16:uniqueId val="{00000007-DECA-402B-8D5B-194F21A9CB73}"/>
              </c:ext>
            </c:extLst>
          </c:dPt>
          <c:dPt>
            <c:idx val="4"/>
            <c:bubble3D val="0"/>
            <c:spPr>
              <a:solidFill>
                <a:srgbClr val="046A38"/>
              </a:solidFill>
              <a:ln w="19050">
                <a:solidFill>
                  <a:schemeClr val="lt1"/>
                </a:solidFill>
              </a:ln>
              <a:effectLst/>
            </c:spPr>
            <c:extLst>
              <c:ext xmlns:c16="http://schemas.microsoft.com/office/drawing/2014/chart" uri="{C3380CC4-5D6E-409C-BE32-E72D297353CC}">
                <c16:uniqueId val="{00000008-DECA-402B-8D5B-194F21A9CB73}"/>
              </c:ext>
            </c:extLst>
          </c:dPt>
          <c:dPt>
            <c:idx val="5"/>
            <c:bubble3D val="0"/>
            <c:spPr>
              <a:solidFill>
                <a:srgbClr val="E3E48D"/>
              </a:solidFill>
              <a:ln w="19050">
                <a:solidFill>
                  <a:schemeClr val="lt1"/>
                </a:solidFill>
              </a:ln>
              <a:effectLst/>
            </c:spPr>
            <c:extLst>
              <c:ext xmlns:c16="http://schemas.microsoft.com/office/drawing/2014/chart" uri="{C3380CC4-5D6E-409C-BE32-E72D297353CC}">
                <c16:uniqueId val="{00000005-DECA-402B-8D5B-194F21A9CB73}"/>
              </c:ext>
            </c:extLst>
          </c:dPt>
          <c:dPt>
            <c:idx val="6"/>
            <c:bubble3D val="0"/>
            <c:spPr>
              <a:solidFill>
                <a:schemeClr val="accent4">
                  <a:lumMod val="40000"/>
                  <a:lumOff val="60000"/>
                </a:schemeClr>
              </a:solidFill>
              <a:ln w="19050">
                <a:solidFill>
                  <a:schemeClr val="lt1"/>
                </a:solidFill>
              </a:ln>
              <a:effectLst/>
            </c:spPr>
            <c:extLst>
              <c:ext xmlns:c16="http://schemas.microsoft.com/office/drawing/2014/chart" uri="{C3380CC4-5D6E-409C-BE32-E72D297353CC}">
                <c16:uniqueId val="{00000004-DECA-402B-8D5B-194F21A9CB73}"/>
              </c:ext>
            </c:extLst>
          </c:dPt>
          <c:dLbls>
            <c:dLbl>
              <c:idx val="0"/>
              <c:tx>
                <c:rich>
                  <a:bodyPr/>
                  <a:lstStyle/>
                  <a:p>
                    <a:fld id="{B30645C5-36E0-472E-9325-505EF948CCA2}" type="VALUE">
                      <a:rPr lang="en-US">
                        <a:solidFill>
                          <a:schemeClr val="bg1"/>
                        </a:solidFill>
                      </a:rPr>
                      <a:pPr/>
                      <a:t>[VALUE]</a:t>
                    </a:fld>
                    <a:r>
                      <a:rPr lang="en-US" baseline="0" dirty="0">
                        <a:solidFill>
                          <a:schemeClr val="bg1"/>
                        </a:solidFill>
                      </a:rPr>
                      <a:t>, </a:t>
                    </a:r>
                    <a:fld id="{029B26EA-DA90-4C9A-BA84-644351E62941}" type="PERCENTAGE">
                      <a:rPr lang="en-US" baseline="0">
                        <a:solidFill>
                          <a:schemeClr val="bg1"/>
                        </a:solidFill>
                      </a:rPr>
                      <a:pPr/>
                      <a:t>[PERCENTAGE]</a:t>
                    </a:fld>
                    <a:endParaRPr lang="en-US" baseline="0" dirty="0">
                      <a:solidFill>
                        <a:schemeClr val="bg1"/>
                      </a:solidFill>
                    </a:endParaRPr>
                  </a:p>
                </c:rich>
              </c:tx>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DECA-402B-8D5B-194F21A9CB73}"/>
                </c:ext>
              </c:extLst>
            </c:dLbl>
            <c:dLbl>
              <c:idx val="2"/>
              <c:tx>
                <c:rich>
                  <a:bodyPr/>
                  <a:lstStyle/>
                  <a:p>
                    <a:fld id="{C0D47F97-7822-426A-A83E-466E6BEC9E4B}" type="VALUE">
                      <a:rPr lang="en-US">
                        <a:solidFill>
                          <a:schemeClr val="bg1"/>
                        </a:solidFill>
                      </a:rPr>
                      <a:pPr/>
                      <a:t>[VALUE]</a:t>
                    </a:fld>
                    <a:r>
                      <a:rPr lang="en-US" baseline="0" dirty="0">
                        <a:solidFill>
                          <a:schemeClr val="bg1"/>
                        </a:solidFill>
                      </a:rPr>
                      <a:t>, </a:t>
                    </a:r>
                    <a:fld id="{552DACAF-D9B6-40BC-8DE4-747C721B69D2}" type="PERCENTAGE">
                      <a:rPr lang="en-US" baseline="0">
                        <a:solidFill>
                          <a:schemeClr val="bg1"/>
                        </a:solidFill>
                      </a:rPr>
                      <a:pPr/>
                      <a:t>[PERCENTAGE]</a:t>
                    </a:fld>
                    <a:endParaRPr lang="en-US" baseline="0" dirty="0">
                      <a:solidFill>
                        <a:schemeClr val="bg1"/>
                      </a:solidFill>
                    </a:endParaRPr>
                  </a:p>
                </c:rich>
              </c:tx>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6-DECA-402B-8D5B-194F21A9CB73}"/>
                </c:ext>
              </c:extLst>
            </c:dLbl>
            <c:dLbl>
              <c:idx val="6"/>
              <c:tx>
                <c:rich>
                  <a:bodyPr/>
                  <a:lstStyle/>
                  <a:p>
                    <a:fld id="{69496DA8-B76F-4A18-8F47-18E6BE5A184A}" type="VALUE">
                      <a:rPr lang="en-US">
                        <a:solidFill>
                          <a:schemeClr val="tx1"/>
                        </a:solidFill>
                      </a:rPr>
                      <a:pPr/>
                      <a:t>[VALUE]</a:t>
                    </a:fld>
                    <a:r>
                      <a:rPr lang="en-US" baseline="0" dirty="0">
                        <a:solidFill>
                          <a:schemeClr val="tx1"/>
                        </a:solidFill>
                      </a:rPr>
                      <a:t>, </a:t>
                    </a:r>
                    <a:fld id="{614158AD-A166-470B-86BB-79166E7EE9ED}" type="PERCENTAGE">
                      <a:rPr lang="en-US" baseline="0">
                        <a:solidFill>
                          <a:schemeClr val="tx1"/>
                        </a:solidFill>
                      </a:rPr>
                      <a:pPr/>
                      <a:t>[PERCENTAGE]</a:t>
                    </a:fld>
                    <a:endParaRPr lang="en-US" baseline="0" dirty="0">
                      <a:solidFill>
                        <a:schemeClr val="tx1"/>
                      </a:solidFill>
                    </a:endParaRPr>
                  </a:p>
                </c:rich>
              </c:tx>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DECA-402B-8D5B-194F21A9CB73}"/>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Gill Sans MT" panose="020B0502020104020203" pitchFamily="34" charset="0"/>
                    <a:ea typeface="+mn-ea"/>
                    <a:cs typeface="+mn-cs"/>
                  </a:defRPr>
                </a:pPr>
                <a:endParaRPr lang="en-US"/>
              </a:p>
            </c:txPr>
            <c:showLegendKey val="0"/>
            <c:showVal val="1"/>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Sheet1!$A$2:$A$8</c:f>
              <c:strCache>
                <c:ptCount val="7"/>
                <c:pt idx="0">
                  <c:v>Thermal</c:v>
                </c:pt>
                <c:pt idx="1">
                  <c:v>Nucelar</c:v>
                </c:pt>
                <c:pt idx="2">
                  <c:v>Hydro</c:v>
                </c:pt>
                <c:pt idx="3">
                  <c:v>Small Hydro</c:v>
                </c:pt>
                <c:pt idx="4">
                  <c:v>Bio Power</c:v>
                </c:pt>
                <c:pt idx="5">
                  <c:v>Solar</c:v>
                </c:pt>
                <c:pt idx="6">
                  <c:v>Wind</c:v>
                </c:pt>
              </c:strCache>
            </c:strRef>
          </c:cat>
          <c:val>
            <c:numRef>
              <c:f>Sheet1!$B$2:$B$8</c:f>
              <c:numCache>
                <c:formatCode>#,##0.0</c:formatCode>
                <c:ptCount val="7"/>
                <c:pt idx="0">
                  <c:v>240.43687</c:v>
                </c:pt>
                <c:pt idx="1">
                  <c:v>7.48</c:v>
                </c:pt>
                <c:pt idx="2">
                  <c:v>46.928170000000001</c:v>
                </c:pt>
                <c:pt idx="3">
                  <c:v>4.9945699999999995</c:v>
                </c:pt>
                <c:pt idx="4">
                  <c:v>10.845859999999998</c:v>
                </c:pt>
                <c:pt idx="5">
                  <c:v>74.306520000000006</c:v>
                </c:pt>
                <c:pt idx="6">
                  <c:v>44.969230000000003</c:v>
                </c:pt>
              </c:numCache>
            </c:numRef>
          </c:val>
          <c:extLst>
            <c:ext xmlns:c16="http://schemas.microsoft.com/office/drawing/2014/chart" uri="{C3380CC4-5D6E-409C-BE32-E72D297353CC}">
              <c16:uniqueId val="{00000000-DECA-402B-8D5B-194F21A9CB73}"/>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Installed Capacity (MW)</c:v>
                </c:pt>
              </c:strCache>
            </c:strRef>
          </c:tx>
          <c:dPt>
            <c:idx val="0"/>
            <c:bubble3D val="0"/>
            <c:spPr>
              <a:solidFill>
                <a:schemeClr val="bg2"/>
              </a:solidFill>
              <a:ln w="19050">
                <a:solidFill>
                  <a:schemeClr val="lt1"/>
                </a:solidFill>
              </a:ln>
              <a:effectLst/>
            </c:spPr>
            <c:extLst>
              <c:ext xmlns:c16="http://schemas.microsoft.com/office/drawing/2014/chart" uri="{C3380CC4-5D6E-409C-BE32-E72D297353CC}">
                <c16:uniqueId val="{00000001-2E86-48D8-A5A2-0E84BC25290C}"/>
              </c:ext>
            </c:extLst>
          </c:dPt>
          <c:dPt>
            <c:idx val="1"/>
            <c:bubble3D val="0"/>
            <c:spPr>
              <a:solidFill>
                <a:srgbClr val="004F59"/>
              </a:solidFill>
              <a:ln w="19050">
                <a:solidFill>
                  <a:schemeClr val="lt1"/>
                </a:solidFill>
              </a:ln>
              <a:effectLst/>
            </c:spPr>
            <c:extLst>
              <c:ext xmlns:c16="http://schemas.microsoft.com/office/drawing/2014/chart" uri="{C3380CC4-5D6E-409C-BE32-E72D297353CC}">
                <c16:uniqueId val="{00000003-2E86-48D8-A5A2-0E84BC25290C}"/>
              </c:ext>
            </c:extLst>
          </c:dPt>
          <c:dPt>
            <c:idx val="2"/>
            <c:bubble3D val="0"/>
            <c:spPr>
              <a:solidFill>
                <a:srgbClr val="E3E48D"/>
              </a:solidFill>
              <a:ln w="19050">
                <a:solidFill>
                  <a:schemeClr val="lt1"/>
                </a:solidFill>
              </a:ln>
              <a:effectLst/>
            </c:spPr>
            <c:extLst>
              <c:ext xmlns:c16="http://schemas.microsoft.com/office/drawing/2014/chart" uri="{C3380CC4-5D6E-409C-BE32-E72D297353CC}">
                <c16:uniqueId val="{00000005-2E86-48D8-A5A2-0E84BC25290C}"/>
              </c:ext>
            </c:extLst>
          </c:dPt>
          <c:dPt>
            <c:idx val="3"/>
            <c:bubble3D val="0"/>
            <c:spPr>
              <a:solidFill>
                <a:schemeClr val="tx2">
                  <a:lumMod val="20000"/>
                  <a:lumOff val="80000"/>
                </a:schemeClr>
              </a:solidFill>
              <a:ln w="19050">
                <a:solidFill>
                  <a:schemeClr val="lt1"/>
                </a:solidFill>
              </a:ln>
              <a:effectLst/>
            </c:spPr>
            <c:extLst>
              <c:ext xmlns:c16="http://schemas.microsoft.com/office/drawing/2014/chart" uri="{C3380CC4-5D6E-409C-BE32-E72D297353CC}">
                <c16:uniqueId val="{00000007-2E86-48D8-A5A2-0E84BC25290C}"/>
              </c:ext>
            </c:extLst>
          </c:dPt>
          <c:dPt>
            <c:idx val="4"/>
            <c:bubble3D val="0"/>
            <c:spPr>
              <a:solidFill>
                <a:srgbClr val="046A38"/>
              </a:solidFill>
              <a:ln w="19050">
                <a:solidFill>
                  <a:schemeClr val="lt1"/>
                </a:solidFill>
              </a:ln>
              <a:effectLst/>
            </c:spPr>
            <c:extLst>
              <c:ext xmlns:c16="http://schemas.microsoft.com/office/drawing/2014/chart" uri="{C3380CC4-5D6E-409C-BE32-E72D297353CC}">
                <c16:uniqueId val="{00000009-2E86-48D8-A5A2-0E84BC25290C}"/>
              </c:ext>
            </c:extLst>
          </c:dPt>
          <c:dPt>
            <c:idx val="5"/>
            <c:bubble3D val="0"/>
            <c:spPr>
              <a:solidFill>
                <a:srgbClr val="E3E48D"/>
              </a:solidFill>
              <a:ln w="19050">
                <a:solidFill>
                  <a:schemeClr val="lt1"/>
                </a:solidFill>
              </a:ln>
              <a:effectLst/>
            </c:spPr>
            <c:extLst>
              <c:ext xmlns:c16="http://schemas.microsoft.com/office/drawing/2014/chart" uri="{C3380CC4-5D6E-409C-BE32-E72D297353CC}">
                <c16:uniqueId val="{0000000B-2E86-48D8-A5A2-0E84BC25290C}"/>
              </c:ext>
            </c:extLst>
          </c:dPt>
          <c:dPt>
            <c:idx val="6"/>
            <c:bubble3D val="0"/>
            <c:spPr>
              <a:solidFill>
                <a:schemeClr val="accent4">
                  <a:lumMod val="40000"/>
                  <a:lumOff val="60000"/>
                </a:schemeClr>
              </a:solidFill>
              <a:ln w="19050">
                <a:solidFill>
                  <a:schemeClr val="lt1"/>
                </a:solidFill>
              </a:ln>
              <a:effectLst/>
            </c:spPr>
            <c:extLst>
              <c:ext xmlns:c16="http://schemas.microsoft.com/office/drawing/2014/chart" uri="{C3380CC4-5D6E-409C-BE32-E72D297353CC}">
                <c16:uniqueId val="{0000000D-2E86-48D8-A5A2-0E84BC25290C}"/>
              </c:ext>
            </c:extLst>
          </c:dPt>
          <c:dLbls>
            <c:dLbl>
              <c:idx val="0"/>
              <c:tx>
                <c:rich>
                  <a:bodyPr/>
                  <a:lstStyle/>
                  <a:p>
                    <a:fld id="{B30645C5-36E0-472E-9325-505EF948CCA2}" type="VALUE">
                      <a:rPr lang="en-US">
                        <a:solidFill>
                          <a:schemeClr val="bg1"/>
                        </a:solidFill>
                      </a:rPr>
                      <a:pPr/>
                      <a:t>[VALUE]</a:t>
                    </a:fld>
                    <a:r>
                      <a:rPr lang="en-US" baseline="0" dirty="0">
                        <a:solidFill>
                          <a:schemeClr val="bg1"/>
                        </a:solidFill>
                      </a:rPr>
                      <a:t>, </a:t>
                    </a:r>
                    <a:fld id="{029B26EA-DA90-4C9A-BA84-644351E62941}" type="PERCENTAGE">
                      <a:rPr lang="en-US" baseline="0">
                        <a:solidFill>
                          <a:schemeClr val="bg1"/>
                        </a:solidFill>
                      </a:rPr>
                      <a:pPr/>
                      <a:t>[PERCENTAGE]</a:t>
                    </a:fld>
                    <a:endParaRPr lang="en-US" baseline="0" dirty="0">
                      <a:solidFill>
                        <a:schemeClr val="bg1"/>
                      </a:solidFill>
                    </a:endParaRPr>
                  </a:p>
                </c:rich>
              </c:tx>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2E86-48D8-A5A2-0E84BC25290C}"/>
                </c:ext>
              </c:extLst>
            </c:dLbl>
            <c:dLbl>
              <c:idx val="1"/>
              <c:layout>
                <c:manualLayout>
                  <c:x val="-4.4882330980049984E-2"/>
                  <c:y val="4.2212389545540151E-2"/>
                </c:manualLayout>
              </c:layou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2E86-48D8-A5A2-0E84BC25290C}"/>
                </c:ext>
              </c:extLst>
            </c:dLbl>
            <c:dLbl>
              <c:idx val="2"/>
              <c:tx>
                <c:rich>
                  <a:bodyPr/>
                  <a:lstStyle/>
                  <a:p>
                    <a:fld id="{C0D47F97-7822-426A-A83E-466E6BEC9E4B}" type="VALUE">
                      <a:rPr lang="en-US">
                        <a:solidFill>
                          <a:schemeClr val="tx1"/>
                        </a:solidFill>
                      </a:rPr>
                      <a:pPr/>
                      <a:t>[VALUE]</a:t>
                    </a:fld>
                    <a:r>
                      <a:rPr lang="en-US" baseline="0" dirty="0">
                        <a:solidFill>
                          <a:schemeClr val="tx1"/>
                        </a:solidFill>
                      </a:rPr>
                      <a:t>, </a:t>
                    </a:r>
                    <a:fld id="{552DACAF-D9B6-40BC-8DE4-747C721B69D2}" type="PERCENTAGE">
                      <a:rPr lang="en-US" baseline="0">
                        <a:solidFill>
                          <a:schemeClr val="tx1"/>
                        </a:solidFill>
                      </a:rPr>
                      <a:pPr/>
                      <a:t>[PERCENTAGE]</a:t>
                    </a:fld>
                    <a:endParaRPr lang="en-US" baseline="0" dirty="0">
                      <a:solidFill>
                        <a:schemeClr val="tx1"/>
                      </a:solidFill>
                    </a:endParaRPr>
                  </a:p>
                </c:rich>
              </c:tx>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2E86-48D8-A5A2-0E84BC25290C}"/>
                </c:ext>
              </c:extLst>
            </c:dLbl>
            <c:dLbl>
              <c:idx val="3"/>
              <c:layout>
                <c:manualLayout>
                  <c:x val="7.5047775989343146E-2"/>
                  <c:y val="-1.1423307918785323E-2"/>
                </c:manualLayout>
              </c:layou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2E86-48D8-A5A2-0E84BC25290C}"/>
                </c:ext>
              </c:extLst>
            </c:dLbl>
            <c:dLbl>
              <c:idx val="6"/>
              <c:tx>
                <c:rich>
                  <a:bodyPr/>
                  <a:lstStyle/>
                  <a:p>
                    <a:fld id="{69496DA8-B76F-4A18-8F47-18E6BE5A184A}" type="VALUE">
                      <a:rPr lang="en-US">
                        <a:solidFill>
                          <a:schemeClr val="tx1"/>
                        </a:solidFill>
                      </a:rPr>
                      <a:pPr/>
                      <a:t>[VALUE]</a:t>
                    </a:fld>
                    <a:r>
                      <a:rPr lang="en-US" baseline="0" dirty="0">
                        <a:solidFill>
                          <a:schemeClr val="tx1"/>
                        </a:solidFill>
                      </a:rPr>
                      <a:t>, </a:t>
                    </a:r>
                    <a:fld id="{614158AD-A166-470B-86BB-79166E7EE9ED}" type="PERCENTAGE">
                      <a:rPr lang="en-US" baseline="0">
                        <a:solidFill>
                          <a:schemeClr val="tx1"/>
                        </a:solidFill>
                      </a:rPr>
                      <a:pPr/>
                      <a:t>[PERCENTAGE]</a:t>
                    </a:fld>
                    <a:endParaRPr lang="en-US" baseline="0" dirty="0">
                      <a:solidFill>
                        <a:schemeClr val="tx1"/>
                      </a:solidFill>
                    </a:endParaRPr>
                  </a:p>
                </c:rich>
              </c:tx>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2E86-48D8-A5A2-0E84BC25290C}"/>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Gill Sans MT" panose="020B0502020104020203" pitchFamily="34" charset="0"/>
                    <a:ea typeface="+mn-ea"/>
                    <a:cs typeface="+mn-cs"/>
                  </a:defRPr>
                </a:pPr>
                <a:endParaRPr lang="en-US"/>
              </a:p>
            </c:txPr>
            <c:showLegendKey val="0"/>
            <c:showVal val="1"/>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Thermal</c:v>
                </c:pt>
                <c:pt idx="1">
                  <c:v>Hydro</c:v>
                </c:pt>
                <c:pt idx="2">
                  <c:v>Solar</c:v>
                </c:pt>
                <c:pt idx="3">
                  <c:v>Imported</c:v>
                </c:pt>
              </c:strCache>
            </c:strRef>
          </c:cat>
          <c:val>
            <c:numRef>
              <c:f>Sheet1!$B$2:$B$5</c:f>
              <c:numCache>
                <c:formatCode>0.0</c:formatCode>
                <c:ptCount val="4"/>
                <c:pt idx="0">
                  <c:v>23.633627499999999</c:v>
                </c:pt>
                <c:pt idx="1">
                  <c:v>0.23</c:v>
                </c:pt>
                <c:pt idx="2">
                  <c:v>0.45900000000000002</c:v>
                </c:pt>
                <c:pt idx="3">
                  <c:v>1.1599999999999999</c:v>
                </c:pt>
              </c:numCache>
            </c:numRef>
          </c:val>
          <c:extLst>
            <c:ext xmlns:c16="http://schemas.microsoft.com/office/drawing/2014/chart" uri="{C3380CC4-5D6E-409C-BE32-E72D297353CC}">
              <c16:uniqueId val="{0000000E-2E86-48D8-A5A2-0E84BC25290C}"/>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Installed Capacity (MW)</c:v>
                </c:pt>
              </c:strCache>
            </c:strRef>
          </c:tx>
          <c:dPt>
            <c:idx val="0"/>
            <c:bubble3D val="0"/>
            <c:spPr>
              <a:solidFill>
                <a:schemeClr val="tx1">
                  <a:lumMod val="65000"/>
                  <a:lumOff val="35000"/>
                </a:schemeClr>
              </a:solidFill>
              <a:ln w="19050">
                <a:solidFill>
                  <a:schemeClr val="lt1"/>
                </a:solidFill>
              </a:ln>
              <a:effectLst/>
            </c:spPr>
            <c:extLst>
              <c:ext xmlns:c16="http://schemas.microsoft.com/office/drawing/2014/chart" uri="{C3380CC4-5D6E-409C-BE32-E72D297353CC}">
                <c16:uniqueId val="{00000001-5BE7-42DA-8CD9-C7D75EE7416C}"/>
              </c:ext>
            </c:extLst>
          </c:dPt>
          <c:dPt>
            <c:idx val="1"/>
            <c:bubble3D val="0"/>
            <c:spPr>
              <a:solidFill>
                <a:schemeClr val="tx2"/>
              </a:solidFill>
              <a:ln w="19050">
                <a:solidFill>
                  <a:schemeClr val="lt1"/>
                </a:solidFill>
              </a:ln>
              <a:effectLst/>
            </c:spPr>
            <c:extLst>
              <c:ext xmlns:c16="http://schemas.microsoft.com/office/drawing/2014/chart" uri="{C3380CC4-5D6E-409C-BE32-E72D297353CC}">
                <c16:uniqueId val="{00000003-5BE7-42DA-8CD9-C7D75EE7416C}"/>
              </c:ext>
            </c:extLst>
          </c:dPt>
          <c:dPt>
            <c:idx val="2"/>
            <c:bubble3D val="0"/>
            <c:spPr>
              <a:solidFill>
                <a:srgbClr val="E3E48D"/>
              </a:solidFill>
              <a:ln w="19050">
                <a:solidFill>
                  <a:schemeClr val="lt1"/>
                </a:solidFill>
              </a:ln>
              <a:effectLst/>
            </c:spPr>
            <c:extLst>
              <c:ext xmlns:c16="http://schemas.microsoft.com/office/drawing/2014/chart" uri="{C3380CC4-5D6E-409C-BE32-E72D297353CC}">
                <c16:uniqueId val="{00000005-5BE7-42DA-8CD9-C7D75EE7416C}"/>
              </c:ext>
            </c:extLst>
          </c:dPt>
          <c:dPt>
            <c:idx val="3"/>
            <c:bubble3D val="0"/>
            <c:spPr>
              <a:solidFill>
                <a:schemeClr val="tx2">
                  <a:lumMod val="20000"/>
                  <a:lumOff val="80000"/>
                </a:schemeClr>
              </a:solidFill>
              <a:ln w="19050">
                <a:solidFill>
                  <a:schemeClr val="lt1"/>
                </a:solidFill>
              </a:ln>
              <a:effectLst/>
            </c:spPr>
            <c:extLst>
              <c:ext xmlns:c16="http://schemas.microsoft.com/office/drawing/2014/chart" uri="{C3380CC4-5D6E-409C-BE32-E72D297353CC}">
                <c16:uniqueId val="{00000007-5BE7-42DA-8CD9-C7D75EE7416C}"/>
              </c:ext>
            </c:extLst>
          </c:dPt>
          <c:dPt>
            <c:idx val="4"/>
            <c:bubble3D val="0"/>
            <c:spPr>
              <a:solidFill>
                <a:srgbClr val="046A38"/>
              </a:solidFill>
              <a:ln w="19050">
                <a:solidFill>
                  <a:schemeClr val="lt1"/>
                </a:solidFill>
              </a:ln>
              <a:effectLst/>
            </c:spPr>
            <c:extLst>
              <c:ext xmlns:c16="http://schemas.microsoft.com/office/drawing/2014/chart" uri="{C3380CC4-5D6E-409C-BE32-E72D297353CC}">
                <c16:uniqueId val="{00000009-5BE7-42DA-8CD9-C7D75EE7416C}"/>
              </c:ext>
            </c:extLst>
          </c:dPt>
          <c:dPt>
            <c:idx val="5"/>
            <c:bubble3D val="0"/>
            <c:spPr>
              <a:solidFill>
                <a:srgbClr val="E3E48D"/>
              </a:solidFill>
              <a:ln w="19050">
                <a:solidFill>
                  <a:schemeClr val="lt1"/>
                </a:solidFill>
              </a:ln>
              <a:effectLst/>
            </c:spPr>
            <c:extLst>
              <c:ext xmlns:c16="http://schemas.microsoft.com/office/drawing/2014/chart" uri="{C3380CC4-5D6E-409C-BE32-E72D297353CC}">
                <c16:uniqueId val="{0000000B-5BE7-42DA-8CD9-C7D75EE7416C}"/>
              </c:ext>
            </c:extLst>
          </c:dPt>
          <c:dPt>
            <c:idx val="6"/>
            <c:bubble3D val="0"/>
            <c:spPr>
              <a:solidFill>
                <a:schemeClr val="accent4">
                  <a:lumMod val="40000"/>
                  <a:lumOff val="60000"/>
                </a:schemeClr>
              </a:solidFill>
              <a:ln w="19050">
                <a:solidFill>
                  <a:schemeClr val="lt1"/>
                </a:solidFill>
              </a:ln>
              <a:effectLst/>
            </c:spPr>
            <c:extLst>
              <c:ext xmlns:c16="http://schemas.microsoft.com/office/drawing/2014/chart" uri="{C3380CC4-5D6E-409C-BE32-E72D297353CC}">
                <c16:uniqueId val="{0000000D-5BE7-42DA-8CD9-C7D75EE7416C}"/>
              </c:ext>
            </c:extLst>
          </c:dPt>
          <c:dLbls>
            <c:dLbl>
              <c:idx val="0"/>
              <c:layout>
                <c:manualLayout>
                  <c:x val="7.2324438216401887E-2"/>
                  <c:y val="4.4963052878295457E-3"/>
                </c:manualLayout>
              </c:layout>
              <c:tx>
                <c:rich>
                  <a:bodyPr/>
                  <a:lstStyle/>
                  <a:p>
                    <a:fld id="{B30645C5-36E0-472E-9325-505EF948CCA2}" type="VALUE">
                      <a:rPr lang="en-US">
                        <a:solidFill>
                          <a:schemeClr val="tx1"/>
                        </a:solidFill>
                      </a:rPr>
                      <a:pPr/>
                      <a:t>[VALUE]</a:t>
                    </a:fld>
                    <a:r>
                      <a:rPr lang="en-US" baseline="0" dirty="0">
                        <a:solidFill>
                          <a:schemeClr val="tx1"/>
                        </a:solidFill>
                      </a:rPr>
                      <a:t>, </a:t>
                    </a:r>
                    <a:fld id="{029B26EA-DA90-4C9A-BA84-644351E62941}" type="PERCENTAGE">
                      <a:rPr lang="en-US" baseline="0">
                        <a:solidFill>
                          <a:schemeClr val="tx1"/>
                        </a:solidFill>
                      </a:rPr>
                      <a:pPr/>
                      <a:t>[PERCENTAGE]</a:t>
                    </a:fld>
                    <a:endParaRPr lang="en-US" baseline="0" dirty="0">
                      <a:solidFill>
                        <a:schemeClr val="tx1"/>
                      </a:solidFill>
                    </a:endParaRPr>
                  </a:p>
                </c:rich>
              </c:tx>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5BE7-42DA-8CD9-C7D75EE7416C}"/>
                </c:ext>
              </c:extLst>
            </c:dLbl>
            <c:dLbl>
              <c:idx val="1"/>
              <c:layout>
                <c:manualLayout>
                  <c:x val="-4.2037943530605859E-2"/>
                  <c:y val="-0.16143962320089053"/>
                </c:manualLayout>
              </c:layout>
              <c:tx>
                <c:rich>
                  <a:bodyPr/>
                  <a:lstStyle/>
                  <a:p>
                    <a:fld id="{223EF008-D56F-42CA-91F6-5D6985BC50A6}" type="VALUE">
                      <a:rPr lang="en-US">
                        <a:solidFill>
                          <a:schemeClr val="bg1"/>
                        </a:solidFill>
                      </a:rPr>
                      <a:pPr/>
                      <a:t>[VALUE]</a:t>
                    </a:fld>
                    <a:r>
                      <a:rPr lang="en-US" baseline="0" dirty="0">
                        <a:solidFill>
                          <a:schemeClr val="bg1"/>
                        </a:solidFill>
                      </a:rPr>
                      <a:t>, </a:t>
                    </a:r>
                    <a:fld id="{B9C9ABFE-FD62-463F-8810-AE15CDC81E4F}" type="PERCENTAGE">
                      <a:rPr lang="en-US" baseline="0">
                        <a:solidFill>
                          <a:schemeClr val="bg1"/>
                        </a:solidFill>
                      </a:rPr>
                      <a:pPr/>
                      <a:t>[PERCENTAGE]</a:t>
                    </a:fld>
                    <a:endParaRPr lang="en-US" baseline="0" dirty="0">
                      <a:solidFill>
                        <a:schemeClr val="bg1"/>
                      </a:solidFill>
                    </a:endParaRPr>
                  </a:p>
                </c:rich>
              </c:tx>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5BE7-42DA-8CD9-C7D75EE7416C}"/>
                </c:ext>
              </c:extLst>
            </c:dLbl>
            <c:dLbl>
              <c:idx val="2"/>
              <c:layout>
                <c:manualLayout>
                  <c:x val="-6.6136123440659569E-2"/>
                  <c:y val="1.1688827481274717E-2"/>
                </c:manualLayout>
              </c:layout>
              <c:tx>
                <c:rich>
                  <a:bodyPr/>
                  <a:lstStyle/>
                  <a:p>
                    <a:fld id="{C0D47F97-7822-426A-A83E-466E6BEC9E4B}" type="VALUE">
                      <a:rPr lang="en-US">
                        <a:solidFill>
                          <a:schemeClr val="tx1"/>
                        </a:solidFill>
                      </a:rPr>
                      <a:pPr/>
                      <a:t>[VALUE]</a:t>
                    </a:fld>
                    <a:r>
                      <a:rPr lang="en-US" baseline="0" dirty="0">
                        <a:solidFill>
                          <a:schemeClr val="tx1"/>
                        </a:solidFill>
                      </a:rPr>
                      <a:t>, </a:t>
                    </a:r>
                    <a:fld id="{552DACAF-D9B6-40BC-8DE4-747C721B69D2}" type="PERCENTAGE">
                      <a:rPr lang="en-US" baseline="0">
                        <a:solidFill>
                          <a:schemeClr val="tx1"/>
                        </a:solidFill>
                      </a:rPr>
                      <a:pPr/>
                      <a:t>[PERCENTAGE]</a:t>
                    </a:fld>
                    <a:endParaRPr lang="en-US" baseline="0" dirty="0">
                      <a:solidFill>
                        <a:schemeClr val="tx1"/>
                      </a:solidFill>
                    </a:endParaRPr>
                  </a:p>
                </c:rich>
              </c:tx>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5BE7-42DA-8CD9-C7D75EE7416C}"/>
                </c:ext>
              </c:extLst>
            </c:dLbl>
            <c:dLbl>
              <c:idx val="3"/>
              <c:layout>
                <c:manualLayout>
                  <c:x val="7.5047775989343146E-2"/>
                  <c:y val="-1.1423307918785323E-2"/>
                </c:manualLayout>
              </c:layou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5BE7-42DA-8CD9-C7D75EE7416C}"/>
                </c:ext>
              </c:extLst>
            </c:dLbl>
            <c:dLbl>
              <c:idx val="6"/>
              <c:tx>
                <c:rich>
                  <a:bodyPr/>
                  <a:lstStyle/>
                  <a:p>
                    <a:fld id="{69496DA8-B76F-4A18-8F47-18E6BE5A184A}" type="VALUE">
                      <a:rPr lang="en-US">
                        <a:solidFill>
                          <a:schemeClr val="tx1"/>
                        </a:solidFill>
                      </a:rPr>
                      <a:pPr/>
                      <a:t>[VALUE]</a:t>
                    </a:fld>
                    <a:r>
                      <a:rPr lang="en-US" baseline="0" dirty="0">
                        <a:solidFill>
                          <a:schemeClr val="tx1"/>
                        </a:solidFill>
                      </a:rPr>
                      <a:t>, </a:t>
                    </a:r>
                    <a:fld id="{614158AD-A166-470B-86BB-79166E7EE9ED}" type="PERCENTAGE">
                      <a:rPr lang="en-US" baseline="0">
                        <a:solidFill>
                          <a:schemeClr val="tx1"/>
                        </a:solidFill>
                      </a:rPr>
                      <a:pPr/>
                      <a:t>[PERCENTAGE]</a:t>
                    </a:fld>
                    <a:endParaRPr lang="en-US" baseline="0" dirty="0">
                      <a:solidFill>
                        <a:schemeClr val="tx1"/>
                      </a:solidFill>
                    </a:endParaRPr>
                  </a:p>
                </c:rich>
              </c:tx>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5BE7-42DA-8CD9-C7D75EE7416C}"/>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Gill Sans MT" panose="020B0502020104020203" pitchFamily="34" charset="0"/>
                    <a:ea typeface="+mn-ea"/>
                    <a:cs typeface="+mn-cs"/>
                  </a:defRPr>
                </a:pPr>
                <a:endParaRPr lang="en-US"/>
              </a:p>
            </c:txPr>
            <c:showLegendKey val="0"/>
            <c:showVal val="1"/>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Thermal</c:v>
                </c:pt>
                <c:pt idx="1">
                  <c:v>Hydro</c:v>
                </c:pt>
                <c:pt idx="2">
                  <c:v>Solar</c:v>
                </c:pt>
              </c:strCache>
            </c:strRef>
          </c:cat>
          <c:val>
            <c:numRef>
              <c:f>Sheet1!$B$2:$B$4</c:f>
              <c:numCache>
                <c:formatCode>0.0</c:formatCode>
                <c:ptCount val="3"/>
                <c:pt idx="0" formatCode="0.00">
                  <c:v>5.6000000000000001E-2</c:v>
                </c:pt>
                <c:pt idx="1">
                  <c:v>2.6070000000000002</c:v>
                </c:pt>
                <c:pt idx="2">
                  <c:v>0.13720000000000002</c:v>
                </c:pt>
              </c:numCache>
            </c:numRef>
          </c:val>
          <c:extLst>
            <c:ext xmlns:c16="http://schemas.microsoft.com/office/drawing/2014/chart" uri="{C3380CC4-5D6E-409C-BE32-E72D297353CC}">
              <c16:uniqueId val="{0000000E-5BE7-42DA-8CD9-C7D75EE7416C}"/>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Installed Capacity (MW)</c:v>
                </c:pt>
              </c:strCache>
            </c:strRef>
          </c:tx>
          <c:spPr>
            <a:solidFill>
              <a:schemeClr val="tx2"/>
            </a:solidFill>
          </c:spPr>
          <c:dPt>
            <c:idx val="0"/>
            <c:bubble3D val="0"/>
            <c:spPr>
              <a:solidFill>
                <a:schemeClr val="tx2"/>
              </a:solidFill>
              <a:ln w="19050">
                <a:solidFill>
                  <a:schemeClr val="lt1"/>
                </a:solidFill>
              </a:ln>
              <a:effectLst/>
            </c:spPr>
            <c:extLst>
              <c:ext xmlns:c16="http://schemas.microsoft.com/office/drawing/2014/chart" uri="{C3380CC4-5D6E-409C-BE32-E72D297353CC}">
                <c16:uniqueId val="{00000001-97C2-40B1-9904-0A4E12CE956F}"/>
              </c:ext>
            </c:extLst>
          </c:dPt>
          <c:dPt>
            <c:idx val="1"/>
            <c:bubble3D val="0"/>
            <c:spPr>
              <a:solidFill>
                <a:schemeClr val="tx2"/>
              </a:solidFill>
              <a:ln w="19050">
                <a:solidFill>
                  <a:schemeClr val="lt1"/>
                </a:solidFill>
              </a:ln>
              <a:effectLst/>
            </c:spPr>
            <c:extLst>
              <c:ext xmlns:c16="http://schemas.microsoft.com/office/drawing/2014/chart" uri="{C3380CC4-5D6E-409C-BE32-E72D297353CC}">
                <c16:uniqueId val="{00000003-97C2-40B1-9904-0A4E12CE956F}"/>
              </c:ext>
            </c:extLst>
          </c:dPt>
          <c:dPt>
            <c:idx val="2"/>
            <c:bubble3D val="0"/>
            <c:spPr>
              <a:solidFill>
                <a:schemeClr val="tx2"/>
              </a:solidFill>
              <a:ln w="19050">
                <a:solidFill>
                  <a:schemeClr val="lt1"/>
                </a:solidFill>
              </a:ln>
              <a:effectLst/>
            </c:spPr>
            <c:extLst>
              <c:ext xmlns:c16="http://schemas.microsoft.com/office/drawing/2014/chart" uri="{C3380CC4-5D6E-409C-BE32-E72D297353CC}">
                <c16:uniqueId val="{00000005-97C2-40B1-9904-0A4E12CE956F}"/>
              </c:ext>
            </c:extLst>
          </c:dPt>
          <c:dPt>
            <c:idx val="3"/>
            <c:bubble3D val="0"/>
            <c:spPr>
              <a:solidFill>
                <a:schemeClr val="tx2"/>
              </a:solidFill>
              <a:ln w="19050">
                <a:solidFill>
                  <a:schemeClr val="lt1"/>
                </a:solidFill>
              </a:ln>
              <a:effectLst/>
            </c:spPr>
            <c:extLst>
              <c:ext xmlns:c16="http://schemas.microsoft.com/office/drawing/2014/chart" uri="{C3380CC4-5D6E-409C-BE32-E72D297353CC}">
                <c16:uniqueId val="{00000007-97C2-40B1-9904-0A4E12CE956F}"/>
              </c:ext>
            </c:extLst>
          </c:dPt>
          <c:dPt>
            <c:idx val="4"/>
            <c:bubble3D val="0"/>
            <c:spPr>
              <a:solidFill>
                <a:schemeClr val="tx2"/>
              </a:solidFill>
              <a:ln w="19050">
                <a:solidFill>
                  <a:schemeClr val="lt1"/>
                </a:solidFill>
              </a:ln>
              <a:effectLst/>
            </c:spPr>
            <c:extLst>
              <c:ext xmlns:c16="http://schemas.microsoft.com/office/drawing/2014/chart" uri="{C3380CC4-5D6E-409C-BE32-E72D297353CC}">
                <c16:uniqueId val="{00000009-97C2-40B1-9904-0A4E12CE956F}"/>
              </c:ext>
            </c:extLst>
          </c:dPt>
          <c:dPt>
            <c:idx val="5"/>
            <c:bubble3D val="0"/>
            <c:spPr>
              <a:solidFill>
                <a:schemeClr val="tx2"/>
              </a:solidFill>
              <a:ln w="19050">
                <a:solidFill>
                  <a:schemeClr val="lt1"/>
                </a:solidFill>
              </a:ln>
              <a:effectLst/>
            </c:spPr>
            <c:extLst>
              <c:ext xmlns:c16="http://schemas.microsoft.com/office/drawing/2014/chart" uri="{C3380CC4-5D6E-409C-BE32-E72D297353CC}">
                <c16:uniqueId val="{0000000B-97C2-40B1-9904-0A4E12CE956F}"/>
              </c:ext>
            </c:extLst>
          </c:dPt>
          <c:dPt>
            <c:idx val="6"/>
            <c:bubble3D val="0"/>
            <c:spPr>
              <a:solidFill>
                <a:schemeClr val="tx2"/>
              </a:solidFill>
              <a:ln w="19050">
                <a:solidFill>
                  <a:schemeClr val="lt1"/>
                </a:solidFill>
              </a:ln>
              <a:effectLst/>
            </c:spPr>
            <c:extLst>
              <c:ext xmlns:c16="http://schemas.microsoft.com/office/drawing/2014/chart" uri="{C3380CC4-5D6E-409C-BE32-E72D297353CC}">
                <c16:uniqueId val="{0000000D-97C2-40B1-9904-0A4E12CE956F}"/>
              </c:ext>
            </c:extLst>
          </c:dPt>
          <c:dLbls>
            <c:dLbl>
              <c:idx val="0"/>
              <c:layout>
                <c:manualLayout>
                  <c:x val="-1.6266120267165332E-3"/>
                  <c:y val="-0.24178054733576113"/>
                </c:manualLayout>
              </c:layout>
              <c:tx>
                <c:rich>
                  <a:bodyPr/>
                  <a:lstStyle/>
                  <a:p>
                    <a:fld id="{B30645C5-36E0-472E-9325-505EF948CCA2}" type="VALUE">
                      <a:rPr lang="en-US">
                        <a:solidFill>
                          <a:schemeClr val="bg1"/>
                        </a:solidFill>
                      </a:rPr>
                      <a:pPr/>
                      <a:t>[VALUE]</a:t>
                    </a:fld>
                    <a:r>
                      <a:rPr lang="en-US" baseline="0" dirty="0">
                        <a:solidFill>
                          <a:schemeClr val="bg1"/>
                        </a:solidFill>
                      </a:rPr>
                      <a:t>, </a:t>
                    </a:r>
                    <a:fld id="{029B26EA-DA90-4C9A-BA84-644351E62941}" type="PERCENTAGE">
                      <a:rPr lang="en-US" baseline="0">
                        <a:solidFill>
                          <a:schemeClr val="bg1"/>
                        </a:solidFill>
                      </a:rPr>
                      <a:pPr/>
                      <a:t>[PERCENTAGE]</a:t>
                    </a:fld>
                    <a:endParaRPr lang="en-US" baseline="0" dirty="0">
                      <a:solidFill>
                        <a:schemeClr val="bg1"/>
                      </a:solidFill>
                    </a:endParaRPr>
                  </a:p>
                </c:rich>
              </c:tx>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97C2-40B1-9904-0A4E12CE956F}"/>
                </c:ext>
              </c:extLst>
            </c:dLbl>
            <c:dLbl>
              <c:idx val="1"/>
              <c:layout>
                <c:manualLayout>
                  <c:x val="-4.2037943530605859E-2"/>
                  <c:y val="-0.16143962320089053"/>
                </c:manualLayout>
              </c:layout>
              <c:tx>
                <c:rich>
                  <a:bodyPr/>
                  <a:lstStyle/>
                  <a:p>
                    <a:fld id="{223EF008-D56F-42CA-91F6-5D6985BC50A6}" type="VALUE">
                      <a:rPr lang="en-US">
                        <a:solidFill>
                          <a:schemeClr val="bg1"/>
                        </a:solidFill>
                      </a:rPr>
                      <a:pPr/>
                      <a:t>[VALUE]</a:t>
                    </a:fld>
                    <a:r>
                      <a:rPr lang="en-US" baseline="0" dirty="0">
                        <a:solidFill>
                          <a:schemeClr val="bg1"/>
                        </a:solidFill>
                      </a:rPr>
                      <a:t>, </a:t>
                    </a:r>
                    <a:fld id="{B9C9ABFE-FD62-463F-8810-AE15CDC81E4F}" type="PERCENTAGE">
                      <a:rPr lang="en-US" baseline="0">
                        <a:solidFill>
                          <a:schemeClr val="bg1"/>
                        </a:solidFill>
                      </a:rPr>
                      <a:pPr/>
                      <a:t>[PERCENTAGE]</a:t>
                    </a:fld>
                    <a:endParaRPr lang="en-US" baseline="0" dirty="0">
                      <a:solidFill>
                        <a:schemeClr val="bg1"/>
                      </a:solidFill>
                    </a:endParaRPr>
                  </a:p>
                </c:rich>
              </c:tx>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97C2-40B1-9904-0A4E12CE956F}"/>
                </c:ext>
              </c:extLst>
            </c:dLbl>
            <c:dLbl>
              <c:idx val="2"/>
              <c:layout>
                <c:manualLayout>
                  <c:x val="-6.6136123440659569E-2"/>
                  <c:y val="1.1688827481274717E-2"/>
                </c:manualLayout>
              </c:layout>
              <c:tx>
                <c:rich>
                  <a:bodyPr/>
                  <a:lstStyle/>
                  <a:p>
                    <a:fld id="{C0D47F97-7822-426A-A83E-466E6BEC9E4B}" type="VALUE">
                      <a:rPr lang="en-US">
                        <a:solidFill>
                          <a:schemeClr val="tx1"/>
                        </a:solidFill>
                      </a:rPr>
                      <a:pPr/>
                      <a:t>[VALUE]</a:t>
                    </a:fld>
                    <a:r>
                      <a:rPr lang="en-US" baseline="0" dirty="0">
                        <a:solidFill>
                          <a:schemeClr val="tx1"/>
                        </a:solidFill>
                      </a:rPr>
                      <a:t>, </a:t>
                    </a:r>
                    <a:fld id="{552DACAF-D9B6-40BC-8DE4-747C721B69D2}" type="PERCENTAGE">
                      <a:rPr lang="en-US" baseline="0">
                        <a:solidFill>
                          <a:schemeClr val="tx1"/>
                        </a:solidFill>
                      </a:rPr>
                      <a:pPr/>
                      <a:t>[PERCENTAGE]</a:t>
                    </a:fld>
                    <a:endParaRPr lang="en-US" baseline="0" dirty="0">
                      <a:solidFill>
                        <a:schemeClr val="tx1"/>
                      </a:solidFill>
                    </a:endParaRPr>
                  </a:p>
                </c:rich>
              </c:tx>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97C2-40B1-9904-0A4E12CE956F}"/>
                </c:ext>
              </c:extLst>
            </c:dLbl>
            <c:dLbl>
              <c:idx val="3"/>
              <c:layout>
                <c:manualLayout>
                  <c:x val="7.5047775989343146E-2"/>
                  <c:y val="-1.1423307918785323E-2"/>
                </c:manualLayout>
              </c:layou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97C2-40B1-9904-0A4E12CE956F}"/>
                </c:ext>
              </c:extLst>
            </c:dLbl>
            <c:dLbl>
              <c:idx val="6"/>
              <c:tx>
                <c:rich>
                  <a:bodyPr/>
                  <a:lstStyle/>
                  <a:p>
                    <a:fld id="{69496DA8-B76F-4A18-8F47-18E6BE5A184A}" type="VALUE">
                      <a:rPr lang="en-US">
                        <a:solidFill>
                          <a:schemeClr val="tx1"/>
                        </a:solidFill>
                      </a:rPr>
                      <a:pPr/>
                      <a:t>[VALUE]</a:t>
                    </a:fld>
                    <a:r>
                      <a:rPr lang="en-US" baseline="0" dirty="0">
                        <a:solidFill>
                          <a:schemeClr val="tx1"/>
                        </a:solidFill>
                      </a:rPr>
                      <a:t>, </a:t>
                    </a:r>
                    <a:fld id="{614158AD-A166-470B-86BB-79166E7EE9ED}" type="PERCENTAGE">
                      <a:rPr lang="en-US" baseline="0">
                        <a:solidFill>
                          <a:schemeClr val="tx1"/>
                        </a:solidFill>
                      </a:rPr>
                      <a:pPr/>
                      <a:t>[PERCENTAGE]</a:t>
                    </a:fld>
                    <a:endParaRPr lang="en-US" baseline="0" dirty="0">
                      <a:solidFill>
                        <a:schemeClr val="tx1"/>
                      </a:solidFill>
                    </a:endParaRPr>
                  </a:p>
                </c:rich>
              </c:tx>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97C2-40B1-9904-0A4E12CE956F}"/>
                </c:ext>
              </c:extLst>
            </c:dLbl>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c:f>
              <c:strCache>
                <c:ptCount val="1"/>
                <c:pt idx="0">
                  <c:v>Hydro</c:v>
                </c:pt>
              </c:strCache>
            </c:strRef>
          </c:cat>
          <c:val>
            <c:numRef>
              <c:f>Sheet1!$B$2</c:f>
              <c:numCache>
                <c:formatCode>0.00</c:formatCode>
                <c:ptCount val="1"/>
                <c:pt idx="0">
                  <c:v>2.3260000000000001</c:v>
                </c:pt>
              </c:numCache>
            </c:numRef>
          </c:val>
          <c:extLst>
            <c:ext xmlns:c16="http://schemas.microsoft.com/office/drawing/2014/chart" uri="{C3380CC4-5D6E-409C-BE32-E72D297353CC}">
              <c16:uniqueId val="{0000000E-97C2-40B1-9904-0A4E12CE956F}"/>
            </c:ext>
          </c:extLst>
        </c:ser>
        <c:dLbls>
          <c:showLegendKey val="0"/>
          <c:showVal val="0"/>
          <c:showCatName val="0"/>
          <c:showSerName val="0"/>
          <c:showPercent val="0"/>
          <c:showBubbleSize val="0"/>
          <c:showLeaderLines val="1"/>
        </c:dLbls>
        <c:firstSliceAng val="0"/>
      </c:pieChart>
      <c:spPr>
        <a:noFill/>
        <a:ln>
          <a:noFill/>
        </a:ln>
        <a:effectLst/>
      </c:spPr>
    </c:plotArea>
    <c:legend>
      <c:legendPos val="b"/>
      <c:layout>
        <c:manualLayout>
          <c:xMode val="edge"/>
          <c:yMode val="edge"/>
          <c:x val="5.8839549045723145E-2"/>
          <c:y val="0.24776368758938444"/>
          <c:w val="0.12574340290460995"/>
          <c:h val="7.9711061015425869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3384813384813385E-2"/>
          <c:y val="6.7851373182552507E-2"/>
          <c:w val="0.9732303732303732"/>
          <c:h val="0.90414647280560045"/>
        </c:manualLayout>
      </c:layout>
      <c:barChart>
        <c:barDir val="col"/>
        <c:grouping val="stacked"/>
        <c:varyColors val="0"/>
        <c:ser>
          <c:idx val="0"/>
          <c:order val="0"/>
          <c:spPr>
            <a:noFill/>
            <a:ln>
              <a:noFill/>
            </a:ln>
          </c:spPr>
          <c:invertIfNegative val="0"/>
          <c:dPt>
            <c:idx val="0"/>
            <c:invertIfNegative val="0"/>
            <c:bubble3D val="0"/>
            <c:spPr>
              <a:solidFill>
                <a:schemeClr val="bg2"/>
              </a:solidFill>
              <a:ln>
                <a:noFill/>
              </a:ln>
            </c:spPr>
            <c:extLst>
              <c:ext xmlns:c16="http://schemas.microsoft.com/office/drawing/2014/chart" uri="{C3380CC4-5D6E-409C-BE32-E72D297353CC}">
                <c16:uniqueId val="{00000001-ECDD-4CF2-BCEF-760BA0CD4B88}"/>
              </c:ext>
            </c:extLst>
          </c:dPt>
          <c:dPt>
            <c:idx val="8"/>
            <c:invertIfNegative val="0"/>
            <c:bubble3D val="0"/>
            <c:spPr>
              <a:solidFill>
                <a:srgbClr val="000000"/>
              </a:solidFill>
              <a:ln>
                <a:noFill/>
              </a:ln>
            </c:spPr>
            <c:extLst>
              <c:ext xmlns:c16="http://schemas.microsoft.com/office/drawing/2014/chart" uri="{C3380CC4-5D6E-409C-BE32-E72D297353CC}">
                <c16:uniqueId val="{00000003-ECDD-4CF2-BCEF-760BA0CD4B88}"/>
              </c:ext>
            </c:extLst>
          </c:dPt>
          <c:dLbls>
            <c:dLbl>
              <c:idx val="0"/>
              <c:layout>
                <c:manualLayout>
                  <c:x val="0"/>
                  <c:y val="-0.15993537964458804"/>
                </c:manualLayout>
              </c:layout>
              <c:numFmt formatCode="#,##0;&quot;-&quot;#,##0" sourceLinked="0"/>
              <c:spPr>
                <a:noFill/>
                <a:ln>
                  <a:noFill/>
                </a:ln>
              </c:spPr>
              <c:txPr>
                <a:bodyPr wrap="none"/>
                <a:lstStyle/>
                <a:p>
                  <a:pPr>
                    <a:defRPr sz="1100">
                      <a:solidFill>
                        <a:schemeClr val="tx1"/>
                      </a:solidFill>
                      <a:latin typeface="Gill Sans MT" panose="020B0502020104020203" pitchFamily="34" charset="0"/>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ECDD-4CF2-BCEF-760BA0CD4B88}"/>
                </c:ext>
              </c:extLst>
            </c:dLbl>
            <c:dLbl>
              <c:idx val="8"/>
              <c:layout>
                <c:manualLayout>
                  <c:x val="0"/>
                  <c:y val="-0.4868066774367259"/>
                </c:manualLayout>
              </c:layout>
              <c:numFmt formatCode="#,##0;&quot;-&quot;#,##0" sourceLinked="0"/>
              <c:spPr>
                <a:noFill/>
                <a:ln>
                  <a:noFill/>
                </a:ln>
              </c:spPr>
              <c:txPr>
                <a:bodyPr wrap="none"/>
                <a:lstStyle/>
                <a:p>
                  <a:pPr>
                    <a:defRPr sz="1100">
                      <a:solidFill>
                        <a:schemeClr val="tx1"/>
                      </a:solidFill>
                      <a:latin typeface="Gill Sans MT" panose="020B0502020104020203" pitchFamily="34" charset="0"/>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ECDD-4CF2-BCEF-760BA0CD4B88}"/>
                </c:ext>
              </c:extLst>
            </c:dLbl>
            <c:spPr>
              <a:noFill/>
              <a:ln>
                <a:noFill/>
              </a:ln>
              <a:effectLst/>
            </c:spPr>
            <c:txPr>
              <a:bodyPr wrap="square" lIns="38100" tIns="19050" rIns="38100" bIns="19050" anchor="ctr">
                <a:spAutoFit/>
              </a:bodyPr>
              <a:lstStyle/>
              <a:p>
                <a:pPr>
                  <a:defRPr sz="1100">
                    <a:latin typeface="Gill Sans MT" panose="020B0502020104020203" pitchFamily="34"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Sheet1!$A$1:$I$1</c:f>
              <c:numCache>
                <c:formatCode>#,##0;#,##0</c:formatCode>
                <c:ptCount val="9"/>
                <c:pt idx="0" formatCode="#,##0;&quot;-&quot;#,##0">
                  <c:v>1400</c:v>
                </c:pt>
                <c:pt idx="1">
                  <c:v>1400</c:v>
                </c:pt>
                <c:pt idx="2">
                  <c:v>2223</c:v>
                </c:pt>
                <c:pt idx="3">
                  <c:v>2898</c:v>
                </c:pt>
                <c:pt idx="4">
                  <c:v>3408</c:v>
                </c:pt>
                <c:pt idx="5">
                  <c:v>3858</c:v>
                </c:pt>
                <c:pt idx="6">
                  <c:v>4258</c:v>
                </c:pt>
                <c:pt idx="7">
                  <c:v>4658</c:v>
                </c:pt>
                <c:pt idx="8" formatCode="#,##0;&quot;-&quot;#,##0">
                  <c:v>5058</c:v>
                </c:pt>
              </c:numCache>
            </c:numRef>
          </c:val>
          <c:extLst>
            <c:ext xmlns:c16="http://schemas.microsoft.com/office/drawing/2014/chart" uri="{C3380CC4-5D6E-409C-BE32-E72D297353CC}">
              <c16:uniqueId val="{00000004-ECDD-4CF2-BCEF-760BA0CD4B88}"/>
            </c:ext>
          </c:extLst>
        </c:ser>
        <c:ser>
          <c:idx val="1"/>
          <c:order val="1"/>
          <c:spPr>
            <a:solidFill>
              <a:srgbClr val="C4D600"/>
            </a:solidFill>
            <a:ln>
              <a:noFill/>
            </a:ln>
          </c:spPr>
          <c:invertIfNegative val="0"/>
          <c:dPt>
            <c:idx val="1"/>
            <c:invertIfNegative val="0"/>
            <c:bubble3D val="0"/>
            <c:spPr>
              <a:solidFill>
                <a:schemeClr val="bg1">
                  <a:lumMod val="85000"/>
                </a:schemeClr>
              </a:solidFill>
              <a:ln>
                <a:noFill/>
              </a:ln>
            </c:spPr>
            <c:extLst>
              <c:ext xmlns:c16="http://schemas.microsoft.com/office/drawing/2014/chart" uri="{C3380CC4-5D6E-409C-BE32-E72D297353CC}">
                <c16:uniqueId val="{00000011-ECDD-4CF2-BCEF-760BA0CD4B88}"/>
              </c:ext>
            </c:extLst>
          </c:dPt>
          <c:dPt>
            <c:idx val="2"/>
            <c:invertIfNegative val="0"/>
            <c:bubble3D val="0"/>
            <c:spPr>
              <a:solidFill>
                <a:schemeClr val="tx2">
                  <a:lumMod val="40000"/>
                  <a:lumOff val="60000"/>
                </a:schemeClr>
              </a:solidFill>
              <a:ln>
                <a:noFill/>
              </a:ln>
            </c:spPr>
            <c:extLst>
              <c:ext xmlns:c16="http://schemas.microsoft.com/office/drawing/2014/chart" uri="{C3380CC4-5D6E-409C-BE32-E72D297353CC}">
                <c16:uniqueId val="{00000006-ECDD-4CF2-BCEF-760BA0CD4B88}"/>
              </c:ext>
            </c:extLst>
          </c:dPt>
          <c:dPt>
            <c:idx val="3"/>
            <c:invertIfNegative val="0"/>
            <c:bubble3D val="0"/>
            <c:spPr>
              <a:solidFill>
                <a:schemeClr val="bg2">
                  <a:lumMod val="20000"/>
                  <a:lumOff val="80000"/>
                </a:schemeClr>
              </a:solidFill>
              <a:ln>
                <a:noFill/>
              </a:ln>
            </c:spPr>
            <c:extLst>
              <c:ext xmlns:c16="http://schemas.microsoft.com/office/drawing/2014/chart" uri="{C3380CC4-5D6E-409C-BE32-E72D297353CC}">
                <c16:uniqueId val="{00000008-ECDD-4CF2-BCEF-760BA0CD4B88}"/>
              </c:ext>
            </c:extLst>
          </c:dPt>
          <c:dPt>
            <c:idx val="4"/>
            <c:invertIfNegative val="0"/>
            <c:bubble3D val="0"/>
            <c:spPr>
              <a:solidFill>
                <a:schemeClr val="tx1">
                  <a:lumMod val="65000"/>
                  <a:lumOff val="35000"/>
                </a:schemeClr>
              </a:solidFill>
              <a:ln>
                <a:noFill/>
              </a:ln>
            </c:spPr>
            <c:extLst>
              <c:ext xmlns:c16="http://schemas.microsoft.com/office/drawing/2014/chart" uri="{C3380CC4-5D6E-409C-BE32-E72D297353CC}">
                <c16:uniqueId val="{0000000A-ECDD-4CF2-BCEF-760BA0CD4B88}"/>
              </c:ext>
            </c:extLst>
          </c:dPt>
          <c:dPt>
            <c:idx val="5"/>
            <c:invertIfNegative val="0"/>
            <c:bubble3D val="0"/>
            <c:spPr>
              <a:solidFill>
                <a:srgbClr val="012169"/>
              </a:solidFill>
              <a:ln>
                <a:noFill/>
              </a:ln>
            </c:spPr>
            <c:extLst>
              <c:ext xmlns:c16="http://schemas.microsoft.com/office/drawing/2014/chart" uri="{C3380CC4-5D6E-409C-BE32-E72D297353CC}">
                <c16:uniqueId val="{0000000C-ECDD-4CF2-BCEF-760BA0CD4B88}"/>
              </c:ext>
            </c:extLst>
          </c:dPt>
          <c:dPt>
            <c:idx val="6"/>
            <c:invertIfNegative val="0"/>
            <c:bubble3D val="0"/>
            <c:spPr>
              <a:solidFill>
                <a:schemeClr val="bg1">
                  <a:lumMod val="65000"/>
                </a:schemeClr>
              </a:solidFill>
              <a:ln>
                <a:noFill/>
              </a:ln>
            </c:spPr>
            <c:extLst>
              <c:ext xmlns:c16="http://schemas.microsoft.com/office/drawing/2014/chart" uri="{C3380CC4-5D6E-409C-BE32-E72D297353CC}">
                <c16:uniqueId val="{0000000E-ECDD-4CF2-BCEF-760BA0CD4B88}"/>
              </c:ext>
            </c:extLst>
          </c:dPt>
          <c:dPt>
            <c:idx val="7"/>
            <c:invertIfNegative val="0"/>
            <c:bubble3D val="0"/>
            <c:spPr>
              <a:solidFill>
                <a:srgbClr val="00A3E0"/>
              </a:solidFill>
              <a:ln>
                <a:noFill/>
              </a:ln>
            </c:spPr>
            <c:extLst>
              <c:ext xmlns:c16="http://schemas.microsoft.com/office/drawing/2014/chart" uri="{C3380CC4-5D6E-409C-BE32-E72D297353CC}">
                <c16:uniqueId val="{00000010-ECDD-4CF2-BCEF-760BA0CD4B88}"/>
              </c:ext>
            </c:extLst>
          </c:dPt>
          <c:dLbls>
            <c:dLbl>
              <c:idx val="1"/>
              <c:layout>
                <c:manualLayout>
                  <c:x val="0"/>
                  <c:y val="-5.3850296176628971E-4"/>
                </c:manualLayout>
              </c:layout>
              <c:numFmt formatCode="#,##0;#,##0" sourceLinked="0"/>
              <c:spPr>
                <a:noFill/>
                <a:ln>
                  <a:noFill/>
                </a:ln>
              </c:spPr>
              <c:txPr>
                <a:bodyPr wrap="none"/>
                <a:lstStyle/>
                <a:p>
                  <a:pPr>
                    <a:defRPr sz="1100">
                      <a:solidFill>
                        <a:schemeClr val="tx1"/>
                      </a:solidFill>
                      <a:latin typeface="Gill Sans MT" panose="020B0502020104020203" pitchFamily="34" charset="0"/>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1-ECDD-4CF2-BCEF-760BA0CD4B88}"/>
                </c:ext>
              </c:extLst>
            </c:dLbl>
            <c:dLbl>
              <c:idx val="2"/>
              <c:layout>
                <c:manualLayout>
                  <c:x val="0"/>
                  <c:y val="0"/>
                </c:manualLayout>
              </c:layout>
              <c:numFmt formatCode="#,##0;#,##0" sourceLinked="0"/>
              <c:spPr>
                <a:noFill/>
                <a:ln>
                  <a:noFill/>
                </a:ln>
              </c:spPr>
              <c:txPr>
                <a:bodyPr wrap="none"/>
                <a:lstStyle/>
                <a:p>
                  <a:pPr>
                    <a:defRPr sz="1100">
                      <a:solidFill>
                        <a:schemeClr val="bg1"/>
                      </a:solidFill>
                      <a:latin typeface="Gill Sans MT" panose="020B0502020104020203" pitchFamily="34" charset="0"/>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ECDD-4CF2-BCEF-760BA0CD4B88}"/>
                </c:ext>
              </c:extLst>
            </c:dLbl>
            <c:dLbl>
              <c:idx val="3"/>
              <c:layout>
                <c:manualLayout>
                  <c:x val="0"/>
                  <c:y val="0"/>
                </c:manualLayout>
              </c:layout>
              <c:numFmt formatCode="#,##0;#,##0" sourceLinked="0"/>
              <c:spPr>
                <a:noFill/>
                <a:ln>
                  <a:noFill/>
                </a:ln>
              </c:spPr>
              <c:txPr>
                <a:bodyPr wrap="none"/>
                <a:lstStyle/>
                <a:p>
                  <a:pPr>
                    <a:defRPr sz="1100">
                      <a:solidFill>
                        <a:schemeClr val="bg1"/>
                      </a:solidFill>
                      <a:latin typeface="Gill Sans MT" panose="020B0502020104020203" pitchFamily="34" charset="0"/>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ECDD-4CF2-BCEF-760BA0CD4B88}"/>
                </c:ext>
              </c:extLst>
            </c:dLbl>
            <c:dLbl>
              <c:idx val="4"/>
              <c:layout>
                <c:manualLayout>
                  <c:x val="0"/>
                  <c:y val="0"/>
                </c:manualLayout>
              </c:layout>
              <c:numFmt formatCode="#,##0;#,##0" sourceLinked="0"/>
              <c:spPr>
                <a:noFill/>
                <a:ln>
                  <a:noFill/>
                </a:ln>
              </c:spPr>
              <c:txPr>
                <a:bodyPr wrap="none"/>
                <a:lstStyle/>
                <a:p>
                  <a:pPr>
                    <a:defRPr sz="1100">
                      <a:solidFill>
                        <a:schemeClr val="bg1"/>
                      </a:solidFill>
                      <a:latin typeface="Gill Sans MT" panose="020B0502020104020203" pitchFamily="34" charset="0"/>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ECDD-4CF2-BCEF-760BA0CD4B88}"/>
                </c:ext>
              </c:extLst>
            </c:dLbl>
            <c:dLbl>
              <c:idx val="5"/>
              <c:layout>
                <c:manualLayout>
                  <c:x val="0"/>
                  <c:y val="0"/>
                </c:manualLayout>
              </c:layout>
              <c:numFmt formatCode="#,##0;#,##0" sourceLinked="0"/>
              <c:spPr>
                <a:noFill/>
                <a:ln>
                  <a:noFill/>
                </a:ln>
              </c:spPr>
              <c:txPr>
                <a:bodyPr wrap="none"/>
                <a:lstStyle/>
                <a:p>
                  <a:pPr>
                    <a:defRPr sz="1100">
                      <a:solidFill>
                        <a:schemeClr val="bg1"/>
                      </a:solidFill>
                      <a:latin typeface="Gill Sans MT" panose="020B0502020104020203" pitchFamily="34" charset="0"/>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ECDD-4CF2-BCEF-760BA0CD4B88}"/>
                </c:ext>
              </c:extLst>
            </c:dLbl>
            <c:dLbl>
              <c:idx val="6"/>
              <c:layout>
                <c:manualLayout>
                  <c:x val="0"/>
                  <c:y val="0"/>
                </c:manualLayout>
              </c:layout>
              <c:numFmt formatCode="#,##0;#,##0" sourceLinked="0"/>
              <c:spPr>
                <a:noFill/>
                <a:ln>
                  <a:noFill/>
                </a:ln>
              </c:spPr>
              <c:txPr>
                <a:bodyPr wrap="none"/>
                <a:lstStyle/>
                <a:p>
                  <a:pPr>
                    <a:defRPr sz="1100">
                      <a:solidFill>
                        <a:schemeClr val="bg1"/>
                      </a:solidFill>
                      <a:latin typeface="Gill Sans MT" panose="020B0502020104020203" pitchFamily="34" charset="0"/>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E-ECDD-4CF2-BCEF-760BA0CD4B88}"/>
                </c:ext>
              </c:extLst>
            </c:dLbl>
            <c:dLbl>
              <c:idx val="7"/>
              <c:layout>
                <c:manualLayout>
                  <c:x val="0"/>
                  <c:y val="0"/>
                </c:manualLayout>
              </c:layout>
              <c:numFmt formatCode="#,##0;#,##0" sourceLinked="0"/>
              <c:spPr>
                <a:noFill/>
                <a:ln>
                  <a:noFill/>
                </a:ln>
              </c:spPr>
              <c:txPr>
                <a:bodyPr wrap="none"/>
                <a:lstStyle/>
                <a:p>
                  <a:pPr>
                    <a:defRPr sz="1100">
                      <a:solidFill>
                        <a:schemeClr val="bg1"/>
                      </a:solidFill>
                      <a:latin typeface="Gill Sans MT" panose="020B0502020104020203" pitchFamily="34" charset="0"/>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0-ECDD-4CF2-BCEF-760BA0CD4B88}"/>
                </c:ext>
              </c:extLst>
            </c:dLbl>
            <c:spPr>
              <a:noFill/>
              <a:ln>
                <a:noFill/>
              </a:ln>
              <a:effectLst/>
            </c:spPr>
            <c:txPr>
              <a:bodyPr wrap="square" lIns="38100" tIns="19050" rIns="38100" bIns="19050" anchor="ctr">
                <a:spAutoFit/>
              </a:bodyPr>
              <a:lstStyle/>
              <a:p>
                <a:pPr>
                  <a:defRPr sz="1100">
                    <a:latin typeface="Gill Sans MT" panose="020B0502020104020203" pitchFamily="34"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Sheet1!$A$2:$I$2</c:f>
              <c:numCache>
                <c:formatCode>#,##0;#,##0</c:formatCode>
                <c:ptCount val="9"/>
                <c:pt idx="1">
                  <c:v>823</c:v>
                </c:pt>
                <c:pt idx="2">
                  <c:v>675</c:v>
                </c:pt>
                <c:pt idx="3">
                  <c:v>510</c:v>
                </c:pt>
                <c:pt idx="4">
                  <c:v>450</c:v>
                </c:pt>
                <c:pt idx="5">
                  <c:v>400</c:v>
                </c:pt>
                <c:pt idx="6">
                  <c:v>400</c:v>
                </c:pt>
                <c:pt idx="7">
                  <c:v>400</c:v>
                </c:pt>
              </c:numCache>
            </c:numRef>
          </c:val>
          <c:extLst>
            <c:ext xmlns:c16="http://schemas.microsoft.com/office/drawing/2014/chart" uri="{C3380CC4-5D6E-409C-BE32-E72D297353CC}">
              <c16:uniqueId val="{00000012-ECDD-4CF2-BCEF-760BA0CD4B88}"/>
            </c:ext>
          </c:extLst>
        </c:ser>
        <c:dLbls>
          <c:showLegendKey val="0"/>
          <c:showVal val="0"/>
          <c:showCatName val="0"/>
          <c:showSerName val="0"/>
          <c:showPercent val="0"/>
          <c:showBubbleSize val="0"/>
        </c:dLbls>
        <c:gapWidth val="80"/>
        <c:overlap val="100"/>
        <c:axId val="1537223999"/>
        <c:axId val="1"/>
      </c:barChart>
      <c:catAx>
        <c:axId val="1537223999"/>
        <c:scaling>
          <c:orientation val="minMax"/>
        </c:scaling>
        <c:delete val="0"/>
        <c:axPos val="b"/>
        <c:majorGridlines>
          <c:spPr>
            <a:ln>
              <a:noFill/>
            </a:ln>
          </c:spPr>
        </c:majorGridlines>
        <c:majorTickMark val="out"/>
        <c:minorTickMark val="none"/>
        <c:tickLblPos val="none"/>
        <c:spPr>
          <a:ln w="9525" algn="ctr">
            <a:solidFill>
              <a:schemeClr val="tx1"/>
            </a:solidFill>
            <a:prstDash val="solid"/>
          </a:ln>
        </c:spPr>
        <c:txPr>
          <a:bodyPr wrap="none"/>
          <a:lstStyle/>
          <a:p>
            <a:pPr>
              <a:defRPr sz="1000">
                <a:latin typeface="+mn-lt"/>
                <a:ea typeface="+mn-ea"/>
                <a:cs typeface="+mn-cs"/>
              </a:defRPr>
            </a:pPr>
            <a:endParaRPr lang="en-US"/>
          </a:p>
        </c:txPr>
        <c:crossAx val="1"/>
        <c:crosses val="min"/>
        <c:auto val="0"/>
        <c:lblAlgn val="ctr"/>
        <c:lblOffset val="100"/>
        <c:noMultiLvlLbl val="0"/>
      </c:catAx>
      <c:valAx>
        <c:axId val="1"/>
        <c:scaling>
          <c:orientation val="minMax"/>
          <c:max val="5058"/>
          <c:min val="0"/>
        </c:scaling>
        <c:delete val="1"/>
        <c:axPos val="l"/>
        <c:numFmt formatCode="#,##0;&quot;-&quot;#,##0" sourceLinked="1"/>
        <c:majorTickMark val="out"/>
        <c:minorTickMark val="none"/>
        <c:tickLblPos val="nextTo"/>
        <c:crossAx val="1537223999"/>
        <c:crosses val="min"/>
        <c:crossBetween val="between"/>
      </c:valAx>
    </c:plotArea>
    <c:plotVisOnly val="0"/>
    <c:dispBlanksAs val="gap"/>
    <c:showDLblsOverMax val="1"/>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t>Sum Assured INR Cr</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46781606371993789"/>
          <c:y val="9.3677065597918621E-2"/>
          <c:w val="0.46909901426966344"/>
          <c:h val="0.84691726608382911"/>
        </c:manualLayout>
      </c:layout>
      <c:barChart>
        <c:barDir val="bar"/>
        <c:grouping val="clustered"/>
        <c:varyColors val="0"/>
        <c:ser>
          <c:idx val="0"/>
          <c:order val="0"/>
          <c:tx>
            <c:strRef>
              <c:f>Sheet2!$H$3</c:f>
              <c:strCache>
                <c:ptCount val="1"/>
                <c:pt idx="0">
                  <c:v>INR Cr</c:v>
                </c:pt>
              </c:strCache>
            </c:strRef>
          </c:tx>
          <c:spPr>
            <a:solidFill>
              <a:schemeClr val="accent1"/>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Gill Sans MT" panose="020B0502020104020203"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Sheet2!$G$4:$G$9</c:f>
              <c:strCache>
                <c:ptCount val="6"/>
                <c:pt idx="0">
                  <c:v>Material Damage (MD</c:v>
                </c:pt>
                <c:pt idx="1">
                  <c:v>Earthquake</c:v>
                </c:pt>
                <c:pt idx="2">
                  <c:v>Machinery Breakdown </c:v>
                </c:pt>
                <c:pt idx="3">
                  <c:v>Business Interruption / Fire Loss of Profit </c:v>
                </c:pt>
                <c:pt idx="4">
                  <c:v>Terrorism Cover </c:v>
                </c:pt>
                <c:pt idx="5">
                  <c:v>Third-Party Liability</c:v>
                </c:pt>
              </c:strCache>
            </c:strRef>
          </c:cat>
          <c:val>
            <c:numRef>
              <c:f>Sheet2!$H$4:$H$9</c:f>
              <c:numCache>
                <c:formatCode>General</c:formatCode>
                <c:ptCount val="6"/>
                <c:pt idx="0">
                  <c:v>13117.25</c:v>
                </c:pt>
                <c:pt idx="1">
                  <c:v>13117.25</c:v>
                </c:pt>
                <c:pt idx="2">
                  <c:v>3420.84</c:v>
                </c:pt>
                <c:pt idx="3">
                  <c:v>3420.84</c:v>
                </c:pt>
                <c:pt idx="4">
                  <c:v>14639.15</c:v>
                </c:pt>
                <c:pt idx="5">
                  <c:v>10</c:v>
                </c:pt>
              </c:numCache>
            </c:numRef>
          </c:val>
          <c:extLst>
            <c:ext xmlns:c16="http://schemas.microsoft.com/office/drawing/2014/chart" uri="{C3380CC4-5D6E-409C-BE32-E72D297353CC}">
              <c16:uniqueId val="{00000000-7EE7-482E-888D-721C3F31710B}"/>
            </c:ext>
          </c:extLst>
        </c:ser>
        <c:dLbls>
          <c:showLegendKey val="0"/>
          <c:showVal val="0"/>
          <c:showCatName val="0"/>
          <c:showSerName val="0"/>
          <c:showPercent val="0"/>
          <c:showBubbleSize val="0"/>
        </c:dLbls>
        <c:gapWidth val="182"/>
        <c:axId val="660633008"/>
        <c:axId val="669916032"/>
      </c:barChart>
      <c:catAx>
        <c:axId val="66063300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Gill Sans MT" panose="020B0502020104020203" pitchFamily="34" charset="0"/>
                <a:ea typeface="+mn-ea"/>
                <a:cs typeface="+mn-cs"/>
              </a:defRPr>
            </a:pPr>
            <a:endParaRPr lang="en-US"/>
          </a:p>
        </c:txPr>
        <c:crossAx val="669916032"/>
        <c:crosses val="autoZero"/>
        <c:auto val="1"/>
        <c:lblAlgn val="ctr"/>
        <c:lblOffset val="100"/>
        <c:noMultiLvlLbl val="0"/>
      </c:catAx>
      <c:valAx>
        <c:axId val="669916032"/>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063300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Gill Sans MT" panose="020B0502020104020203" pitchFamily="34" charset="0"/>
                <a:ea typeface="+mn-ea"/>
                <a:cs typeface="+mn-cs"/>
              </a:defRPr>
            </a:pPr>
            <a:r>
              <a:rPr lang="en-US" b="1" dirty="0">
                <a:latin typeface="Gill Sans MT" panose="020B0502020104020203" pitchFamily="34" charset="0"/>
              </a:rPr>
              <a:t>Sum</a:t>
            </a:r>
            <a:r>
              <a:rPr lang="en-US" b="1" baseline="0" dirty="0">
                <a:latin typeface="Gill Sans MT" panose="020B0502020104020203" pitchFamily="34" charset="0"/>
              </a:rPr>
              <a:t> Insured (INR Cr)</a:t>
            </a:r>
            <a:endParaRPr lang="en-US" b="1" dirty="0">
              <a:latin typeface="Gill Sans MT" panose="020B0502020104020203" pitchFamily="34" charset="0"/>
            </a:endParaRPr>
          </a:p>
        </c:rich>
      </c:tx>
      <c:layout>
        <c:manualLayout>
          <c:xMode val="edge"/>
          <c:yMode val="edge"/>
          <c:x val="0.35189284192234377"/>
          <c:y val="0.15313935681470137"/>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Gill Sans MT" panose="020B0502020104020203" pitchFamily="34" charset="0"/>
              <a:ea typeface="+mn-ea"/>
              <a:cs typeface="+mn-cs"/>
            </a:defRPr>
          </a:pPr>
          <a:endParaRPr lang="en-US"/>
        </a:p>
      </c:txPr>
    </c:title>
    <c:autoTitleDeleted val="0"/>
    <c:plotArea>
      <c:layout>
        <c:manualLayout>
          <c:layoutTarget val="inner"/>
          <c:xMode val="edge"/>
          <c:yMode val="edge"/>
          <c:x val="1.8469754997802307E-2"/>
          <c:y val="0.106905740917148"/>
          <c:w val="0.95097461560339058"/>
          <c:h val="0.60661845389540692"/>
        </c:manualLayout>
      </c:layout>
      <c:barChart>
        <c:barDir val="col"/>
        <c:grouping val="clustered"/>
        <c:varyColors val="0"/>
        <c:ser>
          <c:idx val="0"/>
          <c:order val="0"/>
          <c:tx>
            <c:strRef>
              <c:f>'Table024 (Page 29)'!$B$1</c:f>
              <c:strCache>
                <c:ptCount val="1"/>
                <c:pt idx="0">
                  <c:v>Sainj HEP (2X 50 MW)</c:v>
                </c:pt>
              </c:strCache>
            </c:strRef>
          </c:tx>
          <c:spPr>
            <a:solidFill>
              <a:schemeClr val="accent1"/>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Gill Sans MT" panose="020B0502020104020203"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'Table024 (Page 29)'!$A$2:$A$6</c:f>
              <c:strCache>
                <c:ptCount val="5"/>
                <c:pt idx="0">
                  <c:v>Property Damage</c:v>
                </c:pt>
                <c:pt idx="1">
                  <c:v>Machinery
Breakdown</c:v>
                </c:pt>
                <c:pt idx="2">
                  <c:v>Fire Loss of Profit
(FLOP)</c:v>
                </c:pt>
                <c:pt idx="3">
                  <c:v>Machinery Loss of
Profit (MLOP)</c:v>
                </c:pt>
                <c:pt idx="4">
                  <c:v>Total Sum Insured
(PD+BI)</c:v>
                </c:pt>
              </c:strCache>
            </c:strRef>
          </c:cat>
          <c:val>
            <c:numRef>
              <c:f>'Table024 (Page 29)'!$B$2:$B$6</c:f>
              <c:numCache>
                <c:formatCode>0</c:formatCode>
                <c:ptCount val="5"/>
                <c:pt idx="0">
                  <c:v>1224.7855066</c:v>
                </c:pt>
                <c:pt idx="1">
                  <c:v>350.67506830000002</c:v>
                </c:pt>
                <c:pt idx="2">
                  <c:v>106.7502985</c:v>
                </c:pt>
                <c:pt idx="3">
                  <c:v>106.7502985</c:v>
                </c:pt>
                <c:pt idx="4">
                  <c:v>1331.5358051000001</c:v>
                </c:pt>
              </c:numCache>
            </c:numRef>
          </c:val>
          <c:extLst>
            <c:ext xmlns:c16="http://schemas.microsoft.com/office/drawing/2014/chart" uri="{C3380CC4-5D6E-409C-BE32-E72D297353CC}">
              <c16:uniqueId val="{00000000-32E7-4DB2-A3E6-C7F0C41CE749}"/>
            </c:ext>
          </c:extLst>
        </c:ser>
        <c:ser>
          <c:idx val="1"/>
          <c:order val="1"/>
          <c:tx>
            <c:strRef>
              <c:f>'Table024 (Page 29)'!$C$1</c:f>
              <c:strCache>
                <c:ptCount val="1"/>
                <c:pt idx="0">
                  <c:v>Kashang HEP (3X65 MW)</c:v>
                </c:pt>
              </c:strCache>
            </c:strRef>
          </c:tx>
          <c:spPr>
            <a:solidFill>
              <a:schemeClr val="accent2"/>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Gill Sans MT" panose="020B0502020104020203"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'Table024 (Page 29)'!$A$2:$A$6</c:f>
              <c:strCache>
                <c:ptCount val="5"/>
                <c:pt idx="0">
                  <c:v>Property Damage</c:v>
                </c:pt>
                <c:pt idx="1">
                  <c:v>Machinery
Breakdown</c:v>
                </c:pt>
                <c:pt idx="2">
                  <c:v>Fire Loss of Profit
(FLOP)</c:v>
                </c:pt>
                <c:pt idx="3">
                  <c:v>Machinery Loss of
Profit (MLOP)</c:v>
                </c:pt>
                <c:pt idx="4">
                  <c:v>Total Sum Insured
(PD+BI)</c:v>
                </c:pt>
              </c:strCache>
            </c:strRef>
          </c:cat>
          <c:val>
            <c:numRef>
              <c:f>'Table024 (Page 29)'!$C$2:$C$6</c:f>
              <c:numCache>
                <c:formatCode>0</c:formatCode>
                <c:ptCount val="5"/>
                <c:pt idx="0">
                  <c:v>954.74002159999998</c:v>
                </c:pt>
                <c:pt idx="1">
                  <c:v>316.39963590000002</c:v>
                </c:pt>
                <c:pt idx="2">
                  <c:v>50.584320400000003</c:v>
                </c:pt>
                <c:pt idx="3">
                  <c:v>50.584320400000003</c:v>
                </c:pt>
                <c:pt idx="4">
                  <c:v>1005.324342</c:v>
                </c:pt>
              </c:numCache>
            </c:numRef>
          </c:val>
          <c:extLst>
            <c:ext xmlns:c16="http://schemas.microsoft.com/office/drawing/2014/chart" uri="{C3380CC4-5D6E-409C-BE32-E72D297353CC}">
              <c16:uniqueId val="{00000001-32E7-4DB2-A3E6-C7F0C41CE749}"/>
            </c:ext>
          </c:extLst>
        </c:ser>
        <c:ser>
          <c:idx val="2"/>
          <c:order val="2"/>
          <c:tx>
            <c:strRef>
              <c:f>'Table024 (Page 29)'!$D$1</c:f>
              <c:strCache>
                <c:ptCount val="1"/>
                <c:pt idx="0">
                  <c:v>Swara Kuddu HEP (3X37 MW)</c:v>
                </c:pt>
              </c:strCache>
            </c:strRef>
          </c:tx>
          <c:spPr>
            <a:solidFill>
              <a:schemeClr val="accent3"/>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Gill Sans MT" panose="020B0502020104020203"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'Table024 (Page 29)'!$A$2:$A$6</c:f>
              <c:strCache>
                <c:ptCount val="5"/>
                <c:pt idx="0">
                  <c:v>Property Damage</c:v>
                </c:pt>
                <c:pt idx="1">
                  <c:v>Machinery
Breakdown</c:v>
                </c:pt>
                <c:pt idx="2">
                  <c:v>Fire Loss of Profit
(FLOP)</c:v>
                </c:pt>
                <c:pt idx="3">
                  <c:v>Machinery Loss of
Profit (MLOP)</c:v>
                </c:pt>
                <c:pt idx="4">
                  <c:v>Total Sum Insured
(PD+BI)</c:v>
                </c:pt>
              </c:strCache>
            </c:strRef>
          </c:cat>
          <c:val>
            <c:numRef>
              <c:f>'Table024 (Page 29)'!$D$2:$D$6</c:f>
              <c:numCache>
                <c:formatCode>0</c:formatCode>
                <c:ptCount val="5"/>
                <c:pt idx="0">
                  <c:v>1868.992757</c:v>
                </c:pt>
                <c:pt idx="1">
                  <c:v>509.2354421</c:v>
                </c:pt>
                <c:pt idx="2">
                  <c:v>131.1652</c:v>
                </c:pt>
                <c:pt idx="3">
                  <c:v>131.1652</c:v>
                </c:pt>
                <c:pt idx="4">
                  <c:v>2000.1579569999999</c:v>
                </c:pt>
              </c:numCache>
            </c:numRef>
          </c:val>
          <c:extLst>
            <c:ext xmlns:c16="http://schemas.microsoft.com/office/drawing/2014/chart" uri="{C3380CC4-5D6E-409C-BE32-E72D297353CC}">
              <c16:uniqueId val="{00000002-32E7-4DB2-A3E6-C7F0C41CE749}"/>
            </c:ext>
          </c:extLst>
        </c:ser>
        <c:dLbls>
          <c:dLblPos val="outEnd"/>
          <c:showLegendKey val="0"/>
          <c:showVal val="1"/>
          <c:showCatName val="0"/>
          <c:showSerName val="0"/>
          <c:showPercent val="0"/>
          <c:showBubbleSize val="0"/>
        </c:dLbls>
        <c:gapWidth val="219"/>
        <c:overlap val="-27"/>
        <c:axId val="1623544480"/>
        <c:axId val="1620715088"/>
      </c:barChart>
      <c:catAx>
        <c:axId val="16235444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Gill Sans MT" panose="020B0502020104020203" pitchFamily="34" charset="0"/>
                <a:ea typeface="+mn-ea"/>
                <a:cs typeface="+mn-cs"/>
              </a:defRPr>
            </a:pPr>
            <a:endParaRPr lang="en-US"/>
          </a:p>
        </c:txPr>
        <c:crossAx val="1620715088"/>
        <c:crosses val="autoZero"/>
        <c:auto val="1"/>
        <c:lblAlgn val="ctr"/>
        <c:lblOffset val="100"/>
        <c:noMultiLvlLbl val="0"/>
      </c:catAx>
      <c:valAx>
        <c:axId val="1620715088"/>
        <c:scaling>
          <c:orientation val="minMax"/>
        </c:scaling>
        <c:delete val="1"/>
        <c:axPos val="l"/>
        <c:numFmt formatCode="0" sourceLinked="1"/>
        <c:majorTickMark val="none"/>
        <c:minorTickMark val="none"/>
        <c:tickLblPos val="nextTo"/>
        <c:crossAx val="162354448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Gill Sans MT" panose="020B0502020104020203" pitchFamily="34" charset="0"/>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3/12/2024</a:t>
            </a:fld>
            <a:endParaRPr lang="en-US">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3/12/2024</a:t>
            </a:fld>
            <a:endParaRPr lang="en-US"/>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914342" rtl="0" eaLnBrk="1" latinLnBrk="0" hangingPunct="1">
      <a:defRPr sz="1200" kern="1200">
        <a:solidFill>
          <a:schemeClr val="tx1"/>
        </a:solidFill>
        <a:latin typeface="Arial" panose="020B0604020202020204" pitchFamily="34" charset="0"/>
        <a:ea typeface="+mn-ea"/>
        <a:cs typeface="+mn-cs"/>
      </a:defRPr>
    </a:lvl1pPr>
    <a:lvl2pPr marL="457171" algn="l" defTabSz="914342" rtl="0" eaLnBrk="1" latinLnBrk="0" hangingPunct="1">
      <a:defRPr sz="1200" kern="1200">
        <a:solidFill>
          <a:schemeClr val="tx1"/>
        </a:solidFill>
        <a:latin typeface="Arial" panose="020B0604020202020204" pitchFamily="34" charset="0"/>
        <a:ea typeface="+mn-ea"/>
        <a:cs typeface="+mn-cs"/>
      </a:defRPr>
    </a:lvl2pPr>
    <a:lvl3pPr marL="914342" algn="l" defTabSz="914342" rtl="0" eaLnBrk="1" latinLnBrk="0" hangingPunct="1">
      <a:defRPr sz="1200" kern="1200">
        <a:solidFill>
          <a:schemeClr val="tx1"/>
        </a:solidFill>
        <a:latin typeface="Arial" panose="020B0604020202020204" pitchFamily="34" charset="0"/>
        <a:ea typeface="+mn-ea"/>
        <a:cs typeface="+mn-cs"/>
      </a:defRPr>
    </a:lvl3pPr>
    <a:lvl4pPr marL="1371512" algn="l" defTabSz="914342" rtl="0" eaLnBrk="1" latinLnBrk="0" hangingPunct="1">
      <a:defRPr sz="1200" kern="1200">
        <a:solidFill>
          <a:schemeClr val="tx1"/>
        </a:solidFill>
        <a:latin typeface="Arial" panose="020B0604020202020204" pitchFamily="34" charset="0"/>
        <a:ea typeface="+mn-ea"/>
        <a:cs typeface="+mn-cs"/>
      </a:defRPr>
    </a:lvl4pPr>
    <a:lvl5pPr marL="1828683" algn="l" defTabSz="914342" rtl="0" eaLnBrk="1" latinLnBrk="0" hangingPunct="1">
      <a:defRPr sz="1200" kern="1200">
        <a:solidFill>
          <a:schemeClr val="tx1"/>
        </a:solidFill>
        <a:latin typeface="Arial" panose="020B0604020202020204" pitchFamily="34" charset="0"/>
        <a:ea typeface="+mn-ea"/>
        <a:cs typeface="+mn-cs"/>
      </a:defRPr>
    </a:lvl5pPr>
    <a:lvl6pPr marL="2285854" algn="l" defTabSz="914342" rtl="0" eaLnBrk="1" latinLnBrk="0" hangingPunct="1">
      <a:defRPr sz="1200" kern="1200">
        <a:solidFill>
          <a:schemeClr val="tx1"/>
        </a:solidFill>
        <a:latin typeface="+mn-lt"/>
        <a:ea typeface="+mn-ea"/>
        <a:cs typeface="+mn-cs"/>
      </a:defRPr>
    </a:lvl6pPr>
    <a:lvl7pPr marL="2743025" algn="l" defTabSz="914342" rtl="0" eaLnBrk="1" latinLnBrk="0" hangingPunct="1">
      <a:defRPr sz="1200" kern="1200">
        <a:solidFill>
          <a:schemeClr val="tx1"/>
        </a:solidFill>
        <a:latin typeface="+mn-lt"/>
        <a:ea typeface="+mn-ea"/>
        <a:cs typeface="+mn-cs"/>
      </a:defRPr>
    </a:lvl7pPr>
    <a:lvl8pPr marL="3200195" algn="l" defTabSz="914342" rtl="0" eaLnBrk="1" latinLnBrk="0" hangingPunct="1">
      <a:defRPr sz="1200" kern="1200">
        <a:solidFill>
          <a:schemeClr val="tx1"/>
        </a:solidFill>
        <a:latin typeface="+mn-lt"/>
        <a:ea typeface="+mn-ea"/>
        <a:cs typeface="+mn-cs"/>
      </a:defRPr>
    </a:lvl8pPr>
    <a:lvl9pPr marL="3657366" algn="l" defTabSz="9143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A7859-F5B3-47D7-8F59-C5BB1449F1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2AA666-623F-758C-01FD-D4C825EDB6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216ED5-2247-7B26-A388-863FD37374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44A2FC-1FA3-3C2C-434A-A7DA3C7617FA}"/>
              </a:ext>
            </a:extLst>
          </p:cNvPr>
          <p:cNvSpPr>
            <a:spLocks noGrp="1"/>
          </p:cNvSpPr>
          <p:nvPr>
            <p:ph type="sldNum" sz="quarter" idx="5"/>
          </p:nvPr>
        </p:nvSpPr>
        <p:spPr/>
        <p:txBody>
          <a:bodyPr/>
          <a:lstStyle/>
          <a:p>
            <a:fld id="{C0F4A2C8-6C88-4E71-83EE-698B9D4FE22F}" type="slidenum">
              <a:rPr lang="en-US" smtClean="0"/>
              <a:pPr/>
              <a:t>7</a:t>
            </a:fld>
            <a:endParaRPr lang="en-US"/>
          </a:p>
        </p:txBody>
      </p:sp>
    </p:spTree>
    <p:extLst>
      <p:ext uri="{BB962C8B-B14F-4D97-AF65-F5344CB8AC3E}">
        <p14:creationId xmlns:p14="http://schemas.microsoft.com/office/powerpoint/2010/main" val="18083144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EE89B-99AB-CC10-4BE1-8F67BC9FA6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1AAEE5-F775-39A5-090B-1CA61C67AD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CE5DBC-47B7-D8BF-1AA9-D2B31D37FF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6D99D7-C221-45D0-CAB3-6B81B2EE1AD4}"/>
              </a:ext>
            </a:extLst>
          </p:cNvPr>
          <p:cNvSpPr>
            <a:spLocks noGrp="1"/>
          </p:cNvSpPr>
          <p:nvPr>
            <p:ph type="sldNum" sz="quarter" idx="5"/>
          </p:nvPr>
        </p:nvSpPr>
        <p:spPr/>
        <p:txBody>
          <a:bodyPr/>
          <a:lstStyle/>
          <a:p>
            <a:fld id="{C0F4A2C8-6C88-4E71-83EE-698B9D4FE22F}" type="slidenum">
              <a:rPr lang="en-US" smtClean="0"/>
              <a:pPr/>
              <a:t>10</a:t>
            </a:fld>
            <a:endParaRPr lang="en-US"/>
          </a:p>
        </p:txBody>
      </p:sp>
    </p:spTree>
    <p:extLst>
      <p:ext uri="{BB962C8B-B14F-4D97-AF65-F5344CB8AC3E}">
        <p14:creationId xmlns:p14="http://schemas.microsoft.com/office/powerpoint/2010/main" val="40780219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EED9F-FCC8-97C9-BCDE-218CA38023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59ACC-540F-993E-1000-896C1BF513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84AF85-A660-8B98-3C18-4C5E674469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296C1A-EBD6-7435-CA8C-3242D5C9B127}"/>
              </a:ext>
            </a:extLst>
          </p:cNvPr>
          <p:cNvSpPr>
            <a:spLocks noGrp="1"/>
          </p:cNvSpPr>
          <p:nvPr>
            <p:ph type="sldNum" sz="quarter" idx="5"/>
          </p:nvPr>
        </p:nvSpPr>
        <p:spPr/>
        <p:txBody>
          <a:bodyPr/>
          <a:lstStyle/>
          <a:p>
            <a:fld id="{C0F4A2C8-6C88-4E71-83EE-698B9D4FE22F}" type="slidenum">
              <a:rPr lang="en-US" smtClean="0"/>
              <a:pPr/>
              <a:t>11</a:t>
            </a:fld>
            <a:endParaRPr lang="en-US"/>
          </a:p>
        </p:txBody>
      </p:sp>
    </p:spTree>
    <p:extLst>
      <p:ext uri="{BB962C8B-B14F-4D97-AF65-F5344CB8AC3E}">
        <p14:creationId xmlns:p14="http://schemas.microsoft.com/office/powerpoint/2010/main" val="13381671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12</a:t>
            </a:fld>
            <a:endParaRPr lang="en-US"/>
          </a:p>
        </p:txBody>
      </p:sp>
    </p:spTree>
    <p:extLst>
      <p:ext uri="{BB962C8B-B14F-4D97-AF65-F5344CB8AC3E}">
        <p14:creationId xmlns:p14="http://schemas.microsoft.com/office/powerpoint/2010/main" val="24367127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F4A2C8-6C88-4E71-83EE-698B9D4FE22F}" type="slidenum">
              <a:rPr lang="en-US" smtClean="0"/>
              <a:pPr/>
              <a:t>13</a:t>
            </a:fld>
            <a:endParaRPr lang="en-US"/>
          </a:p>
        </p:txBody>
      </p:sp>
    </p:spTree>
    <p:extLst>
      <p:ext uri="{BB962C8B-B14F-4D97-AF65-F5344CB8AC3E}">
        <p14:creationId xmlns:p14="http://schemas.microsoft.com/office/powerpoint/2010/main" val="22993566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78891-05BF-0380-FC9F-5B531B3D5E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4AE854-04E2-399B-7A8C-B24815F7BB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19EE68-9461-D4E1-FC90-62AA03903B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259603-B953-05ED-056E-A53696E311EE}"/>
              </a:ext>
            </a:extLst>
          </p:cNvPr>
          <p:cNvSpPr>
            <a:spLocks noGrp="1"/>
          </p:cNvSpPr>
          <p:nvPr>
            <p:ph type="sldNum" sz="quarter" idx="5"/>
          </p:nvPr>
        </p:nvSpPr>
        <p:spPr/>
        <p:txBody>
          <a:bodyPr/>
          <a:lstStyle/>
          <a:p>
            <a:fld id="{C0F4A2C8-6C88-4E71-83EE-698B9D4FE22F}" type="slidenum">
              <a:rPr lang="en-US" smtClean="0"/>
              <a:pPr/>
              <a:t>20</a:t>
            </a:fld>
            <a:endParaRPr lang="en-US"/>
          </a:p>
        </p:txBody>
      </p:sp>
    </p:spTree>
    <p:extLst>
      <p:ext uri="{BB962C8B-B14F-4D97-AF65-F5344CB8AC3E}">
        <p14:creationId xmlns:p14="http://schemas.microsoft.com/office/powerpoint/2010/main" val="30392960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3B465-DDDE-DB79-0941-5F9D19C659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367D16-E745-E1BC-0FDB-BE8B4537BE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8CE976-272B-44BA-DA64-E243EDDAFB8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5E387C1-9F65-1109-FD18-131B53CC503E}"/>
              </a:ext>
            </a:extLst>
          </p:cNvPr>
          <p:cNvSpPr>
            <a:spLocks noGrp="1"/>
          </p:cNvSpPr>
          <p:nvPr>
            <p:ph type="sldNum" sz="quarter" idx="5"/>
          </p:nvPr>
        </p:nvSpPr>
        <p:spPr/>
        <p:txBody>
          <a:bodyPr/>
          <a:lstStyle/>
          <a:p>
            <a:fld id="{C0F4A2C8-6C88-4E71-83EE-698B9D4FE22F}" type="slidenum">
              <a:rPr lang="en-US" smtClean="0"/>
              <a:pPr/>
              <a:t>21</a:t>
            </a:fld>
            <a:endParaRPr lang="en-US"/>
          </a:p>
        </p:txBody>
      </p:sp>
    </p:spTree>
    <p:extLst>
      <p:ext uri="{BB962C8B-B14F-4D97-AF65-F5344CB8AC3E}">
        <p14:creationId xmlns:p14="http://schemas.microsoft.com/office/powerpoint/2010/main" val="14182517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43A18-7300-A46B-3526-F9D7F5C411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7DC02E-DEF0-CCC7-63EB-5F6E3F65DC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13C14F-BFA1-DD46-FE26-F0E48BCFB6C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CC0B406-FB81-F1A0-771F-7CBE63BAC13A}"/>
              </a:ext>
            </a:extLst>
          </p:cNvPr>
          <p:cNvSpPr>
            <a:spLocks noGrp="1"/>
          </p:cNvSpPr>
          <p:nvPr>
            <p:ph type="sldNum" sz="quarter" idx="5"/>
          </p:nvPr>
        </p:nvSpPr>
        <p:spPr/>
        <p:txBody>
          <a:bodyPr/>
          <a:lstStyle/>
          <a:p>
            <a:fld id="{C0F4A2C8-6C88-4E71-83EE-698B9D4FE22F}" type="slidenum">
              <a:rPr lang="en-US" smtClean="0"/>
              <a:pPr/>
              <a:t>22</a:t>
            </a:fld>
            <a:endParaRPr lang="en-US"/>
          </a:p>
        </p:txBody>
      </p:sp>
    </p:spTree>
    <p:extLst>
      <p:ext uri="{BB962C8B-B14F-4D97-AF65-F5344CB8AC3E}">
        <p14:creationId xmlns:p14="http://schemas.microsoft.com/office/powerpoint/2010/main" val="22385181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754FA-824E-F79C-E403-F12E7D279B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D677D0-B566-DE2C-86F7-49FB274D05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6CD7F4-2162-084E-4658-878BD37D541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8C1A932-CEAB-C609-CEA5-77C355A856D7}"/>
              </a:ext>
            </a:extLst>
          </p:cNvPr>
          <p:cNvSpPr>
            <a:spLocks noGrp="1"/>
          </p:cNvSpPr>
          <p:nvPr>
            <p:ph type="sldNum" sz="quarter" idx="5"/>
          </p:nvPr>
        </p:nvSpPr>
        <p:spPr/>
        <p:txBody>
          <a:bodyPr/>
          <a:lstStyle/>
          <a:p>
            <a:fld id="{C0F4A2C8-6C88-4E71-83EE-698B9D4FE22F}" type="slidenum">
              <a:rPr lang="en-US" smtClean="0"/>
              <a:pPr/>
              <a:t>29</a:t>
            </a:fld>
            <a:endParaRPr lang="en-US"/>
          </a:p>
        </p:txBody>
      </p:sp>
    </p:spTree>
    <p:extLst>
      <p:ext uri="{BB962C8B-B14F-4D97-AF65-F5344CB8AC3E}">
        <p14:creationId xmlns:p14="http://schemas.microsoft.com/office/powerpoint/2010/main" val="12261935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CF34D-405D-67A0-97A2-C45858A4E1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4F6ED3-3E76-837B-5719-737F247208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C87283-60A0-EBF8-FF58-D455179E590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2FACDA0-036F-6C9B-6F5C-AA38519BF63A}"/>
              </a:ext>
            </a:extLst>
          </p:cNvPr>
          <p:cNvSpPr>
            <a:spLocks noGrp="1"/>
          </p:cNvSpPr>
          <p:nvPr>
            <p:ph type="sldNum" sz="quarter" idx="5"/>
          </p:nvPr>
        </p:nvSpPr>
        <p:spPr/>
        <p:txBody>
          <a:bodyPr/>
          <a:lstStyle/>
          <a:p>
            <a:fld id="{C0F4A2C8-6C88-4E71-83EE-698B9D4FE22F}" type="slidenum">
              <a:rPr lang="en-US" smtClean="0"/>
              <a:pPr/>
              <a:t>30</a:t>
            </a:fld>
            <a:endParaRPr lang="en-US"/>
          </a:p>
        </p:txBody>
      </p:sp>
    </p:spTree>
    <p:extLst>
      <p:ext uri="{BB962C8B-B14F-4D97-AF65-F5344CB8AC3E}">
        <p14:creationId xmlns:p14="http://schemas.microsoft.com/office/powerpoint/2010/main" val="17334008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8B869-F8A2-D8DE-B9C1-076A9B804C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BC069B-CD96-BB4F-9601-C96B864A60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2EE98C-5D1E-5C86-8253-966D039C6D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F825AF-6672-DA36-F083-06FDB87C372A}"/>
              </a:ext>
            </a:extLst>
          </p:cNvPr>
          <p:cNvSpPr>
            <a:spLocks noGrp="1"/>
          </p:cNvSpPr>
          <p:nvPr>
            <p:ph type="sldNum" sz="quarter" idx="5"/>
          </p:nvPr>
        </p:nvSpPr>
        <p:spPr/>
        <p:txBody>
          <a:bodyPr/>
          <a:lstStyle/>
          <a:p>
            <a:fld id="{C0F4A2C8-6C88-4E71-83EE-698B9D4FE22F}" type="slidenum">
              <a:rPr lang="en-US" smtClean="0"/>
              <a:pPr/>
              <a:t>32</a:t>
            </a:fld>
            <a:endParaRPr lang="en-US"/>
          </a:p>
        </p:txBody>
      </p:sp>
    </p:spTree>
    <p:extLst>
      <p:ext uri="{BB962C8B-B14F-4D97-AF65-F5344CB8AC3E}">
        <p14:creationId xmlns:p14="http://schemas.microsoft.com/office/powerpoint/2010/main" val="4427922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82C5B-1723-CBF5-DDCD-282D884FB8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7416EA-9A29-04CE-2872-AFEBFD4F91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4EE643-807B-F709-078E-777513A5CF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0621C3-8697-C261-33EE-9960A3ABBA4E}"/>
              </a:ext>
            </a:extLst>
          </p:cNvPr>
          <p:cNvSpPr>
            <a:spLocks noGrp="1"/>
          </p:cNvSpPr>
          <p:nvPr>
            <p:ph type="sldNum" sz="quarter" idx="5"/>
          </p:nvPr>
        </p:nvSpPr>
        <p:spPr/>
        <p:txBody>
          <a:bodyPr/>
          <a:lstStyle/>
          <a:p>
            <a:fld id="{C0F4A2C8-6C88-4E71-83EE-698B9D4FE22F}" type="slidenum">
              <a:rPr lang="en-US" smtClean="0"/>
              <a:pPr/>
              <a:t>34</a:t>
            </a:fld>
            <a:endParaRPr lang="en-US"/>
          </a:p>
        </p:txBody>
      </p:sp>
    </p:spTree>
    <p:extLst>
      <p:ext uri="{BB962C8B-B14F-4D97-AF65-F5344CB8AC3E}">
        <p14:creationId xmlns:p14="http://schemas.microsoft.com/office/powerpoint/2010/main" val="15287880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12.xml"/><Relationship Id="rId3" Type="http://schemas.openxmlformats.org/officeDocument/2006/relationships/tags" Target="../tags/tag7.xml"/><Relationship Id="rId7" Type="http://schemas.openxmlformats.org/officeDocument/2006/relationships/tags" Target="../tags/tag11.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tags" Target="../tags/tag10.xml"/><Relationship Id="rId5" Type="http://schemas.openxmlformats.org/officeDocument/2006/relationships/tags" Target="../tags/tag9.xml"/><Relationship Id="rId10" Type="http://schemas.openxmlformats.org/officeDocument/2006/relationships/slideMaster" Target="../slideMasters/slideMaster1.xml"/><Relationship Id="rId4" Type="http://schemas.openxmlformats.org/officeDocument/2006/relationships/tags" Target="../tags/tag8.xml"/><Relationship Id="rId9"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16.xml"/><Relationship Id="rId4" Type="http://schemas.openxmlformats.org/officeDocument/2006/relationships/image" Target="../media/image2.emf"/></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223735" y="266401"/>
            <a:ext cx="11575915" cy="392860"/>
          </a:xfrm>
          <a:prstGeom prst="rect">
            <a:avLst/>
          </a:prstGeom>
        </p:spPr>
        <p:txBody>
          <a:bodyPr vert="horz" lIns="0" tIns="0" rIns="0" bIns="0" rtlCol="0" anchor="t" anchorCtr="0">
            <a:noAutofit/>
          </a:bodyPr>
          <a:lstStyle>
            <a:lvl1pPr>
              <a:defRPr sz="1800"/>
            </a:lvl1pPr>
          </a:lstStyle>
          <a:p>
            <a:r>
              <a:rPr lang="en-GB" noProof="0"/>
              <a:t>Click to edit Master title style</a:t>
            </a:r>
          </a:p>
        </p:txBody>
      </p:sp>
      <p:sp>
        <p:nvSpPr>
          <p:cNvPr id="4" name="Text Placeholder 8"/>
          <p:cNvSpPr>
            <a:spLocks noGrp="1"/>
          </p:cNvSpPr>
          <p:nvPr>
            <p:ph type="body" sz="quarter" idx="13" hasCustomPrompt="1"/>
          </p:nvPr>
        </p:nvSpPr>
        <p:spPr>
          <a:xfrm>
            <a:off x="223735" y="746809"/>
            <a:ext cx="11575915" cy="392861"/>
          </a:xfrm>
          <a:prstGeom prst="rect">
            <a:avLst/>
          </a:prstGeom>
        </p:spPr>
        <p:txBody>
          <a:bodyPr lIns="0" tIns="0" rIns="0" bIns="0">
            <a:noAutofit/>
          </a:bodyPr>
          <a:lstStyle>
            <a:lvl1pPr marL="0" indent="0">
              <a:buNone/>
              <a:defRPr sz="1600" b="0">
                <a:solidFill>
                  <a:schemeClr val="bg2">
                    <a:lumMod val="50000"/>
                  </a:schemeClr>
                </a:solidFill>
              </a:defRPr>
            </a:lvl1pPr>
          </a:lstStyle>
          <a:p>
            <a:pPr lvl="0"/>
            <a:r>
              <a:rPr lang="en-GB" noProof="0"/>
              <a:t>Click to add subtitle</a:t>
            </a:r>
            <a:endParaRPr lang="en-GB"/>
          </a:p>
        </p:txBody>
      </p:sp>
    </p:spTree>
    <p:extLst>
      <p:ext uri="{BB962C8B-B14F-4D97-AF65-F5344CB8AC3E}">
        <p14:creationId xmlns:p14="http://schemas.microsoft.com/office/powerpoint/2010/main" val="1369830894"/>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330740" y="344225"/>
            <a:ext cx="11546732" cy="392860"/>
          </a:xfrm>
          <a:prstGeom prst="rect">
            <a:avLst/>
          </a:prstGeom>
        </p:spPr>
        <p:txBody>
          <a:bodyPr vert="horz" lIns="0" tIns="0" rIns="0" bIns="0" rtlCol="0" anchor="ctr" anchorCtr="0">
            <a:noAutofit/>
          </a:bodyPr>
          <a:lstStyle>
            <a:lvl1pPr>
              <a:defRPr sz="1800"/>
            </a:lvl1pPr>
          </a:lstStyle>
          <a:p>
            <a:r>
              <a:rPr lang="en-GB" noProof="0"/>
              <a:t>Click to edit Master title style</a:t>
            </a:r>
          </a:p>
        </p:txBody>
      </p:sp>
    </p:spTree>
    <p:extLst>
      <p:ext uri="{BB962C8B-B14F-4D97-AF65-F5344CB8AC3E}">
        <p14:creationId xmlns:p14="http://schemas.microsoft.com/office/powerpoint/2010/main" val="3179902242"/>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8" y="1594"/>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958" y="1594"/>
                        <a:ext cx="1953" cy="1587"/>
                      </a:xfrm>
                      <a:prstGeom prst="rect">
                        <a:avLst/>
                      </a:prstGeom>
                    </p:spPr>
                  </p:pic>
                </p:oleObj>
              </mc:Fallback>
            </mc:AlternateContent>
          </a:graphicData>
        </a:graphic>
      </p:graphicFrame>
    </p:spTree>
    <p:extLst>
      <p:ext uri="{BB962C8B-B14F-4D97-AF65-F5344CB8AC3E}">
        <p14:creationId xmlns:p14="http://schemas.microsoft.com/office/powerpoint/2010/main" val="147648105"/>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0214"/>
            <a:ext cx="10418233" cy="1592403"/>
          </a:xfrm>
        </p:spPr>
        <p:txBody>
          <a:bodyPr anchor="b"/>
          <a:lstStyle>
            <a:lvl1pPr>
              <a:lnSpc>
                <a:spcPct val="95000"/>
              </a:lnSpc>
              <a:defRPr sz="28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1" y="3423546"/>
            <a:ext cx="10418235" cy="1566532"/>
          </a:xfrm>
        </p:spPr>
        <p:txBody>
          <a:bodyPr lIns="0" tIns="0" rIns="0" bIns="0">
            <a:noAutofit/>
          </a:bodyPr>
          <a:lstStyle>
            <a:lvl1pPr marL="0" indent="0">
              <a:lnSpc>
                <a:spcPct val="95000"/>
              </a:lnSpc>
              <a:spcAft>
                <a:spcPts val="0"/>
              </a:spcAft>
              <a:buNone/>
              <a:defRPr sz="240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3495909434"/>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3" y="1705670"/>
            <a:ext cx="10418233" cy="1592403"/>
          </a:xfrm>
        </p:spPr>
        <p:txBody>
          <a:bodyPr anchor="ctr"/>
          <a:lstStyle>
            <a:lvl1pPr>
              <a:lnSpc>
                <a:spcPct val="95000"/>
              </a:lnSpc>
              <a:defRPr sz="240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1" y="3429000"/>
            <a:ext cx="10541000" cy="1566532"/>
          </a:xfrm>
        </p:spPr>
        <p:txBody>
          <a:bodyPr lIns="0" tIns="0" rIns="0" bIns="0">
            <a:noAutofit/>
          </a:bodyPr>
          <a:lstStyle>
            <a:lvl1pPr marL="0" indent="0">
              <a:lnSpc>
                <a:spcPct val="95000"/>
              </a:lnSpc>
              <a:spcAft>
                <a:spcPts val="0"/>
              </a:spcAft>
              <a:buNone/>
              <a:defRPr sz="1800">
                <a:solidFill>
                  <a:schemeClr val="tx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97647450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chemeClr val="tx1"/>
                </a:solidFill>
                <a:latin typeface="Verdana"/>
                <a:cs typeface="Verdana"/>
              </a:defRPr>
            </a:lvl1pPr>
          </a:lstStyle>
          <a:p>
            <a:endParaRPr lang="en-GB"/>
          </a:p>
        </p:txBody>
      </p:sp>
      <p:sp>
        <p:nvSpPr>
          <p:cNvPr id="3" name="Holder 3"/>
          <p:cNvSpPr>
            <a:spLocks noGrp="1"/>
          </p:cNvSpPr>
          <p:nvPr>
            <p:ph type="body" idx="1"/>
          </p:nvPr>
        </p:nvSpPr>
        <p:spPr/>
        <p:txBody>
          <a:bodyPr lIns="0" tIns="0" rIns="0" bIns="0"/>
          <a:lstStyle>
            <a:lvl1pPr>
              <a:defRPr sz="1400" b="0" i="0">
                <a:solidFill>
                  <a:srgbClr val="2C5234"/>
                </a:solidFill>
                <a:latin typeface="Verdana"/>
                <a:cs typeface="Verdana"/>
              </a:defRPr>
            </a:lvl1pPr>
          </a:lstStyle>
          <a:p>
            <a:endParaRPr lang="en-GB"/>
          </a:p>
        </p:txBody>
      </p:sp>
    </p:spTree>
    <p:extLst>
      <p:ext uri="{BB962C8B-B14F-4D97-AF65-F5344CB8AC3E}">
        <p14:creationId xmlns:p14="http://schemas.microsoft.com/office/powerpoint/2010/main" val="699304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2" y="4406629"/>
            <a:ext cx="11200721" cy="1975121"/>
          </a:xfrm>
        </p:spPr>
        <p:txBody>
          <a:bodyPr anchor="b" anchorCtr="0"/>
          <a:lstStyle>
            <a:lvl1pPr>
              <a:lnSpc>
                <a:spcPct val="100000"/>
              </a:lnSpc>
              <a:spcAft>
                <a:spcPts val="600"/>
              </a:spcAft>
              <a:defRPr sz="907"/>
            </a:lvl1pPr>
          </a:lstStyle>
          <a:p>
            <a:pPr lvl="0"/>
            <a:r>
              <a:rPr lang="en-US" noProof="0"/>
              <a:t>Deloitte refers to one or more of Deloitte </a:t>
            </a:r>
            <a:r>
              <a:rPr lang="en-US" noProof="0" err="1"/>
              <a:t>Touche</a:t>
            </a:r>
            <a:r>
              <a:rPr lang="en-US" noProof="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a:t>This material has been prepared by Deloitte </a:t>
            </a:r>
            <a:r>
              <a:rPr lang="en-US" noProof="0" err="1"/>
              <a:t>Touche</a:t>
            </a:r>
            <a:r>
              <a:rPr lang="en-US" noProof="0"/>
              <a:t> Tohmatsu India LLP (“DTTILLP”), a member of Deloitte </a:t>
            </a:r>
            <a:r>
              <a:rPr lang="en-US" noProof="0" err="1"/>
              <a:t>Touche</a:t>
            </a:r>
            <a:r>
              <a:rPr lang="en-US" noProof="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a:t>©2023 Deloitte Touche Tohmatsu India LLP. Member of Deloitte </a:t>
            </a:r>
            <a:r>
              <a:rPr lang="en-US" noProof="0" err="1"/>
              <a:t>Touche</a:t>
            </a:r>
            <a:r>
              <a:rPr lang="en-US" noProof="0"/>
              <a:t> Tohmatsu Limited</a:t>
            </a:r>
          </a:p>
          <a:p>
            <a:pPr lvl="0"/>
            <a:r>
              <a:rPr lang="en-US" noProof="0"/>
              <a:t>Deloitte </a:t>
            </a:r>
            <a:r>
              <a:rPr lang="en-US" noProof="0" err="1"/>
              <a:t>Touche</a:t>
            </a:r>
            <a:r>
              <a:rPr lang="en-US" noProof="0"/>
              <a:t> Tohmatsu India Private Limited (U74140MH199 5PTC093339), a private company limited by shares, was converted into Deloitte </a:t>
            </a:r>
            <a:r>
              <a:rPr lang="en-US" noProof="0" err="1"/>
              <a:t>Touche</a:t>
            </a:r>
            <a:r>
              <a:rPr lang="en-US" noProof="0"/>
              <a:t> Tohmatsu India LLP, a limited liability partnership (LLP Identification No. AAE-8458),with effect from October 1, 2015.</a:t>
            </a:r>
          </a:p>
        </p:txBody>
      </p:sp>
      <p:grpSp>
        <p:nvGrpSpPr>
          <p:cNvPr id="14" name="Group 13"/>
          <p:cNvGrpSpPr>
            <a:grpSpLocks noChangeAspect="1"/>
          </p:cNvGrpSpPr>
          <p:nvPr userDrawn="1"/>
        </p:nvGrpSpPr>
        <p:grpSpPr>
          <a:xfrm>
            <a:off x="475325" y="457200"/>
            <a:ext cx="1998000" cy="374400"/>
            <a:chOff x="398463" y="404813"/>
            <a:chExt cx="1627187" cy="307976"/>
          </a:xfrm>
          <a:solidFill>
            <a:schemeClr val="tx1"/>
          </a:solidFill>
        </p:grpSpPr>
        <p:sp>
          <p:nvSpPr>
            <p:cNvPr id="15"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6"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7"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24841143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A617071-6782-40A4-8EE9-750D2DFA04DE}" type="datetimeFigureOut">
              <a:rPr lang="en-IN" smtClean="0"/>
              <a:t>12-03-2024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884811-8B0C-4694-81BC-C68F47EE42BA}" type="slidenum">
              <a:rPr lang="en-IN" smtClean="0"/>
              <a:t>‹#›</a:t>
            </a:fld>
            <a:endParaRPr lang="en-IN"/>
          </a:p>
        </p:txBody>
      </p:sp>
    </p:spTree>
    <p:extLst>
      <p:ext uri="{BB962C8B-B14F-4D97-AF65-F5344CB8AC3E}">
        <p14:creationId xmlns:p14="http://schemas.microsoft.com/office/powerpoint/2010/main" val="3275059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4064617386"/>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Full Page">
    <p:spTree>
      <p:nvGrpSpPr>
        <p:cNvPr id="1" name=""/>
        <p:cNvGrpSpPr/>
        <p:nvPr/>
      </p:nvGrpSpPr>
      <p:grpSpPr>
        <a:xfrm>
          <a:off x="0" y="0"/>
          <a:ext cx="0" cy="0"/>
          <a:chOff x="0" y="0"/>
          <a:chExt cx="0" cy="0"/>
        </a:xfrm>
      </p:grpSpPr>
      <p:sp>
        <p:nvSpPr>
          <p:cNvPr id="4" name="Freeform 1682"/>
          <p:cNvSpPr>
            <a:spLocks/>
          </p:cNvSpPr>
          <p:nvPr/>
        </p:nvSpPr>
        <p:spPr bwMode="auto">
          <a:xfrm flipH="1">
            <a:off x="8506884" y="615957"/>
            <a:ext cx="1352549" cy="1895475"/>
          </a:xfrm>
          <a:custGeom>
            <a:avLst/>
            <a:gdLst>
              <a:gd name="T0" fmla="*/ 0 w 638"/>
              <a:gd name="T1" fmla="*/ 0 h 1194"/>
              <a:gd name="T2" fmla="*/ 60420 w 638"/>
              <a:gd name="T3" fmla="*/ 174625 h 1194"/>
              <a:gd name="T4" fmla="*/ 124019 w 638"/>
              <a:gd name="T5" fmla="*/ 342900 h 1194"/>
              <a:gd name="T6" fmla="*/ 168539 w 638"/>
              <a:gd name="T7" fmla="*/ 482600 h 1194"/>
              <a:gd name="T8" fmla="*/ 216238 w 638"/>
              <a:gd name="T9" fmla="*/ 631825 h 1194"/>
              <a:gd name="T10" fmla="*/ 260758 w 638"/>
              <a:gd name="T11" fmla="*/ 803275 h 1194"/>
              <a:gd name="T12" fmla="*/ 327537 w 638"/>
              <a:gd name="T13" fmla="*/ 1066800 h 1194"/>
              <a:gd name="T14" fmla="*/ 375237 w 638"/>
              <a:gd name="T15" fmla="*/ 1250950 h 1194"/>
              <a:gd name="T16" fmla="*/ 432477 w 638"/>
              <a:gd name="T17" fmla="*/ 1571625 h 1194"/>
              <a:gd name="T18" fmla="*/ 454736 w 638"/>
              <a:gd name="T19" fmla="*/ 1724025 h 1194"/>
              <a:gd name="T20" fmla="*/ 480176 w 638"/>
              <a:gd name="T21" fmla="*/ 1895475 h 1194"/>
              <a:gd name="T22" fmla="*/ 1014412 w 638"/>
              <a:gd name="T23" fmla="*/ 1895475 h 1194"/>
              <a:gd name="T24" fmla="*/ 992152 w 638"/>
              <a:gd name="T25" fmla="*/ 1812925 h 1194"/>
              <a:gd name="T26" fmla="*/ 950813 w 638"/>
              <a:gd name="T27" fmla="*/ 1682750 h 1194"/>
              <a:gd name="T28" fmla="*/ 909473 w 638"/>
              <a:gd name="T29" fmla="*/ 1555750 h 1194"/>
              <a:gd name="T30" fmla="*/ 871313 w 638"/>
              <a:gd name="T31" fmla="*/ 1447800 h 1194"/>
              <a:gd name="T32" fmla="*/ 785454 w 638"/>
              <a:gd name="T33" fmla="*/ 1244600 h 1194"/>
              <a:gd name="T34" fmla="*/ 725034 w 638"/>
              <a:gd name="T35" fmla="*/ 1108075 h 1194"/>
              <a:gd name="T36" fmla="*/ 674155 w 638"/>
              <a:gd name="T37" fmla="*/ 993775 h 1194"/>
              <a:gd name="T38" fmla="*/ 601015 w 638"/>
              <a:gd name="T39" fmla="*/ 844550 h 1194"/>
              <a:gd name="T40" fmla="*/ 540596 w 638"/>
              <a:gd name="T41" fmla="*/ 746125 h 1194"/>
              <a:gd name="T42" fmla="*/ 486536 w 638"/>
              <a:gd name="T43" fmla="*/ 657225 h 1194"/>
              <a:gd name="T44" fmla="*/ 426117 w 638"/>
              <a:gd name="T45" fmla="*/ 542925 h 1194"/>
              <a:gd name="T46" fmla="*/ 362517 w 638"/>
              <a:gd name="T47" fmla="*/ 454025 h 1194"/>
              <a:gd name="T48" fmla="*/ 276658 w 638"/>
              <a:gd name="T49" fmla="*/ 333375 h 1194"/>
              <a:gd name="T50" fmla="*/ 193978 w 638"/>
              <a:gd name="T51" fmla="*/ 222250 h 1194"/>
              <a:gd name="T52" fmla="*/ 92219 w 638"/>
              <a:gd name="T53" fmla="*/ 82550 h 1194"/>
              <a:gd name="T54" fmla="*/ 47700 w 638"/>
              <a:gd name="T55" fmla="*/ 31750 h 1194"/>
              <a:gd name="T56" fmla="*/ 0 w 638"/>
              <a:gd name="T57" fmla="*/ 0 h 119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638" h="1194">
                <a:moveTo>
                  <a:pt x="0" y="0"/>
                </a:moveTo>
                <a:lnTo>
                  <a:pt x="38" y="110"/>
                </a:lnTo>
                <a:lnTo>
                  <a:pt x="78" y="216"/>
                </a:lnTo>
                <a:lnTo>
                  <a:pt x="106" y="304"/>
                </a:lnTo>
                <a:lnTo>
                  <a:pt x="136" y="398"/>
                </a:lnTo>
                <a:lnTo>
                  <a:pt x="164" y="506"/>
                </a:lnTo>
                <a:lnTo>
                  <a:pt x="206" y="672"/>
                </a:lnTo>
                <a:lnTo>
                  <a:pt x="236" y="788"/>
                </a:lnTo>
                <a:lnTo>
                  <a:pt x="272" y="990"/>
                </a:lnTo>
                <a:lnTo>
                  <a:pt x="286" y="1086"/>
                </a:lnTo>
                <a:lnTo>
                  <a:pt x="302" y="1194"/>
                </a:lnTo>
                <a:lnTo>
                  <a:pt x="638" y="1194"/>
                </a:lnTo>
                <a:lnTo>
                  <a:pt x="624" y="1142"/>
                </a:lnTo>
                <a:lnTo>
                  <a:pt x="598" y="1060"/>
                </a:lnTo>
                <a:lnTo>
                  <a:pt x="572" y="980"/>
                </a:lnTo>
                <a:lnTo>
                  <a:pt x="548" y="912"/>
                </a:lnTo>
                <a:lnTo>
                  <a:pt x="494" y="784"/>
                </a:lnTo>
                <a:lnTo>
                  <a:pt x="456" y="698"/>
                </a:lnTo>
                <a:lnTo>
                  <a:pt x="424" y="626"/>
                </a:lnTo>
                <a:lnTo>
                  <a:pt x="378" y="532"/>
                </a:lnTo>
                <a:lnTo>
                  <a:pt x="340" y="470"/>
                </a:lnTo>
                <a:lnTo>
                  <a:pt x="306" y="414"/>
                </a:lnTo>
                <a:lnTo>
                  <a:pt x="268" y="342"/>
                </a:lnTo>
                <a:lnTo>
                  <a:pt x="228" y="286"/>
                </a:lnTo>
                <a:lnTo>
                  <a:pt x="174" y="210"/>
                </a:lnTo>
                <a:lnTo>
                  <a:pt x="122" y="140"/>
                </a:lnTo>
                <a:lnTo>
                  <a:pt x="58" y="52"/>
                </a:lnTo>
                <a:lnTo>
                  <a:pt x="30" y="2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sz="1600"/>
          </a:p>
        </p:txBody>
      </p:sp>
      <p:sp>
        <p:nvSpPr>
          <p:cNvPr id="5" name="Freeform 1683"/>
          <p:cNvSpPr>
            <a:spLocks/>
          </p:cNvSpPr>
          <p:nvPr/>
        </p:nvSpPr>
        <p:spPr bwMode="auto">
          <a:xfrm flipH="1">
            <a:off x="9880600" y="3175"/>
            <a:ext cx="950384" cy="584200"/>
          </a:xfrm>
          <a:custGeom>
            <a:avLst/>
            <a:gdLst>
              <a:gd name="T0" fmla="*/ 712788 w 448"/>
              <a:gd name="T1" fmla="*/ 584200 h 372"/>
              <a:gd name="T2" fmla="*/ 617325 w 448"/>
              <a:gd name="T3" fmla="*/ 474270 h 372"/>
              <a:gd name="T4" fmla="*/ 445493 w 448"/>
              <a:gd name="T5" fmla="*/ 326649 h 372"/>
              <a:gd name="T6" fmla="*/ 334119 w 448"/>
              <a:gd name="T7" fmla="*/ 223001 h 372"/>
              <a:gd name="T8" fmla="*/ 222746 w 448"/>
              <a:gd name="T9" fmla="*/ 147620 h 372"/>
              <a:gd name="T10" fmla="*/ 101827 w 448"/>
              <a:gd name="T11" fmla="*/ 69099 h 372"/>
              <a:gd name="T12" fmla="*/ 0 w 448"/>
              <a:gd name="T13" fmla="*/ 0 h 372"/>
              <a:gd name="T14" fmla="*/ 445493 w 448"/>
              <a:gd name="T15" fmla="*/ 0 h 372"/>
              <a:gd name="T16" fmla="*/ 477313 w 448"/>
              <a:gd name="T17" fmla="*/ 56535 h 372"/>
              <a:gd name="T18" fmla="*/ 515498 w 448"/>
              <a:gd name="T19" fmla="*/ 128775 h 372"/>
              <a:gd name="T20" fmla="*/ 550501 w 448"/>
              <a:gd name="T21" fmla="*/ 210438 h 372"/>
              <a:gd name="T22" fmla="*/ 601415 w 448"/>
              <a:gd name="T23" fmla="*/ 323509 h 372"/>
              <a:gd name="T24" fmla="*/ 649146 w 448"/>
              <a:gd name="T25" fmla="*/ 414594 h 372"/>
              <a:gd name="T26" fmla="*/ 690513 w 448"/>
              <a:gd name="T27" fmla="*/ 524524 h 372"/>
              <a:gd name="T28" fmla="*/ 712788 w 448"/>
              <a:gd name="T29" fmla="*/ 584200 h 37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48" h="372">
                <a:moveTo>
                  <a:pt x="448" y="372"/>
                </a:moveTo>
                <a:lnTo>
                  <a:pt x="388" y="302"/>
                </a:lnTo>
                <a:lnTo>
                  <a:pt x="280" y="208"/>
                </a:lnTo>
                <a:lnTo>
                  <a:pt x="210" y="142"/>
                </a:lnTo>
                <a:lnTo>
                  <a:pt x="140" y="94"/>
                </a:lnTo>
                <a:lnTo>
                  <a:pt x="64" y="44"/>
                </a:lnTo>
                <a:lnTo>
                  <a:pt x="0" y="0"/>
                </a:lnTo>
                <a:lnTo>
                  <a:pt x="280" y="0"/>
                </a:lnTo>
                <a:lnTo>
                  <a:pt x="300" y="36"/>
                </a:lnTo>
                <a:lnTo>
                  <a:pt x="324" y="82"/>
                </a:lnTo>
                <a:lnTo>
                  <a:pt x="346" y="134"/>
                </a:lnTo>
                <a:lnTo>
                  <a:pt x="378" y="206"/>
                </a:lnTo>
                <a:lnTo>
                  <a:pt x="408" y="264"/>
                </a:lnTo>
                <a:lnTo>
                  <a:pt x="434" y="334"/>
                </a:lnTo>
                <a:lnTo>
                  <a:pt x="448" y="372"/>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sz="1600"/>
          </a:p>
        </p:txBody>
      </p:sp>
      <p:sp>
        <p:nvSpPr>
          <p:cNvPr id="6" name="Line 1086"/>
          <p:cNvSpPr>
            <a:spLocks noChangeShapeType="1"/>
          </p:cNvSpPr>
          <p:nvPr/>
        </p:nvSpPr>
        <p:spPr bwMode="auto">
          <a:xfrm>
            <a:off x="645587" y="617545"/>
            <a:ext cx="2116"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7" name="Line 1087"/>
          <p:cNvSpPr>
            <a:spLocks noChangeShapeType="1"/>
          </p:cNvSpPr>
          <p:nvPr/>
        </p:nvSpPr>
        <p:spPr bwMode="auto">
          <a:xfrm>
            <a:off x="645587" y="617545"/>
            <a:ext cx="2116"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8" name="Rectangle 1088"/>
          <p:cNvSpPr>
            <a:spLocks noChangeArrowheads="1"/>
          </p:cNvSpPr>
          <p:nvPr/>
        </p:nvSpPr>
        <p:spPr bwMode="auto">
          <a:xfrm>
            <a:off x="645587" y="617545"/>
            <a:ext cx="2116" cy="15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9" name="Rectangle 1089"/>
          <p:cNvSpPr>
            <a:spLocks noChangeArrowheads="1"/>
          </p:cNvSpPr>
          <p:nvPr/>
        </p:nvSpPr>
        <p:spPr bwMode="auto">
          <a:xfrm>
            <a:off x="645587" y="617545"/>
            <a:ext cx="2116"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10" name="Freeform 1098"/>
          <p:cNvSpPr>
            <a:spLocks/>
          </p:cNvSpPr>
          <p:nvPr/>
        </p:nvSpPr>
        <p:spPr bwMode="auto">
          <a:xfrm>
            <a:off x="649822" y="617545"/>
            <a:ext cx="4233" cy="1587"/>
          </a:xfrm>
          <a:custGeom>
            <a:avLst/>
            <a:gdLst>
              <a:gd name="T0" fmla="*/ 0 w 2"/>
              <a:gd name="T1" fmla="*/ 0 h 1587"/>
              <a:gd name="T2" fmla="*/ 3175 w 2"/>
              <a:gd name="T3" fmla="*/ 0 h 1587"/>
              <a:gd name="T4" fmla="*/ 3175 w 2"/>
              <a:gd name="T5" fmla="*/ 0 h 1587"/>
              <a:gd name="T6" fmla="*/ 3175 w 2"/>
              <a:gd name="T7" fmla="*/ 0 h 1587"/>
              <a:gd name="T8" fmla="*/ 0 w 2"/>
              <a:gd name="T9" fmla="*/ 0 h 1587"/>
              <a:gd name="T10" fmla="*/ 0 w 2"/>
              <a:gd name="T11" fmla="*/ 0 h 1587"/>
              <a:gd name="T12" fmla="*/ 0 w 2"/>
              <a:gd name="T13" fmla="*/ 0 h 1587"/>
              <a:gd name="T14" fmla="*/ 0 w 2"/>
              <a:gd name="T15" fmla="*/ 0 h 1587"/>
              <a:gd name="T16" fmla="*/ 0 w 2"/>
              <a:gd name="T17" fmla="*/ 0 h 1587"/>
              <a:gd name="T18" fmla="*/ 0 w 2"/>
              <a:gd name="T19" fmla="*/ 0 h 1587"/>
              <a:gd name="T20" fmla="*/ 0 w 2"/>
              <a:gd name="T21" fmla="*/ 0 h 1587"/>
              <a:gd name="T22" fmla="*/ 0 w 2"/>
              <a:gd name="T23" fmla="*/ 0 h 1587"/>
              <a:gd name="T24" fmla="*/ 0 w 2"/>
              <a:gd name="T25" fmla="*/ 0 h 1587"/>
              <a:gd name="T26" fmla="*/ 0 w 2"/>
              <a:gd name="T27" fmla="*/ 0 h 1587"/>
              <a:gd name="T28" fmla="*/ 0 w 2"/>
              <a:gd name="T29" fmla="*/ 0 h 1587"/>
              <a:gd name="T30" fmla="*/ 0 w 2"/>
              <a:gd name="T31" fmla="*/ 0 h 1587"/>
              <a:gd name="T32" fmla="*/ 0 w 2"/>
              <a:gd name="T33" fmla="*/ 0 h 1587"/>
              <a:gd name="T34" fmla="*/ 3175 w 2"/>
              <a:gd name="T35" fmla="*/ 0 h 1587"/>
              <a:gd name="T36" fmla="*/ 3175 w 2"/>
              <a:gd name="T37" fmla="*/ 0 h 1587"/>
              <a:gd name="T38" fmla="*/ 3175 w 2"/>
              <a:gd name="T39" fmla="*/ 0 h 1587"/>
              <a:gd name="T40" fmla="*/ 0 w 2"/>
              <a:gd name="T41" fmla="*/ 0 h 1587"/>
              <a:gd name="T42" fmla="*/ 0 w 2"/>
              <a:gd name="T43" fmla="*/ 0 h 1587"/>
              <a:gd name="T44" fmla="*/ 0 w 2"/>
              <a:gd name="T45" fmla="*/ 0 h 15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 h="1587">
                <a:moveTo>
                  <a:pt x="0" y="0"/>
                </a:moveTo>
                <a:lnTo>
                  <a:pt x="2" y="0"/>
                </a:lnTo>
                <a:lnTo>
                  <a:pt x="0" y="0"/>
                </a:lnTo>
                <a:lnTo>
                  <a:pt x="2"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1" name="Freeform 1115"/>
          <p:cNvSpPr>
            <a:spLocks/>
          </p:cNvSpPr>
          <p:nvPr/>
        </p:nvSpPr>
        <p:spPr bwMode="auto">
          <a:xfrm>
            <a:off x="611722" y="473075"/>
            <a:ext cx="4233" cy="3175"/>
          </a:xfrm>
          <a:custGeom>
            <a:avLst/>
            <a:gdLst>
              <a:gd name="T0" fmla="*/ 0 w 2"/>
              <a:gd name="T1" fmla="*/ 3175 h 2"/>
              <a:gd name="T2" fmla="*/ 0 w 2"/>
              <a:gd name="T3" fmla="*/ 3175 h 2"/>
              <a:gd name="T4" fmla="*/ 0 w 2"/>
              <a:gd name="T5" fmla="*/ 3175 h 2"/>
              <a:gd name="T6" fmla="*/ 0 w 2"/>
              <a:gd name="T7" fmla="*/ 3175 h 2"/>
              <a:gd name="T8" fmla="*/ 0 w 2"/>
              <a:gd name="T9" fmla="*/ 3175 h 2"/>
              <a:gd name="T10" fmla="*/ 0 w 2"/>
              <a:gd name="T11" fmla="*/ 3175 h 2"/>
              <a:gd name="T12" fmla="*/ 3175 w 2"/>
              <a:gd name="T13" fmla="*/ 3175 h 2"/>
              <a:gd name="T14" fmla="*/ 3175 w 2"/>
              <a:gd name="T15" fmla="*/ 3175 h 2"/>
              <a:gd name="T16" fmla="*/ 3175 w 2"/>
              <a:gd name="T17" fmla="*/ 0 h 2"/>
              <a:gd name="T18" fmla="*/ 0 w 2"/>
              <a:gd name="T19" fmla="*/ 3175 h 2"/>
              <a:gd name="T20" fmla="*/ 0 w 2"/>
              <a:gd name="T21" fmla="*/ 3175 h 2"/>
              <a:gd name="T22" fmla="*/ 0 w 2"/>
              <a:gd name="T23" fmla="*/ 3175 h 2"/>
              <a:gd name="T24" fmla="*/ 0 w 2"/>
              <a:gd name="T25" fmla="*/ 3175 h 2"/>
              <a:gd name="T26" fmla="*/ 0 w 2"/>
              <a:gd name="T27" fmla="*/ 3175 h 2"/>
              <a:gd name="T28" fmla="*/ 3175 w 2"/>
              <a:gd name="T29" fmla="*/ 3175 h 2"/>
              <a:gd name="T30" fmla="*/ 3175 w 2"/>
              <a:gd name="T31" fmla="*/ 3175 h 2"/>
              <a:gd name="T32" fmla="*/ 3175 w 2"/>
              <a:gd name="T33" fmla="*/ 3175 h 2"/>
              <a:gd name="T34" fmla="*/ 3175 w 2"/>
              <a:gd name="T35" fmla="*/ 3175 h 2"/>
              <a:gd name="T36" fmla="*/ 3175 w 2"/>
              <a:gd name="T37" fmla="*/ 3175 h 2"/>
              <a:gd name="T38" fmla="*/ 3175 w 2"/>
              <a:gd name="T39" fmla="*/ 3175 h 2"/>
              <a:gd name="T40" fmla="*/ 0 w 2"/>
              <a:gd name="T41" fmla="*/ 3175 h 2"/>
              <a:gd name="T42" fmla="*/ 0 w 2"/>
              <a:gd name="T43" fmla="*/ 3175 h 2"/>
              <a:gd name="T44" fmla="*/ 0 w 2"/>
              <a:gd name="T45" fmla="*/ 3175 h 2"/>
              <a:gd name="T46" fmla="*/ 0 w 2"/>
              <a:gd name="T47" fmla="*/ 3175 h 2"/>
              <a:gd name="T48" fmla="*/ 0 w 2"/>
              <a:gd name="T49" fmla="*/ 3175 h 2"/>
              <a:gd name="T50" fmla="*/ 0 w 2"/>
              <a:gd name="T51" fmla="*/ 3175 h 2"/>
              <a:gd name="T52" fmla="*/ 0 w 2"/>
              <a:gd name="T53" fmla="*/ 3175 h 2"/>
              <a:gd name="T54" fmla="*/ 3175 w 2"/>
              <a:gd name="T55" fmla="*/ 3175 h 2"/>
              <a:gd name="T56" fmla="*/ 0 w 2"/>
              <a:gd name="T57" fmla="*/ 3175 h 2"/>
              <a:gd name="T58" fmla="*/ 3175 w 2"/>
              <a:gd name="T59" fmla="*/ 3175 h 2"/>
              <a:gd name="T60" fmla="*/ 3175 w 2"/>
              <a:gd name="T61" fmla="*/ 3175 h 2"/>
              <a:gd name="T62" fmla="*/ 3175 w 2"/>
              <a:gd name="T63" fmla="*/ 3175 h 2"/>
              <a:gd name="T64" fmla="*/ 0 w 2"/>
              <a:gd name="T65" fmla="*/ 3175 h 2"/>
              <a:gd name="T66" fmla="*/ 0 w 2"/>
              <a:gd name="T67" fmla="*/ 3175 h 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 h="2">
                <a:moveTo>
                  <a:pt x="0" y="2"/>
                </a:moveTo>
                <a:lnTo>
                  <a:pt x="0" y="2"/>
                </a:lnTo>
                <a:lnTo>
                  <a:pt x="2" y="2"/>
                </a:lnTo>
                <a:lnTo>
                  <a:pt x="2" y="0"/>
                </a:lnTo>
                <a:lnTo>
                  <a:pt x="0" y="2"/>
                </a:lnTo>
                <a:lnTo>
                  <a:pt x="2" y="2"/>
                </a:lnTo>
                <a:lnTo>
                  <a:pt x="0" y="2"/>
                </a:lnTo>
                <a:lnTo>
                  <a:pt x="2" y="2"/>
                </a:lnTo>
                <a:lnTo>
                  <a:pt x="0" y="2"/>
                </a:lnTo>
                <a:lnTo>
                  <a:pt x="2" y="2"/>
                </a:lnTo>
                <a:lnTo>
                  <a:pt x="0" y="2"/>
                </a:lnTo>
                <a:lnTo>
                  <a:pt x="2" y="2"/>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2" name="Freeform 1120"/>
          <p:cNvSpPr>
            <a:spLocks/>
          </p:cNvSpPr>
          <p:nvPr/>
        </p:nvSpPr>
        <p:spPr bwMode="auto">
          <a:xfrm>
            <a:off x="611722" y="463554"/>
            <a:ext cx="4233" cy="3175"/>
          </a:xfrm>
          <a:custGeom>
            <a:avLst/>
            <a:gdLst>
              <a:gd name="T0" fmla="*/ 0 w 2"/>
              <a:gd name="T1" fmla="*/ 0 h 2"/>
              <a:gd name="T2" fmla="*/ 0 w 2"/>
              <a:gd name="T3" fmla="*/ 3175 h 2"/>
              <a:gd name="T4" fmla="*/ 0 w 2"/>
              <a:gd name="T5" fmla="*/ 3175 h 2"/>
              <a:gd name="T6" fmla="*/ 0 w 2"/>
              <a:gd name="T7" fmla="*/ 3175 h 2"/>
              <a:gd name="T8" fmla="*/ 3175 w 2"/>
              <a:gd name="T9" fmla="*/ 3175 h 2"/>
              <a:gd name="T10" fmla="*/ 3175 w 2"/>
              <a:gd name="T11" fmla="*/ 0 h 2"/>
              <a:gd name="T12" fmla="*/ 3175 w 2"/>
              <a:gd name="T13" fmla="*/ 0 h 2"/>
              <a:gd name="T14" fmla="*/ 3175 w 2"/>
              <a:gd name="T15" fmla="*/ 0 h 2"/>
              <a:gd name="T16" fmla="*/ 0 w 2"/>
              <a:gd name="T17" fmla="*/ 0 h 2"/>
              <a:gd name="T18" fmla="*/ 0 w 2"/>
              <a:gd name="T19" fmla="*/ 3175 h 2"/>
              <a:gd name="T20" fmla="*/ 0 w 2"/>
              <a:gd name="T21" fmla="*/ 3175 h 2"/>
              <a:gd name="T22" fmla="*/ 3175 w 2"/>
              <a:gd name="T23" fmla="*/ 0 h 2"/>
              <a:gd name="T24" fmla="*/ 3175 w 2"/>
              <a:gd name="T25" fmla="*/ 0 h 2"/>
              <a:gd name="T26" fmla="*/ 3175 w 2"/>
              <a:gd name="T27" fmla="*/ 0 h 2"/>
              <a:gd name="T28" fmla="*/ 3175 w 2"/>
              <a:gd name="T29" fmla="*/ 3175 h 2"/>
              <a:gd name="T30" fmla="*/ 0 w 2"/>
              <a:gd name="T31" fmla="*/ 3175 h 2"/>
              <a:gd name="T32" fmla="*/ 0 w 2"/>
              <a:gd name="T33" fmla="*/ 3175 h 2"/>
              <a:gd name="T34" fmla="*/ 0 w 2"/>
              <a:gd name="T35" fmla="*/ 3175 h 2"/>
              <a:gd name="T36" fmla="*/ 0 w 2"/>
              <a:gd name="T37" fmla="*/ 3175 h 2"/>
              <a:gd name="T38" fmla="*/ 0 w 2"/>
              <a:gd name="T39" fmla="*/ 3175 h 2"/>
              <a:gd name="T40" fmla="*/ 0 w 2"/>
              <a:gd name="T41" fmla="*/ 3175 h 2"/>
              <a:gd name="T42" fmla="*/ 0 w 2"/>
              <a:gd name="T43" fmla="*/ 3175 h 2"/>
              <a:gd name="T44" fmla="*/ 0 w 2"/>
              <a:gd name="T45" fmla="*/ 3175 h 2"/>
              <a:gd name="T46" fmla="*/ 3175 w 2"/>
              <a:gd name="T47" fmla="*/ 3175 h 2"/>
              <a:gd name="T48" fmla="*/ 0 w 2"/>
              <a:gd name="T49" fmla="*/ 3175 h 2"/>
              <a:gd name="T50" fmla="*/ 0 w 2"/>
              <a:gd name="T51" fmla="*/ 3175 h 2"/>
              <a:gd name="T52" fmla="*/ 3175 w 2"/>
              <a:gd name="T53" fmla="*/ 3175 h 2"/>
              <a:gd name="T54" fmla="*/ 3175 w 2"/>
              <a:gd name="T55" fmla="*/ 3175 h 2"/>
              <a:gd name="T56" fmla="*/ 3175 w 2"/>
              <a:gd name="T57" fmla="*/ 0 h 2"/>
              <a:gd name="T58" fmla="*/ 0 w 2"/>
              <a:gd name="T59" fmla="*/ 0 h 2"/>
              <a:gd name="T60" fmla="*/ 0 w 2"/>
              <a:gd name="T61" fmla="*/ 0 h 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 h="2">
                <a:moveTo>
                  <a:pt x="0" y="0"/>
                </a:moveTo>
                <a:lnTo>
                  <a:pt x="0" y="2"/>
                </a:lnTo>
                <a:lnTo>
                  <a:pt x="2" y="2"/>
                </a:lnTo>
                <a:lnTo>
                  <a:pt x="2" y="0"/>
                </a:lnTo>
                <a:lnTo>
                  <a:pt x="0" y="0"/>
                </a:lnTo>
                <a:lnTo>
                  <a:pt x="0" y="2"/>
                </a:lnTo>
                <a:lnTo>
                  <a:pt x="2" y="0"/>
                </a:lnTo>
                <a:lnTo>
                  <a:pt x="2" y="2"/>
                </a:lnTo>
                <a:lnTo>
                  <a:pt x="0" y="2"/>
                </a:lnTo>
                <a:lnTo>
                  <a:pt x="2" y="2"/>
                </a:lnTo>
                <a:lnTo>
                  <a:pt x="0" y="2"/>
                </a:lnTo>
                <a:lnTo>
                  <a:pt x="2" y="2"/>
                </a:lnTo>
                <a:lnTo>
                  <a:pt x="2"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3" name="Freeform 1134"/>
          <p:cNvSpPr>
            <a:spLocks/>
          </p:cNvSpPr>
          <p:nvPr/>
        </p:nvSpPr>
        <p:spPr bwMode="auto">
          <a:xfrm>
            <a:off x="937689" y="514350"/>
            <a:ext cx="4233" cy="6350"/>
          </a:xfrm>
          <a:custGeom>
            <a:avLst/>
            <a:gdLst>
              <a:gd name="T0" fmla="*/ 3175 w 2"/>
              <a:gd name="T1" fmla="*/ 6350 h 4"/>
              <a:gd name="T2" fmla="*/ 3175 w 2"/>
              <a:gd name="T3" fmla="*/ 6350 h 4"/>
              <a:gd name="T4" fmla="*/ 3175 w 2"/>
              <a:gd name="T5" fmla="*/ 6350 h 4"/>
              <a:gd name="T6" fmla="*/ 3175 w 2"/>
              <a:gd name="T7" fmla="*/ 3175 h 4"/>
              <a:gd name="T8" fmla="*/ 3175 w 2"/>
              <a:gd name="T9" fmla="*/ 0 h 4"/>
              <a:gd name="T10" fmla="*/ 3175 w 2"/>
              <a:gd name="T11" fmla="*/ 0 h 4"/>
              <a:gd name="T12" fmla="*/ 3175 w 2"/>
              <a:gd name="T13" fmla="*/ 0 h 4"/>
              <a:gd name="T14" fmla="*/ 0 w 2"/>
              <a:gd name="T15" fmla="*/ 3175 h 4"/>
              <a:gd name="T16" fmla="*/ 3175 w 2"/>
              <a:gd name="T17" fmla="*/ 6350 h 4"/>
              <a:gd name="T18" fmla="*/ 3175 w 2"/>
              <a:gd name="T19" fmla="*/ 3175 h 4"/>
              <a:gd name="T20" fmla="*/ 3175 w 2"/>
              <a:gd name="T21" fmla="*/ 3175 h 4"/>
              <a:gd name="T22" fmla="*/ 3175 w 2"/>
              <a:gd name="T23" fmla="*/ 0 h 4"/>
              <a:gd name="T24" fmla="*/ 3175 w 2"/>
              <a:gd name="T25" fmla="*/ 3175 h 4"/>
              <a:gd name="T26" fmla="*/ 3175 w 2"/>
              <a:gd name="T27" fmla="*/ 3175 h 4"/>
              <a:gd name="T28" fmla="*/ 3175 w 2"/>
              <a:gd name="T29" fmla="*/ 3175 h 4"/>
              <a:gd name="T30" fmla="*/ 3175 w 2"/>
              <a:gd name="T31" fmla="*/ 3175 h 4"/>
              <a:gd name="T32" fmla="*/ 3175 w 2"/>
              <a:gd name="T33" fmla="*/ 3175 h 4"/>
              <a:gd name="T34" fmla="*/ 3175 w 2"/>
              <a:gd name="T35" fmla="*/ 3175 h 4"/>
              <a:gd name="T36" fmla="*/ 3175 w 2"/>
              <a:gd name="T37" fmla="*/ 3175 h 4"/>
              <a:gd name="T38" fmla="*/ 3175 w 2"/>
              <a:gd name="T39" fmla="*/ 3175 h 4"/>
              <a:gd name="T40" fmla="*/ 3175 w 2"/>
              <a:gd name="T41" fmla="*/ 3175 h 4"/>
              <a:gd name="T42" fmla="*/ 3175 w 2"/>
              <a:gd name="T43" fmla="*/ 3175 h 4"/>
              <a:gd name="T44" fmla="*/ 3175 w 2"/>
              <a:gd name="T45" fmla="*/ 3175 h 4"/>
              <a:gd name="T46" fmla="*/ 3175 w 2"/>
              <a:gd name="T47" fmla="*/ 3175 h 4"/>
              <a:gd name="T48" fmla="*/ 3175 w 2"/>
              <a:gd name="T49" fmla="*/ 3175 h 4"/>
              <a:gd name="T50" fmla="*/ 3175 w 2"/>
              <a:gd name="T51" fmla="*/ 3175 h 4"/>
              <a:gd name="T52" fmla="*/ 0 w 2"/>
              <a:gd name="T53" fmla="*/ 3175 h 4"/>
              <a:gd name="T54" fmla="*/ 3175 w 2"/>
              <a:gd name="T55" fmla="*/ 6350 h 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 h="4">
                <a:moveTo>
                  <a:pt x="2" y="4"/>
                </a:moveTo>
                <a:lnTo>
                  <a:pt x="2" y="4"/>
                </a:lnTo>
                <a:lnTo>
                  <a:pt x="2" y="2"/>
                </a:lnTo>
                <a:lnTo>
                  <a:pt x="2" y="0"/>
                </a:lnTo>
                <a:lnTo>
                  <a:pt x="0" y="2"/>
                </a:lnTo>
                <a:lnTo>
                  <a:pt x="2" y="4"/>
                </a:lnTo>
                <a:lnTo>
                  <a:pt x="2" y="2"/>
                </a:lnTo>
                <a:lnTo>
                  <a:pt x="2" y="0"/>
                </a:lnTo>
                <a:lnTo>
                  <a:pt x="2" y="2"/>
                </a:lnTo>
                <a:lnTo>
                  <a:pt x="0" y="2"/>
                </a:lnTo>
                <a:lnTo>
                  <a:pt x="2" y="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4" name="Freeform 1141"/>
          <p:cNvSpPr>
            <a:spLocks/>
          </p:cNvSpPr>
          <p:nvPr/>
        </p:nvSpPr>
        <p:spPr bwMode="auto">
          <a:xfrm>
            <a:off x="941919" y="479425"/>
            <a:ext cx="2116" cy="6350"/>
          </a:xfrm>
          <a:custGeom>
            <a:avLst/>
            <a:gdLst>
              <a:gd name="T0" fmla="*/ 0 w 1587"/>
              <a:gd name="T1" fmla="*/ 6350 h 4"/>
              <a:gd name="T2" fmla="*/ 0 w 1587"/>
              <a:gd name="T3" fmla="*/ 3175 h 4"/>
              <a:gd name="T4" fmla="*/ 0 w 1587"/>
              <a:gd name="T5" fmla="*/ 0 h 4"/>
              <a:gd name="T6" fmla="*/ 0 w 1587"/>
              <a:gd name="T7" fmla="*/ 0 h 4"/>
              <a:gd name="T8" fmla="*/ 0 w 1587"/>
              <a:gd name="T9" fmla="*/ 3175 h 4"/>
              <a:gd name="T10" fmla="*/ 0 w 1587"/>
              <a:gd name="T11" fmla="*/ 3175 h 4"/>
              <a:gd name="T12" fmla="*/ 0 w 1587"/>
              <a:gd name="T13" fmla="*/ 6350 h 4"/>
              <a:gd name="T14" fmla="*/ 0 w 1587"/>
              <a:gd name="T15" fmla="*/ 3175 h 4"/>
              <a:gd name="T16" fmla="*/ 0 w 1587"/>
              <a:gd name="T17" fmla="*/ 3175 h 4"/>
              <a:gd name="T18" fmla="*/ 0 w 1587"/>
              <a:gd name="T19" fmla="*/ 3175 h 4"/>
              <a:gd name="T20" fmla="*/ 0 w 1587"/>
              <a:gd name="T21" fmla="*/ 3175 h 4"/>
              <a:gd name="T22" fmla="*/ 0 w 1587"/>
              <a:gd name="T23" fmla="*/ 3175 h 4"/>
              <a:gd name="T24" fmla="*/ 0 w 1587"/>
              <a:gd name="T25" fmla="*/ 3175 h 4"/>
              <a:gd name="T26" fmla="*/ 0 w 1587"/>
              <a:gd name="T27" fmla="*/ 3175 h 4"/>
              <a:gd name="T28" fmla="*/ 0 w 1587"/>
              <a:gd name="T29" fmla="*/ 6350 h 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587" h="4">
                <a:moveTo>
                  <a:pt x="0" y="4"/>
                </a:moveTo>
                <a:lnTo>
                  <a:pt x="0" y="2"/>
                </a:lnTo>
                <a:lnTo>
                  <a:pt x="0" y="0"/>
                </a:lnTo>
                <a:lnTo>
                  <a:pt x="0" y="2"/>
                </a:lnTo>
                <a:lnTo>
                  <a:pt x="0" y="4"/>
                </a:lnTo>
                <a:lnTo>
                  <a:pt x="0" y="2"/>
                </a:lnTo>
                <a:lnTo>
                  <a:pt x="0" y="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5" name="Freeform 1148"/>
          <p:cNvSpPr>
            <a:spLocks/>
          </p:cNvSpPr>
          <p:nvPr/>
        </p:nvSpPr>
        <p:spPr bwMode="auto">
          <a:xfrm>
            <a:off x="924989" y="460376"/>
            <a:ext cx="4233" cy="3175"/>
          </a:xfrm>
          <a:custGeom>
            <a:avLst/>
            <a:gdLst>
              <a:gd name="T0" fmla="*/ 3175 w 2"/>
              <a:gd name="T1" fmla="*/ 3175 h 2"/>
              <a:gd name="T2" fmla="*/ 3175 w 2"/>
              <a:gd name="T3" fmla="*/ 0 h 2"/>
              <a:gd name="T4" fmla="*/ 3175 w 2"/>
              <a:gd name="T5" fmla="*/ 0 h 2"/>
              <a:gd name="T6" fmla="*/ 3175 w 2"/>
              <a:gd name="T7" fmla="*/ 0 h 2"/>
              <a:gd name="T8" fmla="*/ 3175 w 2"/>
              <a:gd name="T9" fmla="*/ 0 h 2"/>
              <a:gd name="T10" fmla="*/ 0 w 2"/>
              <a:gd name="T11" fmla="*/ 0 h 2"/>
              <a:gd name="T12" fmla="*/ 0 w 2"/>
              <a:gd name="T13" fmla="*/ 0 h 2"/>
              <a:gd name="T14" fmla="*/ 0 w 2"/>
              <a:gd name="T15" fmla="*/ 3175 h 2"/>
              <a:gd name="T16" fmla="*/ 0 w 2"/>
              <a:gd name="T17" fmla="*/ 3175 h 2"/>
              <a:gd name="T18" fmla="*/ 0 w 2"/>
              <a:gd name="T19" fmla="*/ 3175 h 2"/>
              <a:gd name="T20" fmla="*/ 3175 w 2"/>
              <a:gd name="T21" fmla="*/ 3175 h 2"/>
              <a:gd name="T22" fmla="*/ 3175 w 2"/>
              <a:gd name="T23" fmla="*/ 3175 h 2"/>
              <a:gd name="T24" fmla="*/ 3175 w 2"/>
              <a:gd name="T25" fmla="*/ 0 h 2"/>
              <a:gd name="T26" fmla="*/ 3175 w 2"/>
              <a:gd name="T27" fmla="*/ 0 h 2"/>
              <a:gd name="T28" fmla="*/ 3175 w 2"/>
              <a:gd name="T29" fmla="*/ 0 h 2"/>
              <a:gd name="T30" fmla="*/ 0 w 2"/>
              <a:gd name="T31" fmla="*/ 3175 h 2"/>
              <a:gd name="T32" fmla="*/ 3175 w 2"/>
              <a:gd name="T33" fmla="*/ 3175 h 2"/>
              <a:gd name="T34" fmla="*/ 3175 w 2"/>
              <a:gd name="T35" fmla="*/ 0 h 2"/>
              <a:gd name="T36" fmla="*/ 0 w 2"/>
              <a:gd name="T37" fmla="*/ 3175 h 2"/>
              <a:gd name="T38" fmla="*/ 3175 w 2"/>
              <a:gd name="T39" fmla="*/ 3175 h 2"/>
              <a:gd name="T40" fmla="*/ 0 w 2"/>
              <a:gd name="T41" fmla="*/ 3175 h 2"/>
              <a:gd name="T42" fmla="*/ 0 w 2"/>
              <a:gd name="T43" fmla="*/ 3175 h 2"/>
              <a:gd name="T44" fmla="*/ 0 w 2"/>
              <a:gd name="T45" fmla="*/ 3175 h 2"/>
              <a:gd name="T46" fmla="*/ 0 w 2"/>
              <a:gd name="T47" fmla="*/ 3175 h 2"/>
              <a:gd name="T48" fmla="*/ 0 w 2"/>
              <a:gd name="T49" fmla="*/ 3175 h 2"/>
              <a:gd name="T50" fmla="*/ 0 w 2"/>
              <a:gd name="T51" fmla="*/ 3175 h 2"/>
              <a:gd name="T52" fmla="*/ 0 w 2"/>
              <a:gd name="T53" fmla="*/ 3175 h 2"/>
              <a:gd name="T54" fmla="*/ 0 w 2"/>
              <a:gd name="T55" fmla="*/ 3175 h 2"/>
              <a:gd name="T56" fmla="*/ 0 w 2"/>
              <a:gd name="T57" fmla="*/ 3175 h 2"/>
              <a:gd name="T58" fmla="*/ 3175 w 2"/>
              <a:gd name="T59" fmla="*/ 3175 h 2"/>
              <a:gd name="T60" fmla="*/ 3175 w 2"/>
              <a:gd name="T61" fmla="*/ 3175 h 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 h="2">
                <a:moveTo>
                  <a:pt x="2" y="2"/>
                </a:moveTo>
                <a:lnTo>
                  <a:pt x="2" y="0"/>
                </a:lnTo>
                <a:lnTo>
                  <a:pt x="0" y="0"/>
                </a:lnTo>
                <a:lnTo>
                  <a:pt x="0" y="2"/>
                </a:lnTo>
                <a:lnTo>
                  <a:pt x="2" y="2"/>
                </a:lnTo>
                <a:lnTo>
                  <a:pt x="2" y="0"/>
                </a:lnTo>
                <a:lnTo>
                  <a:pt x="0" y="2"/>
                </a:lnTo>
                <a:lnTo>
                  <a:pt x="2" y="2"/>
                </a:lnTo>
                <a:lnTo>
                  <a:pt x="2" y="0"/>
                </a:lnTo>
                <a:lnTo>
                  <a:pt x="0" y="2"/>
                </a:lnTo>
                <a:lnTo>
                  <a:pt x="2" y="2"/>
                </a:lnTo>
                <a:lnTo>
                  <a:pt x="0" y="2"/>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6" name="Freeform 1150"/>
          <p:cNvSpPr>
            <a:spLocks/>
          </p:cNvSpPr>
          <p:nvPr/>
        </p:nvSpPr>
        <p:spPr bwMode="auto">
          <a:xfrm>
            <a:off x="912287" y="447677"/>
            <a:ext cx="2116" cy="3175"/>
          </a:xfrm>
          <a:custGeom>
            <a:avLst/>
            <a:gdLst>
              <a:gd name="T0" fmla="*/ 0 w 1587"/>
              <a:gd name="T1" fmla="*/ 3175 h 2"/>
              <a:gd name="T2" fmla="*/ 0 w 1587"/>
              <a:gd name="T3" fmla="*/ 0 h 2"/>
              <a:gd name="T4" fmla="*/ 0 w 1587"/>
              <a:gd name="T5" fmla="*/ 3175 h 2"/>
              <a:gd name="T6" fmla="*/ 0 60000 65536"/>
              <a:gd name="T7" fmla="*/ 0 60000 65536"/>
              <a:gd name="T8" fmla="*/ 0 60000 65536"/>
            </a:gdLst>
            <a:ahLst/>
            <a:cxnLst>
              <a:cxn ang="T6">
                <a:pos x="T0" y="T1"/>
              </a:cxn>
              <a:cxn ang="T7">
                <a:pos x="T2" y="T3"/>
              </a:cxn>
              <a:cxn ang="T8">
                <a:pos x="T4" y="T5"/>
              </a:cxn>
            </a:cxnLst>
            <a:rect l="0" t="0" r="r" b="b"/>
            <a:pathLst>
              <a:path w="1587" h="2">
                <a:moveTo>
                  <a:pt x="0" y="2"/>
                </a:move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7" name="Freeform 1152"/>
          <p:cNvSpPr>
            <a:spLocks/>
          </p:cNvSpPr>
          <p:nvPr/>
        </p:nvSpPr>
        <p:spPr bwMode="auto">
          <a:xfrm>
            <a:off x="912289" y="447677"/>
            <a:ext cx="4233" cy="3175"/>
          </a:xfrm>
          <a:custGeom>
            <a:avLst/>
            <a:gdLst>
              <a:gd name="T0" fmla="*/ 3175 w 2"/>
              <a:gd name="T1" fmla="*/ 0 h 2"/>
              <a:gd name="T2" fmla="*/ 0 w 2"/>
              <a:gd name="T3" fmla="*/ 0 h 2"/>
              <a:gd name="T4" fmla="*/ 0 w 2"/>
              <a:gd name="T5" fmla="*/ 0 h 2"/>
              <a:gd name="T6" fmla="*/ 0 w 2"/>
              <a:gd name="T7" fmla="*/ 0 h 2"/>
              <a:gd name="T8" fmla="*/ 0 w 2"/>
              <a:gd name="T9" fmla="*/ 3175 h 2"/>
              <a:gd name="T10" fmla="*/ 3175 w 2"/>
              <a:gd name="T11" fmla="*/ 3175 h 2"/>
              <a:gd name="T12" fmla="*/ 3175 w 2"/>
              <a:gd name="T13" fmla="*/ 0 h 2"/>
              <a:gd name="T14" fmla="*/ 0 w 2"/>
              <a:gd name="T15" fmla="*/ 0 h 2"/>
              <a:gd name="T16" fmla="*/ 0 w 2"/>
              <a:gd name="T17" fmla="*/ 0 h 2"/>
              <a:gd name="T18" fmla="*/ 0 w 2"/>
              <a:gd name="T19" fmla="*/ 0 h 2"/>
              <a:gd name="T20" fmla="*/ 0 w 2"/>
              <a:gd name="T21" fmla="*/ 3175 h 2"/>
              <a:gd name="T22" fmla="*/ 3175 w 2"/>
              <a:gd name="T23" fmla="*/ 3175 h 2"/>
              <a:gd name="T24" fmla="*/ 3175 w 2"/>
              <a:gd name="T25" fmla="*/ 0 h 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 h="2">
                <a:moveTo>
                  <a:pt x="2" y="0"/>
                </a:moveTo>
                <a:lnTo>
                  <a:pt x="0" y="0"/>
                </a:lnTo>
                <a:lnTo>
                  <a:pt x="0" y="2"/>
                </a:lnTo>
                <a:lnTo>
                  <a:pt x="2" y="2"/>
                </a:lnTo>
                <a:lnTo>
                  <a:pt x="2" y="0"/>
                </a:lnTo>
                <a:lnTo>
                  <a:pt x="0" y="0"/>
                </a:lnTo>
                <a:lnTo>
                  <a:pt x="0" y="2"/>
                </a:lnTo>
                <a:lnTo>
                  <a:pt x="2" y="2"/>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8" name="Freeform 1154"/>
          <p:cNvSpPr>
            <a:spLocks/>
          </p:cNvSpPr>
          <p:nvPr/>
        </p:nvSpPr>
        <p:spPr bwMode="auto">
          <a:xfrm>
            <a:off x="886887" y="434975"/>
            <a:ext cx="4233" cy="1588"/>
          </a:xfrm>
          <a:custGeom>
            <a:avLst/>
            <a:gdLst>
              <a:gd name="T0" fmla="*/ 3175 w 2"/>
              <a:gd name="T1" fmla="*/ 0 h 1588"/>
              <a:gd name="T2" fmla="*/ 0 w 2"/>
              <a:gd name="T3" fmla="*/ 0 h 1588"/>
              <a:gd name="T4" fmla="*/ 3175 w 2"/>
              <a:gd name="T5" fmla="*/ 0 h 1588"/>
              <a:gd name="T6" fmla="*/ 0 60000 65536"/>
              <a:gd name="T7" fmla="*/ 0 60000 65536"/>
              <a:gd name="T8" fmla="*/ 0 60000 65536"/>
            </a:gdLst>
            <a:ahLst/>
            <a:cxnLst>
              <a:cxn ang="T6">
                <a:pos x="T0" y="T1"/>
              </a:cxn>
              <a:cxn ang="T7">
                <a:pos x="T2" y="T3"/>
              </a:cxn>
              <a:cxn ang="T8">
                <a:pos x="T4" y="T5"/>
              </a:cxn>
            </a:cxnLst>
            <a:rect l="0" t="0" r="r" b="b"/>
            <a:pathLst>
              <a:path w="2" h="1588">
                <a:moveTo>
                  <a:pt x="2" y="0"/>
                </a:moveTo>
                <a:lnTo>
                  <a:pt x="0" y="0"/>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9" name="Freeform 1156"/>
          <p:cNvSpPr>
            <a:spLocks/>
          </p:cNvSpPr>
          <p:nvPr/>
        </p:nvSpPr>
        <p:spPr bwMode="auto">
          <a:xfrm>
            <a:off x="886887" y="431801"/>
            <a:ext cx="4233" cy="3175"/>
          </a:xfrm>
          <a:custGeom>
            <a:avLst/>
            <a:gdLst>
              <a:gd name="T0" fmla="*/ 3175 w 2"/>
              <a:gd name="T1" fmla="*/ 3175 h 2"/>
              <a:gd name="T2" fmla="*/ 0 w 2"/>
              <a:gd name="T3" fmla="*/ 0 h 2"/>
              <a:gd name="T4" fmla="*/ 0 w 2"/>
              <a:gd name="T5" fmla="*/ 0 h 2"/>
              <a:gd name="T6" fmla="*/ 0 w 2"/>
              <a:gd name="T7" fmla="*/ 3175 h 2"/>
              <a:gd name="T8" fmla="*/ 3175 w 2"/>
              <a:gd name="T9" fmla="*/ 3175 h 2"/>
              <a:gd name="T10" fmla="*/ 3175 w 2"/>
              <a:gd name="T11" fmla="*/ 3175 h 2"/>
              <a:gd name="T12" fmla="*/ 3175 w 2"/>
              <a:gd name="T13" fmla="*/ 3175 h 2"/>
              <a:gd name="T14" fmla="*/ 0 w 2"/>
              <a:gd name="T15" fmla="*/ 0 h 2"/>
              <a:gd name="T16" fmla="*/ 0 w 2"/>
              <a:gd name="T17" fmla="*/ 0 h 2"/>
              <a:gd name="T18" fmla="*/ 0 w 2"/>
              <a:gd name="T19" fmla="*/ 3175 h 2"/>
              <a:gd name="T20" fmla="*/ 3175 w 2"/>
              <a:gd name="T21" fmla="*/ 3175 h 2"/>
              <a:gd name="T22" fmla="*/ 3175 w 2"/>
              <a:gd name="T23" fmla="*/ 3175 h 2"/>
              <a:gd name="T24" fmla="*/ 3175 w 2"/>
              <a:gd name="T25" fmla="*/ 3175 h 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 h="2">
                <a:moveTo>
                  <a:pt x="2" y="2"/>
                </a:moveTo>
                <a:lnTo>
                  <a:pt x="0" y="0"/>
                </a:lnTo>
                <a:lnTo>
                  <a:pt x="0" y="2"/>
                </a:lnTo>
                <a:lnTo>
                  <a:pt x="2" y="2"/>
                </a:lnTo>
                <a:lnTo>
                  <a:pt x="0" y="0"/>
                </a:lnTo>
                <a:lnTo>
                  <a:pt x="0" y="2"/>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0" name="Freeform 1163"/>
          <p:cNvSpPr>
            <a:spLocks/>
          </p:cNvSpPr>
          <p:nvPr/>
        </p:nvSpPr>
        <p:spPr bwMode="auto">
          <a:xfrm>
            <a:off x="814917" y="415932"/>
            <a:ext cx="8467" cy="3175"/>
          </a:xfrm>
          <a:custGeom>
            <a:avLst/>
            <a:gdLst>
              <a:gd name="T0" fmla="*/ 3175 w 4"/>
              <a:gd name="T1" fmla="*/ 3175 h 2"/>
              <a:gd name="T2" fmla="*/ 3175 w 4"/>
              <a:gd name="T3" fmla="*/ 3175 h 2"/>
              <a:gd name="T4" fmla="*/ 6350 w 4"/>
              <a:gd name="T5" fmla="*/ 3175 h 2"/>
              <a:gd name="T6" fmla="*/ 6350 w 4"/>
              <a:gd name="T7" fmla="*/ 0 h 2"/>
              <a:gd name="T8" fmla="*/ 6350 w 4"/>
              <a:gd name="T9" fmla="*/ 0 h 2"/>
              <a:gd name="T10" fmla="*/ 3175 w 4"/>
              <a:gd name="T11" fmla="*/ 0 h 2"/>
              <a:gd name="T12" fmla="*/ 3175 w 4"/>
              <a:gd name="T13" fmla="*/ 0 h 2"/>
              <a:gd name="T14" fmla="*/ 0 w 4"/>
              <a:gd name="T15" fmla="*/ 3175 h 2"/>
              <a:gd name="T16" fmla="*/ 3175 w 4"/>
              <a:gd name="T17" fmla="*/ 3175 h 2"/>
              <a:gd name="T18" fmla="*/ 3175 w 4"/>
              <a:gd name="T19" fmla="*/ 0 h 2"/>
              <a:gd name="T20" fmla="*/ 6350 w 4"/>
              <a:gd name="T21" fmla="*/ 3175 h 2"/>
              <a:gd name="T22" fmla="*/ 6350 w 4"/>
              <a:gd name="T23" fmla="*/ 0 h 2"/>
              <a:gd name="T24" fmla="*/ 6350 w 4"/>
              <a:gd name="T25" fmla="*/ 0 h 2"/>
              <a:gd name="T26" fmla="*/ 3175 w 4"/>
              <a:gd name="T27" fmla="*/ 0 h 2"/>
              <a:gd name="T28" fmla="*/ 3175 w 4"/>
              <a:gd name="T29" fmla="*/ 0 h 2"/>
              <a:gd name="T30" fmla="*/ 0 w 4"/>
              <a:gd name="T31" fmla="*/ 0 h 2"/>
              <a:gd name="T32" fmla="*/ 3175 w 4"/>
              <a:gd name="T33" fmla="*/ 3175 h 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 h="2">
                <a:moveTo>
                  <a:pt x="2" y="2"/>
                </a:moveTo>
                <a:lnTo>
                  <a:pt x="2" y="2"/>
                </a:lnTo>
                <a:lnTo>
                  <a:pt x="4" y="2"/>
                </a:lnTo>
                <a:lnTo>
                  <a:pt x="4" y="0"/>
                </a:lnTo>
                <a:lnTo>
                  <a:pt x="2" y="0"/>
                </a:lnTo>
                <a:lnTo>
                  <a:pt x="0" y="2"/>
                </a:lnTo>
                <a:lnTo>
                  <a:pt x="2" y="2"/>
                </a:lnTo>
                <a:lnTo>
                  <a:pt x="2" y="0"/>
                </a:lnTo>
                <a:lnTo>
                  <a:pt x="4" y="2"/>
                </a:lnTo>
                <a:lnTo>
                  <a:pt x="4" y="0"/>
                </a:lnTo>
                <a:lnTo>
                  <a:pt x="2" y="0"/>
                </a:lnTo>
                <a:lnTo>
                  <a:pt x="0" y="0"/>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1" name="Freeform 1172"/>
          <p:cNvSpPr>
            <a:spLocks/>
          </p:cNvSpPr>
          <p:nvPr/>
        </p:nvSpPr>
        <p:spPr bwMode="auto">
          <a:xfrm>
            <a:off x="776822" y="476253"/>
            <a:ext cx="4233" cy="3175"/>
          </a:xfrm>
          <a:custGeom>
            <a:avLst/>
            <a:gdLst>
              <a:gd name="T0" fmla="*/ 0 w 2"/>
              <a:gd name="T1" fmla="*/ 3175 h 2"/>
              <a:gd name="T2" fmla="*/ 0 w 2"/>
              <a:gd name="T3" fmla="*/ 3175 h 2"/>
              <a:gd name="T4" fmla="*/ 3175 w 2"/>
              <a:gd name="T5" fmla="*/ 3175 h 2"/>
              <a:gd name="T6" fmla="*/ 0 w 2"/>
              <a:gd name="T7" fmla="*/ 0 h 2"/>
              <a:gd name="T8" fmla="*/ 0 w 2"/>
              <a:gd name="T9" fmla="*/ 0 h 2"/>
              <a:gd name="T10" fmla="*/ 0 w 2"/>
              <a:gd name="T11" fmla="*/ 0 h 2"/>
              <a:gd name="T12" fmla="*/ 0 w 2"/>
              <a:gd name="T13" fmla="*/ 3175 h 2"/>
              <a:gd name="T14" fmla="*/ 0 w 2"/>
              <a:gd name="T15" fmla="*/ 3175 h 2"/>
              <a:gd name="T16" fmla="*/ 0 w 2"/>
              <a:gd name="T17" fmla="*/ 3175 h 2"/>
              <a:gd name="T18" fmla="*/ 0 w 2"/>
              <a:gd name="T19" fmla="*/ 3175 h 2"/>
              <a:gd name="T20" fmla="*/ 0 w 2"/>
              <a:gd name="T21" fmla="*/ 3175 h 2"/>
              <a:gd name="T22" fmla="*/ 0 w 2"/>
              <a:gd name="T23" fmla="*/ 3175 h 2"/>
              <a:gd name="T24" fmla="*/ 0 w 2"/>
              <a:gd name="T25" fmla="*/ 3175 h 2"/>
              <a:gd name="T26" fmla="*/ 0 w 2"/>
              <a:gd name="T27" fmla="*/ 3175 h 2"/>
              <a:gd name="T28" fmla="*/ 0 w 2"/>
              <a:gd name="T29" fmla="*/ 3175 h 2"/>
              <a:gd name="T30" fmla="*/ 0 w 2"/>
              <a:gd name="T31" fmla="*/ 3175 h 2"/>
              <a:gd name="T32" fmla="*/ 0 w 2"/>
              <a:gd name="T33" fmla="*/ 3175 h 2"/>
              <a:gd name="T34" fmla="*/ 0 w 2"/>
              <a:gd name="T35" fmla="*/ 3175 h 2"/>
              <a:gd name="T36" fmla="*/ 0 w 2"/>
              <a:gd name="T37" fmla="*/ 3175 h 2"/>
              <a:gd name="T38" fmla="*/ 0 w 2"/>
              <a:gd name="T39" fmla="*/ 3175 h 2"/>
              <a:gd name="T40" fmla="*/ 0 w 2"/>
              <a:gd name="T41" fmla="*/ 3175 h 2"/>
              <a:gd name="T42" fmla="*/ 0 w 2"/>
              <a:gd name="T43" fmla="*/ 3175 h 2"/>
              <a:gd name="T44" fmla="*/ 0 w 2"/>
              <a:gd name="T45" fmla="*/ 3175 h 2"/>
              <a:gd name="T46" fmla="*/ 0 w 2"/>
              <a:gd name="T47" fmla="*/ 3175 h 2"/>
              <a:gd name="T48" fmla="*/ 0 w 2"/>
              <a:gd name="T49" fmla="*/ 3175 h 2"/>
              <a:gd name="T50" fmla="*/ 0 w 2"/>
              <a:gd name="T51" fmla="*/ 3175 h 2"/>
              <a:gd name="T52" fmla="*/ 0 w 2"/>
              <a:gd name="T53" fmla="*/ 3175 h 2"/>
              <a:gd name="T54" fmla="*/ 0 w 2"/>
              <a:gd name="T55" fmla="*/ 3175 h 2"/>
              <a:gd name="T56" fmla="*/ 0 w 2"/>
              <a:gd name="T57" fmla="*/ 3175 h 2"/>
              <a:gd name="T58" fmla="*/ 0 w 2"/>
              <a:gd name="T59" fmla="*/ 3175 h 2"/>
              <a:gd name="T60" fmla="*/ 0 w 2"/>
              <a:gd name="T61" fmla="*/ 3175 h 2"/>
              <a:gd name="T62" fmla="*/ 0 w 2"/>
              <a:gd name="T63" fmla="*/ 3175 h 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 h="2">
                <a:moveTo>
                  <a:pt x="0" y="2"/>
                </a:moveTo>
                <a:lnTo>
                  <a:pt x="0" y="2"/>
                </a:lnTo>
                <a:lnTo>
                  <a:pt x="2" y="2"/>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2" name="Freeform 1177"/>
          <p:cNvSpPr>
            <a:spLocks/>
          </p:cNvSpPr>
          <p:nvPr/>
        </p:nvSpPr>
        <p:spPr bwMode="auto">
          <a:xfrm>
            <a:off x="742956" y="534995"/>
            <a:ext cx="4233" cy="3175"/>
          </a:xfrm>
          <a:custGeom>
            <a:avLst/>
            <a:gdLst>
              <a:gd name="T0" fmla="*/ 0 w 2"/>
              <a:gd name="T1" fmla="*/ 3175 h 2"/>
              <a:gd name="T2" fmla="*/ 3175 w 2"/>
              <a:gd name="T3" fmla="*/ 3175 h 2"/>
              <a:gd name="T4" fmla="*/ 3175 w 2"/>
              <a:gd name="T5" fmla="*/ 3175 h 2"/>
              <a:gd name="T6" fmla="*/ 3175 w 2"/>
              <a:gd name="T7" fmla="*/ 0 h 2"/>
              <a:gd name="T8" fmla="*/ 3175 w 2"/>
              <a:gd name="T9" fmla="*/ 0 h 2"/>
              <a:gd name="T10" fmla="*/ 3175 w 2"/>
              <a:gd name="T11" fmla="*/ 0 h 2"/>
              <a:gd name="T12" fmla="*/ 0 w 2"/>
              <a:gd name="T13" fmla="*/ 0 h 2"/>
              <a:gd name="T14" fmla="*/ 0 w 2"/>
              <a:gd name="T15" fmla="*/ 0 h 2"/>
              <a:gd name="T16" fmla="*/ 0 w 2"/>
              <a:gd name="T17" fmla="*/ 0 h 2"/>
              <a:gd name="T18" fmla="*/ 0 w 2"/>
              <a:gd name="T19" fmla="*/ 0 h 2"/>
              <a:gd name="T20" fmla="*/ 0 w 2"/>
              <a:gd name="T21" fmla="*/ 0 h 2"/>
              <a:gd name="T22" fmla="*/ 0 w 2"/>
              <a:gd name="T23" fmla="*/ 0 h 2"/>
              <a:gd name="T24" fmla="*/ 0 w 2"/>
              <a:gd name="T25" fmla="*/ 0 h 2"/>
              <a:gd name="T26" fmla="*/ 0 w 2"/>
              <a:gd name="T27" fmla="*/ 0 h 2"/>
              <a:gd name="T28" fmla="*/ 0 w 2"/>
              <a:gd name="T29" fmla="*/ 0 h 2"/>
              <a:gd name="T30" fmla="*/ 0 w 2"/>
              <a:gd name="T31" fmla="*/ 0 h 2"/>
              <a:gd name="T32" fmla="*/ 0 w 2"/>
              <a:gd name="T33" fmla="*/ 0 h 2"/>
              <a:gd name="T34" fmla="*/ 0 w 2"/>
              <a:gd name="T35" fmla="*/ 0 h 2"/>
              <a:gd name="T36" fmla="*/ 0 w 2"/>
              <a:gd name="T37" fmla="*/ 0 h 2"/>
              <a:gd name="T38" fmla="*/ 0 w 2"/>
              <a:gd name="T39" fmla="*/ 3175 h 2"/>
              <a:gd name="T40" fmla="*/ 0 w 2"/>
              <a:gd name="T41" fmla="*/ 3175 h 2"/>
              <a:gd name="T42" fmla="*/ 3175 w 2"/>
              <a:gd name="T43" fmla="*/ 3175 h 2"/>
              <a:gd name="T44" fmla="*/ 3175 w 2"/>
              <a:gd name="T45" fmla="*/ 0 h 2"/>
              <a:gd name="T46" fmla="*/ 3175 w 2"/>
              <a:gd name="T47" fmla="*/ 0 h 2"/>
              <a:gd name="T48" fmla="*/ 3175 w 2"/>
              <a:gd name="T49" fmla="*/ 0 h 2"/>
              <a:gd name="T50" fmla="*/ 3175 w 2"/>
              <a:gd name="T51" fmla="*/ 0 h 2"/>
              <a:gd name="T52" fmla="*/ 3175 w 2"/>
              <a:gd name="T53" fmla="*/ 0 h 2"/>
              <a:gd name="T54" fmla="*/ 3175 w 2"/>
              <a:gd name="T55" fmla="*/ 0 h 2"/>
              <a:gd name="T56" fmla="*/ 3175 w 2"/>
              <a:gd name="T57" fmla="*/ 0 h 2"/>
              <a:gd name="T58" fmla="*/ 3175 w 2"/>
              <a:gd name="T59" fmla="*/ 0 h 2"/>
              <a:gd name="T60" fmla="*/ 3175 w 2"/>
              <a:gd name="T61" fmla="*/ 0 h 2"/>
              <a:gd name="T62" fmla="*/ 3175 w 2"/>
              <a:gd name="T63" fmla="*/ 0 h 2"/>
              <a:gd name="T64" fmla="*/ 3175 w 2"/>
              <a:gd name="T65" fmla="*/ 0 h 2"/>
              <a:gd name="T66" fmla="*/ 3175 w 2"/>
              <a:gd name="T67" fmla="*/ 3175 h 2"/>
              <a:gd name="T68" fmla="*/ 3175 w 2"/>
              <a:gd name="T69" fmla="*/ 0 h 2"/>
              <a:gd name="T70" fmla="*/ 3175 w 2"/>
              <a:gd name="T71" fmla="*/ 0 h 2"/>
              <a:gd name="T72" fmla="*/ 0 w 2"/>
              <a:gd name="T73" fmla="*/ 0 h 2"/>
              <a:gd name="T74" fmla="*/ 0 w 2"/>
              <a:gd name="T75" fmla="*/ 0 h 2"/>
              <a:gd name="T76" fmla="*/ 0 w 2"/>
              <a:gd name="T77" fmla="*/ 3175 h 2"/>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 h="2">
                <a:moveTo>
                  <a:pt x="0" y="2"/>
                </a:moveTo>
                <a:lnTo>
                  <a:pt x="2" y="2"/>
                </a:lnTo>
                <a:lnTo>
                  <a:pt x="2" y="0"/>
                </a:lnTo>
                <a:lnTo>
                  <a:pt x="0" y="0"/>
                </a:lnTo>
                <a:lnTo>
                  <a:pt x="0" y="2"/>
                </a:lnTo>
                <a:lnTo>
                  <a:pt x="2" y="2"/>
                </a:lnTo>
                <a:lnTo>
                  <a:pt x="2" y="0"/>
                </a:lnTo>
                <a:lnTo>
                  <a:pt x="2" y="2"/>
                </a:lnTo>
                <a:lnTo>
                  <a:pt x="2" y="0"/>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3" name="Freeform 1180"/>
          <p:cNvSpPr>
            <a:spLocks/>
          </p:cNvSpPr>
          <p:nvPr/>
        </p:nvSpPr>
        <p:spPr bwMode="auto">
          <a:xfrm>
            <a:off x="747189" y="530232"/>
            <a:ext cx="4233" cy="4763"/>
          </a:xfrm>
          <a:custGeom>
            <a:avLst/>
            <a:gdLst>
              <a:gd name="T0" fmla="*/ 0 w 2"/>
              <a:gd name="T1" fmla="*/ 4763 h 3"/>
              <a:gd name="T2" fmla="*/ 0 w 2"/>
              <a:gd name="T3" fmla="*/ 4763 h 3"/>
              <a:gd name="T4" fmla="*/ 3175 w 2"/>
              <a:gd name="T5" fmla="*/ 4763 h 3"/>
              <a:gd name="T6" fmla="*/ 3175 w 2"/>
              <a:gd name="T7" fmla="*/ 4763 h 3"/>
              <a:gd name="T8" fmla="*/ 0 w 2"/>
              <a:gd name="T9" fmla="*/ 0 h 3"/>
              <a:gd name="T10" fmla="*/ 0 w 2"/>
              <a:gd name="T11" fmla="*/ 0 h 3"/>
              <a:gd name="T12" fmla="*/ 0 w 2"/>
              <a:gd name="T13" fmla="*/ 0 h 3"/>
              <a:gd name="T14" fmla="*/ 0 w 2"/>
              <a:gd name="T15" fmla="*/ 4763 h 3"/>
              <a:gd name="T16" fmla="*/ 0 w 2"/>
              <a:gd name="T17" fmla="*/ 4763 h 3"/>
              <a:gd name="T18" fmla="*/ 0 w 2"/>
              <a:gd name="T19" fmla="*/ 4763 h 3"/>
              <a:gd name="T20" fmla="*/ 0 w 2"/>
              <a:gd name="T21" fmla="*/ 4763 h 3"/>
              <a:gd name="T22" fmla="*/ 0 w 2"/>
              <a:gd name="T23" fmla="*/ 0 h 3"/>
              <a:gd name="T24" fmla="*/ 0 w 2"/>
              <a:gd name="T25" fmla="*/ 4763 h 3"/>
              <a:gd name="T26" fmla="*/ 0 w 2"/>
              <a:gd name="T27" fmla="*/ 4763 h 3"/>
              <a:gd name="T28" fmla="*/ 0 w 2"/>
              <a:gd name="T29" fmla="*/ 4763 h 3"/>
              <a:gd name="T30" fmla="*/ 0 w 2"/>
              <a:gd name="T31" fmla="*/ 4763 h 3"/>
              <a:gd name="T32" fmla="*/ 0 w 2"/>
              <a:gd name="T33" fmla="*/ 4763 h 3"/>
              <a:gd name="T34" fmla="*/ 0 w 2"/>
              <a:gd name="T35" fmla="*/ 4763 h 3"/>
              <a:gd name="T36" fmla="*/ 0 w 2"/>
              <a:gd name="T37" fmla="*/ 4763 h 3"/>
              <a:gd name="T38" fmla="*/ 0 w 2"/>
              <a:gd name="T39" fmla="*/ 4763 h 3"/>
              <a:gd name="T40" fmla="*/ 0 w 2"/>
              <a:gd name="T41" fmla="*/ 4763 h 3"/>
              <a:gd name="T42" fmla="*/ 0 w 2"/>
              <a:gd name="T43" fmla="*/ 4763 h 3"/>
              <a:gd name="T44" fmla="*/ 0 w 2"/>
              <a:gd name="T45" fmla="*/ 4763 h 3"/>
              <a:gd name="T46" fmla="*/ 0 w 2"/>
              <a:gd name="T47" fmla="*/ 4763 h 3"/>
              <a:gd name="T48" fmla="*/ 0 w 2"/>
              <a:gd name="T49" fmla="*/ 4763 h 3"/>
              <a:gd name="T50" fmla="*/ 0 w 2"/>
              <a:gd name="T51" fmla="*/ 4763 h 3"/>
              <a:gd name="T52" fmla="*/ 0 w 2"/>
              <a:gd name="T53" fmla="*/ 4763 h 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 h="3">
                <a:moveTo>
                  <a:pt x="0" y="3"/>
                </a:moveTo>
                <a:lnTo>
                  <a:pt x="0" y="3"/>
                </a:lnTo>
                <a:lnTo>
                  <a:pt x="2" y="3"/>
                </a:lnTo>
                <a:lnTo>
                  <a:pt x="0" y="0"/>
                </a:lnTo>
                <a:lnTo>
                  <a:pt x="0" y="3"/>
                </a:lnTo>
                <a:lnTo>
                  <a:pt x="0" y="0"/>
                </a:lnTo>
                <a:lnTo>
                  <a:pt x="0" y="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4" name="Line 1187"/>
          <p:cNvSpPr>
            <a:spLocks noChangeShapeType="1"/>
          </p:cNvSpPr>
          <p:nvPr/>
        </p:nvSpPr>
        <p:spPr bwMode="auto">
          <a:xfrm>
            <a:off x="759887" y="520700"/>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5" name="Line 1188"/>
          <p:cNvSpPr>
            <a:spLocks noChangeShapeType="1"/>
          </p:cNvSpPr>
          <p:nvPr/>
        </p:nvSpPr>
        <p:spPr bwMode="auto">
          <a:xfrm>
            <a:off x="759887" y="520700"/>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6" name="Freeform 1208"/>
          <p:cNvSpPr>
            <a:spLocks/>
          </p:cNvSpPr>
          <p:nvPr/>
        </p:nvSpPr>
        <p:spPr bwMode="auto">
          <a:xfrm>
            <a:off x="793751" y="557220"/>
            <a:ext cx="2116" cy="1587"/>
          </a:xfrm>
          <a:custGeom>
            <a:avLst/>
            <a:gdLst>
              <a:gd name="T0" fmla="*/ 0 w 1587"/>
              <a:gd name="T1" fmla="*/ 0 h 1587"/>
              <a:gd name="T2" fmla="*/ 0 w 1587"/>
              <a:gd name="T3" fmla="*/ 0 h 1587"/>
              <a:gd name="T4" fmla="*/ 0 w 1587"/>
              <a:gd name="T5" fmla="*/ 0 h 1587"/>
              <a:gd name="T6" fmla="*/ 0 60000 65536"/>
              <a:gd name="T7" fmla="*/ 0 60000 65536"/>
              <a:gd name="T8" fmla="*/ 0 60000 65536"/>
            </a:gdLst>
            <a:ahLst/>
            <a:cxnLst>
              <a:cxn ang="T6">
                <a:pos x="T0" y="T1"/>
              </a:cxn>
              <a:cxn ang="T7">
                <a:pos x="T2" y="T3"/>
              </a:cxn>
              <a:cxn ang="T8">
                <a:pos x="T4" y="T5"/>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7" name="Freeform 1210"/>
          <p:cNvSpPr>
            <a:spLocks/>
          </p:cNvSpPr>
          <p:nvPr/>
        </p:nvSpPr>
        <p:spPr bwMode="auto">
          <a:xfrm>
            <a:off x="793756" y="557220"/>
            <a:ext cx="4233" cy="3175"/>
          </a:xfrm>
          <a:custGeom>
            <a:avLst/>
            <a:gdLst>
              <a:gd name="T0" fmla="*/ 0 w 2"/>
              <a:gd name="T1" fmla="*/ 3175 h 2"/>
              <a:gd name="T2" fmla="*/ 0 w 2"/>
              <a:gd name="T3" fmla="*/ 3175 h 2"/>
              <a:gd name="T4" fmla="*/ 3175 w 2"/>
              <a:gd name="T5" fmla="*/ 3175 h 2"/>
              <a:gd name="T6" fmla="*/ 3175 w 2"/>
              <a:gd name="T7" fmla="*/ 0 h 2"/>
              <a:gd name="T8" fmla="*/ 3175 w 2"/>
              <a:gd name="T9" fmla="*/ 0 h 2"/>
              <a:gd name="T10" fmla="*/ 0 w 2"/>
              <a:gd name="T11" fmla="*/ 0 h 2"/>
              <a:gd name="T12" fmla="*/ 0 w 2"/>
              <a:gd name="T13" fmla="*/ 0 h 2"/>
              <a:gd name="T14" fmla="*/ 0 w 2"/>
              <a:gd name="T15" fmla="*/ 0 h 2"/>
              <a:gd name="T16" fmla="*/ 0 w 2"/>
              <a:gd name="T17" fmla="*/ 3175 h 2"/>
              <a:gd name="T18" fmla="*/ 0 w 2"/>
              <a:gd name="T19" fmla="*/ 3175 h 2"/>
              <a:gd name="T20" fmla="*/ 3175 w 2"/>
              <a:gd name="T21" fmla="*/ 3175 h 2"/>
              <a:gd name="T22" fmla="*/ 3175 w 2"/>
              <a:gd name="T23" fmla="*/ 0 h 2"/>
              <a:gd name="T24" fmla="*/ 3175 w 2"/>
              <a:gd name="T25" fmla="*/ 0 h 2"/>
              <a:gd name="T26" fmla="*/ 0 w 2"/>
              <a:gd name="T27" fmla="*/ 0 h 2"/>
              <a:gd name="T28" fmla="*/ 0 w 2"/>
              <a:gd name="T29" fmla="*/ 0 h 2"/>
              <a:gd name="T30" fmla="*/ 0 w 2"/>
              <a:gd name="T31" fmla="*/ 0 h 2"/>
              <a:gd name="T32" fmla="*/ 0 w 2"/>
              <a:gd name="T33" fmla="*/ 3175 h 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 h="2">
                <a:moveTo>
                  <a:pt x="0" y="2"/>
                </a:moveTo>
                <a:lnTo>
                  <a:pt x="0" y="2"/>
                </a:lnTo>
                <a:lnTo>
                  <a:pt x="2" y="2"/>
                </a:lnTo>
                <a:lnTo>
                  <a:pt x="2" y="0"/>
                </a:lnTo>
                <a:lnTo>
                  <a:pt x="0" y="0"/>
                </a:lnTo>
                <a:lnTo>
                  <a:pt x="0" y="2"/>
                </a:lnTo>
                <a:lnTo>
                  <a:pt x="2" y="2"/>
                </a:lnTo>
                <a:lnTo>
                  <a:pt x="2" y="0"/>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8" name="Freeform 1214"/>
          <p:cNvSpPr>
            <a:spLocks/>
          </p:cNvSpPr>
          <p:nvPr/>
        </p:nvSpPr>
        <p:spPr bwMode="auto">
          <a:xfrm>
            <a:off x="793756" y="557220"/>
            <a:ext cx="4233" cy="3175"/>
          </a:xfrm>
          <a:custGeom>
            <a:avLst/>
            <a:gdLst>
              <a:gd name="T0" fmla="*/ 0 w 2"/>
              <a:gd name="T1" fmla="*/ 3175 h 2"/>
              <a:gd name="T2" fmla="*/ 3175 w 2"/>
              <a:gd name="T3" fmla="*/ 3175 h 2"/>
              <a:gd name="T4" fmla="*/ 0 w 2"/>
              <a:gd name="T5" fmla="*/ 0 h 2"/>
              <a:gd name="T6" fmla="*/ 0 w 2"/>
              <a:gd name="T7" fmla="*/ 3175 h 2"/>
              <a:gd name="T8" fmla="*/ 0 w 2"/>
              <a:gd name="T9" fmla="*/ 3175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 h="2">
                <a:moveTo>
                  <a:pt x="0" y="2"/>
                </a:moveTo>
                <a:lnTo>
                  <a:pt x="2" y="2"/>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9" name="Rectangle 1215"/>
          <p:cNvSpPr>
            <a:spLocks noChangeArrowheads="1"/>
          </p:cNvSpPr>
          <p:nvPr/>
        </p:nvSpPr>
        <p:spPr bwMode="auto">
          <a:xfrm>
            <a:off x="793751" y="627070"/>
            <a:ext cx="2116" cy="15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30" name="Freeform 1217"/>
          <p:cNvSpPr>
            <a:spLocks/>
          </p:cNvSpPr>
          <p:nvPr/>
        </p:nvSpPr>
        <p:spPr bwMode="auto">
          <a:xfrm>
            <a:off x="793751" y="627070"/>
            <a:ext cx="2116" cy="1587"/>
          </a:xfrm>
          <a:custGeom>
            <a:avLst/>
            <a:gdLst>
              <a:gd name="T0" fmla="*/ 0 w 1587"/>
              <a:gd name="T1" fmla="*/ 0 h 1587"/>
              <a:gd name="T2" fmla="*/ 0 w 1587"/>
              <a:gd name="T3" fmla="*/ 0 h 1587"/>
              <a:gd name="T4" fmla="*/ 0 w 1587"/>
              <a:gd name="T5" fmla="*/ 0 h 1587"/>
              <a:gd name="T6" fmla="*/ 0 w 1587"/>
              <a:gd name="T7" fmla="*/ 0 h 1587"/>
              <a:gd name="T8" fmla="*/ 0 w 1587"/>
              <a:gd name="T9" fmla="*/ 0 h 1587"/>
              <a:gd name="T10" fmla="*/ 0 w 1587"/>
              <a:gd name="T11" fmla="*/ 0 h 1587"/>
              <a:gd name="T12" fmla="*/ 0 w 1587"/>
              <a:gd name="T13" fmla="*/ 0 h 1587"/>
              <a:gd name="T14" fmla="*/ 0 w 1587"/>
              <a:gd name="T15" fmla="*/ 0 h 1587"/>
              <a:gd name="T16" fmla="*/ 0 w 1587"/>
              <a:gd name="T17" fmla="*/ 0 h 1587"/>
              <a:gd name="T18" fmla="*/ 0 w 1587"/>
              <a:gd name="T19" fmla="*/ 0 h 1587"/>
              <a:gd name="T20" fmla="*/ 0 w 1587"/>
              <a:gd name="T21" fmla="*/ 0 h 1587"/>
              <a:gd name="T22" fmla="*/ 0 w 1587"/>
              <a:gd name="T23" fmla="*/ 0 h 1587"/>
              <a:gd name="T24" fmla="*/ 0 w 1587"/>
              <a:gd name="T25" fmla="*/ 0 h 1587"/>
              <a:gd name="T26" fmla="*/ 0 w 1587"/>
              <a:gd name="T27" fmla="*/ 0 h 1587"/>
              <a:gd name="T28" fmla="*/ 0 w 1587"/>
              <a:gd name="T29" fmla="*/ 0 h 1587"/>
              <a:gd name="T30" fmla="*/ 0 w 1587"/>
              <a:gd name="T31" fmla="*/ 0 h 1587"/>
              <a:gd name="T32" fmla="*/ 0 w 1587"/>
              <a:gd name="T33" fmla="*/ 0 h 1587"/>
              <a:gd name="T34" fmla="*/ 0 w 1587"/>
              <a:gd name="T35" fmla="*/ 0 h 1587"/>
              <a:gd name="T36" fmla="*/ 0 w 1587"/>
              <a:gd name="T37" fmla="*/ 0 h 1587"/>
              <a:gd name="T38" fmla="*/ 0 w 1587"/>
              <a:gd name="T39" fmla="*/ 0 h 1587"/>
              <a:gd name="T40" fmla="*/ 0 w 1587"/>
              <a:gd name="T41" fmla="*/ 0 h 1587"/>
              <a:gd name="T42" fmla="*/ 0 w 1587"/>
              <a:gd name="T43" fmla="*/ 0 h 1587"/>
              <a:gd name="T44" fmla="*/ 0 w 1587"/>
              <a:gd name="T45" fmla="*/ 0 h 1587"/>
              <a:gd name="T46" fmla="*/ 0 w 1587"/>
              <a:gd name="T47" fmla="*/ 0 h 1587"/>
              <a:gd name="T48" fmla="*/ 0 w 1587"/>
              <a:gd name="T49" fmla="*/ 0 h 1587"/>
              <a:gd name="T50" fmla="*/ 0 w 1587"/>
              <a:gd name="T51" fmla="*/ 0 h 1587"/>
              <a:gd name="T52" fmla="*/ 0 w 1587"/>
              <a:gd name="T53" fmla="*/ 0 h 1587"/>
              <a:gd name="T54" fmla="*/ 0 w 1587"/>
              <a:gd name="T55" fmla="*/ 0 h 1587"/>
              <a:gd name="T56" fmla="*/ 0 w 1587"/>
              <a:gd name="T57" fmla="*/ 0 h 1587"/>
              <a:gd name="T58" fmla="*/ 0 w 1587"/>
              <a:gd name="T59" fmla="*/ 0 h 158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1" name="Freeform 1219"/>
          <p:cNvSpPr>
            <a:spLocks/>
          </p:cNvSpPr>
          <p:nvPr/>
        </p:nvSpPr>
        <p:spPr bwMode="auto">
          <a:xfrm>
            <a:off x="975787" y="541345"/>
            <a:ext cx="2116" cy="1587"/>
          </a:xfrm>
          <a:custGeom>
            <a:avLst/>
            <a:gdLst>
              <a:gd name="T0" fmla="*/ 0 w 1587"/>
              <a:gd name="T1" fmla="*/ 0 h 1587"/>
              <a:gd name="T2" fmla="*/ 0 w 1587"/>
              <a:gd name="T3" fmla="*/ 0 h 1587"/>
              <a:gd name="T4" fmla="*/ 0 w 1587"/>
              <a:gd name="T5" fmla="*/ 0 h 1587"/>
              <a:gd name="T6" fmla="*/ 0 60000 65536"/>
              <a:gd name="T7" fmla="*/ 0 60000 65536"/>
              <a:gd name="T8" fmla="*/ 0 60000 65536"/>
            </a:gdLst>
            <a:ahLst/>
            <a:cxnLst>
              <a:cxn ang="T6">
                <a:pos x="T0" y="T1"/>
              </a:cxn>
              <a:cxn ang="T7">
                <a:pos x="T2" y="T3"/>
              </a:cxn>
              <a:cxn ang="T8">
                <a:pos x="T4" y="T5"/>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2" name="Freeform 1221"/>
          <p:cNvSpPr>
            <a:spLocks/>
          </p:cNvSpPr>
          <p:nvPr/>
        </p:nvSpPr>
        <p:spPr bwMode="auto">
          <a:xfrm>
            <a:off x="975789" y="541345"/>
            <a:ext cx="4233" cy="3175"/>
          </a:xfrm>
          <a:custGeom>
            <a:avLst/>
            <a:gdLst>
              <a:gd name="T0" fmla="*/ 3175 w 2"/>
              <a:gd name="T1" fmla="*/ 0 h 2"/>
              <a:gd name="T2" fmla="*/ 3175 w 2"/>
              <a:gd name="T3" fmla="*/ 0 h 2"/>
              <a:gd name="T4" fmla="*/ 3175 w 2"/>
              <a:gd name="T5" fmla="*/ 0 h 2"/>
              <a:gd name="T6" fmla="*/ 0 w 2"/>
              <a:gd name="T7" fmla="*/ 0 h 2"/>
              <a:gd name="T8" fmla="*/ 0 w 2"/>
              <a:gd name="T9" fmla="*/ 0 h 2"/>
              <a:gd name="T10" fmla="*/ 0 w 2"/>
              <a:gd name="T11" fmla="*/ 3175 h 2"/>
              <a:gd name="T12" fmla="*/ 3175 w 2"/>
              <a:gd name="T13" fmla="*/ 0 h 2"/>
              <a:gd name="T14" fmla="*/ 3175 w 2"/>
              <a:gd name="T15" fmla="*/ 0 h 2"/>
              <a:gd name="T16" fmla="*/ 3175 w 2"/>
              <a:gd name="T17" fmla="*/ 0 h 2"/>
              <a:gd name="T18" fmla="*/ 0 w 2"/>
              <a:gd name="T19" fmla="*/ 0 h 2"/>
              <a:gd name="T20" fmla="*/ 0 w 2"/>
              <a:gd name="T21" fmla="*/ 0 h 2"/>
              <a:gd name="T22" fmla="*/ 0 w 2"/>
              <a:gd name="T23" fmla="*/ 3175 h 2"/>
              <a:gd name="T24" fmla="*/ 3175 w 2"/>
              <a:gd name="T25" fmla="*/ 0 h 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 h="2">
                <a:moveTo>
                  <a:pt x="2" y="0"/>
                </a:moveTo>
                <a:lnTo>
                  <a:pt x="2" y="0"/>
                </a:lnTo>
                <a:lnTo>
                  <a:pt x="0" y="0"/>
                </a:lnTo>
                <a:lnTo>
                  <a:pt x="0" y="2"/>
                </a:lnTo>
                <a:lnTo>
                  <a:pt x="2" y="0"/>
                </a:lnTo>
                <a:lnTo>
                  <a:pt x="0" y="0"/>
                </a:lnTo>
                <a:lnTo>
                  <a:pt x="0" y="2"/>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3" name="Freeform 1234"/>
          <p:cNvSpPr>
            <a:spLocks/>
          </p:cNvSpPr>
          <p:nvPr/>
        </p:nvSpPr>
        <p:spPr bwMode="auto">
          <a:xfrm>
            <a:off x="963089" y="550870"/>
            <a:ext cx="4233" cy="1587"/>
          </a:xfrm>
          <a:custGeom>
            <a:avLst/>
            <a:gdLst>
              <a:gd name="T0" fmla="*/ 0 w 2"/>
              <a:gd name="T1" fmla="*/ 0 h 1587"/>
              <a:gd name="T2" fmla="*/ 0 w 2"/>
              <a:gd name="T3" fmla="*/ 0 h 1587"/>
              <a:gd name="T4" fmla="*/ 3175 w 2"/>
              <a:gd name="T5" fmla="*/ 0 h 1587"/>
              <a:gd name="T6" fmla="*/ 3175 w 2"/>
              <a:gd name="T7" fmla="*/ 0 h 1587"/>
              <a:gd name="T8" fmla="*/ 3175 w 2"/>
              <a:gd name="T9" fmla="*/ 0 h 1587"/>
              <a:gd name="T10" fmla="*/ 3175 w 2"/>
              <a:gd name="T11" fmla="*/ 0 h 1587"/>
              <a:gd name="T12" fmla="*/ 0 w 2"/>
              <a:gd name="T13" fmla="*/ 0 h 1587"/>
              <a:gd name="T14" fmla="*/ 0 w 2"/>
              <a:gd name="T15" fmla="*/ 0 h 1587"/>
              <a:gd name="T16" fmla="*/ 0 w 2"/>
              <a:gd name="T17" fmla="*/ 0 h 1587"/>
              <a:gd name="T18" fmla="*/ 0 w 2"/>
              <a:gd name="T19" fmla="*/ 0 h 1587"/>
              <a:gd name="T20" fmla="*/ 0 w 2"/>
              <a:gd name="T21" fmla="*/ 0 h 1587"/>
              <a:gd name="T22" fmla="*/ 0 w 2"/>
              <a:gd name="T23" fmla="*/ 0 h 1587"/>
              <a:gd name="T24" fmla="*/ 3175 w 2"/>
              <a:gd name="T25" fmla="*/ 0 h 1587"/>
              <a:gd name="T26" fmla="*/ 3175 w 2"/>
              <a:gd name="T27" fmla="*/ 0 h 1587"/>
              <a:gd name="T28" fmla="*/ 3175 w 2"/>
              <a:gd name="T29" fmla="*/ 0 h 1587"/>
              <a:gd name="T30" fmla="*/ 0 w 2"/>
              <a:gd name="T31" fmla="*/ 0 h 1587"/>
              <a:gd name="T32" fmla="*/ 0 w 2"/>
              <a:gd name="T33" fmla="*/ 0 h 1587"/>
              <a:gd name="T34" fmla="*/ 3175 w 2"/>
              <a:gd name="T35" fmla="*/ 0 h 1587"/>
              <a:gd name="T36" fmla="*/ 0 w 2"/>
              <a:gd name="T37" fmla="*/ 0 h 1587"/>
              <a:gd name="T38" fmla="*/ 0 w 2"/>
              <a:gd name="T39" fmla="*/ 0 h 1587"/>
              <a:gd name="T40" fmla="*/ 0 w 2"/>
              <a:gd name="T41" fmla="*/ 0 h 1587"/>
              <a:gd name="T42" fmla="*/ 0 w 2"/>
              <a:gd name="T43" fmla="*/ 0 h 1587"/>
              <a:gd name="T44" fmla="*/ 0 w 2"/>
              <a:gd name="T45" fmla="*/ 0 h 1587"/>
              <a:gd name="T46" fmla="*/ 0 w 2"/>
              <a:gd name="T47" fmla="*/ 0 h 1587"/>
              <a:gd name="T48" fmla="*/ 0 w 2"/>
              <a:gd name="T49" fmla="*/ 0 h 1587"/>
              <a:gd name="T50" fmla="*/ 0 w 2"/>
              <a:gd name="T51" fmla="*/ 0 h 1587"/>
              <a:gd name="T52" fmla="*/ 0 w 2"/>
              <a:gd name="T53" fmla="*/ 0 h 1587"/>
              <a:gd name="T54" fmla="*/ 0 w 2"/>
              <a:gd name="T55" fmla="*/ 0 h 1587"/>
              <a:gd name="T56" fmla="*/ 0 w 2"/>
              <a:gd name="T57" fmla="*/ 0 h 1587"/>
              <a:gd name="T58" fmla="*/ 0 w 2"/>
              <a:gd name="T59" fmla="*/ 0 h 1587"/>
              <a:gd name="T60" fmla="*/ 0 w 2"/>
              <a:gd name="T61" fmla="*/ 0 h 158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 h="1587">
                <a:moveTo>
                  <a:pt x="0" y="0"/>
                </a:moveTo>
                <a:lnTo>
                  <a:pt x="0" y="0"/>
                </a:lnTo>
                <a:lnTo>
                  <a:pt x="2" y="0"/>
                </a:lnTo>
                <a:lnTo>
                  <a:pt x="0" y="0"/>
                </a:lnTo>
                <a:lnTo>
                  <a:pt x="2" y="0"/>
                </a:lnTo>
                <a:lnTo>
                  <a:pt x="0" y="0"/>
                </a:lnTo>
                <a:lnTo>
                  <a:pt x="2"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4" name="Line 1237"/>
          <p:cNvSpPr>
            <a:spLocks noChangeShapeType="1"/>
          </p:cNvSpPr>
          <p:nvPr/>
        </p:nvSpPr>
        <p:spPr bwMode="auto">
          <a:xfrm>
            <a:off x="971551" y="544520"/>
            <a:ext cx="2116"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5" name="Line 1238"/>
          <p:cNvSpPr>
            <a:spLocks noChangeShapeType="1"/>
          </p:cNvSpPr>
          <p:nvPr/>
        </p:nvSpPr>
        <p:spPr bwMode="auto">
          <a:xfrm>
            <a:off x="971551" y="544520"/>
            <a:ext cx="2116"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6" name="Freeform 1240"/>
          <p:cNvSpPr>
            <a:spLocks/>
          </p:cNvSpPr>
          <p:nvPr/>
        </p:nvSpPr>
        <p:spPr bwMode="auto">
          <a:xfrm>
            <a:off x="971551" y="541345"/>
            <a:ext cx="2116" cy="3175"/>
          </a:xfrm>
          <a:custGeom>
            <a:avLst/>
            <a:gdLst>
              <a:gd name="T0" fmla="*/ 0 w 1587"/>
              <a:gd name="T1" fmla="*/ 3175 h 2"/>
              <a:gd name="T2" fmla="*/ 0 w 1587"/>
              <a:gd name="T3" fmla="*/ 3175 h 2"/>
              <a:gd name="T4" fmla="*/ 0 w 1587"/>
              <a:gd name="T5" fmla="*/ 0 h 2"/>
              <a:gd name="T6" fmla="*/ 0 w 1587"/>
              <a:gd name="T7" fmla="*/ 3175 h 2"/>
              <a:gd name="T8" fmla="*/ 0 w 1587"/>
              <a:gd name="T9" fmla="*/ 3175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7" h="2">
                <a:moveTo>
                  <a:pt x="0" y="2"/>
                </a:moveTo>
                <a:lnTo>
                  <a:pt x="0" y="2"/>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7" name="Freeform 1243"/>
          <p:cNvSpPr>
            <a:spLocks/>
          </p:cNvSpPr>
          <p:nvPr/>
        </p:nvSpPr>
        <p:spPr bwMode="auto">
          <a:xfrm>
            <a:off x="971556" y="538170"/>
            <a:ext cx="4233" cy="3175"/>
          </a:xfrm>
          <a:custGeom>
            <a:avLst/>
            <a:gdLst>
              <a:gd name="T0" fmla="*/ 3175 w 2"/>
              <a:gd name="T1" fmla="*/ 3175 h 2"/>
              <a:gd name="T2" fmla="*/ 3175 w 2"/>
              <a:gd name="T3" fmla="*/ 3175 h 2"/>
              <a:gd name="T4" fmla="*/ 3175 w 2"/>
              <a:gd name="T5" fmla="*/ 3175 h 2"/>
              <a:gd name="T6" fmla="*/ 3175 w 2"/>
              <a:gd name="T7" fmla="*/ 3175 h 2"/>
              <a:gd name="T8" fmla="*/ 0 w 2"/>
              <a:gd name="T9" fmla="*/ 3175 h 2"/>
              <a:gd name="T10" fmla="*/ 0 w 2"/>
              <a:gd name="T11" fmla="*/ 3175 h 2"/>
              <a:gd name="T12" fmla="*/ 3175 w 2"/>
              <a:gd name="T13" fmla="*/ 3175 h 2"/>
              <a:gd name="T14" fmla="*/ 0 w 2"/>
              <a:gd name="T15" fmla="*/ 3175 h 2"/>
              <a:gd name="T16" fmla="*/ 0 w 2"/>
              <a:gd name="T17" fmla="*/ 3175 h 2"/>
              <a:gd name="T18" fmla="*/ 0 w 2"/>
              <a:gd name="T19" fmla="*/ 3175 h 2"/>
              <a:gd name="T20" fmla="*/ 0 w 2"/>
              <a:gd name="T21" fmla="*/ 3175 h 2"/>
              <a:gd name="T22" fmla="*/ 0 w 2"/>
              <a:gd name="T23" fmla="*/ 3175 h 2"/>
              <a:gd name="T24" fmla="*/ 0 w 2"/>
              <a:gd name="T25" fmla="*/ 3175 h 2"/>
              <a:gd name="T26" fmla="*/ 0 w 2"/>
              <a:gd name="T27" fmla="*/ 3175 h 2"/>
              <a:gd name="T28" fmla="*/ 0 w 2"/>
              <a:gd name="T29" fmla="*/ 3175 h 2"/>
              <a:gd name="T30" fmla="*/ 0 w 2"/>
              <a:gd name="T31" fmla="*/ 3175 h 2"/>
              <a:gd name="T32" fmla="*/ 0 w 2"/>
              <a:gd name="T33" fmla="*/ 3175 h 2"/>
              <a:gd name="T34" fmla="*/ 0 w 2"/>
              <a:gd name="T35" fmla="*/ 3175 h 2"/>
              <a:gd name="T36" fmla="*/ 0 w 2"/>
              <a:gd name="T37" fmla="*/ 3175 h 2"/>
              <a:gd name="T38" fmla="*/ 3175 w 2"/>
              <a:gd name="T39" fmla="*/ 3175 h 2"/>
              <a:gd name="T40" fmla="*/ 3175 w 2"/>
              <a:gd name="T41" fmla="*/ 3175 h 2"/>
              <a:gd name="T42" fmla="*/ 3175 w 2"/>
              <a:gd name="T43" fmla="*/ 3175 h 2"/>
              <a:gd name="T44" fmla="*/ 3175 w 2"/>
              <a:gd name="T45" fmla="*/ 3175 h 2"/>
              <a:gd name="T46" fmla="*/ 3175 w 2"/>
              <a:gd name="T47" fmla="*/ 3175 h 2"/>
              <a:gd name="T48" fmla="*/ 0 w 2"/>
              <a:gd name="T49" fmla="*/ 0 h 2"/>
              <a:gd name="T50" fmla="*/ 0 w 2"/>
              <a:gd name="T51" fmla="*/ 3175 h 2"/>
              <a:gd name="T52" fmla="*/ 0 w 2"/>
              <a:gd name="T53" fmla="*/ 3175 h 2"/>
              <a:gd name="T54" fmla="*/ 0 w 2"/>
              <a:gd name="T55" fmla="*/ 3175 h 2"/>
              <a:gd name="T56" fmla="*/ 3175 w 2"/>
              <a:gd name="T57" fmla="*/ 3175 h 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 h="2">
                <a:moveTo>
                  <a:pt x="2" y="2"/>
                </a:moveTo>
                <a:lnTo>
                  <a:pt x="2" y="2"/>
                </a:lnTo>
                <a:lnTo>
                  <a:pt x="0" y="2"/>
                </a:lnTo>
                <a:lnTo>
                  <a:pt x="2" y="2"/>
                </a:lnTo>
                <a:lnTo>
                  <a:pt x="0" y="2"/>
                </a:lnTo>
                <a:lnTo>
                  <a:pt x="2" y="2"/>
                </a:lnTo>
                <a:lnTo>
                  <a:pt x="0" y="0"/>
                </a:lnTo>
                <a:lnTo>
                  <a:pt x="0" y="2"/>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8" name="Freeform 1246"/>
          <p:cNvSpPr>
            <a:spLocks/>
          </p:cNvSpPr>
          <p:nvPr/>
        </p:nvSpPr>
        <p:spPr bwMode="auto">
          <a:xfrm>
            <a:off x="967322" y="547695"/>
            <a:ext cx="4233" cy="3175"/>
          </a:xfrm>
          <a:custGeom>
            <a:avLst/>
            <a:gdLst>
              <a:gd name="T0" fmla="*/ 0 w 2"/>
              <a:gd name="T1" fmla="*/ 3175 h 2"/>
              <a:gd name="T2" fmla="*/ 0 w 2"/>
              <a:gd name="T3" fmla="*/ 3175 h 2"/>
              <a:gd name="T4" fmla="*/ 3175 w 2"/>
              <a:gd name="T5" fmla="*/ 0 h 2"/>
              <a:gd name="T6" fmla="*/ 3175 w 2"/>
              <a:gd name="T7" fmla="*/ 0 h 2"/>
              <a:gd name="T8" fmla="*/ 0 w 2"/>
              <a:gd name="T9" fmla="*/ 0 h 2"/>
              <a:gd name="T10" fmla="*/ 0 w 2"/>
              <a:gd name="T11" fmla="*/ 0 h 2"/>
              <a:gd name="T12" fmla="*/ 0 w 2"/>
              <a:gd name="T13" fmla="*/ 3175 h 2"/>
              <a:gd name="T14" fmla="*/ 0 w 2"/>
              <a:gd name="T15" fmla="*/ 3175 h 2"/>
              <a:gd name="T16" fmla="*/ 3175 w 2"/>
              <a:gd name="T17" fmla="*/ 0 h 2"/>
              <a:gd name="T18" fmla="*/ 3175 w 2"/>
              <a:gd name="T19" fmla="*/ 0 h 2"/>
              <a:gd name="T20" fmla="*/ 0 w 2"/>
              <a:gd name="T21" fmla="*/ 0 h 2"/>
              <a:gd name="T22" fmla="*/ 0 w 2"/>
              <a:gd name="T23" fmla="*/ 0 h 2"/>
              <a:gd name="T24" fmla="*/ 0 w 2"/>
              <a:gd name="T25" fmla="*/ 0 h 2"/>
              <a:gd name="T26" fmla="*/ 0 w 2"/>
              <a:gd name="T27" fmla="*/ 0 h 2"/>
              <a:gd name="T28" fmla="*/ 0 w 2"/>
              <a:gd name="T29" fmla="*/ 0 h 2"/>
              <a:gd name="T30" fmla="*/ 0 w 2"/>
              <a:gd name="T31" fmla="*/ 0 h 2"/>
              <a:gd name="T32" fmla="*/ 0 w 2"/>
              <a:gd name="T33" fmla="*/ 0 h 2"/>
              <a:gd name="T34" fmla="*/ 0 w 2"/>
              <a:gd name="T35" fmla="*/ 0 h 2"/>
              <a:gd name="T36" fmla="*/ 0 w 2"/>
              <a:gd name="T37" fmla="*/ 0 h 2"/>
              <a:gd name="T38" fmla="*/ 0 w 2"/>
              <a:gd name="T39" fmla="*/ 0 h 2"/>
              <a:gd name="T40" fmla="*/ 0 w 2"/>
              <a:gd name="T41" fmla="*/ 0 h 2"/>
              <a:gd name="T42" fmla="*/ 0 w 2"/>
              <a:gd name="T43" fmla="*/ 0 h 2"/>
              <a:gd name="T44" fmla="*/ 0 w 2"/>
              <a:gd name="T45" fmla="*/ 0 h 2"/>
              <a:gd name="T46" fmla="*/ 0 w 2"/>
              <a:gd name="T47" fmla="*/ 3175 h 2"/>
              <a:gd name="T48" fmla="*/ 0 w 2"/>
              <a:gd name="T49" fmla="*/ 3175 h 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 h="2">
                <a:moveTo>
                  <a:pt x="0" y="2"/>
                </a:moveTo>
                <a:lnTo>
                  <a:pt x="0" y="2"/>
                </a:lnTo>
                <a:lnTo>
                  <a:pt x="2" y="0"/>
                </a:lnTo>
                <a:lnTo>
                  <a:pt x="0" y="0"/>
                </a:lnTo>
                <a:lnTo>
                  <a:pt x="0" y="2"/>
                </a:lnTo>
                <a:lnTo>
                  <a:pt x="2" y="0"/>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9" name="Freeform 1250"/>
          <p:cNvSpPr>
            <a:spLocks/>
          </p:cNvSpPr>
          <p:nvPr/>
        </p:nvSpPr>
        <p:spPr bwMode="auto">
          <a:xfrm>
            <a:off x="975789" y="530225"/>
            <a:ext cx="4233" cy="1588"/>
          </a:xfrm>
          <a:custGeom>
            <a:avLst/>
            <a:gdLst>
              <a:gd name="T0" fmla="*/ 3175 w 2"/>
              <a:gd name="T1" fmla="*/ 0 h 1588"/>
              <a:gd name="T2" fmla="*/ 0 w 2"/>
              <a:gd name="T3" fmla="*/ 0 h 1588"/>
              <a:gd name="T4" fmla="*/ 3175 w 2"/>
              <a:gd name="T5" fmla="*/ 0 h 1588"/>
              <a:gd name="T6" fmla="*/ 0 60000 65536"/>
              <a:gd name="T7" fmla="*/ 0 60000 65536"/>
              <a:gd name="T8" fmla="*/ 0 60000 65536"/>
            </a:gdLst>
            <a:ahLst/>
            <a:cxnLst>
              <a:cxn ang="T6">
                <a:pos x="T0" y="T1"/>
              </a:cxn>
              <a:cxn ang="T7">
                <a:pos x="T2" y="T3"/>
              </a:cxn>
              <a:cxn ang="T8">
                <a:pos x="T4" y="T5"/>
              </a:cxn>
            </a:cxnLst>
            <a:rect l="0" t="0" r="r" b="b"/>
            <a:pathLst>
              <a:path w="2" h="1588">
                <a:moveTo>
                  <a:pt x="2" y="0"/>
                </a:moveTo>
                <a:lnTo>
                  <a:pt x="0" y="0"/>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0" name="Freeform 1252"/>
          <p:cNvSpPr>
            <a:spLocks/>
          </p:cNvSpPr>
          <p:nvPr/>
        </p:nvSpPr>
        <p:spPr bwMode="auto">
          <a:xfrm>
            <a:off x="975789" y="527050"/>
            <a:ext cx="4233" cy="7938"/>
          </a:xfrm>
          <a:custGeom>
            <a:avLst/>
            <a:gdLst>
              <a:gd name="T0" fmla="*/ 3175 w 2"/>
              <a:gd name="T1" fmla="*/ 3175 h 5"/>
              <a:gd name="T2" fmla="*/ 3175 w 2"/>
              <a:gd name="T3" fmla="*/ 3175 h 5"/>
              <a:gd name="T4" fmla="*/ 0 w 2"/>
              <a:gd name="T5" fmla="*/ 0 h 5"/>
              <a:gd name="T6" fmla="*/ 0 w 2"/>
              <a:gd name="T7" fmla="*/ 3175 h 5"/>
              <a:gd name="T8" fmla="*/ 0 w 2"/>
              <a:gd name="T9" fmla="*/ 3175 h 5"/>
              <a:gd name="T10" fmla="*/ 3175 w 2"/>
              <a:gd name="T11" fmla="*/ 7938 h 5"/>
              <a:gd name="T12" fmla="*/ 3175 w 2"/>
              <a:gd name="T13" fmla="*/ 3175 h 5"/>
              <a:gd name="T14" fmla="*/ 3175 w 2"/>
              <a:gd name="T15" fmla="*/ 3175 h 5"/>
              <a:gd name="T16" fmla="*/ 0 w 2"/>
              <a:gd name="T17" fmla="*/ 0 h 5"/>
              <a:gd name="T18" fmla="*/ 0 w 2"/>
              <a:gd name="T19" fmla="*/ 3175 h 5"/>
              <a:gd name="T20" fmla="*/ 0 w 2"/>
              <a:gd name="T21" fmla="*/ 3175 h 5"/>
              <a:gd name="T22" fmla="*/ 3175 w 2"/>
              <a:gd name="T23" fmla="*/ 7938 h 5"/>
              <a:gd name="T24" fmla="*/ 3175 w 2"/>
              <a:gd name="T25" fmla="*/ 3175 h 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 h="5">
                <a:moveTo>
                  <a:pt x="2" y="2"/>
                </a:moveTo>
                <a:lnTo>
                  <a:pt x="2" y="2"/>
                </a:lnTo>
                <a:lnTo>
                  <a:pt x="0" y="0"/>
                </a:lnTo>
                <a:lnTo>
                  <a:pt x="0" y="2"/>
                </a:lnTo>
                <a:lnTo>
                  <a:pt x="2" y="5"/>
                </a:lnTo>
                <a:lnTo>
                  <a:pt x="2" y="2"/>
                </a:lnTo>
                <a:lnTo>
                  <a:pt x="0" y="0"/>
                </a:lnTo>
                <a:lnTo>
                  <a:pt x="0" y="2"/>
                </a:lnTo>
                <a:lnTo>
                  <a:pt x="2" y="5"/>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1" name="Freeform 1255"/>
          <p:cNvSpPr>
            <a:spLocks/>
          </p:cNvSpPr>
          <p:nvPr/>
        </p:nvSpPr>
        <p:spPr bwMode="auto">
          <a:xfrm>
            <a:off x="950389" y="550870"/>
            <a:ext cx="4233" cy="1587"/>
          </a:xfrm>
          <a:custGeom>
            <a:avLst/>
            <a:gdLst>
              <a:gd name="T0" fmla="*/ 0 w 2"/>
              <a:gd name="T1" fmla="*/ 0 h 1587"/>
              <a:gd name="T2" fmla="*/ 3175 w 2"/>
              <a:gd name="T3" fmla="*/ 0 h 1587"/>
              <a:gd name="T4" fmla="*/ 3175 w 2"/>
              <a:gd name="T5" fmla="*/ 0 h 1587"/>
              <a:gd name="T6" fmla="*/ 3175 w 2"/>
              <a:gd name="T7" fmla="*/ 0 h 1587"/>
              <a:gd name="T8" fmla="*/ 3175 w 2"/>
              <a:gd name="T9" fmla="*/ 0 h 1587"/>
              <a:gd name="T10" fmla="*/ 0 w 2"/>
              <a:gd name="T11" fmla="*/ 0 h 1587"/>
              <a:gd name="T12" fmla="*/ 0 w 2"/>
              <a:gd name="T13" fmla="*/ 0 h 1587"/>
              <a:gd name="T14" fmla="*/ 0 w 2"/>
              <a:gd name="T15" fmla="*/ 0 h 1587"/>
              <a:gd name="T16" fmla="*/ 0 w 2"/>
              <a:gd name="T17" fmla="*/ 0 h 1587"/>
              <a:gd name="T18" fmla="*/ 3175 w 2"/>
              <a:gd name="T19" fmla="*/ 0 h 1587"/>
              <a:gd name="T20" fmla="*/ 3175 w 2"/>
              <a:gd name="T21" fmla="*/ 0 h 1587"/>
              <a:gd name="T22" fmla="*/ 3175 w 2"/>
              <a:gd name="T23" fmla="*/ 0 h 1587"/>
              <a:gd name="T24" fmla="*/ 3175 w 2"/>
              <a:gd name="T25" fmla="*/ 0 h 1587"/>
              <a:gd name="T26" fmla="*/ 3175 w 2"/>
              <a:gd name="T27" fmla="*/ 0 h 1587"/>
              <a:gd name="T28" fmla="*/ 3175 w 2"/>
              <a:gd name="T29" fmla="*/ 0 h 1587"/>
              <a:gd name="T30" fmla="*/ 3175 w 2"/>
              <a:gd name="T31" fmla="*/ 0 h 1587"/>
              <a:gd name="T32" fmla="*/ 3175 w 2"/>
              <a:gd name="T33" fmla="*/ 0 h 1587"/>
              <a:gd name="T34" fmla="*/ 3175 w 2"/>
              <a:gd name="T35" fmla="*/ 0 h 1587"/>
              <a:gd name="T36" fmla="*/ 3175 w 2"/>
              <a:gd name="T37" fmla="*/ 0 h 1587"/>
              <a:gd name="T38" fmla="*/ 3175 w 2"/>
              <a:gd name="T39" fmla="*/ 0 h 1587"/>
              <a:gd name="T40" fmla="*/ 3175 w 2"/>
              <a:gd name="T41" fmla="*/ 0 h 1587"/>
              <a:gd name="T42" fmla="*/ 3175 w 2"/>
              <a:gd name="T43" fmla="*/ 0 h 1587"/>
              <a:gd name="T44" fmla="*/ 3175 w 2"/>
              <a:gd name="T45" fmla="*/ 0 h 1587"/>
              <a:gd name="T46" fmla="*/ 3175 w 2"/>
              <a:gd name="T47" fmla="*/ 0 h 1587"/>
              <a:gd name="T48" fmla="*/ 3175 w 2"/>
              <a:gd name="T49" fmla="*/ 0 h 1587"/>
              <a:gd name="T50" fmla="*/ 3175 w 2"/>
              <a:gd name="T51" fmla="*/ 0 h 1587"/>
              <a:gd name="T52" fmla="*/ 3175 w 2"/>
              <a:gd name="T53" fmla="*/ 0 h 1587"/>
              <a:gd name="T54" fmla="*/ 3175 w 2"/>
              <a:gd name="T55" fmla="*/ 0 h 1587"/>
              <a:gd name="T56" fmla="*/ 3175 w 2"/>
              <a:gd name="T57" fmla="*/ 0 h 1587"/>
              <a:gd name="T58" fmla="*/ 0 w 2"/>
              <a:gd name="T59" fmla="*/ 0 h 1587"/>
              <a:gd name="T60" fmla="*/ 0 w 2"/>
              <a:gd name="T61" fmla="*/ 0 h 1587"/>
              <a:gd name="T62" fmla="*/ 0 w 2"/>
              <a:gd name="T63" fmla="*/ 0 h 158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 h="1587">
                <a:moveTo>
                  <a:pt x="0" y="0"/>
                </a:moveTo>
                <a:lnTo>
                  <a:pt x="2" y="0"/>
                </a:lnTo>
                <a:lnTo>
                  <a:pt x="0" y="0"/>
                </a:lnTo>
                <a:lnTo>
                  <a:pt x="2"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2" name="Rectangle 1256"/>
          <p:cNvSpPr>
            <a:spLocks noChangeArrowheads="1"/>
          </p:cNvSpPr>
          <p:nvPr/>
        </p:nvSpPr>
        <p:spPr bwMode="auto">
          <a:xfrm>
            <a:off x="963087" y="550870"/>
            <a:ext cx="2116" cy="15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43" name="Freeform 1258"/>
          <p:cNvSpPr>
            <a:spLocks/>
          </p:cNvSpPr>
          <p:nvPr/>
        </p:nvSpPr>
        <p:spPr bwMode="auto">
          <a:xfrm>
            <a:off x="963087" y="550870"/>
            <a:ext cx="2116" cy="1587"/>
          </a:xfrm>
          <a:custGeom>
            <a:avLst/>
            <a:gdLst>
              <a:gd name="T0" fmla="*/ 0 w 1587"/>
              <a:gd name="T1" fmla="*/ 0 h 1587"/>
              <a:gd name="T2" fmla="*/ 0 w 1587"/>
              <a:gd name="T3" fmla="*/ 0 h 1587"/>
              <a:gd name="T4" fmla="*/ 0 w 1587"/>
              <a:gd name="T5" fmla="*/ 0 h 1587"/>
              <a:gd name="T6" fmla="*/ 0 w 1587"/>
              <a:gd name="T7" fmla="*/ 0 h 1587"/>
              <a:gd name="T8" fmla="*/ 0 w 1587"/>
              <a:gd name="T9" fmla="*/ 0 h 1587"/>
              <a:gd name="T10" fmla="*/ 0 w 1587"/>
              <a:gd name="T11" fmla="*/ 0 h 1587"/>
              <a:gd name="T12" fmla="*/ 0 w 1587"/>
              <a:gd name="T13" fmla="*/ 0 h 1587"/>
              <a:gd name="T14" fmla="*/ 0 w 1587"/>
              <a:gd name="T15" fmla="*/ 0 h 1587"/>
              <a:gd name="T16" fmla="*/ 0 w 1587"/>
              <a:gd name="T17" fmla="*/ 0 h 1587"/>
              <a:gd name="T18" fmla="*/ 0 w 1587"/>
              <a:gd name="T19" fmla="*/ 0 h 1587"/>
              <a:gd name="T20" fmla="*/ 0 w 1587"/>
              <a:gd name="T21" fmla="*/ 0 h 1587"/>
              <a:gd name="T22" fmla="*/ 0 w 1587"/>
              <a:gd name="T23" fmla="*/ 0 h 1587"/>
              <a:gd name="T24" fmla="*/ 0 w 1587"/>
              <a:gd name="T25" fmla="*/ 0 h 1587"/>
              <a:gd name="T26" fmla="*/ 0 w 1587"/>
              <a:gd name="T27" fmla="*/ 0 h 1587"/>
              <a:gd name="T28" fmla="*/ 0 w 1587"/>
              <a:gd name="T29" fmla="*/ 0 h 1587"/>
              <a:gd name="T30" fmla="*/ 0 w 1587"/>
              <a:gd name="T31" fmla="*/ 0 h 1587"/>
              <a:gd name="T32" fmla="*/ 0 w 1587"/>
              <a:gd name="T33" fmla="*/ 0 h 1587"/>
              <a:gd name="T34" fmla="*/ 0 w 1587"/>
              <a:gd name="T35" fmla="*/ 0 h 1587"/>
              <a:gd name="T36" fmla="*/ 0 w 1587"/>
              <a:gd name="T37" fmla="*/ 0 h 1587"/>
              <a:gd name="T38" fmla="*/ 0 w 1587"/>
              <a:gd name="T39" fmla="*/ 0 h 1587"/>
              <a:gd name="T40" fmla="*/ 0 w 1587"/>
              <a:gd name="T41" fmla="*/ 0 h 1587"/>
              <a:gd name="T42" fmla="*/ 0 w 1587"/>
              <a:gd name="T43" fmla="*/ 0 h 1587"/>
              <a:gd name="T44" fmla="*/ 0 w 1587"/>
              <a:gd name="T45" fmla="*/ 0 h 1587"/>
              <a:gd name="T46" fmla="*/ 0 w 1587"/>
              <a:gd name="T47" fmla="*/ 0 h 1587"/>
              <a:gd name="T48" fmla="*/ 0 w 1587"/>
              <a:gd name="T49" fmla="*/ 0 h 1587"/>
              <a:gd name="T50" fmla="*/ 0 w 1587"/>
              <a:gd name="T51" fmla="*/ 0 h 1587"/>
              <a:gd name="T52" fmla="*/ 0 w 1587"/>
              <a:gd name="T53" fmla="*/ 0 h 1587"/>
              <a:gd name="T54" fmla="*/ 0 w 1587"/>
              <a:gd name="T55" fmla="*/ 0 h 1587"/>
              <a:gd name="T56" fmla="*/ 0 w 1587"/>
              <a:gd name="T57" fmla="*/ 0 h 1587"/>
              <a:gd name="T58" fmla="*/ 0 w 1587"/>
              <a:gd name="T59" fmla="*/ 0 h 1587"/>
              <a:gd name="T60" fmla="*/ 0 w 1587"/>
              <a:gd name="T61" fmla="*/ 0 h 158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4" name="Freeform 1266"/>
          <p:cNvSpPr>
            <a:spLocks/>
          </p:cNvSpPr>
          <p:nvPr/>
        </p:nvSpPr>
        <p:spPr bwMode="auto">
          <a:xfrm>
            <a:off x="971551" y="534995"/>
            <a:ext cx="2116" cy="1587"/>
          </a:xfrm>
          <a:custGeom>
            <a:avLst/>
            <a:gdLst>
              <a:gd name="T0" fmla="*/ 0 w 1587"/>
              <a:gd name="T1" fmla="*/ 0 h 1587"/>
              <a:gd name="T2" fmla="*/ 0 w 1587"/>
              <a:gd name="T3" fmla="*/ 0 h 1587"/>
              <a:gd name="T4" fmla="*/ 0 w 1587"/>
              <a:gd name="T5" fmla="*/ 0 h 1587"/>
              <a:gd name="T6" fmla="*/ 0 w 1587"/>
              <a:gd name="T7" fmla="*/ 0 h 1587"/>
              <a:gd name="T8" fmla="*/ 0 w 1587"/>
              <a:gd name="T9" fmla="*/ 0 h 1587"/>
              <a:gd name="T10" fmla="*/ 0 w 1587"/>
              <a:gd name="T11" fmla="*/ 0 h 1587"/>
              <a:gd name="T12" fmla="*/ 0 w 1587"/>
              <a:gd name="T13" fmla="*/ 0 h 1587"/>
              <a:gd name="T14" fmla="*/ 0 w 1587"/>
              <a:gd name="T15" fmla="*/ 0 h 1587"/>
              <a:gd name="T16" fmla="*/ 0 w 1587"/>
              <a:gd name="T17" fmla="*/ 0 h 1587"/>
              <a:gd name="T18" fmla="*/ 0 w 1587"/>
              <a:gd name="T19" fmla="*/ 0 h 1587"/>
              <a:gd name="T20" fmla="*/ 0 w 1587"/>
              <a:gd name="T21" fmla="*/ 0 h 1587"/>
              <a:gd name="T22" fmla="*/ 0 w 1587"/>
              <a:gd name="T23" fmla="*/ 0 h 1587"/>
              <a:gd name="T24" fmla="*/ 0 w 1587"/>
              <a:gd name="T25" fmla="*/ 0 h 1587"/>
              <a:gd name="T26" fmla="*/ 0 w 1587"/>
              <a:gd name="T27" fmla="*/ 0 h 1587"/>
              <a:gd name="T28" fmla="*/ 0 w 1587"/>
              <a:gd name="T29" fmla="*/ 0 h 1587"/>
              <a:gd name="T30" fmla="*/ 0 w 1587"/>
              <a:gd name="T31" fmla="*/ 0 h 1587"/>
              <a:gd name="T32" fmla="*/ 0 w 1587"/>
              <a:gd name="T33" fmla="*/ 0 h 1587"/>
              <a:gd name="T34" fmla="*/ 0 w 1587"/>
              <a:gd name="T35" fmla="*/ 0 h 1587"/>
              <a:gd name="T36" fmla="*/ 0 w 1587"/>
              <a:gd name="T37" fmla="*/ 0 h 1587"/>
              <a:gd name="T38" fmla="*/ 0 w 1587"/>
              <a:gd name="T39" fmla="*/ 0 h 1587"/>
              <a:gd name="T40" fmla="*/ 0 w 1587"/>
              <a:gd name="T41" fmla="*/ 0 h 1587"/>
              <a:gd name="T42" fmla="*/ 0 w 1587"/>
              <a:gd name="T43" fmla="*/ 0 h 1587"/>
              <a:gd name="T44" fmla="*/ 0 w 1587"/>
              <a:gd name="T45" fmla="*/ 0 h 1587"/>
              <a:gd name="T46" fmla="*/ 0 w 1587"/>
              <a:gd name="T47" fmla="*/ 0 h 1587"/>
              <a:gd name="T48" fmla="*/ 0 w 1587"/>
              <a:gd name="T49" fmla="*/ 0 h 1587"/>
              <a:gd name="T50" fmla="*/ 0 w 1587"/>
              <a:gd name="T51" fmla="*/ 0 h 1587"/>
              <a:gd name="T52" fmla="*/ 0 w 1587"/>
              <a:gd name="T53" fmla="*/ 0 h 1587"/>
              <a:gd name="T54" fmla="*/ 0 w 1587"/>
              <a:gd name="T55" fmla="*/ 0 h 1587"/>
              <a:gd name="T56" fmla="*/ 0 w 1587"/>
              <a:gd name="T57" fmla="*/ 0 h 1587"/>
              <a:gd name="T58" fmla="*/ 0 w 1587"/>
              <a:gd name="T59" fmla="*/ 0 h 1587"/>
              <a:gd name="T60" fmla="*/ 0 w 1587"/>
              <a:gd name="T61" fmla="*/ 0 h 1587"/>
              <a:gd name="T62" fmla="*/ 0 w 1587"/>
              <a:gd name="T63" fmla="*/ 0 h 1587"/>
              <a:gd name="T64" fmla="*/ 0 w 1587"/>
              <a:gd name="T65" fmla="*/ 0 h 1587"/>
              <a:gd name="T66" fmla="*/ 0 w 1587"/>
              <a:gd name="T67" fmla="*/ 0 h 1587"/>
              <a:gd name="T68" fmla="*/ 0 w 1587"/>
              <a:gd name="T69" fmla="*/ 0 h 1587"/>
              <a:gd name="T70" fmla="*/ 0 w 1587"/>
              <a:gd name="T71" fmla="*/ 0 h 1587"/>
              <a:gd name="T72" fmla="*/ 0 w 1587"/>
              <a:gd name="T73" fmla="*/ 0 h 1587"/>
              <a:gd name="T74" fmla="*/ 0 w 1587"/>
              <a:gd name="T75" fmla="*/ 0 h 1587"/>
              <a:gd name="T76" fmla="*/ 0 w 1587"/>
              <a:gd name="T77" fmla="*/ 0 h 1587"/>
              <a:gd name="T78" fmla="*/ 0 w 1587"/>
              <a:gd name="T79" fmla="*/ 0 h 1587"/>
              <a:gd name="T80" fmla="*/ 0 w 1587"/>
              <a:gd name="T81" fmla="*/ 0 h 1587"/>
              <a:gd name="T82" fmla="*/ 0 w 1587"/>
              <a:gd name="T83" fmla="*/ 0 h 1587"/>
              <a:gd name="T84" fmla="*/ 0 w 1587"/>
              <a:gd name="T85" fmla="*/ 0 h 1587"/>
              <a:gd name="T86" fmla="*/ 0 w 1587"/>
              <a:gd name="T87" fmla="*/ 0 h 158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5" name="Freeform 1269"/>
          <p:cNvSpPr>
            <a:spLocks/>
          </p:cNvSpPr>
          <p:nvPr/>
        </p:nvSpPr>
        <p:spPr bwMode="auto">
          <a:xfrm>
            <a:off x="971556" y="530232"/>
            <a:ext cx="4233" cy="4763"/>
          </a:xfrm>
          <a:custGeom>
            <a:avLst/>
            <a:gdLst>
              <a:gd name="T0" fmla="*/ 0 w 2"/>
              <a:gd name="T1" fmla="*/ 4763 h 3"/>
              <a:gd name="T2" fmla="*/ 3175 w 2"/>
              <a:gd name="T3" fmla="*/ 0 h 3"/>
              <a:gd name="T4" fmla="*/ 3175 w 2"/>
              <a:gd name="T5" fmla="*/ 0 h 3"/>
              <a:gd name="T6" fmla="*/ 3175 w 2"/>
              <a:gd name="T7" fmla="*/ 0 h 3"/>
              <a:gd name="T8" fmla="*/ 3175 w 2"/>
              <a:gd name="T9" fmla="*/ 0 h 3"/>
              <a:gd name="T10" fmla="*/ 0 w 2"/>
              <a:gd name="T11" fmla="*/ 0 h 3"/>
              <a:gd name="T12" fmla="*/ 0 w 2"/>
              <a:gd name="T13" fmla="*/ 0 h 3"/>
              <a:gd name="T14" fmla="*/ 0 w 2"/>
              <a:gd name="T15" fmla="*/ 4763 h 3"/>
              <a:gd name="T16" fmla="*/ 0 w 2"/>
              <a:gd name="T17" fmla="*/ 4763 h 3"/>
              <a:gd name="T18" fmla="*/ 3175 w 2"/>
              <a:gd name="T19" fmla="*/ 0 h 3"/>
              <a:gd name="T20" fmla="*/ 3175 w 2"/>
              <a:gd name="T21" fmla="*/ 0 h 3"/>
              <a:gd name="T22" fmla="*/ 0 w 2"/>
              <a:gd name="T23" fmla="*/ 0 h 3"/>
              <a:gd name="T24" fmla="*/ 0 w 2"/>
              <a:gd name="T25" fmla="*/ 0 h 3"/>
              <a:gd name="T26" fmla="*/ 0 w 2"/>
              <a:gd name="T27" fmla="*/ 0 h 3"/>
              <a:gd name="T28" fmla="*/ 0 w 2"/>
              <a:gd name="T29" fmla="*/ 0 h 3"/>
              <a:gd name="T30" fmla="*/ 0 w 2"/>
              <a:gd name="T31" fmla="*/ 0 h 3"/>
              <a:gd name="T32" fmla="*/ 0 w 2"/>
              <a:gd name="T33" fmla="*/ 0 h 3"/>
              <a:gd name="T34" fmla="*/ 0 w 2"/>
              <a:gd name="T35" fmla="*/ 0 h 3"/>
              <a:gd name="T36" fmla="*/ 0 w 2"/>
              <a:gd name="T37" fmla="*/ 0 h 3"/>
              <a:gd name="T38" fmla="*/ 0 w 2"/>
              <a:gd name="T39" fmla="*/ 4763 h 3"/>
              <a:gd name="T40" fmla="*/ 0 w 2"/>
              <a:gd name="T41" fmla="*/ 4763 h 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 h="3">
                <a:moveTo>
                  <a:pt x="0" y="3"/>
                </a:moveTo>
                <a:lnTo>
                  <a:pt x="2" y="0"/>
                </a:lnTo>
                <a:lnTo>
                  <a:pt x="0" y="0"/>
                </a:lnTo>
                <a:lnTo>
                  <a:pt x="0" y="3"/>
                </a:lnTo>
                <a:lnTo>
                  <a:pt x="2" y="0"/>
                </a:lnTo>
                <a:lnTo>
                  <a:pt x="0" y="0"/>
                </a:lnTo>
                <a:lnTo>
                  <a:pt x="0" y="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6" name="Line 1270"/>
          <p:cNvSpPr>
            <a:spLocks noChangeShapeType="1"/>
          </p:cNvSpPr>
          <p:nvPr/>
        </p:nvSpPr>
        <p:spPr bwMode="auto">
          <a:xfrm>
            <a:off x="971551" y="530225"/>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7" name="Line 1271"/>
          <p:cNvSpPr>
            <a:spLocks noChangeShapeType="1"/>
          </p:cNvSpPr>
          <p:nvPr/>
        </p:nvSpPr>
        <p:spPr bwMode="auto">
          <a:xfrm>
            <a:off x="971551" y="530225"/>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8" name="Rectangle 1272"/>
          <p:cNvSpPr>
            <a:spLocks noChangeArrowheads="1"/>
          </p:cNvSpPr>
          <p:nvPr/>
        </p:nvSpPr>
        <p:spPr bwMode="auto">
          <a:xfrm>
            <a:off x="971551" y="530225"/>
            <a:ext cx="2116"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49" name="Rectangle 1273"/>
          <p:cNvSpPr>
            <a:spLocks noChangeArrowheads="1"/>
          </p:cNvSpPr>
          <p:nvPr/>
        </p:nvSpPr>
        <p:spPr bwMode="auto">
          <a:xfrm>
            <a:off x="971551" y="530225"/>
            <a:ext cx="2116"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50" name="Line 1274"/>
          <p:cNvSpPr>
            <a:spLocks noChangeShapeType="1"/>
          </p:cNvSpPr>
          <p:nvPr/>
        </p:nvSpPr>
        <p:spPr bwMode="auto">
          <a:xfrm>
            <a:off x="971551" y="527050"/>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51" name="Line 1275"/>
          <p:cNvSpPr>
            <a:spLocks noChangeShapeType="1"/>
          </p:cNvSpPr>
          <p:nvPr/>
        </p:nvSpPr>
        <p:spPr bwMode="auto">
          <a:xfrm>
            <a:off x="971551" y="527050"/>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52" name="Freeform 1277"/>
          <p:cNvSpPr>
            <a:spLocks/>
          </p:cNvSpPr>
          <p:nvPr/>
        </p:nvSpPr>
        <p:spPr bwMode="auto">
          <a:xfrm>
            <a:off x="971551" y="523882"/>
            <a:ext cx="2116" cy="3175"/>
          </a:xfrm>
          <a:custGeom>
            <a:avLst/>
            <a:gdLst>
              <a:gd name="T0" fmla="*/ 0 w 1587"/>
              <a:gd name="T1" fmla="*/ 3175 h 2"/>
              <a:gd name="T2" fmla="*/ 0 w 1587"/>
              <a:gd name="T3" fmla="*/ 3175 h 2"/>
              <a:gd name="T4" fmla="*/ 0 w 1587"/>
              <a:gd name="T5" fmla="*/ 0 h 2"/>
              <a:gd name="T6" fmla="*/ 0 w 1587"/>
              <a:gd name="T7" fmla="*/ 3175 h 2"/>
              <a:gd name="T8" fmla="*/ 0 w 1587"/>
              <a:gd name="T9" fmla="*/ 3175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7" h="2">
                <a:moveTo>
                  <a:pt x="0" y="2"/>
                </a:moveTo>
                <a:lnTo>
                  <a:pt x="0" y="2"/>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53" name="Freeform 1287"/>
          <p:cNvSpPr>
            <a:spLocks/>
          </p:cNvSpPr>
          <p:nvPr/>
        </p:nvSpPr>
        <p:spPr bwMode="auto">
          <a:xfrm>
            <a:off x="958856" y="514350"/>
            <a:ext cx="4233" cy="3175"/>
          </a:xfrm>
          <a:custGeom>
            <a:avLst/>
            <a:gdLst>
              <a:gd name="T0" fmla="*/ 0 w 2"/>
              <a:gd name="T1" fmla="*/ 0 h 2"/>
              <a:gd name="T2" fmla="*/ 0 w 2"/>
              <a:gd name="T3" fmla="*/ 3175 h 2"/>
              <a:gd name="T4" fmla="*/ 3175 w 2"/>
              <a:gd name="T5" fmla="*/ 3175 h 2"/>
              <a:gd name="T6" fmla="*/ 3175 w 2"/>
              <a:gd name="T7" fmla="*/ 3175 h 2"/>
              <a:gd name="T8" fmla="*/ 3175 w 2"/>
              <a:gd name="T9" fmla="*/ 3175 h 2"/>
              <a:gd name="T10" fmla="*/ 3175 w 2"/>
              <a:gd name="T11" fmla="*/ 0 h 2"/>
              <a:gd name="T12" fmla="*/ 0 w 2"/>
              <a:gd name="T13" fmla="*/ 0 h 2"/>
              <a:gd name="T14" fmla="*/ 0 w 2"/>
              <a:gd name="T15" fmla="*/ 0 h 2"/>
              <a:gd name="T16" fmla="*/ 0 w 2"/>
              <a:gd name="T17" fmla="*/ 3175 h 2"/>
              <a:gd name="T18" fmla="*/ 0 w 2"/>
              <a:gd name="T19" fmla="*/ 3175 h 2"/>
              <a:gd name="T20" fmla="*/ 0 w 2"/>
              <a:gd name="T21" fmla="*/ 3175 h 2"/>
              <a:gd name="T22" fmla="*/ 0 w 2"/>
              <a:gd name="T23" fmla="*/ 3175 h 2"/>
              <a:gd name="T24" fmla="*/ 3175 w 2"/>
              <a:gd name="T25" fmla="*/ 3175 h 2"/>
              <a:gd name="T26" fmla="*/ 3175 w 2"/>
              <a:gd name="T27" fmla="*/ 3175 h 2"/>
              <a:gd name="T28" fmla="*/ 0 w 2"/>
              <a:gd name="T29" fmla="*/ 0 h 2"/>
              <a:gd name="T30" fmla="*/ 0 w 2"/>
              <a:gd name="T31" fmla="*/ 0 h 2"/>
              <a:gd name="T32" fmla="*/ 0 w 2"/>
              <a:gd name="T33" fmla="*/ 0 h 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 h="2">
                <a:moveTo>
                  <a:pt x="0" y="0"/>
                </a:moveTo>
                <a:lnTo>
                  <a:pt x="0" y="2"/>
                </a:lnTo>
                <a:lnTo>
                  <a:pt x="2" y="2"/>
                </a:lnTo>
                <a:lnTo>
                  <a:pt x="2" y="0"/>
                </a:lnTo>
                <a:lnTo>
                  <a:pt x="0" y="0"/>
                </a:lnTo>
                <a:lnTo>
                  <a:pt x="0" y="2"/>
                </a:lnTo>
                <a:lnTo>
                  <a:pt x="2"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54" name="Freeform 1290"/>
          <p:cNvSpPr>
            <a:spLocks/>
          </p:cNvSpPr>
          <p:nvPr/>
        </p:nvSpPr>
        <p:spPr bwMode="auto">
          <a:xfrm>
            <a:off x="958856" y="517527"/>
            <a:ext cx="4233" cy="3175"/>
          </a:xfrm>
          <a:custGeom>
            <a:avLst/>
            <a:gdLst>
              <a:gd name="T0" fmla="*/ 0 w 2"/>
              <a:gd name="T1" fmla="*/ 3175 h 2"/>
              <a:gd name="T2" fmla="*/ 0 w 2"/>
              <a:gd name="T3" fmla="*/ 3175 h 2"/>
              <a:gd name="T4" fmla="*/ 3175 w 2"/>
              <a:gd name="T5" fmla="*/ 3175 h 2"/>
              <a:gd name="T6" fmla="*/ 3175 w 2"/>
              <a:gd name="T7" fmla="*/ 3175 h 2"/>
              <a:gd name="T8" fmla="*/ 3175 w 2"/>
              <a:gd name="T9" fmla="*/ 3175 h 2"/>
              <a:gd name="T10" fmla="*/ 3175 w 2"/>
              <a:gd name="T11" fmla="*/ 0 h 2"/>
              <a:gd name="T12" fmla="*/ 0 w 2"/>
              <a:gd name="T13" fmla="*/ 0 h 2"/>
              <a:gd name="T14" fmla="*/ 0 w 2"/>
              <a:gd name="T15" fmla="*/ 0 h 2"/>
              <a:gd name="T16" fmla="*/ 0 w 2"/>
              <a:gd name="T17" fmla="*/ 0 h 2"/>
              <a:gd name="T18" fmla="*/ 0 w 2"/>
              <a:gd name="T19" fmla="*/ 0 h 2"/>
              <a:gd name="T20" fmla="*/ 3175 w 2"/>
              <a:gd name="T21" fmla="*/ 0 h 2"/>
              <a:gd name="T22" fmla="*/ 0 w 2"/>
              <a:gd name="T23" fmla="*/ 0 h 2"/>
              <a:gd name="T24" fmla="*/ 0 w 2"/>
              <a:gd name="T25" fmla="*/ 0 h 2"/>
              <a:gd name="T26" fmla="*/ 0 w 2"/>
              <a:gd name="T27" fmla="*/ 0 h 2"/>
              <a:gd name="T28" fmla="*/ 0 w 2"/>
              <a:gd name="T29" fmla="*/ 0 h 2"/>
              <a:gd name="T30" fmla="*/ 0 w 2"/>
              <a:gd name="T31" fmla="*/ 3175 h 2"/>
              <a:gd name="T32" fmla="*/ 0 w 2"/>
              <a:gd name="T33" fmla="*/ 3175 h 2"/>
              <a:gd name="T34" fmla="*/ 0 w 2"/>
              <a:gd name="T35" fmla="*/ 3175 h 2"/>
              <a:gd name="T36" fmla="*/ 0 w 2"/>
              <a:gd name="T37" fmla="*/ 0 h 2"/>
              <a:gd name="T38" fmla="*/ 0 w 2"/>
              <a:gd name="T39" fmla="*/ 0 h 2"/>
              <a:gd name="T40" fmla="*/ 0 w 2"/>
              <a:gd name="T41" fmla="*/ 0 h 2"/>
              <a:gd name="T42" fmla="*/ 0 w 2"/>
              <a:gd name="T43" fmla="*/ 0 h 2"/>
              <a:gd name="T44" fmla="*/ 0 w 2"/>
              <a:gd name="T45" fmla="*/ 0 h 2"/>
              <a:gd name="T46" fmla="*/ 0 w 2"/>
              <a:gd name="T47" fmla="*/ 0 h 2"/>
              <a:gd name="T48" fmla="*/ 0 w 2"/>
              <a:gd name="T49" fmla="*/ 3175 h 2"/>
              <a:gd name="T50" fmla="*/ 3175 w 2"/>
              <a:gd name="T51" fmla="*/ 3175 h 2"/>
              <a:gd name="T52" fmla="*/ 3175 w 2"/>
              <a:gd name="T53" fmla="*/ 0 h 2"/>
              <a:gd name="T54" fmla="*/ 3175 w 2"/>
              <a:gd name="T55" fmla="*/ 0 h 2"/>
              <a:gd name="T56" fmla="*/ 0 w 2"/>
              <a:gd name="T57" fmla="*/ 0 h 2"/>
              <a:gd name="T58" fmla="*/ 0 w 2"/>
              <a:gd name="T59" fmla="*/ 0 h 2"/>
              <a:gd name="T60" fmla="*/ 0 w 2"/>
              <a:gd name="T61" fmla="*/ 3175 h 2"/>
              <a:gd name="T62" fmla="*/ 0 w 2"/>
              <a:gd name="T63" fmla="*/ 3175 h 2"/>
              <a:gd name="T64" fmla="*/ 3175 w 2"/>
              <a:gd name="T65" fmla="*/ 3175 h 2"/>
              <a:gd name="T66" fmla="*/ 3175 w 2"/>
              <a:gd name="T67" fmla="*/ 3175 h 2"/>
              <a:gd name="T68" fmla="*/ 0 w 2"/>
              <a:gd name="T69" fmla="*/ 3175 h 2"/>
              <a:gd name="T70" fmla="*/ 0 w 2"/>
              <a:gd name="T71" fmla="*/ 3175 h 2"/>
              <a:gd name="T72" fmla="*/ 0 w 2"/>
              <a:gd name="T73" fmla="*/ 3175 h 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 h="2">
                <a:moveTo>
                  <a:pt x="0" y="2"/>
                </a:moveTo>
                <a:lnTo>
                  <a:pt x="0" y="2"/>
                </a:lnTo>
                <a:lnTo>
                  <a:pt x="2" y="2"/>
                </a:lnTo>
                <a:lnTo>
                  <a:pt x="2" y="0"/>
                </a:lnTo>
                <a:lnTo>
                  <a:pt x="0" y="0"/>
                </a:lnTo>
                <a:lnTo>
                  <a:pt x="2" y="0"/>
                </a:lnTo>
                <a:lnTo>
                  <a:pt x="0" y="0"/>
                </a:lnTo>
                <a:lnTo>
                  <a:pt x="0" y="2"/>
                </a:lnTo>
                <a:lnTo>
                  <a:pt x="0" y="0"/>
                </a:lnTo>
                <a:lnTo>
                  <a:pt x="0" y="2"/>
                </a:lnTo>
                <a:lnTo>
                  <a:pt x="2" y="2"/>
                </a:lnTo>
                <a:lnTo>
                  <a:pt x="2" y="0"/>
                </a:lnTo>
                <a:lnTo>
                  <a:pt x="0" y="0"/>
                </a:lnTo>
                <a:lnTo>
                  <a:pt x="0" y="2"/>
                </a:lnTo>
                <a:lnTo>
                  <a:pt x="2" y="2"/>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55" name="Rectangle 1335"/>
          <p:cNvSpPr>
            <a:spLocks noChangeArrowheads="1"/>
          </p:cNvSpPr>
          <p:nvPr/>
        </p:nvSpPr>
        <p:spPr bwMode="auto">
          <a:xfrm>
            <a:off x="624419" y="508000"/>
            <a:ext cx="2116" cy="1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56" name="Rectangle 1336"/>
          <p:cNvSpPr>
            <a:spLocks noChangeArrowheads="1"/>
          </p:cNvSpPr>
          <p:nvPr/>
        </p:nvSpPr>
        <p:spPr bwMode="auto">
          <a:xfrm>
            <a:off x="632887" y="495300"/>
            <a:ext cx="2116" cy="1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57" name="Rectangle 1337"/>
          <p:cNvSpPr>
            <a:spLocks noChangeArrowheads="1"/>
          </p:cNvSpPr>
          <p:nvPr/>
        </p:nvSpPr>
        <p:spPr bwMode="auto">
          <a:xfrm>
            <a:off x="632887" y="495300"/>
            <a:ext cx="2116" cy="1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58" name="Rectangle 1340"/>
          <p:cNvSpPr>
            <a:spLocks noChangeArrowheads="1"/>
          </p:cNvSpPr>
          <p:nvPr/>
        </p:nvSpPr>
        <p:spPr bwMode="auto">
          <a:xfrm>
            <a:off x="624419" y="508000"/>
            <a:ext cx="2116"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59" name="Rectangle 1341"/>
          <p:cNvSpPr>
            <a:spLocks noChangeArrowheads="1"/>
          </p:cNvSpPr>
          <p:nvPr/>
        </p:nvSpPr>
        <p:spPr bwMode="auto">
          <a:xfrm>
            <a:off x="624419" y="508000"/>
            <a:ext cx="2116"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60" name="Rectangle 1342"/>
          <p:cNvSpPr>
            <a:spLocks noChangeArrowheads="1"/>
          </p:cNvSpPr>
          <p:nvPr/>
        </p:nvSpPr>
        <p:spPr bwMode="auto">
          <a:xfrm>
            <a:off x="624419" y="508000"/>
            <a:ext cx="2116"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61" name="Rectangle 1343"/>
          <p:cNvSpPr>
            <a:spLocks noChangeArrowheads="1"/>
          </p:cNvSpPr>
          <p:nvPr/>
        </p:nvSpPr>
        <p:spPr bwMode="auto">
          <a:xfrm>
            <a:off x="624419" y="508000"/>
            <a:ext cx="2116" cy="1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62" name="Rectangle 1344"/>
          <p:cNvSpPr>
            <a:spLocks noChangeArrowheads="1"/>
          </p:cNvSpPr>
          <p:nvPr/>
        </p:nvSpPr>
        <p:spPr bwMode="auto">
          <a:xfrm>
            <a:off x="620187" y="485780"/>
            <a:ext cx="2116"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324" name="Title 323"/>
          <p:cNvSpPr>
            <a:spLocks noGrp="1"/>
          </p:cNvSpPr>
          <p:nvPr>
            <p:ph type="title"/>
          </p:nvPr>
        </p:nvSpPr>
        <p:spPr>
          <a:xfrm>
            <a:off x="457868" y="301632"/>
            <a:ext cx="11252869" cy="1031875"/>
          </a:xfrm>
        </p:spPr>
        <p:txBody>
          <a:bodyPr/>
          <a:lstStyle>
            <a:lvl1pPr>
              <a:defRPr b="0" i="0" cap="none" baseline="0">
                <a:solidFill>
                  <a:srgbClr val="021F43"/>
                </a:solidFill>
                <a:latin typeface="+mn-lt"/>
                <a:cs typeface="Andes ExtraLight"/>
              </a:defRPr>
            </a:lvl1pPr>
          </a:lstStyle>
          <a:p>
            <a:r>
              <a:rPr lang="en-US"/>
              <a:t>Click to edit Master title style</a:t>
            </a:r>
          </a:p>
        </p:txBody>
      </p:sp>
      <p:sp>
        <p:nvSpPr>
          <p:cNvPr id="331" name="Content Placeholder 330"/>
          <p:cNvSpPr>
            <a:spLocks noGrp="1"/>
          </p:cNvSpPr>
          <p:nvPr>
            <p:ph sz="quarter" idx="10"/>
          </p:nvPr>
        </p:nvSpPr>
        <p:spPr>
          <a:xfrm>
            <a:off x="457871" y="1460504"/>
            <a:ext cx="11253740" cy="4600863"/>
          </a:xfrm>
        </p:spPr>
        <p:txBody>
          <a:bodyPr>
            <a:normAutofit/>
          </a:bodyPr>
          <a:lstStyle>
            <a:lvl1pPr>
              <a:lnSpc>
                <a:spcPct val="130000"/>
              </a:lnSpc>
              <a:spcBef>
                <a:spcPts val="1200"/>
              </a:spcBef>
              <a:defRPr>
                <a:solidFill>
                  <a:srgbClr val="7F7F7F"/>
                </a:solidFill>
              </a:defRPr>
            </a:lvl1pPr>
            <a:lvl2pPr>
              <a:lnSpc>
                <a:spcPct val="130000"/>
              </a:lnSpc>
              <a:spcBef>
                <a:spcPts val="1200"/>
              </a:spcBef>
              <a:buClr>
                <a:schemeClr val="tx2">
                  <a:lumMod val="50000"/>
                  <a:lumOff val="50000"/>
                </a:schemeClr>
              </a:buClr>
              <a:defRPr>
                <a:solidFill>
                  <a:srgbClr val="7F7F7F"/>
                </a:solidFill>
              </a:defRPr>
            </a:lvl2pPr>
            <a:lvl3pPr marL="557770">
              <a:lnSpc>
                <a:spcPct val="130000"/>
              </a:lnSpc>
              <a:spcBef>
                <a:spcPts val="0"/>
              </a:spcBef>
              <a:buClr>
                <a:schemeClr val="tx2">
                  <a:lumMod val="50000"/>
                  <a:lumOff val="50000"/>
                </a:schemeClr>
              </a:buClr>
              <a:defRPr>
                <a:solidFill>
                  <a:srgbClr val="7F7F7F"/>
                </a:solidFill>
              </a:defRPr>
            </a:lvl3pPr>
            <a:lvl4pPr>
              <a:lnSpc>
                <a:spcPct val="130000"/>
              </a:lnSpc>
              <a:spcBef>
                <a:spcPts val="0"/>
              </a:spcBef>
              <a:buClr>
                <a:schemeClr val="tx2">
                  <a:lumMod val="50000"/>
                  <a:lumOff val="50000"/>
                </a:schemeClr>
              </a:buClr>
              <a:defRPr>
                <a:solidFill>
                  <a:srgbClr val="7F7F7F"/>
                </a:solidFill>
              </a:defRPr>
            </a:lvl4pPr>
            <a:lvl5pPr>
              <a:lnSpc>
                <a:spcPct val="130000"/>
              </a:lnSpc>
              <a:spcBef>
                <a:spcPts val="0"/>
              </a:spcBef>
              <a:buClr>
                <a:schemeClr val="tx2">
                  <a:lumMod val="50000"/>
                  <a:lumOff val="50000"/>
                </a:schemeClr>
              </a:buClr>
              <a:defRPr>
                <a:solidFill>
                  <a:srgbClr val="7F7F7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3" name="Footer Placeholder 6"/>
          <p:cNvSpPr>
            <a:spLocks noGrp="1"/>
          </p:cNvSpPr>
          <p:nvPr>
            <p:ph type="ftr" sz="quarter" idx="11"/>
          </p:nvPr>
        </p:nvSpPr>
        <p:spPr/>
        <p:txBody>
          <a:bodyPr/>
          <a:lstStyle>
            <a:lvl1pPr>
              <a:defRPr dirty="0"/>
            </a:lvl1pPr>
          </a:lstStyle>
          <a:p>
            <a:pPr>
              <a:defRPr/>
            </a:pPr>
            <a:r>
              <a:rPr lang="en-US"/>
              <a:t>Footer</a:t>
            </a:r>
          </a:p>
        </p:txBody>
      </p:sp>
      <p:sp>
        <p:nvSpPr>
          <p:cNvPr id="64" name="Slide Number Placeholder 7"/>
          <p:cNvSpPr>
            <a:spLocks noGrp="1"/>
          </p:cNvSpPr>
          <p:nvPr>
            <p:ph type="sldNum" sz="quarter" idx="12"/>
          </p:nvPr>
        </p:nvSpPr>
        <p:spPr/>
        <p:txBody>
          <a:bodyPr/>
          <a:lstStyle>
            <a:lvl1pPr>
              <a:defRPr smtClean="0"/>
            </a:lvl1pPr>
          </a:lstStyle>
          <a:p>
            <a:pPr>
              <a:defRPr/>
            </a:pPr>
            <a:fld id="{61903BDA-C71E-4227-8D99-52DC2D06BE02}" type="slidenum">
              <a:rPr lang="en-US"/>
              <a:pPr>
                <a:defRPr/>
              </a:pPr>
              <a:t>‹#›</a:t>
            </a:fld>
            <a:endParaRPr lang="en-US"/>
          </a:p>
        </p:txBody>
      </p:sp>
    </p:spTree>
    <p:extLst>
      <p:ext uri="{BB962C8B-B14F-4D97-AF65-F5344CB8AC3E}">
        <p14:creationId xmlns:p14="http://schemas.microsoft.com/office/powerpoint/2010/main" val="2681855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Section Divider">
    <p:spTree>
      <p:nvGrpSpPr>
        <p:cNvPr id="1" name=""/>
        <p:cNvGrpSpPr/>
        <p:nvPr/>
      </p:nvGrpSpPr>
      <p:grpSpPr>
        <a:xfrm>
          <a:off x="0" y="0"/>
          <a:ext cx="0" cy="0"/>
          <a:chOff x="0" y="0"/>
          <a:chExt cx="0" cy="0"/>
        </a:xfrm>
      </p:grpSpPr>
      <p:sp>
        <p:nvSpPr>
          <p:cNvPr id="13" name="Section Divider Title"/>
          <p:cNvSpPr>
            <a:spLocks noGrp="1"/>
          </p:cNvSpPr>
          <p:nvPr>
            <p:ph type="title" hasCustomPrompt="1"/>
            <p:custDataLst>
              <p:tags r:id="rId1"/>
            </p:custDataLst>
          </p:nvPr>
        </p:nvSpPr>
        <p:spPr>
          <a:xfrm>
            <a:off x="641455" y="886235"/>
            <a:ext cx="3504394" cy="1303525"/>
          </a:xfrm>
        </p:spPr>
        <p:txBody>
          <a:bodyPr wrap="square" tIns="0" bIns="0" anchor="t">
            <a:spAutoFit/>
          </a:bodyPr>
          <a:lstStyle>
            <a:lvl1pPr algn="l">
              <a:defRPr sz="2824" b="1" i="1" cap="none">
                <a:solidFill>
                  <a:schemeClr val="tx2"/>
                </a:solidFill>
              </a:defRPr>
            </a:lvl1pPr>
          </a:lstStyle>
          <a:p>
            <a:r>
              <a:rPr lang="en-GB" noProof="0"/>
              <a:t>Click to add Section Divider Title</a:t>
            </a:r>
          </a:p>
        </p:txBody>
      </p:sp>
      <p:sp>
        <p:nvSpPr>
          <p:cNvPr id="25" name="DividerTOCPlaceholder"/>
          <p:cNvSpPr txBox="1"/>
          <p:nvPr userDrawn="1">
            <p:custDataLst>
              <p:tags r:id="rId2"/>
            </p:custDataLst>
          </p:nvPr>
        </p:nvSpPr>
        <p:spPr>
          <a:xfrm>
            <a:off x="4350545" y="908471"/>
            <a:ext cx="7204364" cy="5209941"/>
          </a:xfrm>
          <a:prstGeom prst="rect">
            <a:avLst/>
          </a:prstGeom>
          <a:noFill/>
          <a:ln>
            <a:noFill/>
          </a:ln>
        </p:spPr>
        <p:txBody>
          <a:bodyPr wrap="square" lIns="0" tIns="0" rIns="0" bIns="0" rtlCol="0">
            <a:noAutofit/>
          </a:bodyPr>
          <a:lstStyle/>
          <a:p>
            <a:endParaRPr lang="en-GB" sz="1588" noProof="1">
              <a:solidFill>
                <a:schemeClr val="tx1"/>
              </a:solidFill>
              <a:latin typeface="Georgia" pitchFamily="18" charset="0"/>
              <a:cs typeface="Arial" pitchFamily="34" charset="0"/>
            </a:endParaRPr>
          </a:p>
        </p:txBody>
      </p:sp>
      <p:sp>
        <p:nvSpPr>
          <p:cNvPr id="23" name="Page Number"/>
          <p:cNvSpPr txBox="1"/>
          <p:nvPr userDrawn="1">
            <p:custDataLst>
              <p:tags r:id="rId3"/>
            </p:custDataLst>
          </p:nvPr>
        </p:nvSpPr>
        <p:spPr>
          <a:xfrm>
            <a:off x="11172306" y="6454588"/>
            <a:ext cx="387927" cy="137160"/>
          </a:xfrm>
          <a:prstGeom prst="rect">
            <a:avLst/>
          </a:prstGeom>
          <a:noFill/>
        </p:spPr>
        <p:txBody>
          <a:bodyPr wrap="none" lIns="0" tIns="0" rIns="0" bIns="0" rtlCol="0">
            <a:noAutofit/>
          </a:bodyPr>
          <a:lstStyle/>
          <a:p>
            <a:pPr algn="r">
              <a:lnSpc>
                <a:spcPts val="882"/>
              </a:lnSpc>
            </a:pPr>
            <a:endParaRPr lang="en-GB" sz="971" noProof="1"/>
          </a:p>
        </p:txBody>
      </p:sp>
      <p:sp>
        <p:nvSpPr>
          <p:cNvPr id="24" name="HeaderTOCPlaceholder"/>
          <p:cNvSpPr txBox="1"/>
          <p:nvPr userDrawn="1">
            <p:custDataLst>
              <p:tags r:id="rId4"/>
            </p:custDataLst>
          </p:nvPr>
        </p:nvSpPr>
        <p:spPr>
          <a:xfrm>
            <a:off x="4341090" y="621255"/>
            <a:ext cx="7204364" cy="122213"/>
          </a:xfrm>
          <a:prstGeom prst="rect">
            <a:avLst/>
          </a:prstGeom>
          <a:noFill/>
          <a:ln>
            <a:noFill/>
          </a:ln>
        </p:spPr>
        <p:txBody>
          <a:bodyPr wrap="square" lIns="0" tIns="0" rIns="0" bIns="0" rtlCol="0">
            <a:spAutoFit/>
          </a:bodyPr>
          <a:lstStyle/>
          <a:p>
            <a:endParaRPr lang="en-GB" sz="794" noProof="1">
              <a:solidFill>
                <a:schemeClr val="tx1"/>
              </a:solidFill>
              <a:latin typeface="+mn-lt"/>
              <a:cs typeface="Arial" pitchFamily="34" charset="0"/>
            </a:endParaRPr>
          </a:p>
        </p:txBody>
      </p:sp>
      <p:cxnSp>
        <p:nvCxnSpPr>
          <p:cNvPr id="28" name="Straight Connector 27"/>
          <p:cNvCxnSpPr/>
          <p:nvPr userDrawn="1"/>
        </p:nvCxnSpPr>
        <p:spPr>
          <a:xfrm>
            <a:off x="642851" y="6252882"/>
            <a:ext cx="10906299"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Section Footer"/>
          <p:cNvSpPr txBox="1"/>
          <p:nvPr userDrawn="1">
            <p:custDataLst>
              <p:tags r:id="rId5"/>
            </p:custDataLst>
          </p:nvPr>
        </p:nvSpPr>
        <p:spPr>
          <a:xfrm>
            <a:off x="642851" y="6290233"/>
            <a:ext cx="3513513" cy="149400"/>
          </a:xfrm>
          <a:prstGeom prst="rect">
            <a:avLst/>
          </a:prstGeom>
          <a:noFill/>
          <a:ln>
            <a:noFill/>
          </a:ln>
        </p:spPr>
        <p:txBody>
          <a:bodyPr wrap="square" lIns="0" tIns="0" rIns="0" bIns="0" rtlCol="0" anchor="b" anchorCtr="0">
            <a:spAutoFit/>
          </a:bodyPr>
          <a:lstStyle/>
          <a:p>
            <a:endParaRPr lang="en-GB" sz="971" noProof="1">
              <a:solidFill>
                <a:schemeClr val="tx1"/>
              </a:solidFill>
            </a:endParaRPr>
          </a:p>
        </p:txBody>
      </p:sp>
      <p:sp>
        <p:nvSpPr>
          <p:cNvPr id="29" name="Section Header"/>
          <p:cNvSpPr txBox="1"/>
          <p:nvPr userDrawn="1">
            <p:custDataLst>
              <p:tags r:id="rId6"/>
            </p:custDataLst>
          </p:nvPr>
        </p:nvSpPr>
        <p:spPr>
          <a:xfrm>
            <a:off x="642850" y="621254"/>
            <a:ext cx="3678035" cy="121024"/>
          </a:xfrm>
          <a:prstGeom prst="rect">
            <a:avLst/>
          </a:prstGeom>
          <a:noFill/>
        </p:spPr>
        <p:txBody>
          <a:bodyPr wrap="square" lIns="0" tIns="0" rIns="0" bIns="0" rtlCol="0" anchor="b" anchorCtr="0">
            <a:noAutofit/>
          </a:bodyPr>
          <a:lstStyle/>
          <a:p>
            <a:endParaRPr lang="en-GB" sz="794" noProof="1">
              <a:solidFill>
                <a:schemeClr val="tx1"/>
              </a:solidFill>
            </a:endParaRPr>
          </a:p>
        </p:txBody>
      </p:sp>
      <p:sp>
        <p:nvSpPr>
          <p:cNvPr id="21" name="Draft stamp" hidden="1"/>
          <p:cNvSpPr txBox="1"/>
          <p:nvPr userDrawn="1">
            <p:custDataLst>
              <p:tags r:id="rId7"/>
            </p:custDataLst>
          </p:nvPr>
        </p:nvSpPr>
        <p:spPr>
          <a:xfrm>
            <a:off x="4344786" y="6442386"/>
            <a:ext cx="2582487" cy="149400"/>
          </a:xfrm>
          <a:prstGeom prst="rect">
            <a:avLst/>
          </a:prstGeom>
          <a:noFill/>
          <a:ln>
            <a:noFill/>
          </a:ln>
        </p:spPr>
        <p:txBody>
          <a:bodyPr wrap="square" lIns="0" tIns="0" rIns="0" bIns="0" rtlCol="0">
            <a:spAutoFit/>
          </a:bodyPr>
          <a:lstStyle/>
          <a:p>
            <a:pPr algn="l"/>
            <a:r>
              <a:rPr lang="en-GB" sz="971" noProof="1"/>
              <a:t>Final</a:t>
            </a:r>
          </a:p>
        </p:txBody>
      </p:sp>
      <p:sp>
        <p:nvSpPr>
          <p:cNvPr id="14" name="Date/Filepath" hidden="1"/>
          <p:cNvSpPr txBox="1"/>
          <p:nvPr userDrawn="1">
            <p:custDataLst>
              <p:tags r:id="rId8"/>
            </p:custDataLst>
          </p:nvPr>
        </p:nvSpPr>
        <p:spPr>
          <a:xfrm>
            <a:off x="3999350" y="145213"/>
            <a:ext cx="7536873" cy="244426"/>
          </a:xfrm>
          <a:prstGeom prst="rect">
            <a:avLst/>
          </a:prstGeom>
          <a:noFill/>
        </p:spPr>
        <p:txBody>
          <a:bodyPr wrap="square" lIns="0" tIns="0" rIns="0" bIns="0" rtlCol="0" anchor="b" anchorCtr="0">
            <a:spAutoFit/>
          </a:bodyPr>
          <a:lstStyle/>
          <a:p>
            <a:pPr algn="r"/>
            <a:r>
              <a:rPr lang="en-GB" sz="794" noProof="1"/>
              <a:t>04/09/2018 C:\PwC Works\1. RUMSL\Agar-Shajapur-Neemuch Solar Park\Conference 4th Sep\RUMSL Solar Parks - Railway Transaction under Optimum Scheduling R06.pptx</a:t>
            </a:r>
          </a:p>
        </p:txBody>
      </p:sp>
      <p:sp>
        <p:nvSpPr>
          <p:cNvPr id="11" name="Slide Tags" hidden="1"/>
          <p:cNvSpPr txBox="1"/>
          <p:nvPr userDrawn="1">
            <p:custDataLst>
              <p:tags r:id="rId9"/>
            </p:custDataLst>
          </p:nvPr>
        </p:nvSpPr>
        <p:spPr>
          <a:xfrm>
            <a:off x="0" y="201706"/>
            <a:ext cx="1939636" cy="336695"/>
          </a:xfrm>
          <a:prstGeom prst="rect">
            <a:avLst/>
          </a:prstGeom>
          <a:noFill/>
        </p:spPr>
        <p:txBody>
          <a:bodyPr wrap="square" rtlCol="0">
            <a:spAutoFit/>
          </a:bodyPr>
          <a:lstStyle/>
          <a:p>
            <a:r>
              <a:rPr lang="en-GB" sz="1588" noProof="1"/>
              <a:t>Slide Tags</a:t>
            </a:r>
          </a:p>
        </p:txBody>
      </p:sp>
      <p:cxnSp>
        <p:nvCxnSpPr>
          <p:cNvPr id="20" name="Frame Line"/>
          <p:cNvCxnSpPr/>
          <p:nvPr userDrawn="1"/>
        </p:nvCxnSpPr>
        <p:spPr>
          <a:xfrm flipV="1">
            <a:off x="461818" y="823408"/>
            <a:ext cx="11083639" cy="127059"/>
          </a:xfrm>
          <a:prstGeom prst="bentConnector3">
            <a:avLst>
              <a:gd name="adj1" fmla="val 0"/>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6144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2_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28000" y="901915"/>
            <a:ext cx="11136000" cy="436410"/>
          </a:xfrm>
          <a:prstGeom prst="rect">
            <a:avLst/>
          </a:prstGeom>
        </p:spPr>
        <p:txBody>
          <a:bodyPr lIns="0" tIns="0" rIns="0" bIns="0">
            <a:noAutofit/>
          </a:bodyPr>
          <a:lstStyle>
            <a:lvl1pPr marL="0" indent="0">
              <a:buNone/>
              <a:defRPr sz="1632" b="0">
                <a:solidFill>
                  <a:srgbClr val="575757"/>
                </a:solidFill>
              </a:defRPr>
            </a:lvl1pPr>
          </a:lstStyle>
          <a:p>
            <a:pPr lvl="0"/>
            <a:r>
              <a:rPr lang="en-US"/>
              <a:t>Click to add subtitle</a:t>
            </a:r>
          </a:p>
        </p:txBody>
      </p:sp>
      <p:sp>
        <p:nvSpPr>
          <p:cNvPr id="11" name="Title Placeholder 1"/>
          <p:cNvSpPr>
            <a:spLocks noGrp="1"/>
          </p:cNvSpPr>
          <p:nvPr>
            <p:ph type="title" hasCustomPrompt="1"/>
          </p:nvPr>
        </p:nvSpPr>
        <p:spPr>
          <a:xfrm>
            <a:off x="528000" y="295684"/>
            <a:ext cx="11136000" cy="469492"/>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3575812946"/>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act Info">
    <p:spTree>
      <p:nvGrpSpPr>
        <p:cNvPr id="1" name=""/>
        <p:cNvGrpSpPr/>
        <p:nvPr/>
      </p:nvGrpSpPr>
      <p:grpSpPr>
        <a:xfrm>
          <a:off x="0" y="0"/>
          <a:ext cx="0" cy="0"/>
          <a:chOff x="0" y="0"/>
          <a:chExt cx="0" cy="0"/>
        </a:xfrm>
      </p:grpSpPr>
      <p:pic>
        <p:nvPicPr>
          <p:cNvPr id="10" name="Picture Placeholder 9"/>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203201" y="203681"/>
            <a:ext cx="11785601" cy="6450636"/>
          </a:xfrm>
          <a:prstGeom prst="rect">
            <a:avLst/>
          </a:prstGeom>
        </p:spPr>
      </p:pic>
      <p:sp>
        <p:nvSpPr>
          <p:cNvPr id="5" name="Text Placeholder 4"/>
          <p:cNvSpPr>
            <a:spLocks noGrp="1"/>
          </p:cNvSpPr>
          <p:nvPr>
            <p:ph type="body" sz="quarter" idx="12" hasCustomPrompt="1"/>
          </p:nvPr>
        </p:nvSpPr>
        <p:spPr>
          <a:xfrm rot="16200000">
            <a:off x="10494091" y="1514175"/>
            <a:ext cx="2743200" cy="122213"/>
          </a:xfrm>
        </p:spPr>
        <p:txBody>
          <a:bodyPr>
            <a:spAutoFit/>
          </a:bodyPr>
          <a:lstStyle>
            <a:lvl1pPr marL="0" indent="0" algn="r">
              <a:buNone/>
              <a:defRPr sz="794" baseline="0">
                <a:solidFill>
                  <a:srgbClr val="FFFFFF"/>
                </a:solidFill>
              </a:defRPr>
            </a:lvl1pPr>
            <a:lvl2pPr marL="304468" indent="0">
              <a:buNone/>
              <a:defRPr sz="2381">
                <a:solidFill>
                  <a:schemeClr val="bg1"/>
                </a:solidFill>
              </a:defRPr>
            </a:lvl2pPr>
            <a:lvl3pPr marL="608938" indent="0">
              <a:buNone/>
              <a:defRPr sz="2116">
                <a:solidFill>
                  <a:schemeClr val="bg1"/>
                </a:solidFill>
              </a:defRPr>
            </a:lvl3pPr>
            <a:lvl4pPr marL="905007" indent="0">
              <a:buNone/>
              <a:defRPr sz="1852">
                <a:solidFill>
                  <a:schemeClr val="bg1"/>
                </a:solidFill>
              </a:defRPr>
            </a:lvl4pPr>
            <a:lvl5pPr marL="1356462" indent="0">
              <a:buNone/>
              <a:defRPr sz="1587">
                <a:solidFill>
                  <a:schemeClr val="bg1"/>
                </a:solidFill>
              </a:defRPr>
            </a:lvl5pPr>
          </a:lstStyle>
          <a:p>
            <a:pPr lvl="0"/>
            <a:r>
              <a:rPr lang="en-US" dirty="0"/>
              <a:t>ADD PHOTO CREDIT HERE</a:t>
            </a:r>
          </a:p>
        </p:txBody>
      </p:sp>
      <p:sp>
        <p:nvSpPr>
          <p:cNvPr id="6" name="Date Placeholder 3"/>
          <p:cNvSpPr>
            <a:spLocks noGrp="1"/>
          </p:cNvSpPr>
          <p:nvPr>
            <p:ph type="dt" sz="half" idx="2"/>
          </p:nvPr>
        </p:nvSpPr>
        <p:spPr>
          <a:xfrm>
            <a:off x="203200" y="6423933"/>
            <a:ext cx="2844800" cy="214546"/>
          </a:xfrm>
          <a:prstGeom prst="rect">
            <a:avLst/>
          </a:prstGeom>
        </p:spPr>
        <p:txBody>
          <a:bodyPr vert="horz" lIns="91440" tIns="45720" rIns="91440" bIns="45720" rtlCol="0" anchor="ctr">
            <a:spAutoFit/>
          </a:bodyPr>
          <a:lstStyle>
            <a:lvl1pPr algn="l">
              <a:defRPr sz="794" b="0" i="0">
                <a:solidFill>
                  <a:srgbClr val="FFFFFF"/>
                </a:solidFill>
                <a:latin typeface="Gill Sans MT"/>
                <a:cs typeface="Gill Sans MT"/>
              </a:defRPr>
            </a:lvl1pPr>
          </a:lstStyle>
          <a:p>
            <a:fld id="{3F4168E2-91C5-9646-9F53-5B4E70AF759D}" type="datetime1">
              <a:rPr lang="en-US" smtClean="0"/>
              <a:pPr/>
              <a:t>3/12/2024</a:t>
            </a:fld>
            <a:endParaRPr lang="en-US"/>
          </a:p>
        </p:txBody>
      </p:sp>
      <p:sp>
        <p:nvSpPr>
          <p:cNvPr id="8" name="Slide Number Placeholder 5"/>
          <p:cNvSpPr>
            <a:spLocks noGrp="1"/>
          </p:cNvSpPr>
          <p:nvPr>
            <p:ph type="sldNum" sz="quarter" idx="4"/>
          </p:nvPr>
        </p:nvSpPr>
        <p:spPr>
          <a:xfrm>
            <a:off x="9144000" y="6423933"/>
            <a:ext cx="2844800" cy="214546"/>
          </a:xfrm>
          <a:prstGeom prst="rect">
            <a:avLst/>
          </a:prstGeom>
        </p:spPr>
        <p:txBody>
          <a:bodyPr vert="horz" lIns="91440" tIns="45720" rIns="91440" bIns="45720" rtlCol="0" anchor="ctr">
            <a:spAutoFit/>
          </a:bodyPr>
          <a:lstStyle>
            <a:lvl1pPr algn="r">
              <a:defRPr sz="794" b="0" i="0">
                <a:solidFill>
                  <a:srgbClr val="FFFFFF"/>
                </a:solidFill>
                <a:latin typeface="Gill Sans MT"/>
                <a:cs typeface="Gill Sans MT"/>
              </a:defRPr>
            </a:lvl1pPr>
          </a:lstStyle>
          <a:p>
            <a:fld id="{42782948-4DBE-204D-AB9E-B65E067054AE}" type="slidenum">
              <a:rPr lang="en-US" smtClean="0"/>
              <a:pPr/>
              <a:t>‹#›</a:t>
            </a:fld>
            <a:endParaRPr lang="en-US"/>
          </a:p>
        </p:txBody>
      </p:sp>
      <p:pic>
        <p:nvPicPr>
          <p:cNvPr id="12" name="Picture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13025" y="5747196"/>
            <a:ext cx="1826231" cy="543508"/>
          </a:xfrm>
          <a:prstGeom prst="rect">
            <a:avLst/>
          </a:prstGeom>
          <a:effectLst/>
        </p:spPr>
      </p:pic>
      <p:sp>
        <p:nvSpPr>
          <p:cNvPr id="15" name="Subtitle 2"/>
          <p:cNvSpPr>
            <a:spLocks noGrp="1"/>
          </p:cNvSpPr>
          <p:nvPr>
            <p:ph type="subTitle" idx="1" hasCustomPrompt="1"/>
          </p:nvPr>
        </p:nvSpPr>
        <p:spPr>
          <a:xfrm>
            <a:off x="914400" y="4146997"/>
            <a:ext cx="4572000" cy="1600200"/>
          </a:xfrm>
          <a:effectLst>
            <a:outerShdw blurRad="254000" dir="5400000" algn="tl" rotWithShape="0">
              <a:srgbClr val="000000">
                <a:alpha val="40000"/>
              </a:srgbClr>
            </a:outerShdw>
          </a:effectLst>
        </p:spPr>
        <p:txBody>
          <a:bodyPr>
            <a:normAutofit/>
          </a:bodyPr>
          <a:lstStyle>
            <a:lvl1pPr marL="0" indent="0" algn="l">
              <a:buNone/>
              <a:defRPr sz="2116">
                <a:solidFill>
                  <a:schemeClr val="bg1"/>
                </a:solidFill>
              </a:defRPr>
            </a:lvl1pPr>
            <a:lvl2pPr marL="604738" indent="0" algn="ctr">
              <a:buNone/>
              <a:defRPr>
                <a:solidFill>
                  <a:schemeClr val="tx1">
                    <a:tint val="75000"/>
                  </a:schemeClr>
                </a:solidFill>
              </a:defRPr>
            </a:lvl2pPr>
            <a:lvl3pPr marL="1209477" indent="0" algn="ctr">
              <a:buNone/>
              <a:defRPr>
                <a:solidFill>
                  <a:schemeClr val="tx1">
                    <a:tint val="75000"/>
                  </a:schemeClr>
                </a:solidFill>
              </a:defRPr>
            </a:lvl3pPr>
            <a:lvl4pPr marL="1814215" indent="0" algn="ctr">
              <a:buNone/>
              <a:defRPr>
                <a:solidFill>
                  <a:schemeClr val="tx1">
                    <a:tint val="75000"/>
                  </a:schemeClr>
                </a:solidFill>
              </a:defRPr>
            </a:lvl4pPr>
            <a:lvl5pPr marL="2418954" indent="0" algn="ctr">
              <a:buNone/>
              <a:defRPr>
                <a:solidFill>
                  <a:schemeClr val="tx1">
                    <a:tint val="75000"/>
                  </a:schemeClr>
                </a:solidFill>
              </a:defRPr>
            </a:lvl5pPr>
            <a:lvl6pPr marL="3023692" indent="0" algn="ctr">
              <a:buNone/>
              <a:defRPr>
                <a:solidFill>
                  <a:schemeClr val="tx1">
                    <a:tint val="75000"/>
                  </a:schemeClr>
                </a:solidFill>
              </a:defRPr>
            </a:lvl6pPr>
            <a:lvl7pPr marL="3628431" indent="0" algn="ctr">
              <a:buNone/>
              <a:defRPr>
                <a:solidFill>
                  <a:schemeClr val="tx1">
                    <a:tint val="75000"/>
                  </a:schemeClr>
                </a:solidFill>
              </a:defRPr>
            </a:lvl7pPr>
            <a:lvl8pPr marL="4233169" indent="0" algn="ctr">
              <a:buNone/>
              <a:defRPr>
                <a:solidFill>
                  <a:schemeClr val="tx1">
                    <a:tint val="75000"/>
                  </a:schemeClr>
                </a:solidFill>
              </a:defRPr>
            </a:lvl8pPr>
            <a:lvl9pPr marL="4837908" indent="0" algn="ctr">
              <a:buNone/>
              <a:defRPr>
                <a:solidFill>
                  <a:schemeClr val="tx1">
                    <a:tint val="75000"/>
                  </a:schemeClr>
                </a:solidFill>
              </a:defRPr>
            </a:lvl9pPr>
          </a:lstStyle>
          <a:p>
            <a:r>
              <a:rPr lang="en-US" dirty="0"/>
              <a:t>CLICK TO EDIT MASTER SUBTITLE STYLE</a:t>
            </a:r>
          </a:p>
        </p:txBody>
      </p:sp>
      <p:cxnSp>
        <p:nvCxnSpPr>
          <p:cNvPr id="18" name="Straight Connector 17"/>
          <p:cNvCxnSpPr/>
          <p:nvPr userDrawn="1"/>
        </p:nvCxnSpPr>
        <p:spPr>
          <a:xfrm>
            <a:off x="995680" y="3932955"/>
            <a:ext cx="426720" cy="0"/>
          </a:xfrm>
          <a:prstGeom prst="line">
            <a:avLst/>
          </a:prstGeom>
          <a:ln w="19050">
            <a:solidFill>
              <a:srgbClr val="FFFFFF"/>
            </a:solidFill>
          </a:ln>
          <a:effectLst>
            <a:outerShdw blurRad="254000" dir="2700000" algn="tl" rotWithShape="0">
              <a:srgbClr val="000000">
                <a:alpha val="40000"/>
              </a:srgbClr>
            </a:outerShd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233777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0" y="342558"/>
            <a:ext cx="11252200" cy="520597"/>
          </a:xfrm>
          <a:prstGeom prst="rect">
            <a:avLst/>
          </a:prstGeom>
        </p:spPr>
        <p:txBody>
          <a:bodyPr vert="horz" lIns="0" tIns="0" rIns="0" bIns="0" rtlCol="0" anchor="t" anchorCtr="0">
            <a:noAutofit/>
          </a:bodyPr>
          <a:lstStyle>
            <a:lvl1pPr>
              <a:defRPr sz="1800"/>
            </a:lvl1pPr>
          </a:lstStyle>
          <a:p>
            <a:r>
              <a:rPr lang="en-GB" noProof="0"/>
              <a:t>Click to edit Master title style</a:t>
            </a:r>
          </a:p>
        </p:txBody>
      </p:sp>
      <p:sp>
        <p:nvSpPr>
          <p:cNvPr id="5" name="Text Placeholder 8"/>
          <p:cNvSpPr>
            <a:spLocks noGrp="1"/>
          </p:cNvSpPr>
          <p:nvPr>
            <p:ph type="body" sz="quarter" idx="13" hasCustomPrompt="1"/>
          </p:nvPr>
        </p:nvSpPr>
        <p:spPr>
          <a:xfrm>
            <a:off x="469902" y="863156"/>
            <a:ext cx="11252200" cy="440356"/>
          </a:xfrm>
          <a:prstGeom prst="rect">
            <a:avLst/>
          </a:prstGeom>
        </p:spPr>
        <p:txBody>
          <a:bodyPr lIns="0" tIns="0" rIns="0" bIns="0">
            <a:noAutofit/>
          </a:bodyPr>
          <a:lstStyle>
            <a:lvl1pPr marL="0" indent="0">
              <a:buNone/>
              <a:defRPr sz="1600" b="0">
                <a:solidFill>
                  <a:srgbClr val="575757"/>
                </a:solidFill>
              </a:defRPr>
            </a:lvl1pPr>
          </a:lstStyle>
          <a:p>
            <a:pPr lvl="0"/>
            <a:r>
              <a:rPr lang="en-GB" noProof="0"/>
              <a:t>Click to add subtitle</a:t>
            </a:r>
          </a:p>
        </p:txBody>
      </p:sp>
      <p:sp>
        <p:nvSpPr>
          <p:cNvPr id="4" name="Content Placeholder 3"/>
          <p:cNvSpPr>
            <a:spLocks noGrp="1"/>
          </p:cNvSpPr>
          <p:nvPr>
            <p:ph sz="quarter" idx="10"/>
          </p:nvPr>
        </p:nvSpPr>
        <p:spPr>
          <a:xfrm>
            <a:off x="469903" y="1400785"/>
            <a:ext cx="11252197" cy="5005423"/>
          </a:xfrm>
          <a:prstGeom prst="rect">
            <a:avLst/>
          </a:prstGeom>
        </p:spPr>
        <p:txBody>
          <a:bodyPr/>
          <a:lstStyle>
            <a:lvl1pPr>
              <a:tabLst>
                <a:tab pos="6729406" algn="r"/>
              </a:tabLst>
              <a:defRPr sz="1400"/>
            </a:lvl1pPr>
            <a:lvl2pPr>
              <a:tabLst>
                <a:tab pos="6729406" algn="r"/>
              </a:tabLst>
              <a:defRPr sz="1400"/>
            </a:lvl2pPr>
            <a:lvl3pPr>
              <a:tabLst>
                <a:tab pos="6729406" algn="r"/>
              </a:tabLst>
              <a:defRPr sz="1400"/>
            </a:lvl3pPr>
            <a:lvl4pPr>
              <a:tabLst>
                <a:tab pos="6729406" algn="r"/>
              </a:tabLst>
              <a:defRPr sz="1400"/>
            </a:lvl4pPr>
            <a:lvl5pPr marL="475212" indent="0">
              <a:buNone/>
              <a:tabLst>
                <a:tab pos="5029195" algn="r"/>
              </a:tabLst>
              <a:defRPr baseline="0"/>
            </a:lvl5pPr>
            <a:lvl6pPr marL="356400" indent="0">
              <a:buNone/>
              <a:tabLst>
                <a:tab pos="6729406" algn="r"/>
              </a:tabLst>
              <a:defRPr/>
            </a:lvl6pPr>
            <a:lvl7pPr>
              <a:tabLst>
                <a:tab pos="6729406" algn="r"/>
              </a:tabLst>
              <a:defRPr/>
            </a:lvl7pPr>
            <a:lvl8pPr>
              <a:tabLst>
                <a:tab pos="6729406" algn="r"/>
              </a:tabLst>
              <a:defRPr/>
            </a:lvl8pPr>
            <a:lvl9pPr>
              <a:tabLst>
                <a:tab pos="6729406" algn="r"/>
              </a:tabLst>
              <a:defRPr/>
            </a:lvl9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2321838423"/>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 Column">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402588"/>
            <a:ext cx="11252200" cy="410433"/>
          </a:xfrm>
        </p:spPr>
        <p:txBody>
          <a:bodyPr>
            <a:spAutoFit/>
          </a:bodyPr>
          <a:lstStyle/>
          <a:p>
            <a:r>
              <a:rPr lang="en-US"/>
              <a:t>Click to edit Master title style</a:t>
            </a:r>
          </a:p>
        </p:txBody>
      </p:sp>
      <p:sp>
        <p:nvSpPr>
          <p:cNvPr id="8" name="Text Placeholder 7"/>
          <p:cNvSpPr>
            <a:spLocks noGrp="1"/>
          </p:cNvSpPr>
          <p:nvPr>
            <p:ph type="body" sz="quarter" idx="11"/>
          </p:nvPr>
        </p:nvSpPr>
        <p:spPr bwMode="gray">
          <a:xfrm>
            <a:off x="469902" y="884427"/>
            <a:ext cx="11252200" cy="221599"/>
          </a:xfrm>
          <a:noFill/>
          <a:ln w="9525">
            <a:noFill/>
            <a:miter lim="800000"/>
            <a:headEnd/>
            <a:tailEnd/>
          </a:ln>
        </p:spPr>
        <p:txBody>
          <a:bodyPr wrap="square" lIns="0" tIns="0" rIns="0" bIns="0">
            <a:spAutoFit/>
          </a:bodyPr>
          <a:lstStyle>
            <a:lvl1pPr algn="l" rtl="0" eaLnBrk="0" fontAlgn="base" hangingPunct="0">
              <a:lnSpc>
                <a:spcPct val="90000"/>
              </a:lnSpc>
              <a:spcBef>
                <a:spcPct val="0"/>
              </a:spcBef>
              <a:spcAft>
                <a:spcPct val="0"/>
              </a:spcAft>
              <a:defRPr lang="en-US" sz="1600" b="0" kern="1200" dirty="0">
                <a:solidFill>
                  <a:schemeClr val="tx1"/>
                </a:solidFill>
                <a:latin typeface="Arial" pitchFamily="34" charset="0"/>
                <a:ea typeface="+mn-ea"/>
                <a:cs typeface="Arial" pitchFamily="34" charset="0"/>
              </a:defRPr>
            </a:lvl1pPr>
          </a:lstStyle>
          <a:p>
            <a:pPr lvl="0"/>
            <a:r>
              <a:rPr lang="en-US"/>
              <a:t>Click to edit Master text styles</a:t>
            </a:r>
          </a:p>
        </p:txBody>
      </p:sp>
      <p:sp>
        <p:nvSpPr>
          <p:cNvPr id="10" name="Content Placeholder 20"/>
          <p:cNvSpPr>
            <a:spLocks noGrp="1"/>
          </p:cNvSpPr>
          <p:nvPr>
            <p:ph sz="quarter" idx="12"/>
          </p:nvPr>
        </p:nvSpPr>
        <p:spPr bwMode="gray">
          <a:xfrm>
            <a:off x="469902" y="1177432"/>
            <a:ext cx="11185650" cy="5105034"/>
          </a:xfrm>
        </p:spPr>
        <p:txBody>
          <a:bodyPr>
            <a:noAutofit/>
          </a:bodyPr>
          <a:lstStyle>
            <a:lvl5pPr marL="475212"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3495548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223735" y="266401"/>
            <a:ext cx="11575915" cy="392860"/>
          </a:xfrm>
          <a:prstGeom prst="rect">
            <a:avLst/>
          </a:prstGeom>
        </p:spPr>
        <p:txBody>
          <a:bodyPr vert="horz" lIns="0" tIns="0" rIns="0" bIns="0" rtlCol="0" anchor="t" anchorCtr="0">
            <a:noAutofit/>
          </a:bodyPr>
          <a:lstStyle>
            <a:lvl1pPr>
              <a:defRPr sz="1800"/>
            </a:lvl1pPr>
          </a:lstStyle>
          <a:p>
            <a:r>
              <a:rPr lang="en-GB" noProof="0"/>
              <a:t>Click to edit Master title style</a:t>
            </a:r>
          </a:p>
        </p:txBody>
      </p:sp>
      <p:sp>
        <p:nvSpPr>
          <p:cNvPr id="4" name="Text Placeholder 8"/>
          <p:cNvSpPr>
            <a:spLocks noGrp="1"/>
          </p:cNvSpPr>
          <p:nvPr>
            <p:ph type="body" sz="quarter" idx="13" hasCustomPrompt="1"/>
          </p:nvPr>
        </p:nvSpPr>
        <p:spPr>
          <a:xfrm>
            <a:off x="223735" y="746809"/>
            <a:ext cx="11575915" cy="392861"/>
          </a:xfrm>
          <a:prstGeom prst="rect">
            <a:avLst/>
          </a:prstGeom>
        </p:spPr>
        <p:txBody>
          <a:bodyPr lIns="0" tIns="0" rIns="0" bIns="0">
            <a:noAutofit/>
          </a:bodyPr>
          <a:lstStyle>
            <a:lvl1pPr marL="0" indent="0">
              <a:buNone/>
              <a:defRPr sz="1600" b="0">
                <a:solidFill>
                  <a:schemeClr val="bg2">
                    <a:lumMod val="50000"/>
                  </a:schemeClr>
                </a:solidFill>
              </a:defRPr>
            </a:lvl1pPr>
          </a:lstStyle>
          <a:p>
            <a:pPr lvl="0"/>
            <a:r>
              <a:rPr lang="en-GB" noProof="0"/>
              <a:t>Click to add subtitle</a:t>
            </a:r>
            <a:endParaRPr lang="en-GB"/>
          </a:p>
        </p:txBody>
      </p:sp>
    </p:spTree>
    <p:extLst>
      <p:ext uri="{BB962C8B-B14F-4D97-AF65-F5344CB8AC3E}">
        <p14:creationId xmlns:p14="http://schemas.microsoft.com/office/powerpoint/2010/main" val="3706102340"/>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330740" y="344225"/>
            <a:ext cx="11546732" cy="392860"/>
          </a:xfrm>
          <a:prstGeom prst="rect">
            <a:avLst/>
          </a:prstGeom>
        </p:spPr>
        <p:txBody>
          <a:bodyPr vert="horz" lIns="0" tIns="0" rIns="0" bIns="0" rtlCol="0" anchor="ctr" anchorCtr="0">
            <a:noAutofit/>
          </a:bodyPr>
          <a:lstStyle>
            <a:lvl1pPr>
              <a:defRPr sz="1800"/>
            </a:lvl1pPr>
          </a:lstStyle>
          <a:p>
            <a:r>
              <a:rPr lang="en-GB" noProof="0"/>
              <a:t>Click to edit Master title style</a:t>
            </a:r>
          </a:p>
        </p:txBody>
      </p:sp>
    </p:spTree>
    <p:extLst>
      <p:ext uri="{BB962C8B-B14F-4D97-AF65-F5344CB8AC3E}">
        <p14:creationId xmlns:p14="http://schemas.microsoft.com/office/powerpoint/2010/main" val="4153341311"/>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8" y="1594"/>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958" y="1594"/>
                        <a:ext cx="1953" cy="1587"/>
                      </a:xfrm>
                      <a:prstGeom prst="rect">
                        <a:avLst/>
                      </a:prstGeom>
                    </p:spPr>
                  </p:pic>
                </p:oleObj>
              </mc:Fallback>
            </mc:AlternateContent>
          </a:graphicData>
        </a:graphic>
      </p:graphicFrame>
    </p:spTree>
    <p:extLst>
      <p:ext uri="{BB962C8B-B14F-4D97-AF65-F5344CB8AC3E}">
        <p14:creationId xmlns:p14="http://schemas.microsoft.com/office/powerpoint/2010/main" val="1047457059"/>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0214"/>
            <a:ext cx="10418233" cy="1592403"/>
          </a:xfrm>
        </p:spPr>
        <p:txBody>
          <a:bodyPr anchor="b"/>
          <a:lstStyle>
            <a:lvl1pPr>
              <a:lnSpc>
                <a:spcPct val="95000"/>
              </a:lnSpc>
              <a:defRPr sz="28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1" y="3423546"/>
            <a:ext cx="10418235" cy="1566532"/>
          </a:xfrm>
        </p:spPr>
        <p:txBody>
          <a:bodyPr lIns="0" tIns="0" rIns="0" bIns="0">
            <a:noAutofit/>
          </a:bodyPr>
          <a:lstStyle>
            <a:lvl1pPr marL="0" indent="0">
              <a:lnSpc>
                <a:spcPct val="95000"/>
              </a:lnSpc>
              <a:spcAft>
                <a:spcPts val="0"/>
              </a:spcAft>
              <a:buNone/>
              <a:defRPr sz="240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19518486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2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797791" y="905046"/>
            <a:ext cx="6596417" cy="4947313"/>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3" y="5864232"/>
            <a:ext cx="5594348" cy="505645"/>
          </a:xfrm>
          <a:prstGeom prst="rect">
            <a:avLst/>
          </a:prstGeom>
        </p:spPr>
        <p:txBody>
          <a:bodyPr lIns="0" tIns="0" rIns="0" bIns="0" anchor="b" anchorCtr="0">
            <a:noAutofit/>
          </a:bodyPr>
          <a:lstStyle>
            <a:lvl1pPr marL="0" indent="0" algn="l">
              <a:lnSpc>
                <a:spcPct val="100000"/>
              </a:lnSpc>
              <a:spcAft>
                <a:spcPts val="0"/>
              </a:spcAft>
              <a:buNone/>
              <a:defRPr sz="1600" b="1">
                <a:solidFill>
                  <a:schemeClr val="tx1"/>
                </a:solidFill>
              </a:defRPr>
            </a:lvl1pPr>
            <a:lvl2pPr marL="0" indent="0" algn="l">
              <a:buNone/>
              <a:defRPr sz="1400" b="0"/>
            </a:lvl2pPr>
            <a:lvl3pPr marL="844083" indent="0" algn="ctr">
              <a:buNone/>
              <a:defRPr sz="1662"/>
            </a:lvl3pPr>
            <a:lvl4pPr marL="1266124" indent="0" algn="ctr">
              <a:buNone/>
              <a:defRPr sz="1477"/>
            </a:lvl4pPr>
            <a:lvl5pPr marL="1688165" indent="0" algn="ctr">
              <a:buNone/>
              <a:defRPr sz="1477"/>
            </a:lvl5pPr>
            <a:lvl6pPr marL="2110207" indent="0" algn="ctr">
              <a:buNone/>
              <a:defRPr sz="1477"/>
            </a:lvl6pPr>
            <a:lvl7pPr marL="2532248" indent="0" algn="ctr">
              <a:buNone/>
              <a:defRPr sz="1477"/>
            </a:lvl7pPr>
            <a:lvl8pPr marL="2954289" indent="0" algn="ctr">
              <a:buNone/>
              <a:defRPr sz="1477"/>
            </a:lvl8pPr>
            <a:lvl9pPr marL="3376331" indent="0" algn="ctr">
              <a:buNone/>
              <a:defRPr sz="1477"/>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1" y="6381750"/>
            <a:ext cx="55943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7" name="Group 6"/>
          <p:cNvGrpSpPr/>
          <p:nvPr userDrawn="1"/>
        </p:nvGrpSpPr>
        <p:grpSpPr>
          <a:xfrm>
            <a:off x="503988" y="378000"/>
            <a:ext cx="1820923" cy="349200"/>
            <a:chOff x="398463" y="404813"/>
            <a:chExt cx="1627187" cy="307976"/>
          </a:xfrm>
          <a:solidFill>
            <a:schemeClr val="tx1"/>
          </a:solidFill>
        </p:grpSpPr>
        <p:sp>
          <p:nvSpPr>
            <p:cNvPr id="8"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0"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1"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3"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4"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5"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6"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7"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8"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grpSp>
    </p:spTree>
    <p:extLst>
      <p:ext uri="{BB962C8B-B14F-4D97-AF65-F5344CB8AC3E}">
        <p14:creationId xmlns:p14="http://schemas.microsoft.com/office/powerpoint/2010/main" val="3538566083"/>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chemeClr val="tx1"/>
                </a:solidFill>
                <a:latin typeface="Verdana"/>
                <a:cs typeface="Verdana"/>
              </a:defRPr>
            </a:lvl1pPr>
          </a:lstStyle>
          <a:p>
            <a:endParaRPr lang="en-GB"/>
          </a:p>
        </p:txBody>
      </p:sp>
      <p:sp>
        <p:nvSpPr>
          <p:cNvPr id="3" name="Holder 3"/>
          <p:cNvSpPr>
            <a:spLocks noGrp="1"/>
          </p:cNvSpPr>
          <p:nvPr>
            <p:ph type="body" idx="1"/>
          </p:nvPr>
        </p:nvSpPr>
        <p:spPr/>
        <p:txBody>
          <a:bodyPr lIns="0" tIns="0" rIns="0" bIns="0"/>
          <a:lstStyle>
            <a:lvl1pPr>
              <a:defRPr sz="1400" b="0" i="0">
                <a:solidFill>
                  <a:srgbClr val="2C5234"/>
                </a:solidFill>
                <a:latin typeface="Verdana"/>
                <a:cs typeface="Verdana"/>
              </a:defRPr>
            </a:lvl1pPr>
          </a:lstStyle>
          <a:p>
            <a:endParaRPr lang="en-GB"/>
          </a:p>
        </p:txBody>
      </p:sp>
    </p:spTree>
    <p:extLst>
      <p:ext uri="{BB962C8B-B14F-4D97-AF65-F5344CB8AC3E}">
        <p14:creationId xmlns:p14="http://schemas.microsoft.com/office/powerpoint/2010/main" val="22048407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2_Blank">
    <p:spTree>
      <p:nvGrpSpPr>
        <p:cNvPr id="1" name=""/>
        <p:cNvGrpSpPr/>
        <p:nvPr/>
      </p:nvGrpSpPr>
      <p:grpSpPr>
        <a:xfrm>
          <a:off x="0" y="0"/>
          <a:ext cx="0" cy="0"/>
          <a:chOff x="0" y="0"/>
          <a:chExt cx="0" cy="0"/>
        </a:xfrm>
      </p:grpSpPr>
      <p:sp>
        <p:nvSpPr>
          <p:cNvPr id="3"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4"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a:p>
        </p:txBody>
      </p:sp>
      <p:sp>
        <p:nvSpPr>
          <p:cNvPr id="5"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6" name="Text Placeholder 7"/>
          <p:cNvSpPr>
            <a:spLocks noGrp="1"/>
          </p:cNvSpPr>
          <p:nvPr>
            <p:ph type="body" sz="quarter" idx="23"/>
          </p:nvPr>
        </p:nvSpPr>
        <p:spPr>
          <a:xfrm>
            <a:off x="501651" y="6311156"/>
            <a:ext cx="11188700" cy="160245"/>
          </a:xfrm>
        </p:spPr>
        <p:txBody>
          <a:bodyPr>
            <a:normAutofit/>
          </a:bodyPr>
          <a:lstStyle>
            <a:lvl1pPr>
              <a:spcAft>
                <a:spcPts val="0"/>
              </a:spcAft>
              <a:defRPr sz="900"/>
            </a:lvl1pPr>
          </a:lstStyle>
          <a:p>
            <a:pPr lvl="0"/>
            <a:r>
              <a:rPr lang="en-US"/>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2443175838"/>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1" y="317500"/>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498584" y="1143708"/>
            <a:ext cx="11165416" cy="471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911426129"/>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2" y="736706"/>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8" name="Text Placeholder 18"/>
          <p:cNvSpPr>
            <a:spLocks noGrp="1"/>
          </p:cNvSpPr>
          <p:nvPr>
            <p:ph idx="1"/>
          </p:nvPr>
        </p:nvSpPr>
        <p:spPr>
          <a:xfrm>
            <a:off x="469902" y="1665819"/>
            <a:ext cx="11252200" cy="4633383"/>
          </a:xfrm>
          <a:prstGeom prst="rect">
            <a:avLst/>
          </a:prstGeom>
        </p:spPr>
        <p:txBody>
          <a:bodyPr vert="horz" lIns="0" tIns="0" rIns="0" bIns="0" rtlCol="0">
            <a:noAutofit/>
          </a:bodyPr>
          <a:lstStyle>
            <a:lvl1pPr marL="0" indent="0" algn="l">
              <a:buFontTx/>
              <a:buNone/>
              <a:defRPr/>
            </a:lvl1pPr>
            <a:lvl2pPr marL="126997" indent="-126997" algn="l">
              <a:buClrTx/>
              <a:buSzPct val="100000"/>
              <a:buFont typeface="Arial" panose="020B0604020202020204" pitchFamily="34" charset="0"/>
              <a:buChar char="•"/>
              <a:defRPr/>
            </a:lvl2pPr>
            <a:lvl3pPr marL="279393" indent="-126997" algn="l">
              <a:buClrTx/>
              <a:buSzPct val="100000"/>
              <a:buFont typeface="Arial" panose="020B0604020202020204" pitchFamily="34" charset="0"/>
              <a:buChar char="−"/>
              <a:defRPr/>
            </a:lvl3pPr>
            <a:lvl4pPr marL="431789" indent="-126997" algn="l">
              <a:buClrTx/>
              <a:buSzPct val="100000"/>
              <a:buFont typeface="Arial" panose="020B0604020202020204" pitchFamily="34" charset="0"/>
              <a:buChar char="◦"/>
              <a:defRPr/>
            </a:lvl4pPr>
            <a:lvl5pPr marL="584185" indent="-126997"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87387496"/>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3_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1" y="787017"/>
            <a:ext cx="11188700" cy="463778"/>
          </a:xfrm>
          <a:prstGeom prst="rect">
            <a:avLst/>
          </a:prstGeom>
        </p:spPr>
        <p:txBody>
          <a:bodyPr lIns="0" tIns="0" rIns="0" bIns="0">
            <a:noAutofit/>
          </a:bodyPr>
          <a:lstStyle>
            <a:lvl1pPr marL="0" indent="0">
              <a:buNone/>
              <a:defRPr sz="1451" b="0">
                <a:solidFill>
                  <a:schemeClr val="bg1">
                    <a:lumMod val="50000"/>
                  </a:schemeClr>
                </a:solidFill>
              </a:defRPr>
            </a:lvl1pPr>
          </a:lstStyle>
          <a:p>
            <a:pPr lvl="0"/>
            <a:r>
              <a:rPr lang="en-US" noProof="0"/>
              <a:t>Click to add subtitle</a:t>
            </a:r>
          </a:p>
        </p:txBody>
      </p:sp>
      <p:sp>
        <p:nvSpPr>
          <p:cNvPr id="11" name="Title Placeholder 1"/>
          <p:cNvSpPr>
            <a:spLocks noGrp="1"/>
          </p:cNvSpPr>
          <p:nvPr>
            <p:ph type="title" hasCustomPrompt="1"/>
          </p:nvPr>
        </p:nvSpPr>
        <p:spPr>
          <a:xfrm>
            <a:off x="501651" y="189274"/>
            <a:ext cx="11188700" cy="334101"/>
          </a:xfrm>
          <a:prstGeom prst="rect">
            <a:avLst/>
          </a:prstGeom>
        </p:spPr>
        <p:txBody>
          <a:bodyPr vert="horz" lIns="0" tIns="0" rIns="0" bIns="0" rtlCol="0" anchor="ctr" anchorCtr="0">
            <a:noAutofit/>
          </a:bodyPr>
          <a:lstStyle>
            <a:lvl1pPr>
              <a:defRPr sz="1814" b="1">
                <a:solidFill>
                  <a:schemeClr val="tx1"/>
                </a:solidFill>
              </a:defRPr>
            </a:lvl1pPr>
          </a:lstStyle>
          <a:p>
            <a:r>
              <a:rPr lang="en-US" noProof="0"/>
              <a:t>Click to add title</a:t>
            </a:r>
          </a:p>
        </p:txBody>
      </p:sp>
    </p:spTree>
    <p:extLst>
      <p:ext uri="{BB962C8B-B14F-4D97-AF65-F5344CB8AC3E}">
        <p14:creationId xmlns:p14="http://schemas.microsoft.com/office/powerpoint/2010/main" val="3707118771"/>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4"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a:p>
        </p:txBody>
      </p:sp>
      <p:sp>
        <p:nvSpPr>
          <p:cNvPr id="5"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6" name="Text Placeholder 7"/>
          <p:cNvSpPr>
            <a:spLocks noGrp="1"/>
          </p:cNvSpPr>
          <p:nvPr>
            <p:ph type="body" sz="quarter" idx="23"/>
          </p:nvPr>
        </p:nvSpPr>
        <p:spPr>
          <a:xfrm>
            <a:off x="501651" y="6311156"/>
            <a:ext cx="11188700" cy="160245"/>
          </a:xfrm>
        </p:spPr>
        <p:txBody>
          <a:bodyPr>
            <a:normAutofit/>
          </a:bodyPr>
          <a:lstStyle>
            <a:lvl1pPr>
              <a:spcAft>
                <a:spcPts val="0"/>
              </a:spcAft>
              <a:defRPr sz="900"/>
            </a:lvl1pPr>
          </a:lstStyle>
          <a:p>
            <a:pPr lvl="0"/>
            <a:r>
              <a:rPr lang="en-US"/>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260450239"/>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a:p>
        </p:txBody>
      </p:sp>
      <p:sp>
        <p:nvSpPr>
          <p:cNvPr id="18"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9" name="Text Placeholder 7"/>
          <p:cNvSpPr>
            <a:spLocks noGrp="1"/>
          </p:cNvSpPr>
          <p:nvPr>
            <p:ph type="body" sz="quarter" idx="23"/>
          </p:nvPr>
        </p:nvSpPr>
        <p:spPr>
          <a:xfrm>
            <a:off x="501651" y="6311156"/>
            <a:ext cx="11188700" cy="160245"/>
          </a:xfrm>
        </p:spPr>
        <p:txBody>
          <a:bodyPr>
            <a:normAutofit/>
          </a:bodyPr>
          <a:lstStyle>
            <a:lvl1pPr>
              <a:spcAft>
                <a:spcPts val="0"/>
              </a:spcAft>
              <a:defRPr sz="900"/>
            </a:lvl1pPr>
          </a:lstStyle>
          <a:p>
            <a:pPr lvl="0"/>
            <a:r>
              <a:rPr lang="en-US"/>
              <a:t>Edit Master text styles</a:t>
            </a:r>
          </a:p>
        </p:txBody>
      </p:sp>
    </p:spTree>
    <p:extLst>
      <p:ext uri="{BB962C8B-B14F-4D97-AF65-F5344CB8AC3E}">
        <p14:creationId xmlns:p14="http://schemas.microsoft.com/office/powerpoint/2010/main" val="999835768"/>
      </p:ext>
    </p:extLst>
  </p:cSld>
  <p:clrMapOvr>
    <a:masterClrMapping/>
  </p:clrMapOvr>
  <p:transition>
    <p:fade/>
  </p:transition>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userDrawn="1">
  <p:cSld name="1_End slide">
    <p:bg>
      <p:bgPr>
        <a:solidFill>
          <a:schemeClr val="bg1"/>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9ED29CA-6A60-490D-9D54-EA7CC7AF832C}"/>
              </a:ext>
            </a:extLst>
          </p:cNvPr>
          <p:cNvGrpSpPr>
            <a:grpSpLocks noChangeAspect="1"/>
          </p:cNvGrpSpPr>
          <p:nvPr userDrawn="1"/>
        </p:nvGrpSpPr>
        <p:grpSpPr>
          <a:xfrm>
            <a:off x="475325" y="457200"/>
            <a:ext cx="1998000" cy="374400"/>
            <a:chOff x="398463" y="404813"/>
            <a:chExt cx="1627187" cy="307976"/>
          </a:xfrm>
          <a:solidFill>
            <a:schemeClr val="tx1"/>
          </a:solidFill>
        </p:grpSpPr>
        <p:sp>
          <p:nvSpPr>
            <p:cNvPr id="14"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5"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6"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7"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0"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350689048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3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024452"/>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3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3"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3" y="5864232"/>
            <a:ext cx="5594348" cy="505645"/>
          </a:xfrm>
          <a:prstGeom prst="rect">
            <a:avLst/>
          </a:prstGeom>
        </p:spPr>
        <p:txBody>
          <a:bodyPr lIns="0" tIns="0" rIns="0" bIns="0" anchor="b" anchorCtr="0">
            <a:noAutofit/>
          </a:bodyPr>
          <a:lstStyle>
            <a:lvl1pPr marL="0" indent="0" algn="l">
              <a:lnSpc>
                <a:spcPct val="100000"/>
              </a:lnSpc>
              <a:spcAft>
                <a:spcPts val="0"/>
              </a:spcAft>
              <a:buNone/>
              <a:defRPr sz="1662" b="1">
                <a:solidFill>
                  <a:schemeClr val="tx1"/>
                </a:solidFill>
              </a:defRPr>
            </a:lvl1pPr>
            <a:lvl2pPr marL="0" indent="0" algn="l">
              <a:buNone/>
              <a:defRPr sz="1477" b="0"/>
            </a:lvl2pPr>
            <a:lvl3pPr marL="844083" indent="0" algn="ctr">
              <a:buNone/>
              <a:defRPr sz="1662"/>
            </a:lvl3pPr>
            <a:lvl4pPr marL="1266124" indent="0" algn="ctr">
              <a:buNone/>
              <a:defRPr sz="1477"/>
            </a:lvl4pPr>
            <a:lvl5pPr marL="1688165" indent="0" algn="ctr">
              <a:buNone/>
              <a:defRPr sz="1477"/>
            </a:lvl5pPr>
            <a:lvl6pPr marL="2110207" indent="0" algn="ctr">
              <a:buNone/>
              <a:defRPr sz="1477"/>
            </a:lvl6pPr>
            <a:lvl7pPr marL="2532248" indent="0" algn="ctr">
              <a:buNone/>
              <a:defRPr sz="1477"/>
            </a:lvl7pPr>
            <a:lvl8pPr marL="2954289" indent="0" algn="ctr">
              <a:buNone/>
              <a:defRPr sz="1477"/>
            </a:lvl8pPr>
            <a:lvl9pPr marL="3376331" indent="0" algn="ctr">
              <a:buNone/>
              <a:defRPr sz="1477"/>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1" y="6381750"/>
            <a:ext cx="5594349" cy="298450"/>
          </a:xfrm>
          <a:prstGeom prst="rect">
            <a:avLst/>
          </a:prstGeom>
        </p:spPr>
        <p:txBody>
          <a:bodyPr/>
          <a:lstStyle>
            <a:lvl1pPr>
              <a:spcAft>
                <a:spcPts val="0"/>
              </a:spcAft>
              <a:defRPr sz="92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7" name="Group 6"/>
          <p:cNvGrpSpPr/>
          <p:nvPr userDrawn="1"/>
        </p:nvGrpSpPr>
        <p:grpSpPr>
          <a:xfrm>
            <a:off x="503988" y="378000"/>
            <a:ext cx="2304000" cy="432000"/>
            <a:chOff x="398463" y="404813"/>
            <a:chExt cx="1627187" cy="307976"/>
          </a:xfrm>
          <a:solidFill>
            <a:schemeClr val="tx1"/>
          </a:solidFill>
        </p:grpSpPr>
        <p:sp>
          <p:nvSpPr>
            <p:cNvPr id="8"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0"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1"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3"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4"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5"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6"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7"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sp>
          <p:nvSpPr>
            <p:cNvPr id="18"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white"/>
                </a:solidFill>
                <a:cs typeface="Arial" panose="020B0604020202020204" pitchFamily="34" charset="0"/>
              </a:endParaRPr>
            </a:p>
          </p:txBody>
        </p:sp>
      </p:grpSp>
    </p:spTree>
    <p:extLst>
      <p:ext uri="{BB962C8B-B14F-4D97-AF65-F5344CB8AC3E}">
        <p14:creationId xmlns:p14="http://schemas.microsoft.com/office/powerpoint/2010/main" val="1480777289"/>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_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223735" y="266401"/>
            <a:ext cx="11575915" cy="392860"/>
          </a:xfrm>
          <a:prstGeom prst="rect">
            <a:avLst/>
          </a:prstGeom>
        </p:spPr>
        <p:txBody>
          <a:bodyPr vert="horz" lIns="0" tIns="0" rIns="0" bIns="0" rtlCol="0" anchor="t" anchorCtr="0">
            <a:noAutofit/>
          </a:bodyPr>
          <a:lstStyle>
            <a:lvl1pPr>
              <a:defRPr sz="1800"/>
            </a:lvl1pPr>
          </a:lstStyle>
          <a:p>
            <a:r>
              <a:rPr lang="en-GB" noProof="0"/>
              <a:t>Click to edit Master title style</a:t>
            </a:r>
          </a:p>
        </p:txBody>
      </p:sp>
      <p:sp>
        <p:nvSpPr>
          <p:cNvPr id="4" name="Text Placeholder 8"/>
          <p:cNvSpPr>
            <a:spLocks noGrp="1"/>
          </p:cNvSpPr>
          <p:nvPr>
            <p:ph type="body" sz="quarter" idx="13" hasCustomPrompt="1"/>
          </p:nvPr>
        </p:nvSpPr>
        <p:spPr>
          <a:xfrm>
            <a:off x="223735" y="746809"/>
            <a:ext cx="11575915" cy="392861"/>
          </a:xfrm>
          <a:prstGeom prst="rect">
            <a:avLst/>
          </a:prstGeom>
        </p:spPr>
        <p:txBody>
          <a:bodyPr lIns="0" tIns="0" rIns="0" bIns="0">
            <a:noAutofit/>
          </a:bodyPr>
          <a:lstStyle>
            <a:lvl1pPr marL="0" indent="0">
              <a:buNone/>
              <a:defRPr sz="1600" b="0">
                <a:solidFill>
                  <a:schemeClr val="bg2">
                    <a:lumMod val="50000"/>
                  </a:schemeClr>
                </a:solidFill>
              </a:defRPr>
            </a:lvl1pPr>
          </a:lstStyle>
          <a:p>
            <a:pPr lvl="0"/>
            <a:r>
              <a:rPr lang="en-GB" noProof="0"/>
              <a:t>Click to add subtitle</a:t>
            </a:r>
            <a:endParaRPr lang="en-GB"/>
          </a:p>
        </p:txBody>
      </p:sp>
    </p:spTree>
    <p:extLst>
      <p:ext uri="{BB962C8B-B14F-4D97-AF65-F5344CB8AC3E}">
        <p14:creationId xmlns:p14="http://schemas.microsoft.com/office/powerpoint/2010/main" val="2835544536"/>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_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a:t>Click to edit Master title style</a:t>
            </a:r>
            <a:endParaRPr lang="en-GB"/>
          </a:p>
        </p:txBody>
      </p:sp>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
        <p:nvSpPr>
          <p:cNvPr id="14" name="Text Placeholder 18"/>
          <p:cNvSpPr>
            <a:spLocks noGrp="1"/>
          </p:cNvSpPr>
          <p:nvPr>
            <p:ph idx="1"/>
          </p:nvPr>
        </p:nvSpPr>
        <p:spPr>
          <a:xfrm>
            <a:off x="469902" y="1665291"/>
            <a:ext cx="11252200" cy="4633911"/>
          </a:xfrm>
          <a:prstGeom prst="rect">
            <a:avLst/>
          </a:prstGeom>
        </p:spPr>
        <p:txBody>
          <a:bodyPr vert="horz" lIns="0" tIns="0" rIns="0" bIns="0" rtlCol="0">
            <a:noAutofit/>
          </a:bodyPr>
          <a:lstStyle/>
          <a:p>
            <a:pPr lvl="0"/>
            <a:r>
              <a:rPr lang="en-GB" noProof="0"/>
              <a:t>Click to 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a:p>
        </p:txBody>
      </p:sp>
    </p:spTree>
    <p:extLst>
      <p:ext uri="{BB962C8B-B14F-4D97-AF65-F5344CB8AC3E}">
        <p14:creationId xmlns:p14="http://schemas.microsoft.com/office/powerpoint/2010/main" val="1763937706"/>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C2EC3A3-3532-4113-8972-17E73BC4F431}" type="datetimeFigureOut">
              <a:rPr kumimoji="0" lang="en-IN" sz="1800" b="0" i="0" u="none" strike="noStrike" kern="1200" cap="none" spc="0" normalizeH="0" baseline="0" noProof="0" smtClean="0">
                <a:ln>
                  <a:noFill/>
                </a:ln>
                <a:solidFill>
                  <a:prstClr val="black"/>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12-03-2024</a:t>
            </a:fld>
            <a:endParaRPr kumimoji="0" lang="en-IN"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6" name="Slide Number Placeholder 5"/>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9BAAD82-4669-4875-BCDA-307B5D1AB10A}" type="slidenum">
              <a:rPr kumimoji="0" lang="en-IN" sz="1800" b="0" i="0" u="none" strike="noStrike" kern="1200" cap="none" spc="0" normalizeH="0" baseline="0" noProof="0" smtClean="0">
                <a:ln>
                  <a:noFill/>
                </a:ln>
                <a:solidFill>
                  <a:prstClr val="black"/>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IN"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7" name="TextBox 6"/>
          <p:cNvSpPr txBox="1"/>
          <p:nvPr userDrawn="1"/>
        </p:nvSpPr>
        <p:spPr>
          <a:xfrm>
            <a:off x="469900" y="6477000"/>
            <a:ext cx="5355167" cy="92333"/>
          </a:xfrm>
          <a:prstGeom prst="rect">
            <a:avLst/>
          </a:prstGeom>
          <a:noFill/>
        </p:spPr>
        <p:txBody>
          <a:bodyPr wrap="square" lIns="0" tIns="0" rIns="0" bIns="0" rtlCol="0">
            <a:spAutoFit/>
          </a:bodyPr>
          <a:lstStyle/>
          <a:p>
            <a:pPr defTabSz="531944">
              <a:spcBef>
                <a:spcPts val="425"/>
              </a:spcBef>
              <a:buSzPct val="100000"/>
              <a:buFont typeface="Arial"/>
              <a:buNone/>
            </a:pPr>
            <a:r>
              <a:rPr lang="fr-FR" sz="600" dirty="0">
                <a:solidFill>
                  <a:prstClr val="black"/>
                </a:solidFill>
              </a:rPr>
              <a:t>© 2017 Deloitte Touche </a:t>
            </a:r>
            <a:r>
              <a:rPr lang="fr-FR" sz="600" dirty="0" err="1">
                <a:solidFill>
                  <a:prstClr val="black"/>
                </a:solidFill>
              </a:rPr>
              <a:t>Tohmatsu</a:t>
            </a:r>
            <a:r>
              <a:rPr lang="fr-FR" sz="600" dirty="0">
                <a:solidFill>
                  <a:prstClr val="black"/>
                </a:solidFill>
              </a:rPr>
              <a:t> India LLP</a:t>
            </a:r>
          </a:p>
        </p:txBody>
      </p:sp>
    </p:spTree>
    <p:extLst>
      <p:ext uri="{BB962C8B-B14F-4D97-AF65-F5344CB8AC3E}">
        <p14:creationId xmlns:p14="http://schemas.microsoft.com/office/powerpoint/2010/main" val="122763374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ver - Full Photo">
    <p:bg>
      <p:bgPr>
        <a:solidFill>
          <a:schemeClr val="tx1"/>
        </a:solidFill>
        <a:effectLst/>
      </p:bgPr>
    </p:bg>
    <p:spTree>
      <p:nvGrpSpPr>
        <p:cNvPr id="1" name=""/>
        <p:cNvGrpSpPr/>
        <p:nvPr/>
      </p:nvGrpSpPr>
      <p:grpSpPr>
        <a:xfrm>
          <a:off x="0" y="0"/>
          <a:ext cx="0" cy="0"/>
          <a:chOff x="0" y="0"/>
          <a:chExt cx="0" cy="0"/>
        </a:xfrm>
      </p:grpSpPr>
      <p:sp>
        <p:nvSpPr>
          <p:cNvPr id="9" name="Date Placeholder 3"/>
          <p:cNvSpPr>
            <a:spLocks noGrp="1"/>
          </p:cNvSpPr>
          <p:nvPr>
            <p:ph type="dt" sz="half" idx="2"/>
          </p:nvPr>
        </p:nvSpPr>
        <p:spPr>
          <a:xfrm>
            <a:off x="203200" y="6423933"/>
            <a:ext cx="2844800" cy="214546"/>
          </a:xfrm>
          <a:prstGeom prst="rect">
            <a:avLst/>
          </a:prstGeom>
        </p:spPr>
        <p:txBody>
          <a:bodyPr vert="horz" lIns="91440" tIns="45720" rIns="91440" bIns="45720" rtlCol="0" anchor="ctr">
            <a:spAutoFit/>
          </a:bodyPr>
          <a:lstStyle>
            <a:lvl1pPr algn="l">
              <a:defRPr sz="794" b="0" i="0">
                <a:solidFill>
                  <a:srgbClr val="FFFFFF"/>
                </a:solidFill>
                <a:latin typeface="Gill Sans MT"/>
                <a:cs typeface="Gill Sans MT"/>
              </a:defRPr>
            </a:lvl1pPr>
          </a:lstStyle>
          <a:p>
            <a:fld id="{40C00456-721A-A94C-800A-D5E7EE91C160}" type="datetime1">
              <a:rPr lang="en-US" smtClean="0"/>
              <a:pPr/>
              <a:t>3/12/2024</a:t>
            </a:fld>
            <a:endParaRPr lang="en-US" dirty="0"/>
          </a:p>
        </p:txBody>
      </p:sp>
      <p:sp>
        <p:nvSpPr>
          <p:cNvPr id="10" name="Footer Placeholder 4"/>
          <p:cNvSpPr>
            <a:spLocks noGrp="1"/>
          </p:cNvSpPr>
          <p:nvPr>
            <p:ph type="ftr" sz="quarter" idx="3"/>
          </p:nvPr>
        </p:nvSpPr>
        <p:spPr>
          <a:xfrm>
            <a:off x="4165600" y="6423933"/>
            <a:ext cx="3860800" cy="214546"/>
          </a:xfrm>
          <a:prstGeom prst="rect">
            <a:avLst/>
          </a:prstGeom>
        </p:spPr>
        <p:txBody>
          <a:bodyPr vert="horz" lIns="91440" tIns="45720" rIns="91440" bIns="45720" rtlCol="0" anchor="ctr">
            <a:spAutoFit/>
          </a:bodyPr>
          <a:lstStyle>
            <a:lvl1pPr algn="ctr">
              <a:defRPr sz="794" b="0" i="0">
                <a:solidFill>
                  <a:srgbClr val="FFFFFF"/>
                </a:solidFill>
                <a:latin typeface="Gill Sans MT"/>
                <a:cs typeface="Gill Sans MT"/>
              </a:defRPr>
            </a:lvl1pPr>
          </a:lstStyle>
          <a:p>
            <a:r>
              <a:rPr lang="en-US" dirty="0"/>
              <a:t>FOOTER GOES HERE</a:t>
            </a:r>
          </a:p>
        </p:txBody>
      </p:sp>
      <p:sp>
        <p:nvSpPr>
          <p:cNvPr id="11" name="Slide Number Placeholder 5"/>
          <p:cNvSpPr>
            <a:spLocks noGrp="1"/>
          </p:cNvSpPr>
          <p:nvPr>
            <p:ph type="sldNum" sz="quarter" idx="4"/>
          </p:nvPr>
        </p:nvSpPr>
        <p:spPr>
          <a:xfrm>
            <a:off x="9144000" y="6423933"/>
            <a:ext cx="2844800" cy="214546"/>
          </a:xfrm>
          <a:prstGeom prst="rect">
            <a:avLst/>
          </a:prstGeom>
        </p:spPr>
        <p:txBody>
          <a:bodyPr vert="horz" lIns="91440" tIns="45720" rIns="91440" bIns="45720" rtlCol="0" anchor="ctr">
            <a:spAutoFit/>
          </a:bodyPr>
          <a:lstStyle>
            <a:lvl1pPr algn="r">
              <a:defRPr sz="794" b="0" i="0">
                <a:solidFill>
                  <a:srgbClr val="FFFFFF"/>
                </a:solidFill>
                <a:latin typeface="Gill Sans MT"/>
                <a:cs typeface="Gill Sans MT"/>
              </a:defRPr>
            </a:lvl1pPr>
          </a:lstStyle>
          <a:p>
            <a:fld id="{42782948-4DBE-204D-AB9E-B65E067054AE}" type="slidenum">
              <a:rPr lang="en-US" smtClean="0"/>
              <a:pPr/>
              <a:t>‹#›</a:t>
            </a:fld>
            <a:endParaRPr lang="en-US" dirty="0"/>
          </a:p>
        </p:txBody>
      </p:sp>
      <p:sp>
        <p:nvSpPr>
          <p:cNvPr id="12" name="Title 1"/>
          <p:cNvSpPr>
            <a:spLocks noGrp="1"/>
          </p:cNvSpPr>
          <p:nvPr>
            <p:ph type="ctrTitle" hasCustomPrompt="1"/>
          </p:nvPr>
        </p:nvSpPr>
        <p:spPr>
          <a:xfrm>
            <a:off x="914400" y="2118715"/>
            <a:ext cx="5181600" cy="1600200"/>
          </a:xfrm>
          <a:effectLst>
            <a:outerShdw blurRad="254000" dir="2700000" algn="tl" rotWithShape="0">
              <a:srgbClr val="000000">
                <a:alpha val="20000"/>
              </a:srgbClr>
            </a:outerShdw>
          </a:effectLst>
        </p:spPr>
        <p:txBody>
          <a:bodyPr anchor="b" anchorCtr="0">
            <a:normAutofit/>
          </a:bodyPr>
          <a:lstStyle>
            <a:lvl1pPr>
              <a:defRPr sz="3174">
                <a:solidFill>
                  <a:schemeClr val="bg1"/>
                </a:solidFill>
              </a:defRPr>
            </a:lvl1pPr>
          </a:lstStyle>
          <a:p>
            <a:r>
              <a:rPr lang="en-US" dirty="0"/>
              <a:t>CLICK TO EDIT MASTER TITLE STYLE</a:t>
            </a:r>
          </a:p>
        </p:txBody>
      </p:sp>
      <p:sp>
        <p:nvSpPr>
          <p:cNvPr id="13" name="Subtitle 2"/>
          <p:cNvSpPr>
            <a:spLocks noGrp="1"/>
          </p:cNvSpPr>
          <p:nvPr>
            <p:ph type="subTitle" idx="1" hasCustomPrompt="1"/>
          </p:nvPr>
        </p:nvSpPr>
        <p:spPr>
          <a:xfrm>
            <a:off x="914400" y="4146997"/>
            <a:ext cx="4572000" cy="1600200"/>
          </a:xfrm>
          <a:effectLst>
            <a:outerShdw blurRad="254000" dir="5400000" algn="tl" rotWithShape="0">
              <a:srgbClr val="000000">
                <a:alpha val="40000"/>
              </a:srgbClr>
            </a:outerShdw>
          </a:effectLst>
        </p:spPr>
        <p:txBody>
          <a:bodyPr>
            <a:normAutofit/>
          </a:bodyPr>
          <a:lstStyle>
            <a:lvl1pPr marL="0" indent="0" algn="l">
              <a:buNone/>
              <a:defRPr sz="2116">
                <a:solidFill>
                  <a:schemeClr val="bg1"/>
                </a:solidFill>
              </a:defRPr>
            </a:lvl1pPr>
            <a:lvl2pPr marL="604738" indent="0" algn="ctr">
              <a:buNone/>
              <a:defRPr>
                <a:solidFill>
                  <a:schemeClr val="tx1">
                    <a:tint val="75000"/>
                  </a:schemeClr>
                </a:solidFill>
              </a:defRPr>
            </a:lvl2pPr>
            <a:lvl3pPr marL="1209477" indent="0" algn="ctr">
              <a:buNone/>
              <a:defRPr>
                <a:solidFill>
                  <a:schemeClr val="tx1">
                    <a:tint val="75000"/>
                  </a:schemeClr>
                </a:solidFill>
              </a:defRPr>
            </a:lvl3pPr>
            <a:lvl4pPr marL="1814215" indent="0" algn="ctr">
              <a:buNone/>
              <a:defRPr>
                <a:solidFill>
                  <a:schemeClr val="tx1">
                    <a:tint val="75000"/>
                  </a:schemeClr>
                </a:solidFill>
              </a:defRPr>
            </a:lvl4pPr>
            <a:lvl5pPr marL="2418954" indent="0" algn="ctr">
              <a:buNone/>
              <a:defRPr>
                <a:solidFill>
                  <a:schemeClr val="tx1">
                    <a:tint val="75000"/>
                  </a:schemeClr>
                </a:solidFill>
              </a:defRPr>
            </a:lvl5pPr>
            <a:lvl6pPr marL="3023692" indent="0" algn="ctr">
              <a:buNone/>
              <a:defRPr>
                <a:solidFill>
                  <a:schemeClr val="tx1">
                    <a:tint val="75000"/>
                  </a:schemeClr>
                </a:solidFill>
              </a:defRPr>
            </a:lvl6pPr>
            <a:lvl7pPr marL="3628431" indent="0" algn="ctr">
              <a:buNone/>
              <a:defRPr>
                <a:solidFill>
                  <a:schemeClr val="tx1">
                    <a:tint val="75000"/>
                  </a:schemeClr>
                </a:solidFill>
              </a:defRPr>
            </a:lvl7pPr>
            <a:lvl8pPr marL="4233169" indent="0" algn="ctr">
              <a:buNone/>
              <a:defRPr>
                <a:solidFill>
                  <a:schemeClr val="tx1">
                    <a:tint val="75000"/>
                  </a:schemeClr>
                </a:solidFill>
              </a:defRPr>
            </a:lvl8pPr>
            <a:lvl9pPr marL="4837908" indent="0" algn="ctr">
              <a:buNone/>
              <a:defRPr>
                <a:solidFill>
                  <a:schemeClr val="tx1">
                    <a:tint val="75000"/>
                  </a:schemeClr>
                </a:solidFill>
              </a:defRPr>
            </a:lvl9pPr>
          </a:lstStyle>
          <a:p>
            <a:r>
              <a:rPr lang="en-US" dirty="0"/>
              <a:t>CLICK TO EDIT MASTER SUBTITLE STYLE</a:t>
            </a:r>
          </a:p>
        </p:txBody>
      </p:sp>
      <p:cxnSp>
        <p:nvCxnSpPr>
          <p:cNvPr id="14" name="Straight Connector 13"/>
          <p:cNvCxnSpPr/>
          <p:nvPr userDrawn="1"/>
        </p:nvCxnSpPr>
        <p:spPr>
          <a:xfrm>
            <a:off x="995680" y="3932955"/>
            <a:ext cx="426720" cy="0"/>
          </a:xfrm>
          <a:prstGeom prst="line">
            <a:avLst/>
          </a:prstGeom>
          <a:ln w="19050">
            <a:solidFill>
              <a:srgbClr val="FFFFFF"/>
            </a:solidFill>
          </a:ln>
          <a:effectLst>
            <a:outerShdw blurRad="254000" dir="2700000" algn="tl" rotWithShape="0">
              <a:srgbClr val="000000">
                <a:alpha val="40000"/>
              </a:srgbClr>
            </a:outerShdw>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12" hasCustomPrompt="1"/>
          </p:nvPr>
        </p:nvSpPr>
        <p:spPr>
          <a:xfrm rot="16200000">
            <a:off x="10494089" y="1468008"/>
            <a:ext cx="2743200" cy="214546"/>
          </a:xfrm>
        </p:spPr>
        <p:txBody>
          <a:bodyPr>
            <a:spAutoFit/>
          </a:bodyPr>
          <a:lstStyle>
            <a:lvl1pPr marL="0" indent="0" algn="r">
              <a:buNone/>
              <a:defRPr sz="794" baseline="0">
                <a:solidFill>
                  <a:schemeClr val="bg1"/>
                </a:solidFill>
              </a:defRPr>
            </a:lvl1pPr>
            <a:lvl2pPr marL="304468" indent="0">
              <a:buNone/>
              <a:defRPr sz="2381">
                <a:solidFill>
                  <a:schemeClr val="bg1"/>
                </a:solidFill>
              </a:defRPr>
            </a:lvl2pPr>
            <a:lvl3pPr marL="608938" indent="0">
              <a:buNone/>
              <a:defRPr sz="2116">
                <a:solidFill>
                  <a:schemeClr val="bg1"/>
                </a:solidFill>
              </a:defRPr>
            </a:lvl3pPr>
            <a:lvl4pPr marL="905007" indent="0">
              <a:buNone/>
              <a:defRPr sz="1852">
                <a:solidFill>
                  <a:schemeClr val="bg1"/>
                </a:solidFill>
              </a:defRPr>
            </a:lvl4pPr>
            <a:lvl5pPr marL="1356462" indent="0">
              <a:buNone/>
              <a:defRPr sz="1587">
                <a:solidFill>
                  <a:schemeClr val="bg1"/>
                </a:solidFill>
              </a:defRPr>
            </a:lvl5pPr>
          </a:lstStyle>
          <a:p>
            <a:pPr lvl="0"/>
            <a:r>
              <a:rPr lang="en-US" dirty="0"/>
              <a:t>ADD PHOTO CREDIT HERE</a:t>
            </a:r>
          </a:p>
        </p:txBody>
      </p:sp>
      <p:pic>
        <p:nvPicPr>
          <p:cNvPr id="16" name="Picture 1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3025" y="753866"/>
            <a:ext cx="1826231" cy="543508"/>
          </a:xfrm>
          <a:prstGeom prst="rect">
            <a:avLst/>
          </a:prstGeom>
          <a:effectLst>
            <a:outerShdw blurRad="254000" dir="2700000" algn="tl" rotWithShape="0">
              <a:srgbClr val="000000">
                <a:alpha val="20000"/>
              </a:srgbClr>
            </a:outerShdw>
          </a:effectLst>
        </p:spPr>
      </p:pic>
    </p:spTree>
    <p:extLst>
      <p:ext uri="{BB962C8B-B14F-4D97-AF65-F5344CB8AC3E}">
        <p14:creationId xmlns:p14="http://schemas.microsoft.com/office/powerpoint/2010/main" val="23954931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ver - Full Red">
    <p:bg>
      <p:bgPr>
        <a:solidFill>
          <a:srgbClr val="BA0C2F"/>
        </a:solidFill>
        <a:effectLst/>
      </p:bgPr>
    </p:bg>
    <p:spTree>
      <p:nvGrpSpPr>
        <p:cNvPr id="1" name=""/>
        <p:cNvGrpSpPr/>
        <p:nvPr/>
      </p:nvGrpSpPr>
      <p:grpSpPr>
        <a:xfrm>
          <a:off x="0" y="0"/>
          <a:ext cx="0" cy="0"/>
          <a:chOff x="0" y="0"/>
          <a:chExt cx="0" cy="0"/>
        </a:xfrm>
      </p:grpSpPr>
      <p:sp>
        <p:nvSpPr>
          <p:cNvPr id="8" name="Date Placeholder 3"/>
          <p:cNvSpPr>
            <a:spLocks noGrp="1"/>
          </p:cNvSpPr>
          <p:nvPr>
            <p:ph type="dt" sz="half" idx="2"/>
          </p:nvPr>
        </p:nvSpPr>
        <p:spPr>
          <a:xfrm>
            <a:off x="203200" y="6423933"/>
            <a:ext cx="2844800" cy="214546"/>
          </a:xfrm>
          <a:prstGeom prst="rect">
            <a:avLst/>
          </a:prstGeom>
        </p:spPr>
        <p:txBody>
          <a:bodyPr vert="horz" lIns="91440" tIns="45720" rIns="91440" bIns="45720" rtlCol="0" anchor="ctr">
            <a:spAutoFit/>
          </a:bodyPr>
          <a:lstStyle>
            <a:lvl1pPr algn="l">
              <a:defRPr sz="794" b="0" i="0">
                <a:solidFill>
                  <a:srgbClr val="FFFFFF"/>
                </a:solidFill>
                <a:latin typeface="Gill Sans MT"/>
                <a:cs typeface="Gill Sans MT"/>
              </a:defRPr>
            </a:lvl1pPr>
          </a:lstStyle>
          <a:p>
            <a:fld id="{EB2C8F94-9D67-854F-8417-3B884156945E}" type="datetime1">
              <a:rPr lang="en-US" smtClean="0"/>
              <a:pPr/>
              <a:t>3/12/2024</a:t>
            </a:fld>
            <a:endParaRPr lang="en-US" dirty="0"/>
          </a:p>
        </p:txBody>
      </p:sp>
      <p:sp>
        <p:nvSpPr>
          <p:cNvPr id="9" name="Footer Placeholder 4"/>
          <p:cNvSpPr>
            <a:spLocks noGrp="1"/>
          </p:cNvSpPr>
          <p:nvPr>
            <p:ph type="ftr" sz="quarter" idx="3"/>
          </p:nvPr>
        </p:nvSpPr>
        <p:spPr>
          <a:xfrm>
            <a:off x="4165600" y="6423933"/>
            <a:ext cx="3860800" cy="214546"/>
          </a:xfrm>
          <a:prstGeom prst="rect">
            <a:avLst/>
          </a:prstGeom>
        </p:spPr>
        <p:txBody>
          <a:bodyPr vert="horz" lIns="91440" tIns="45720" rIns="91440" bIns="45720" rtlCol="0" anchor="ctr">
            <a:spAutoFit/>
          </a:bodyPr>
          <a:lstStyle>
            <a:lvl1pPr algn="ctr">
              <a:defRPr sz="794" b="0" i="0">
                <a:solidFill>
                  <a:srgbClr val="FFFFFF"/>
                </a:solidFill>
                <a:latin typeface="Gill Sans MT"/>
                <a:cs typeface="Gill Sans MT"/>
              </a:defRPr>
            </a:lvl1pPr>
          </a:lstStyle>
          <a:p>
            <a:r>
              <a:rPr lang="en-US" dirty="0"/>
              <a:t>FOOTER GOES HERE</a:t>
            </a:r>
          </a:p>
        </p:txBody>
      </p:sp>
      <p:sp>
        <p:nvSpPr>
          <p:cNvPr id="10" name="Slide Number Placeholder 5"/>
          <p:cNvSpPr>
            <a:spLocks noGrp="1"/>
          </p:cNvSpPr>
          <p:nvPr>
            <p:ph type="sldNum" sz="quarter" idx="4"/>
          </p:nvPr>
        </p:nvSpPr>
        <p:spPr>
          <a:xfrm>
            <a:off x="9144000" y="6423933"/>
            <a:ext cx="2844800" cy="214546"/>
          </a:xfrm>
          <a:prstGeom prst="rect">
            <a:avLst/>
          </a:prstGeom>
        </p:spPr>
        <p:txBody>
          <a:bodyPr vert="horz" lIns="91440" tIns="45720" rIns="91440" bIns="45720" rtlCol="0" anchor="ctr">
            <a:spAutoFit/>
          </a:bodyPr>
          <a:lstStyle>
            <a:lvl1pPr algn="r">
              <a:defRPr sz="794" b="0" i="0">
                <a:solidFill>
                  <a:srgbClr val="FFFFFF"/>
                </a:solidFill>
                <a:latin typeface="Gill Sans MT"/>
                <a:cs typeface="Gill Sans MT"/>
              </a:defRPr>
            </a:lvl1pPr>
          </a:lstStyle>
          <a:p>
            <a:fld id="{42782948-4DBE-204D-AB9E-B65E067054AE}" type="slidenum">
              <a:rPr lang="en-US" smtClean="0"/>
              <a:pPr/>
              <a:t>‹#›</a:t>
            </a:fld>
            <a:endParaRPr lang="en-US" dirty="0"/>
          </a:p>
        </p:txBody>
      </p:sp>
      <p:sp>
        <p:nvSpPr>
          <p:cNvPr id="12" name="Title 1"/>
          <p:cNvSpPr>
            <a:spLocks noGrp="1"/>
          </p:cNvSpPr>
          <p:nvPr>
            <p:ph type="ctrTitle" hasCustomPrompt="1"/>
          </p:nvPr>
        </p:nvSpPr>
        <p:spPr>
          <a:xfrm>
            <a:off x="914400" y="2118715"/>
            <a:ext cx="5181600" cy="1600200"/>
          </a:xfrm>
          <a:effectLst/>
        </p:spPr>
        <p:txBody>
          <a:bodyPr anchor="b" anchorCtr="0">
            <a:normAutofit/>
          </a:bodyPr>
          <a:lstStyle>
            <a:lvl1pPr>
              <a:defRPr sz="3174">
                <a:solidFill>
                  <a:schemeClr val="bg1"/>
                </a:solidFill>
              </a:defRPr>
            </a:lvl1pPr>
          </a:lstStyle>
          <a:p>
            <a:r>
              <a:rPr lang="en-US" dirty="0"/>
              <a:t>CLICK TO EDIT MASTER TITLE STYLE</a:t>
            </a:r>
          </a:p>
        </p:txBody>
      </p:sp>
      <p:sp>
        <p:nvSpPr>
          <p:cNvPr id="13" name="Subtitle 2"/>
          <p:cNvSpPr>
            <a:spLocks noGrp="1"/>
          </p:cNvSpPr>
          <p:nvPr>
            <p:ph type="subTitle" idx="1" hasCustomPrompt="1"/>
          </p:nvPr>
        </p:nvSpPr>
        <p:spPr>
          <a:xfrm>
            <a:off x="914400" y="4146997"/>
            <a:ext cx="4572000" cy="1600200"/>
          </a:xfrm>
          <a:effectLst/>
        </p:spPr>
        <p:txBody>
          <a:bodyPr>
            <a:normAutofit/>
          </a:bodyPr>
          <a:lstStyle>
            <a:lvl1pPr marL="0" indent="0" algn="l">
              <a:buNone/>
              <a:defRPr sz="2116">
                <a:solidFill>
                  <a:schemeClr val="bg1"/>
                </a:solidFill>
              </a:defRPr>
            </a:lvl1pPr>
            <a:lvl2pPr marL="604738" indent="0" algn="ctr">
              <a:buNone/>
              <a:defRPr>
                <a:solidFill>
                  <a:schemeClr val="tx1">
                    <a:tint val="75000"/>
                  </a:schemeClr>
                </a:solidFill>
              </a:defRPr>
            </a:lvl2pPr>
            <a:lvl3pPr marL="1209477" indent="0" algn="ctr">
              <a:buNone/>
              <a:defRPr>
                <a:solidFill>
                  <a:schemeClr val="tx1">
                    <a:tint val="75000"/>
                  </a:schemeClr>
                </a:solidFill>
              </a:defRPr>
            </a:lvl3pPr>
            <a:lvl4pPr marL="1814215" indent="0" algn="ctr">
              <a:buNone/>
              <a:defRPr>
                <a:solidFill>
                  <a:schemeClr val="tx1">
                    <a:tint val="75000"/>
                  </a:schemeClr>
                </a:solidFill>
              </a:defRPr>
            </a:lvl4pPr>
            <a:lvl5pPr marL="2418954" indent="0" algn="ctr">
              <a:buNone/>
              <a:defRPr>
                <a:solidFill>
                  <a:schemeClr val="tx1">
                    <a:tint val="75000"/>
                  </a:schemeClr>
                </a:solidFill>
              </a:defRPr>
            </a:lvl5pPr>
            <a:lvl6pPr marL="3023692" indent="0" algn="ctr">
              <a:buNone/>
              <a:defRPr>
                <a:solidFill>
                  <a:schemeClr val="tx1">
                    <a:tint val="75000"/>
                  </a:schemeClr>
                </a:solidFill>
              </a:defRPr>
            </a:lvl6pPr>
            <a:lvl7pPr marL="3628431" indent="0" algn="ctr">
              <a:buNone/>
              <a:defRPr>
                <a:solidFill>
                  <a:schemeClr val="tx1">
                    <a:tint val="75000"/>
                  </a:schemeClr>
                </a:solidFill>
              </a:defRPr>
            </a:lvl7pPr>
            <a:lvl8pPr marL="4233169" indent="0" algn="ctr">
              <a:buNone/>
              <a:defRPr>
                <a:solidFill>
                  <a:schemeClr val="tx1">
                    <a:tint val="75000"/>
                  </a:schemeClr>
                </a:solidFill>
              </a:defRPr>
            </a:lvl8pPr>
            <a:lvl9pPr marL="4837908" indent="0" algn="ctr">
              <a:buNone/>
              <a:defRPr>
                <a:solidFill>
                  <a:schemeClr val="tx1">
                    <a:tint val="75000"/>
                  </a:schemeClr>
                </a:solidFill>
              </a:defRPr>
            </a:lvl9pPr>
          </a:lstStyle>
          <a:p>
            <a:r>
              <a:rPr lang="en-US" dirty="0"/>
              <a:t>CLICK TO EDIT MASTER SUBTITLE STYLE</a:t>
            </a:r>
          </a:p>
        </p:txBody>
      </p:sp>
      <p:cxnSp>
        <p:nvCxnSpPr>
          <p:cNvPr id="17" name="Straight Connector 16"/>
          <p:cNvCxnSpPr/>
          <p:nvPr userDrawn="1"/>
        </p:nvCxnSpPr>
        <p:spPr>
          <a:xfrm>
            <a:off x="995680" y="3932955"/>
            <a:ext cx="42672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pic>
        <p:nvPicPr>
          <p:cNvPr id="14" name="Picture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3025" y="753866"/>
            <a:ext cx="1826231" cy="543508"/>
          </a:xfrm>
          <a:prstGeom prst="rect">
            <a:avLst/>
          </a:prstGeom>
          <a:effectLst>
            <a:outerShdw blurRad="254000" dir="2700000" algn="tl" rotWithShape="0">
              <a:srgbClr val="000000">
                <a:alpha val="20000"/>
              </a:srgbClr>
            </a:outerShdw>
          </a:effectLst>
        </p:spPr>
      </p:pic>
      <p:sp>
        <p:nvSpPr>
          <p:cNvPr id="11" name="Text Placeholder 4">
            <a:extLst>
              <a:ext uri="{FF2B5EF4-FFF2-40B4-BE49-F238E27FC236}">
                <a16:creationId xmlns:a16="http://schemas.microsoft.com/office/drawing/2014/main" id="{CE70FA52-65BD-4398-9E01-E194CC6C3E44}"/>
              </a:ext>
            </a:extLst>
          </p:cNvPr>
          <p:cNvSpPr>
            <a:spLocks noGrp="1"/>
          </p:cNvSpPr>
          <p:nvPr>
            <p:ph type="body" sz="quarter" idx="12" hasCustomPrompt="1"/>
          </p:nvPr>
        </p:nvSpPr>
        <p:spPr>
          <a:xfrm rot="16200000">
            <a:off x="10494089" y="1468008"/>
            <a:ext cx="2743200" cy="214546"/>
          </a:xfrm>
        </p:spPr>
        <p:txBody>
          <a:bodyPr>
            <a:spAutoFit/>
          </a:bodyPr>
          <a:lstStyle>
            <a:lvl1pPr marL="0" indent="0" algn="r">
              <a:buNone/>
              <a:defRPr sz="794" baseline="0">
                <a:solidFill>
                  <a:schemeClr val="bg1"/>
                </a:solidFill>
              </a:defRPr>
            </a:lvl1pPr>
            <a:lvl2pPr marL="304468" indent="0">
              <a:buNone/>
              <a:defRPr sz="2381">
                <a:solidFill>
                  <a:schemeClr val="bg1"/>
                </a:solidFill>
              </a:defRPr>
            </a:lvl2pPr>
            <a:lvl3pPr marL="608938" indent="0">
              <a:buNone/>
              <a:defRPr sz="2116">
                <a:solidFill>
                  <a:schemeClr val="bg1"/>
                </a:solidFill>
              </a:defRPr>
            </a:lvl3pPr>
            <a:lvl4pPr marL="905007" indent="0">
              <a:buNone/>
              <a:defRPr sz="1852">
                <a:solidFill>
                  <a:schemeClr val="bg1"/>
                </a:solidFill>
              </a:defRPr>
            </a:lvl4pPr>
            <a:lvl5pPr marL="1356462" indent="0">
              <a:buNone/>
              <a:defRPr sz="1587">
                <a:solidFill>
                  <a:schemeClr val="bg1"/>
                </a:solidFill>
              </a:defRPr>
            </a:lvl5pPr>
          </a:lstStyle>
          <a:p>
            <a:pPr lvl="0"/>
            <a:r>
              <a:rPr lang="en-US" dirty="0"/>
              <a:t>Photo credit: Deloitte</a:t>
            </a:r>
          </a:p>
        </p:txBody>
      </p:sp>
    </p:spTree>
    <p:extLst>
      <p:ext uri="{BB962C8B-B14F-4D97-AF65-F5344CB8AC3E}">
        <p14:creationId xmlns:p14="http://schemas.microsoft.com/office/powerpoint/2010/main" val="25696218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ivider - Full Red">
    <p:bg>
      <p:bgPr>
        <a:solidFill>
          <a:srgbClr val="BA0C2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524000" y="707638"/>
            <a:ext cx="7315200" cy="580800"/>
          </a:xfrm>
        </p:spPr>
        <p:txBody>
          <a:bodyPr wrap="square" anchor="t" anchorCtr="0">
            <a:spAutoFit/>
          </a:bodyPr>
          <a:lstStyle>
            <a:lvl1pPr>
              <a:defRPr sz="3174">
                <a:solidFill>
                  <a:srgbClr val="FFFFFF"/>
                </a:solidFill>
              </a:defRPr>
            </a:lvl1pPr>
          </a:lstStyle>
          <a:p>
            <a:r>
              <a:rPr lang="en-US" dirty="0"/>
              <a:t>CLICK TO EDIT MASTER TITLE STYLE</a:t>
            </a:r>
          </a:p>
        </p:txBody>
      </p:sp>
      <p:sp>
        <p:nvSpPr>
          <p:cNvPr id="3" name="Date Placeholder 2"/>
          <p:cNvSpPr>
            <a:spLocks noGrp="1"/>
          </p:cNvSpPr>
          <p:nvPr>
            <p:ph type="dt" sz="half" idx="10"/>
          </p:nvPr>
        </p:nvSpPr>
        <p:spPr>
          <a:xfrm>
            <a:off x="203200" y="6423933"/>
            <a:ext cx="2844800" cy="214546"/>
          </a:xfrm>
        </p:spPr>
        <p:txBody>
          <a:bodyPr/>
          <a:lstStyle>
            <a:lvl1pPr>
              <a:defRPr>
                <a:solidFill>
                  <a:srgbClr val="FFFFFF"/>
                </a:solidFill>
              </a:defRPr>
            </a:lvl1pPr>
          </a:lstStyle>
          <a:p>
            <a:fld id="{C3349C05-927F-3348-96DF-9086CF2761D6}" type="datetime1">
              <a:rPr lang="en-US" smtClean="0"/>
              <a:t>3/12/2024</a:t>
            </a:fld>
            <a:endParaRPr lang="en-US" dirty="0"/>
          </a:p>
        </p:txBody>
      </p:sp>
      <p:sp>
        <p:nvSpPr>
          <p:cNvPr id="4" name="Footer Placeholder 3"/>
          <p:cNvSpPr>
            <a:spLocks noGrp="1"/>
          </p:cNvSpPr>
          <p:nvPr>
            <p:ph type="ftr" sz="quarter" idx="11"/>
          </p:nvPr>
        </p:nvSpPr>
        <p:spPr>
          <a:xfrm>
            <a:off x="4165600" y="6423933"/>
            <a:ext cx="3860800" cy="214546"/>
          </a:xfrm>
        </p:spPr>
        <p:txBody>
          <a:bodyPr/>
          <a:lstStyle>
            <a:lvl1pPr>
              <a:defRPr>
                <a:solidFill>
                  <a:srgbClr val="FFFFFF"/>
                </a:solidFill>
              </a:defRPr>
            </a:lvl1pPr>
          </a:lstStyle>
          <a:p>
            <a:r>
              <a:rPr lang="en-US" dirty="0"/>
              <a:t>FOOTER GOES HERE</a:t>
            </a:r>
          </a:p>
        </p:txBody>
      </p:sp>
      <p:sp>
        <p:nvSpPr>
          <p:cNvPr id="5" name="Slide Number Placeholder 4"/>
          <p:cNvSpPr>
            <a:spLocks noGrp="1"/>
          </p:cNvSpPr>
          <p:nvPr>
            <p:ph type="sldNum" sz="quarter" idx="12"/>
          </p:nvPr>
        </p:nvSpPr>
        <p:spPr>
          <a:xfrm>
            <a:off x="9144000" y="6423933"/>
            <a:ext cx="2844800" cy="214546"/>
          </a:xfrm>
        </p:spPr>
        <p:txBody>
          <a:bodyPr/>
          <a:lstStyle>
            <a:lvl1pPr>
              <a:defRPr>
                <a:solidFill>
                  <a:srgbClr val="FFFFFF"/>
                </a:solidFill>
              </a:defRPr>
            </a:lvl1pPr>
          </a:lstStyle>
          <a:p>
            <a:fld id="{42782948-4DBE-204D-AB9E-B65E067054AE}" type="slidenum">
              <a:rPr lang="en-US" smtClean="0"/>
              <a:pPr/>
              <a:t>‹#›</a:t>
            </a:fld>
            <a:endParaRPr lang="en-US" dirty="0"/>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3025" y="5747196"/>
            <a:ext cx="1826231" cy="543508"/>
          </a:xfrm>
          <a:prstGeom prst="rect">
            <a:avLst/>
          </a:prstGeom>
          <a:effectLst/>
        </p:spPr>
      </p:pic>
      <p:cxnSp>
        <p:nvCxnSpPr>
          <p:cNvPr id="13" name="Straight Connector 12"/>
          <p:cNvCxnSpPr/>
          <p:nvPr userDrawn="1"/>
        </p:nvCxnSpPr>
        <p:spPr>
          <a:xfrm>
            <a:off x="995680" y="909220"/>
            <a:ext cx="426720" cy="0"/>
          </a:xfrm>
          <a:prstGeom prst="line">
            <a:avLst/>
          </a:prstGeom>
          <a:ln w="19050">
            <a:solidFill>
              <a:srgbClr val="FFFFFF"/>
            </a:solidFill>
          </a:ln>
          <a:effectLst>
            <a:outerShdw blurRad="254000" dir="2700000" algn="tl" rotWithShape="0">
              <a:srgbClr val="000000">
                <a:alpha val="40000"/>
              </a:srgbClr>
            </a:outerShd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2420902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d/Gray 1 Content">
    <p:bg>
      <p:bgPr>
        <a:solidFill>
          <a:srgbClr val="E7E7E5"/>
        </a:solidFill>
        <a:effectLst/>
      </p:bgPr>
    </p:bg>
    <p:spTree>
      <p:nvGrpSpPr>
        <p:cNvPr id="1" name=""/>
        <p:cNvGrpSpPr/>
        <p:nvPr/>
      </p:nvGrpSpPr>
      <p:grpSpPr>
        <a:xfrm>
          <a:off x="0" y="0"/>
          <a:ext cx="0" cy="0"/>
          <a:chOff x="0" y="0"/>
          <a:chExt cx="0" cy="0"/>
        </a:xfrm>
      </p:grpSpPr>
      <p:sp>
        <p:nvSpPr>
          <p:cNvPr id="8" name="Date Placeholder 3"/>
          <p:cNvSpPr>
            <a:spLocks noGrp="1"/>
          </p:cNvSpPr>
          <p:nvPr>
            <p:ph type="dt" sz="half" idx="2"/>
          </p:nvPr>
        </p:nvSpPr>
        <p:spPr>
          <a:xfrm>
            <a:off x="203200" y="6423933"/>
            <a:ext cx="2844800" cy="214546"/>
          </a:xfrm>
          <a:prstGeom prst="rect">
            <a:avLst/>
          </a:prstGeom>
        </p:spPr>
        <p:txBody>
          <a:bodyPr vert="horz" lIns="91440" tIns="45720" rIns="91440" bIns="45720" rtlCol="0" anchor="ctr">
            <a:spAutoFit/>
          </a:bodyPr>
          <a:lstStyle>
            <a:lvl1pPr algn="l">
              <a:defRPr sz="794" b="0" i="0">
                <a:solidFill>
                  <a:srgbClr val="6C6463"/>
                </a:solidFill>
                <a:latin typeface="Gill Sans MT"/>
                <a:cs typeface="Gill Sans MT"/>
              </a:defRPr>
            </a:lvl1pPr>
          </a:lstStyle>
          <a:p>
            <a:fld id="{414FB1AD-D69E-B741-965A-0BAE826C2FA6}" type="datetime1">
              <a:rPr lang="en-US" smtClean="0"/>
              <a:pPr/>
              <a:t>3/12/2024</a:t>
            </a:fld>
            <a:endParaRPr lang="en-US" dirty="0"/>
          </a:p>
        </p:txBody>
      </p:sp>
      <p:sp>
        <p:nvSpPr>
          <p:cNvPr id="9" name="Footer Placeholder 4"/>
          <p:cNvSpPr>
            <a:spLocks noGrp="1"/>
          </p:cNvSpPr>
          <p:nvPr>
            <p:ph type="ftr" sz="quarter" idx="3"/>
          </p:nvPr>
        </p:nvSpPr>
        <p:spPr>
          <a:xfrm>
            <a:off x="4165600" y="6423933"/>
            <a:ext cx="3860800" cy="214546"/>
          </a:xfrm>
          <a:prstGeom prst="rect">
            <a:avLst/>
          </a:prstGeom>
        </p:spPr>
        <p:txBody>
          <a:bodyPr vert="horz" lIns="91440" tIns="45720" rIns="91440" bIns="45720" rtlCol="0" anchor="ctr">
            <a:spAutoFit/>
          </a:bodyPr>
          <a:lstStyle>
            <a:lvl1pPr algn="ctr">
              <a:defRPr sz="794" b="0" i="0">
                <a:solidFill>
                  <a:srgbClr val="6C6463"/>
                </a:solidFill>
                <a:latin typeface="Gill Sans MT"/>
                <a:cs typeface="Gill Sans MT"/>
              </a:defRPr>
            </a:lvl1pPr>
          </a:lstStyle>
          <a:p>
            <a:r>
              <a:rPr lang="en-US" dirty="0"/>
              <a:t>URJA NEPAL</a:t>
            </a:r>
          </a:p>
        </p:txBody>
      </p:sp>
      <p:sp>
        <p:nvSpPr>
          <p:cNvPr id="10" name="Slide Number Placeholder 5"/>
          <p:cNvSpPr>
            <a:spLocks noGrp="1"/>
          </p:cNvSpPr>
          <p:nvPr>
            <p:ph type="sldNum" sz="quarter" idx="4"/>
          </p:nvPr>
        </p:nvSpPr>
        <p:spPr>
          <a:xfrm>
            <a:off x="9144000" y="6423933"/>
            <a:ext cx="2844800" cy="214546"/>
          </a:xfrm>
          <a:prstGeom prst="rect">
            <a:avLst/>
          </a:prstGeom>
        </p:spPr>
        <p:txBody>
          <a:bodyPr vert="horz" lIns="91440" tIns="45720" rIns="91440" bIns="45720" rtlCol="0" anchor="ctr">
            <a:spAutoFit/>
          </a:bodyPr>
          <a:lstStyle>
            <a:lvl1pPr algn="r">
              <a:defRPr sz="794" b="0" i="0">
                <a:solidFill>
                  <a:srgbClr val="6C6463"/>
                </a:solidFill>
                <a:latin typeface="Gill Sans MT"/>
                <a:cs typeface="Gill Sans MT"/>
              </a:defRPr>
            </a:lvl1pPr>
          </a:lstStyle>
          <a:p>
            <a:fld id="{42782948-4DBE-204D-AB9E-B65E067054AE}" type="slidenum">
              <a:rPr lang="en-US" smtClean="0"/>
              <a:pPr/>
              <a:t>‹#›</a:t>
            </a:fld>
            <a:endParaRPr lang="en-US" dirty="0"/>
          </a:p>
        </p:txBody>
      </p:sp>
      <p:sp>
        <p:nvSpPr>
          <p:cNvPr id="12" name="Title Placeholder 1"/>
          <p:cNvSpPr>
            <a:spLocks noGrp="1"/>
          </p:cNvSpPr>
          <p:nvPr>
            <p:ph type="title"/>
          </p:nvPr>
        </p:nvSpPr>
        <p:spPr>
          <a:xfrm>
            <a:off x="589685" y="471627"/>
            <a:ext cx="10363200" cy="580800"/>
          </a:xfrm>
          <a:prstGeom prst="rect">
            <a:avLst/>
          </a:prstGeom>
        </p:spPr>
        <p:txBody>
          <a:bodyPr vert="horz" lIns="91440" tIns="45720" rIns="91440" bIns="45720" rtlCol="0" anchor="b" anchorCtr="0">
            <a:spAutoFit/>
          </a:bodyPr>
          <a:lstStyle/>
          <a:p>
            <a:r>
              <a:rPr lang="en-US"/>
              <a:t>Click to edit Master title style</a:t>
            </a:r>
            <a:endParaRPr lang="en-US" dirty="0"/>
          </a:p>
        </p:txBody>
      </p:sp>
      <p:sp>
        <p:nvSpPr>
          <p:cNvPr id="13" name="Text Placeholder 2"/>
          <p:cNvSpPr>
            <a:spLocks noGrp="1"/>
          </p:cNvSpPr>
          <p:nvPr>
            <p:ph idx="1"/>
          </p:nvPr>
        </p:nvSpPr>
        <p:spPr>
          <a:xfrm>
            <a:off x="914400" y="1715549"/>
            <a:ext cx="10363200" cy="423323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95932834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Red/Gray 2 Content">
    <p:bg>
      <p:bgPr>
        <a:solidFill>
          <a:srgbClr val="E7E7E5"/>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914805" y="1715549"/>
            <a:ext cx="10363200" cy="4233230"/>
          </a:xfrm>
        </p:spPr>
        <p:txBody>
          <a:bodyPr>
            <a:normAutofit/>
          </a:bodyPr>
          <a:lstStyle>
            <a:lvl1pPr>
              <a:defRPr sz="2116">
                <a:solidFill>
                  <a:srgbClr val="6C6463"/>
                </a:solidFill>
              </a:defRPr>
            </a:lvl1pPr>
            <a:lvl2pPr>
              <a:defRPr sz="2116">
                <a:solidFill>
                  <a:srgbClr val="6C6463"/>
                </a:solidFill>
              </a:defRPr>
            </a:lvl2pPr>
            <a:lvl3pPr>
              <a:defRPr sz="2116">
                <a:solidFill>
                  <a:srgbClr val="6C6463"/>
                </a:solidFill>
              </a:defRPr>
            </a:lvl3pPr>
            <a:lvl4pPr>
              <a:defRPr sz="1852">
                <a:solidFill>
                  <a:srgbClr val="6C6463"/>
                </a:solidFill>
              </a:defRPr>
            </a:lvl4pPr>
            <a:lvl5pPr>
              <a:defRPr sz="2116">
                <a:solidFill>
                  <a:srgbClr val="6C6463"/>
                </a:solidFill>
              </a:defRPr>
            </a:lvl5pPr>
            <a:lvl6pPr>
              <a:defRPr sz="2381"/>
            </a:lvl6pPr>
            <a:lvl7pPr>
              <a:defRPr sz="2381"/>
            </a:lvl7pPr>
            <a:lvl8pPr>
              <a:defRPr sz="2381"/>
            </a:lvl8pPr>
            <a:lvl9pPr>
              <a:defRPr sz="2381"/>
            </a:lvl9pPr>
          </a:lstStyle>
          <a:p>
            <a:pPr lvl="0"/>
            <a:r>
              <a:rPr lang="en-US"/>
              <a:t>Click to edit Master text styles</a:t>
            </a:r>
          </a:p>
          <a:p>
            <a:pPr lvl="1"/>
            <a:r>
              <a:rPr lang="en-US"/>
              <a:t>Second level</a:t>
            </a:r>
          </a:p>
        </p:txBody>
      </p:sp>
      <p:sp>
        <p:nvSpPr>
          <p:cNvPr id="5" name="Date Placeholder 4"/>
          <p:cNvSpPr>
            <a:spLocks noGrp="1"/>
          </p:cNvSpPr>
          <p:nvPr>
            <p:ph type="dt" sz="half" idx="10"/>
          </p:nvPr>
        </p:nvSpPr>
        <p:spPr>
          <a:xfrm>
            <a:off x="203200" y="6423933"/>
            <a:ext cx="2844800" cy="214546"/>
          </a:xfrm>
        </p:spPr>
        <p:txBody>
          <a:bodyPr/>
          <a:lstStyle>
            <a:lvl1pPr>
              <a:defRPr>
                <a:solidFill>
                  <a:srgbClr val="6C6463"/>
                </a:solidFill>
              </a:defRPr>
            </a:lvl1pPr>
          </a:lstStyle>
          <a:p>
            <a:fld id="{AB18E012-EC0C-1649-A039-CB178266D114}" type="datetime1">
              <a:rPr lang="en-US" smtClean="0"/>
              <a:t>3/12/2024</a:t>
            </a:fld>
            <a:endParaRPr lang="en-US" dirty="0"/>
          </a:p>
        </p:txBody>
      </p:sp>
      <p:sp>
        <p:nvSpPr>
          <p:cNvPr id="6" name="Footer Placeholder 5"/>
          <p:cNvSpPr>
            <a:spLocks noGrp="1"/>
          </p:cNvSpPr>
          <p:nvPr>
            <p:ph type="ftr" sz="quarter" idx="11"/>
          </p:nvPr>
        </p:nvSpPr>
        <p:spPr>
          <a:xfrm>
            <a:off x="4165600" y="6423933"/>
            <a:ext cx="3860800" cy="214546"/>
          </a:xfrm>
        </p:spPr>
        <p:txBody>
          <a:bodyPr/>
          <a:lstStyle>
            <a:lvl1pPr>
              <a:defRPr>
                <a:solidFill>
                  <a:srgbClr val="6C6463"/>
                </a:solidFill>
              </a:defRPr>
            </a:lvl1pPr>
          </a:lstStyle>
          <a:p>
            <a:r>
              <a:rPr lang="en-US" dirty="0"/>
              <a:t>FOOTER GOES HERE</a:t>
            </a:r>
          </a:p>
        </p:txBody>
      </p:sp>
      <p:sp>
        <p:nvSpPr>
          <p:cNvPr id="7" name="Slide Number Placeholder 6"/>
          <p:cNvSpPr>
            <a:spLocks noGrp="1"/>
          </p:cNvSpPr>
          <p:nvPr>
            <p:ph type="sldNum" sz="quarter" idx="12"/>
          </p:nvPr>
        </p:nvSpPr>
        <p:spPr>
          <a:xfrm>
            <a:off x="9144000" y="6423933"/>
            <a:ext cx="2844800" cy="214546"/>
          </a:xfrm>
        </p:spPr>
        <p:txBody>
          <a:bodyPr/>
          <a:lstStyle>
            <a:lvl1pPr>
              <a:defRPr>
                <a:solidFill>
                  <a:srgbClr val="6C6463"/>
                </a:solidFill>
              </a:defRPr>
            </a:lvl1pPr>
          </a:lstStyle>
          <a:p>
            <a:fld id="{42782948-4DBE-204D-AB9E-B65E067054AE}" type="slidenum">
              <a:rPr lang="en-US" smtClean="0"/>
              <a:pPr/>
              <a:t>‹#›</a:t>
            </a:fld>
            <a:endParaRPr lang="en-US" dirty="0"/>
          </a:p>
        </p:txBody>
      </p:sp>
      <p:sp>
        <p:nvSpPr>
          <p:cNvPr id="10" name="Title 1"/>
          <p:cNvSpPr>
            <a:spLocks noGrp="1"/>
          </p:cNvSpPr>
          <p:nvPr>
            <p:ph type="title" hasCustomPrompt="1"/>
          </p:nvPr>
        </p:nvSpPr>
        <p:spPr>
          <a:xfrm>
            <a:off x="914805" y="933167"/>
            <a:ext cx="10363200" cy="580800"/>
          </a:xfrm>
        </p:spPr>
        <p:txBody>
          <a:bodyPr anchor="b" anchorCtr="0">
            <a:spAutoFit/>
          </a:bodyPr>
          <a:lstStyle>
            <a:lvl1pPr>
              <a:defRPr>
                <a:solidFill>
                  <a:srgbClr val="BA0C2F"/>
                </a:solidFill>
              </a:defRPr>
            </a:lvl1pPr>
          </a:lstStyle>
          <a:p>
            <a:r>
              <a:rPr lang="en-US" dirty="0"/>
              <a:t>CLICK TO EDIT MASTER TITLE STYLE</a:t>
            </a:r>
          </a:p>
        </p:txBody>
      </p:sp>
    </p:spTree>
    <p:extLst>
      <p:ext uri="{BB962C8B-B14F-4D97-AF65-F5344CB8AC3E}">
        <p14:creationId xmlns:p14="http://schemas.microsoft.com/office/powerpoint/2010/main" val="330243926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_Red/Gray 2 Content">
    <p:bg>
      <p:bgPr>
        <a:solidFill>
          <a:srgbClr val="E7E7E5"/>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914805" y="1715549"/>
            <a:ext cx="5079595" cy="4233230"/>
          </a:xfrm>
        </p:spPr>
        <p:txBody>
          <a:bodyPr>
            <a:normAutofit/>
          </a:bodyPr>
          <a:lstStyle>
            <a:lvl1pPr>
              <a:defRPr sz="2116">
                <a:solidFill>
                  <a:srgbClr val="6C6463"/>
                </a:solidFill>
              </a:defRPr>
            </a:lvl1pPr>
            <a:lvl2pPr>
              <a:defRPr sz="2116">
                <a:solidFill>
                  <a:srgbClr val="6C6463"/>
                </a:solidFill>
              </a:defRPr>
            </a:lvl2pPr>
            <a:lvl3pPr>
              <a:defRPr sz="2116">
                <a:solidFill>
                  <a:srgbClr val="6C6463"/>
                </a:solidFill>
              </a:defRPr>
            </a:lvl3pPr>
            <a:lvl4pPr>
              <a:defRPr sz="1852">
                <a:solidFill>
                  <a:srgbClr val="6C6463"/>
                </a:solidFill>
              </a:defRPr>
            </a:lvl4pPr>
            <a:lvl5pPr>
              <a:defRPr sz="2116">
                <a:solidFill>
                  <a:srgbClr val="6C6463"/>
                </a:solidFill>
              </a:defRPr>
            </a:lvl5pPr>
            <a:lvl6pPr>
              <a:defRPr sz="2381"/>
            </a:lvl6pPr>
            <a:lvl7pPr>
              <a:defRPr sz="2381"/>
            </a:lvl7pPr>
            <a:lvl8pPr>
              <a:defRPr sz="2381"/>
            </a:lvl8pPr>
            <a:lvl9pPr>
              <a:defRPr sz="2381"/>
            </a:lvl9pPr>
          </a:lstStyle>
          <a:p>
            <a:pPr lvl="0"/>
            <a:r>
              <a:rPr lang="en-US"/>
              <a:t>Click to edit Master text styles</a:t>
            </a:r>
          </a:p>
          <a:p>
            <a:pPr lvl="1"/>
            <a:r>
              <a:rPr lang="en-US"/>
              <a:t>Second level</a:t>
            </a:r>
          </a:p>
        </p:txBody>
      </p:sp>
      <p:sp>
        <p:nvSpPr>
          <p:cNvPr id="4" name="Content Placeholder 3"/>
          <p:cNvSpPr>
            <a:spLocks noGrp="1"/>
          </p:cNvSpPr>
          <p:nvPr>
            <p:ph sz="half" idx="2"/>
          </p:nvPr>
        </p:nvSpPr>
        <p:spPr>
          <a:xfrm>
            <a:off x="6197600" y="1715549"/>
            <a:ext cx="5080405" cy="4233230"/>
          </a:xfrm>
        </p:spPr>
        <p:txBody>
          <a:bodyPr>
            <a:normAutofit/>
          </a:bodyPr>
          <a:lstStyle>
            <a:lvl1pPr>
              <a:defRPr sz="2116">
                <a:solidFill>
                  <a:srgbClr val="6C6463"/>
                </a:solidFill>
              </a:defRPr>
            </a:lvl1pPr>
            <a:lvl2pPr>
              <a:defRPr sz="2116">
                <a:solidFill>
                  <a:srgbClr val="6C6463"/>
                </a:solidFill>
              </a:defRPr>
            </a:lvl2pPr>
            <a:lvl3pPr>
              <a:defRPr sz="2116">
                <a:solidFill>
                  <a:srgbClr val="6C6463"/>
                </a:solidFill>
              </a:defRPr>
            </a:lvl3pPr>
            <a:lvl4pPr>
              <a:defRPr sz="1852">
                <a:solidFill>
                  <a:srgbClr val="6C6463"/>
                </a:solidFill>
              </a:defRPr>
            </a:lvl4pPr>
            <a:lvl5pPr>
              <a:defRPr sz="2116">
                <a:solidFill>
                  <a:srgbClr val="6C6463"/>
                </a:solidFill>
              </a:defRPr>
            </a:lvl5pPr>
            <a:lvl6pPr>
              <a:defRPr sz="2381"/>
            </a:lvl6pPr>
            <a:lvl7pPr>
              <a:defRPr sz="2381"/>
            </a:lvl7pPr>
            <a:lvl8pPr>
              <a:defRPr sz="2381"/>
            </a:lvl8pPr>
            <a:lvl9pPr>
              <a:defRPr sz="2381"/>
            </a:lvl9pPr>
          </a:lstStyle>
          <a:p>
            <a:pPr lvl="0"/>
            <a:r>
              <a:rPr lang="en-US"/>
              <a:t>Click to edit Master text styles</a:t>
            </a:r>
          </a:p>
          <a:p>
            <a:pPr lvl="1"/>
            <a:r>
              <a:rPr lang="en-US"/>
              <a:t>Second level</a:t>
            </a:r>
          </a:p>
        </p:txBody>
      </p:sp>
      <p:sp>
        <p:nvSpPr>
          <p:cNvPr id="5" name="Date Placeholder 4"/>
          <p:cNvSpPr>
            <a:spLocks noGrp="1"/>
          </p:cNvSpPr>
          <p:nvPr>
            <p:ph type="dt" sz="half" idx="10"/>
          </p:nvPr>
        </p:nvSpPr>
        <p:spPr>
          <a:xfrm>
            <a:off x="203200" y="6423933"/>
            <a:ext cx="2844800" cy="214546"/>
          </a:xfrm>
        </p:spPr>
        <p:txBody>
          <a:bodyPr/>
          <a:lstStyle>
            <a:lvl1pPr>
              <a:defRPr>
                <a:solidFill>
                  <a:srgbClr val="6C6463"/>
                </a:solidFill>
              </a:defRPr>
            </a:lvl1pPr>
          </a:lstStyle>
          <a:p>
            <a:fld id="{AB18E012-EC0C-1649-A039-CB178266D114}" type="datetime1">
              <a:rPr lang="en-US" smtClean="0"/>
              <a:t>3/12/2024</a:t>
            </a:fld>
            <a:endParaRPr lang="en-US" dirty="0"/>
          </a:p>
        </p:txBody>
      </p:sp>
      <p:sp>
        <p:nvSpPr>
          <p:cNvPr id="6" name="Footer Placeholder 5"/>
          <p:cNvSpPr>
            <a:spLocks noGrp="1"/>
          </p:cNvSpPr>
          <p:nvPr>
            <p:ph type="ftr" sz="quarter" idx="11"/>
          </p:nvPr>
        </p:nvSpPr>
        <p:spPr>
          <a:xfrm>
            <a:off x="4165600" y="6423933"/>
            <a:ext cx="3860800" cy="214546"/>
          </a:xfrm>
        </p:spPr>
        <p:txBody>
          <a:bodyPr/>
          <a:lstStyle>
            <a:lvl1pPr>
              <a:defRPr>
                <a:solidFill>
                  <a:srgbClr val="6C6463"/>
                </a:solidFill>
              </a:defRPr>
            </a:lvl1pPr>
          </a:lstStyle>
          <a:p>
            <a:r>
              <a:rPr lang="en-US" dirty="0"/>
              <a:t>FOOTER GOES HERE</a:t>
            </a:r>
          </a:p>
        </p:txBody>
      </p:sp>
      <p:sp>
        <p:nvSpPr>
          <p:cNvPr id="7" name="Slide Number Placeholder 6"/>
          <p:cNvSpPr>
            <a:spLocks noGrp="1"/>
          </p:cNvSpPr>
          <p:nvPr>
            <p:ph type="sldNum" sz="quarter" idx="12"/>
          </p:nvPr>
        </p:nvSpPr>
        <p:spPr>
          <a:xfrm>
            <a:off x="9144000" y="6423933"/>
            <a:ext cx="2844800" cy="214546"/>
          </a:xfrm>
        </p:spPr>
        <p:txBody>
          <a:bodyPr/>
          <a:lstStyle>
            <a:lvl1pPr>
              <a:defRPr>
                <a:solidFill>
                  <a:srgbClr val="6C6463"/>
                </a:solidFill>
              </a:defRPr>
            </a:lvl1pPr>
          </a:lstStyle>
          <a:p>
            <a:fld id="{42782948-4DBE-204D-AB9E-B65E067054AE}" type="slidenum">
              <a:rPr lang="en-US" smtClean="0"/>
              <a:pPr/>
              <a:t>‹#›</a:t>
            </a:fld>
            <a:endParaRPr lang="en-US" dirty="0"/>
          </a:p>
        </p:txBody>
      </p:sp>
      <p:sp>
        <p:nvSpPr>
          <p:cNvPr id="10" name="Title 1"/>
          <p:cNvSpPr>
            <a:spLocks noGrp="1"/>
          </p:cNvSpPr>
          <p:nvPr>
            <p:ph type="title" hasCustomPrompt="1"/>
          </p:nvPr>
        </p:nvSpPr>
        <p:spPr>
          <a:xfrm>
            <a:off x="914805" y="933167"/>
            <a:ext cx="10363200" cy="580800"/>
          </a:xfrm>
        </p:spPr>
        <p:txBody>
          <a:bodyPr anchor="b" anchorCtr="0">
            <a:spAutoFit/>
          </a:bodyPr>
          <a:lstStyle>
            <a:lvl1pPr>
              <a:defRPr>
                <a:solidFill>
                  <a:srgbClr val="BA0C2F"/>
                </a:solidFill>
              </a:defRPr>
            </a:lvl1pPr>
          </a:lstStyle>
          <a:p>
            <a:r>
              <a:rPr lang="en-US" dirty="0"/>
              <a:t>CLICK TO EDIT MASTER TITLE STYLE</a:t>
            </a:r>
          </a:p>
        </p:txBody>
      </p:sp>
    </p:spTree>
    <p:extLst>
      <p:ext uri="{BB962C8B-B14F-4D97-AF65-F5344CB8AC3E}">
        <p14:creationId xmlns:p14="http://schemas.microsoft.com/office/powerpoint/2010/main" val="39976424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Red/Gray 3 Content">
    <p:bg>
      <p:bgPr>
        <a:solidFill>
          <a:srgbClr val="E7E7E5"/>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914805" y="1715549"/>
            <a:ext cx="3352395" cy="4233230"/>
          </a:xfrm>
        </p:spPr>
        <p:txBody>
          <a:bodyPr>
            <a:normAutofit/>
          </a:bodyPr>
          <a:lstStyle>
            <a:lvl1pPr>
              <a:defRPr sz="2116">
                <a:solidFill>
                  <a:srgbClr val="6C6463"/>
                </a:solidFill>
              </a:defRPr>
            </a:lvl1pPr>
            <a:lvl2pPr>
              <a:defRPr sz="2116">
                <a:solidFill>
                  <a:srgbClr val="6C6463"/>
                </a:solidFill>
              </a:defRPr>
            </a:lvl2pPr>
            <a:lvl3pPr>
              <a:defRPr sz="2116">
                <a:solidFill>
                  <a:srgbClr val="6C6463"/>
                </a:solidFill>
              </a:defRPr>
            </a:lvl3pPr>
            <a:lvl4pPr>
              <a:defRPr sz="1852">
                <a:solidFill>
                  <a:srgbClr val="6C6463"/>
                </a:solidFill>
              </a:defRPr>
            </a:lvl4pPr>
            <a:lvl5pPr>
              <a:defRPr sz="2116">
                <a:solidFill>
                  <a:srgbClr val="FFFFFF"/>
                </a:solidFill>
              </a:defRPr>
            </a:lvl5pPr>
            <a:lvl6pPr>
              <a:defRPr sz="2381"/>
            </a:lvl6pPr>
            <a:lvl7pPr>
              <a:defRPr sz="2381"/>
            </a:lvl7pPr>
            <a:lvl8pPr>
              <a:defRPr sz="2381"/>
            </a:lvl8pPr>
            <a:lvl9pPr>
              <a:defRPr sz="2381"/>
            </a:lvl9pPr>
          </a:lstStyle>
          <a:p>
            <a:pPr lvl="0"/>
            <a:r>
              <a:rPr lang="en-US"/>
              <a:t>Click to edit Master text styles</a:t>
            </a:r>
          </a:p>
          <a:p>
            <a:pPr lvl="1"/>
            <a:r>
              <a:rPr lang="en-US"/>
              <a:t>Second level</a:t>
            </a:r>
          </a:p>
        </p:txBody>
      </p:sp>
      <p:sp>
        <p:nvSpPr>
          <p:cNvPr id="4" name="Content Placeholder 3"/>
          <p:cNvSpPr>
            <a:spLocks noGrp="1"/>
          </p:cNvSpPr>
          <p:nvPr>
            <p:ph sz="half" idx="2"/>
          </p:nvPr>
        </p:nvSpPr>
        <p:spPr>
          <a:xfrm>
            <a:off x="7924800" y="1715549"/>
            <a:ext cx="3353205" cy="4233230"/>
          </a:xfrm>
        </p:spPr>
        <p:txBody>
          <a:bodyPr>
            <a:normAutofit/>
          </a:bodyPr>
          <a:lstStyle>
            <a:lvl1pPr>
              <a:defRPr sz="2116">
                <a:solidFill>
                  <a:srgbClr val="6C6463"/>
                </a:solidFill>
              </a:defRPr>
            </a:lvl1pPr>
            <a:lvl2pPr>
              <a:defRPr sz="2116">
                <a:solidFill>
                  <a:srgbClr val="6C6463"/>
                </a:solidFill>
              </a:defRPr>
            </a:lvl2pPr>
            <a:lvl3pPr>
              <a:defRPr sz="2116">
                <a:solidFill>
                  <a:srgbClr val="6C6463"/>
                </a:solidFill>
              </a:defRPr>
            </a:lvl3pPr>
            <a:lvl4pPr>
              <a:defRPr sz="1852">
                <a:solidFill>
                  <a:srgbClr val="6C6463"/>
                </a:solidFill>
              </a:defRPr>
            </a:lvl4pPr>
            <a:lvl5pPr>
              <a:defRPr sz="2116">
                <a:solidFill>
                  <a:srgbClr val="FFFFFF"/>
                </a:solidFill>
              </a:defRPr>
            </a:lvl5pPr>
            <a:lvl6pPr>
              <a:defRPr sz="2381"/>
            </a:lvl6pPr>
            <a:lvl7pPr>
              <a:defRPr sz="2381"/>
            </a:lvl7pPr>
            <a:lvl8pPr>
              <a:defRPr sz="2381"/>
            </a:lvl8pPr>
            <a:lvl9pPr>
              <a:defRPr sz="2381"/>
            </a:lvl9pPr>
          </a:lstStyle>
          <a:p>
            <a:pPr lvl="0"/>
            <a:r>
              <a:rPr lang="en-US"/>
              <a:t>Click to edit Master text styles</a:t>
            </a:r>
          </a:p>
          <a:p>
            <a:pPr lvl="1"/>
            <a:r>
              <a:rPr lang="en-US"/>
              <a:t>Second level</a:t>
            </a:r>
          </a:p>
        </p:txBody>
      </p:sp>
      <p:sp>
        <p:nvSpPr>
          <p:cNvPr id="5" name="Date Placeholder 4"/>
          <p:cNvSpPr>
            <a:spLocks noGrp="1"/>
          </p:cNvSpPr>
          <p:nvPr>
            <p:ph type="dt" sz="half" idx="10"/>
          </p:nvPr>
        </p:nvSpPr>
        <p:spPr>
          <a:xfrm>
            <a:off x="203200" y="6423933"/>
            <a:ext cx="2844800" cy="214546"/>
          </a:xfrm>
        </p:spPr>
        <p:txBody>
          <a:bodyPr/>
          <a:lstStyle>
            <a:lvl1pPr>
              <a:defRPr>
                <a:solidFill>
                  <a:srgbClr val="6C6463"/>
                </a:solidFill>
              </a:defRPr>
            </a:lvl1pPr>
          </a:lstStyle>
          <a:p>
            <a:fld id="{39C62A9A-2216-F44B-AFF9-136AA601C377}" type="datetime1">
              <a:rPr lang="en-US" smtClean="0"/>
              <a:t>3/12/2024</a:t>
            </a:fld>
            <a:endParaRPr lang="en-US" dirty="0"/>
          </a:p>
        </p:txBody>
      </p:sp>
      <p:sp>
        <p:nvSpPr>
          <p:cNvPr id="6" name="Footer Placeholder 5"/>
          <p:cNvSpPr>
            <a:spLocks noGrp="1"/>
          </p:cNvSpPr>
          <p:nvPr>
            <p:ph type="ftr" sz="quarter" idx="11"/>
          </p:nvPr>
        </p:nvSpPr>
        <p:spPr>
          <a:xfrm>
            <a:off x="4165600" y="6423933"/>
            <a:ext cx="3860800" cy="214546"/>
          </a:xfrm>
        </p:spPr>
        <p:txBody>
          <a:bodyPr/>
          <a:lstStyle>
            <a:lvl1pPr>
              <a:defRPr>
                <a:solidFill>
                  <a:srgbClr val="6C6463"/>
                </a:solidFill>
              </a:defRPr>
            </a:lvl1pPr>
          </a:lstStyle>
          <a:p>
            <a:r>
              <a:rPr lang="en-US" dirty="0"/>
              <a:t>FOOTER GOES HERE</a:t>
            </a:r>
          </a:p>
        </p:txBody>
      </p:sp>
      <p:sp>
        <p:nvSpPr>
          <p:cNvPr id="7" name="Slide Number Placeholder 6"/>
          <p:cNvSpPr>
            <a:spLocks noGrp="1"/>
          </p:cNvSpPr>
          <p:nvPr>
            <p:ph type="sldNum" sz="quarter" idx="12"/>
          </p:nvPr>
        </p:nvSpPr>
        <p:spPr>
          <a:xfrm>
            <a:off x="9144000" y="6423933"/>
            <a:ext cx="2844800" cy="214546"/>
          </a:xfrm>
        </p:spPr>
        <p:txBody>
          <a:bodyPr/>
          <a:lstStyle>
            <a:lvl1pPr>
              <a:defRPr>
                <a:solidFill>
                  <a:srgbClr val="6C6463"/>
                </a:solidFill>
              </a:defRPr>
            </a:lvl1pPr>
          </a:lstStyle>
          <a:p>
            <a:fld id="{42782948-4DBE-204D-AB9E-B65E067054AE}" type="slidenum">
              <a:rPr lang="en-US" smtClean="0"/>
              <a:pPr/>
              <a:t>‹#›</a:t>
            </a:fld>
            <a:endParaRPr lang="en-US" dirty="0"/>
          </a:p>
        </p:txBody>
      </p:sp>
      <p:sp>
        <p:nvSpPr>
          <p:cNvPr id="10" name="Content Placeholder 3"/>
          <p:cNvSpPr>
            <a:spLocks noGrp="1"/>
          </p:cNvSpPr>
          <p:nvPr>
            <p:ph sz="half" idx="13"/>
          </p:nvPr>
        </p:nvSpPr>
        <p:spPr>
          <a:xfrm>
            <a:off x="4419398" y="1715549"/>
            <a:ext cx="3353205" cy="4233230"/>
          </a:xfrm>
        </p:spPr>
        <p:txBody>
          <a:bodyPr>
            <a:normAutofit/>
          </a:bodyPr>
          <a:lstStyle>
            <a:lvl1pPr>
              <a:defRPr sz="2116">
                <a:solidFill>
                  <a:srgbClr val="6C6463"/>
                </a:solidFill>
              </a:defRPr>
            </a:lvl1pPr>
            <a:lvl2pPr>
              <a:defRPr sz="2116">
                <a:solidFill>
                  <a:srgbClr val="6C6463"/>
                </a:solidFill>
              </a:defRPr>
            </a:lvl2pPr>
            <a:lvl3pPr>
              <a:defRPr sz="2116">
                <a:solidFill>
                  <a:srgbClr val="6C6463"/>
                </a:solidFill>
              </a:defRPr>
            </a:lvl3pPr>
            <a:lvl4pPr>
              <a:defRPr sz="1852">
                <a:solidFill>
                  <a:srgbClr val="6C6463"/>
                </a:solidFill>
              </a:defRPr>
            </a:lvl4pPr>
            <a:lvl5pPr>
              <a:defRPr sz="2116">
                <a:solidFill>
                  <a:srgbClr val="FFFFFF"/>
                </a:solidFill>
              </a:defRPr>
            </a:lvl5pPr>
            <a:lvl6pPr>
              <a:defRPr sz="2381"/>
            </a:lvl6pPr>
            <a:lvl7pPr>
              <a:defRPr sz="2381"/>
            </a:lvl7pPr>
            <a:lvl8pPr>
              <a:defRPr sz="2381"/>
            </a:lvl8pPr>
            <a:lvl9pPr>
              <a:defRPr sz="2381"/>
            </a:lvl9pPr>
          </a:lstStyle>
          <a:p>
            <a:pPr lvl="0"/>
            <a:r>
              <a:rPr lang="en-US"/>
              <a:t>Click to edit Master text styles</a:t>
            </a:r>
          </a:p>
          <a:p>
            <a:pPr lvl="1"/>
            <a:r>
              <a:rPr lang="en-US"/>
              <a:t>Second level</a:t>
            </a:r>
          </a:p>
        </p:txBody>
      </p:sp>
      <p:sp>
        <p:nvSpPr>
          <p:cNvPr id="11" name="Title 1"/>
          <p:cNvSpPr>
            <a:spLocks noGrp="1"/>
          </p:cNvSpPr>
          <p:nvPr>
            <p:ph type="title" hasCustomPrompt="1"/>
          </p:nvPr>
        </p:nvSpPr>
        <p:spPr>
          <a:xfrm>
            <a:off x="914805" y="933167"/>
            <a:ext cx="10363200" cy="580800"/>
          </a:xfrm>
        </p:spPr>
        <p:txBody>
          <a:bodyPr anchor="b" anchorCtr="0">
            <a:spAutoFit/>
          </a:bodyPr>
          <a:lstStyle>
            <a:lvl1pPr>
              <a:defRPr>
                <a:solidFill>
                  <a:srgbClr val="BA0C2F"/>
                </a:solidFill>
              </a:defRPr>
            </a:lvl1pPr>
          </a:lstStyle>
          <a:p>
            <a:r>
              <a:rPr lang="en-US" dirty="0"/>
              <a:t>CLICK TO EDIT MASTER TITLE STYLE</a:t>
            </a:r>
          </a:p>
        </p:txBody>
      </p:sp>
    </p:spTree>
    <p:extLst>
      <p:ext uri="{BB962C8B-B14F-4D97-AF65-F5344CB8AC3E}">
        <p14:creationId xmlns:p14="http://schemas.microsoft.com/office/powerpoint/2010/main" val="50796854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Red/Gray 1 Content + Bottom Photo">
    <p:bg>
      <p:bgPr>
        <a:solidFill>
          <a:srgbClr val="E7E7E5"/>
        </a:solidFill>
        <a:effectLst/>
      </p:bgPr>
    </p:bg>
    <p:spTree>
      <p:nvGrpSpPr>
        <p:cNvPr id="1" name=""/>
        <p:cNvGrpSpPr/>
        <p:nvPr/>
      </p:nvGrpSpPr>
      <p:grpSpPr>
        <a:xfrm>
          <a:off x="0" y="0"/>
          <a:ext cx="0" cy="0"/>
          <a:chOff x="0" y="0"/>
          <a:chExt cx="0" cy="0"/>
        </a:xfrm>
      </p:grpSpPr>
      <p:sp>
        <p:nvSpPr>
          <p:cNvPr id="12" name="Picture Placeholder 3"/>
          <p:cNvSpPr>
            <a:spLocks noGrp="1"/>
          </p:cNvSpPr>
          <p:nvPr>
            <p:ph type="pic" sz="quarter" idx="10" hasCustomPrompt="1"/>
          </p:nvPr>
        </p:nvSpPr>
        <p:spPr>
          <a:xfrm>
            <a:off x="203200" y="3428999"/>
            <a:ext cx="11785600" cy="3228220"/>
          </a:xfrm>
          <a:solidFill>
            <a:schemeClr val="bg1"/>
          </a:solidFill>
        </p:spPr>
        <p:txBody>
          <a:bodyPr>
            <a:normAutofit/>
          </a:bodyPr>
          <a:lstStyle>
            <a:lvl1pPr marL="0" marR="0" indent="0" algn="l" defTabSz="604738" rtl="0" eaLnBrk="1" fontAlgn="auto" latinLnBrk="0" hangingPunct="1">
              <a:lnSpc>
                <a:spcPct val="100000"/>
              </a:lnSpc>
              <a:spcBef>
                <a:spcPct val="20000"/>
              </a:spcBef>
              <a:spcAft>
                <a:spcPts val="0"/>
              </a:spcAft>
              <a:buClrTx/>
              <a:buSzTx/>
              <a:buFont typeface="Arial"/>
              <a:buNone/>
              <a:tabLst/>
              <a:defRPr sz="1587">
                <a:solidFill>
                  <a:srgbClr val="6C6463"/>
                </a:solidFill>
              </a:defRPr>
            </a:lvl1pPr>
          </a:lstStyle>
          <a:p>
            <a:r>
              <a:rPr lang="en-US" dirty="0"/>
              <a:t>ADD PHOTO HERE</a:t>
            </a:r>
          </a:p>
        </p:txBody>
      </p:sp>
      <p:sp>
        <p:nvSpPr>
          <p:cNvPr id="3" name="Content Placeholder 2"/>
          <p:cNvSpPr>
            <a:spLocks noGrp="1"/>
          </p:cNvSpPr>
          <p:nvPr>
            <p:ph idx="1"/>
          </p:nvPr>
        </p:nvSpPr>
        <p:spPr>
          <a:xfrm>
            <a:off x="914400" y="1715549"/>
            <a:ext cx="10363200" cy="1511868"/>
          </a:xfrm>
        </p:spPr>
        <p:txBody>
          <a:bodyPr/>
          <a:lstStyle>
            <a:lvl1pPr>
              <a:defRPr>
                <a:solidFill>
                  <a:srgbClr val="6C6463"/>
                </a:solidFill>
              </a:defRPr>
            </a:lvl1pPr>
            <a:lvl2pPr>
              <a:defRPr>
                <a:solidFill>
                  <a:srgbClr val="6C6463"/>
                </a:solidFill>
              </a:defRPr>
            </a:lvl2pPr>
            <a:lvl3pPr>
              <a:defRPr>
                <a:solidFill>
                  <a:srgbClr val="6C6463"/>
                </a:solidFill>
              </a:defRPr>
            </a:lvl3pPr>
            <a:lvl4pPr>
              <a:defRPr>
                <a:solidFill>
                  <a:srgbClr val="6C6463"/>
                </a:solidFill>
              </a:defRPr>
            </a:lvl4pPr>
            <a:lvl5pPr>
              <a:defRPr>
                <a:solidFill>
                  <a:srgbClr val="FFFFFF"/>
                </a:solidFill>
              </a:defRPr>
            </a:lvl5pPr>
          </a:lstStyle>
          <a:p>
            <a:pPr lvl="0"/>
            <a:r>
              <a:rPr lang="en-US"/>
              <a:t>Click to edit Master text styles</a:t>
            </a:r>
          </a:p>
          <a:p>
            <a:pPr lvl="1"/>
            <a:r>
              <a:rPr lang="en-US"/>
              <a:t>Second level</a:t>
            </a:r>
          </a:p>
        </p:txBody>
      </p:sp>
      <p:sp>
        <p:nvSpPr>
          <p:cNvPr id="9" name="Date Placeholder 3"/>
          <p:cNvSpPr>
            <a:spLocks noGrp="1"/>
          </p:cNvSpPr>
          <p:nvPr>
            <p:ph type="dt" sz="half" idx="2"/>
          </p:nvPr>
        </p:nvSpPr>
        <p:spPr>
          <a:xfrm>
            <a:off x="203200" y="6423933"/>
            <a:ext cx="2844800" cy="214546"/>
          </a:xfrm>
          <a:prstGeom prst="rect">
            <a:avLst/>
          </a:prstGeom>
        </p:spPr>
        <p:txBody>
          <a:bodyPr vert="horz" lIns="91440" tIns="45720" rIns="91440" bIns="45720" rtlCol="0" anchor="ctr">
            <a:spAutoFit/>
          </a:bodyPr>
          <a:lstStyle>
            <a:lvl1pPr algn="l">
              <a:defRPr sz="794" b="0" i="0">
                <a:solidFill>
                  <a:srgbClr val="FFFFFF"/>
                </a:solidFill>
                <a:latin typeface="Gill Sans MT"/>
                <a:cs typeface="Gill Sans MT"/>
              </a:defRPr>
            </a:lvl1pPr>
          </a:lstStyle>
          <a:p>
            <a:fld id="{193355D5-F1DA-0F48-9E7E-0A3FEBF9FF84}" type="datetime1">
              <a:rPr lang="en-US" smtClean="0"/>
              <a:pPr/>
              <a:t>3/12/2024</a:t>
            </a:fld>
            <a:endParaRPr lang="en-US" dirty="0"/>
          </a:p>
        </p:txBody>
      </p:sp>
      <p:sp>
        <p:nvSpPr>
          <p:cNvPr id="10" name="Footer Placeholder 4"/>
          <p:cNvSpPr>
            <a:spLocks noGrp="1"/>
          </p:cNvSpPr>
          <p:nvPr>
            <p:ph type="ftr" sz="quarter" idx="3"/>
          </p:nvPr>
        </p:nvSpPr>
        <p:spPr>
          <a:xfrm>
            <a:off x="4165600" y="6423933"/>
            <a:ext cx="3860800" cy="214546"/>
          </a:xfrm>
          <a:prstGeom prst="rect">
            <a:avLst/>
          </a:prstGeom>
        </p:spPr>
        <p:txBody>
          <a:bodyPr vert="horz" lIns="91440" tIns="45720" rIns="91440" bIns="45720" rtlCol="0" anchor="ctr">
            <a:spAutoFit/>
          </a:bodyPr>
          <a:lstStyle>
            <a:lvl1pPr algn="ctr">
              <a:defRPr sz="794" b="0" i="0">
                <a:solidFill>
                  <a:srgbClr val="FFFFFF"/>
                </a:solidFill>
                <a:latin typeface="Gill Sans MT"/>
                <a:cs typeface="Gill Sans MT"/>
              </a:defRPr>
            </a:lvl1pPr>
          </a:lstStyle>
          <a:p>
            <a:r>
              <a:rPr lang="en-US" dirty="0"/>
              <a:t>FOOTER GOES HERE</a:t>
            </a:r>
          </a:p>
        </p:txBody>
      </p:sp>
      <p:sp>
        <p:nvSpPr>
          <p:cNvPr id="11" name="Slide Number Placeholder 5"/>
          <p:cNvSpPr>
            <a:spLocks noGrp="1"/>
          </p:cNvSpPr>
          <p:nvPr>
            <p:ph type="sldNum" sz="quarter" idx="4"/>
          </p:nvPr>
        </p:nvSpPr>
        <p:spPr>
          <a:xfrm>
            <a:off x="9144000" y="6423933"/>
            <a:ext cx="2844800" cy="214546"/>
          </a:xfrm>
          <a:prstGeom prst="rect">
            <a:avLst/>
          </a:prstGeom>
        </p:spPr>
        <p:txBody>
          <a:bodyPr vert="horz" lIns="91440" tIns="45720" rIns="91440" bIns="45720" rtlCol="0" anchor="ctr">
            <a:spAutoFit/>
          </a:bodyPr>
          <a:lstStyle>
            <a:lvl1pPr algn="r">
              <a:defRPr sz="794" b="0" i="0">
                <a:solidFill>
                  <a:srgbClr val="FFFFFF"/>
                </a:solidFill>
                <a:latin typeface="Gill Sans MT"/>
                <a:cs typeface="Gill Sans MT"/>
              </a:defRPr>
            </a:lvl1pPr>
          </a:lstStyle>
          <a:p>
            <a:fld id="{42782948-4DBE-204D-AB9E-B65E067054AE}" type="slidenum">
              <a:rPr lang="en-US" smtClean="0"/>
              <a:pPr/>
              <a:t>‹#›</a:t>
            </a:fld>
            <a:endParaRPr lang="en-US" dirty="0"/>
          </a:p>
        </p:txBody>
      </p:sp>
      <p:sp>
        <p:nvSpPr>
          <p:cNvPr id="14" name="Text Placeholder 4"/>
          <p:cNvSpPr>
            <a:spLocks noGrp="1"/>
          </p:cNvSpPr>
          <p:nvPr>
            <p:ph type="body" sz="quarter" idx="12" hasCustomPrompt="1"/>
          </p:nvPr>
        </p:nvSpPr>
        <p:spPr>
          <a:xfrm rot="16200000">
            <a:off x="10494091" y="4693325"/>
            <a:ext cx="2743200" cy="214546"/>
          </a:xfrm>
        </p:spPr>
        <p:txBody>
          <a:bodyPr>
            <a:spAutoFit/>
          </a:bodyPr>
          <a:lstStyle>
            <a:lvl1pPr marL="0" indent="0" algn="r">
              <a:buNone/>
              <a:defRPr sz="794" baseline="0">
                <a:solidFill>
                  <a:srgbClr val="FFFFFF"/>
                </a:solidFill>
              </a:defRPr>
            </a:lvl1pPr>
            <a:lvl2pPr marL="304468" indent="0">
              <a:buNone/>
              <a:defRPr sz="2381">
                <a:solidFill>
                  <a:schemeClr val="bg1"/>
                </a:solidFill>
              </a:defRPr>
            </a:lvl2pPr>
            <a:lvl3pPr marL="608938" indent="0">
              <a:buNone/>
              <a:defRPr sz="2116">
                <a:solidFill>
                  <a:schemeClr val="bg1"/>
                </a:solidFill>
              </a:defRPr>
            </a:lvl3pPr>
            <a:lvl4pPr marL="905007" indent="0">
              <a:buNone/>
              <a:defRPr sz="1852">
                <a:solidFill>
                  <a:schemeClr val="bg1"/>
                </a:solidFill>
              </a:defRPr>
            </a:lvl4pPr>
            <a:lvl5pPr marL="1356462" indent="0">
              <a:buNone/>
              <a:defRPr sz="1587">
                <a:solidFill>
                  <a:schemeClr val="bg1"/>
                </a:solidFill>
              </a:defRPr>
            </a:lvl5pPr>
          </a:lstStyle>
          <a:p>
            <a:pPr lvl="0"/>
            <a:r>
              <a:rPr lang="en-US" dirty="0"/>
              <a:t>ADD PHOTO CREDIT HERE</a:t>
            </a:r>
          </a:p>
        </p:txBody>
      </p:sp>
      <p:sp>
        <p:nvSpPr>
          <p:cNvPr id="17" name="Title 1"/>
          <p:cNvSpPr>
            <a:spLocks noGrp="1"/>
          </p:cNvSpPr>
          <p:nvPr>
            <p:ph type="title" hasCustomPrompt="1"/>
          </p:nvPr>
        </p:nvSpPr>
        <p:spPr>
          <a:xfrm>
            <a:off x="914805" y="933167"/>
            <a:ext cx="10363200" cy="580800"/>
          </a:xfrm>
        </p:spPr>
        <p:txBody>
          <a:bodyPr anchor="b" anchorCtr="0">
            <a:spAutoFit/>
          </a:bodyPr>
          <a:lstStyle>
            <a:lvl1pPr>
              <a:defRPr>
                <a:solidFill>
                  <a:srgbClr val="BA0C2F"/>
                </a:solidFill>
              </a:defRPr>
            </a:lvl1pPr>
          </a:lstStyle>
          <a:p>
            <a:r>
              <a:rPr lang="en-US" dirty="0"/>
              <a:t>CLICK TO EDIT MASTER TITLE STYLE</a:t>
            </a:r>
          </a:p>
        </p:txBody>
      </p:sp>
    </p:spTree>
    <p:extLst>
      <p:ext uri="{BB962C8B-B14F-4D97-AF65-F5344CB8AC3E}">
        <p14:creationId xmlns:p14="http://schemas.microsoft.com/office/powerpoint/2010/main" val="14993293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Red/Gray 1 Content + Right Photo">
    <p:bg>
      <p:bgPr>
        <a:solidFill>
          <a:srgbClr val="E7E7E5"/>
        </a:solidFill>
        <a:effectLst/>
      </p:bgPr>
    </p:bg>
    <p:spTree>
      <p:nvGrpSpPr>
        <p:cNvPr id="1" name=""/>
        <p:cNvGrpSpPr/>
        <p:nvPr/>
      </p:nvGrpSpPr>
      <p:grpSpPr>
        <a:xfrm>
          <a:off x="0" y="0"/>
          <a:ext cx="0" cy="0"/>
          <a:chOff x="0" y="0"/>
          <a:chExt cx="0" cy="0"/>
        </a:xfrm>
      </p:grpSpPr>
      <p:sp>
        <p:nvSpPr>
          <p:cNvPr id="10" name="Picture Placeholder 3"/>
          <p:cNvSpPr>
            <a:spLocks noGrp="1"/>
          </p:cNvSpPr>
          <p:nvPr>
            <p:ph type="pic" sz="quarter" idx="10" hasCustomPrompt="1"/>
          </p:nvPr>
        </p:nvSpPr>
        <p:spPr>
          <a:xfrm>
            <a:off x="6096000" y="203683"/>
            <a:ext cx="5892800" cy="6450636"/>
          </a:xfrm>
          <a:solidFill>
            <a:srgbClr val="FFFFFF"/>
          </a:solidFill>
        </p:spPr>
        <p:txBody>
          <a:bodyPr>
            <a:normAutofit/>
          </a:bodyPr>
          <a:lstStyle>
            <a:lvl1pPr marL="0" marR="0" indent="0" algn="l" defTabSz="604738" rtl="0" eaLnBrk="1" fontAlgn="auto" latinLnBrk="0" hangingPunct="1">
              <a:lnSpc>
                <a:spcPct val="100000"/>
              </a:lnSpc>
              <a:spcBef>
                <a:spcPct val="20000"/>
              </a:spcBef>
              <a:spcAft>
                <a:spcPts val="0"/>
              </a:spcAft>
              <a:buClrTx/>
              <a:buSzTx/>
              <a:buFont typeface="Arial"/>
              <a:buNone/>
              <a:tabLst/>
              <a:defRPr sz="1587">
                <a:solidFill>
                  <a:srgbClr val="6C6463"/>
                </a:solidFill>
              </a:defRPr>
            </a:lvl1pPr>
          </a:lstStyle>
          <a:p>
            <a:r>
              <a:rPr lang="en-US" dirty="0"/>
              <a:t>ADD PHOTO HERE</a:t>
            </a:r>
          </a:p>
        </p:txBody>
      </p:sp>
      <p:sp>
        <p:nvSpPr>
          <p:cNvPr id="9" name="Date Placeholder 3"/>
          <p:cNvSpPr>
            <a:spLocks noGrp="1"/>
          </p:cNvSpPr>
          <p:nvPr>
            <p:ph type="dt" sz="half" idx="2"/>
          </p:nvPr>
        </p:nvSpPr>
        <p:spPr>
          <a:xfrm>
            <a:off x="203200" y="6423933"/>
            <a:ext cx="2844800" cy="214546"/>
          </a:xfrm>
          <a:prstGeom prst="rect">
            <a:avLst/>
          </a:prstGeom>
        </p:spPr>
        <p:txBody>
          <a:bodyPr vert="horz" lIns="91440" tIns="45720" rIns="91440" bIns="45720" rtlCol="0" anchor="ctr">
            <a:spAutoFit/>
          </a:bodyPr>
          <a:lstStyle>
            <a:lvl1pPr algn="l">
              <a:defRPr sz="794" b="0" i="0">
                <a:solidFill>
                  <a:srgbClr val="6C6463"/>
                </a:solidFill>
                <a:latin typeface="Gill Sans MT"/>
                <a:cs typeface="Gill Sans MT"/>
              </a:defRPr>
            </a:lvl1pPr>
          </a:lstStyle>
          <a:p>
            <a:fld id="{60FEB5C5-97E6-6B45-BBE4-F2449473BB96}" type="datetime1">
              <a:rPr lang="en-US" smtClean="0"/>
              <a:pPr/>
              <a:t>3/12/2024</a:t>
            </a:fld>
            <a:endParaRPr lang="en-US" dirty="0"/>
          </a:p>
        </p:txBody>
      </p:sp>
      <p:sp>
        <p:nvSpPr>
          <p:cNvPr id="11" name="Slide Number Placeholder 5"/>
          <p:cNvSpPr>
            <a:spLocks noGrp="1"/>
          </p:cNvSpPr>
          <p:nvPr>
            <p:ph type="sldNum" sz="quarter" idx="4"/>
          </p:nvPr>
        </p:nvSpPr>
        <p:spPr>
          <a:xfrm>
            <a:off x="9144000" y="6423933"/>
            <a:ext cx="2844800" cy="214546"/>
          </a:xfrm>
          <a:prstGeom prst="rect">
            <a:avLst/>
          </a:prstGeom>
        </p:spPr>
        <p:txBody>
          <a:bodyPr vert="horz" lIns="91440" tIns="45720" rIns="91440" bIns="45720" rtlCol="0" anchor="ctr">
            <a:spAutoFit/>
          </a:bodyPr>
          <a:lstStyle>
            <a:lvl1pPr algn="r">
              <a:defRPr sz="794" b="0" i="0">
                <a:solidFill>
                  <a:srgbClr val="FFFFFF"/>
                </a:solidFill>
                <a:latin typeface="Gill Sans MT"/>
                <a:cs typeface="Gill Sans MT"/>
              </a:defRPr>
            </a:lvl1pPr>
          </a:lstStyle>
          <a:p>
            <a:fld id="{42782948-4DBE-204D-AB9E-B65E067054AE}" type="slidenum">
              <a:rPr lang="en-US" smtClean="0"/>
              <a:pPr/>
              <a:t>‹#›</a:t>
            </a:fld>
            <a:endParaRPr lang="en-US" dirty="0"/>
          </a:p>
        </p:txBody>
      </p:sp>
      <p:sp>
        <p:nvSpPr>
          <p:cNvPr id="14" name="Content Placeholder 2"/>
          <p:cNvSpPr>
            <a:spLocks noGrp="1"/>
          </p:cNvSpPr>
          <p:nvPr>
            <p:ph idx="1"/>
          </p:nvPr>
        </p:nvSpPr>
        <p:spPr>
          <a:xfrm>
            <a:off x="914400" y="2219505"/>
            <a:ext cx="4876800" cy="3729274"/>
          </a:xfrm>
        </p:spPr>
        <p:txBody>
          <a:bodyPr>
            <a:normAutofit/>
          </a:bodyPr>
          <a:lstStyle>
            <a:lvl1pPr>
              <a:defRPr sz="2116">
                <a:solidFill>
                  <a:srgbClr val="6C6463"/>
                </a:solidFill>
              </a:defRPr>
            </a:lvl1pPr>
            <a:lvl2pPr>
              <a:defRPr sz="2116">
                <a:solidFill>
                  <a:srgbClr val="6C6463"/>
                </a:solidFill>
              </a:defRPr>
            </a:lvl2pPr>
            <a:lvl3pPr>
              <a:defRPr sz="2116">
                <a:solidFill>
                  <a:srgbClr val="6C6463"/>
                </a:solidFill>
              </a:defRPr>
            </a:lvl3pPr>
            <a:lvl4pPr>
              <a:defRPr sz="1852">
                <a:solidFill>
                  <a:srgbClr val="6C6463"/>
                </a:solidFill>
              </a:defRPr>
            </a:lvl4pPr>
            <a:lvl5pPr>
              <a:defRPr>
                <a:solidFill>
                  <a:srgbClr val="FFFFFF"/>
                </a:solidFill>
              </a:defRPr>
            </a:lvl5pPr>
          </a:lstStyle>
          <a:p>
            <a:pPr lvl="0"/>
            <a:r>
              <a:rPr lang="en-US"/>
              <a:t>Click to edit Master text styles</a:t>
            </a:r>
          </a:p>
          <a:p>
            <a:pPr lvl="1"/>
            <a:r>
              <a:rPr lang="en-US"/>
              <a:t>Second level</a:t>
            </a:r>
          </a:p>
        </p:txBody>
      </p:sp>
      <p:sp>
        <p:nvSpPr>
          <p:cNvPr id="13" name="Text Placeholder 4"/>
          <p:cNvSpPr>
            <a:spLocks noGrp="1"/>
          </p:cNvSpPr>
          <p:nvPr>
            <p:ph type="body" sz="quarter" idx="12" hasCustomPrompt="1"/>
          </p:nvPr>
        </p:nvSpPr>
        <p:spPr>
          <a:xfrm rot="16200000">
            <a:off x="10494089" y="1468008"/>
            <a:ext cx="2743200" cy="214546"/>
          </a:xfrm>
        </p:spPr>
        <p:txBody>
          <a:bodyPr>
            <a:spAutoFit/>
          </a:bodyPr>
          <a:lstStyle>
            <a:lvl1pPr marL="0" indent="0" algn="r">
              <a:buNone/>
              <a:defRPr sz="794" baseline="0">
                <a:solidFill>
                  <a:srgbClr val="FFFFFF"/>
                </a:solidFill>
              </a:defRPr>
            </a:lvl1pPr>
            <a:lvl2pPr marL="304468" indent="0">
              <a:buNone/>
              <a:defRPr sz="2381">
                <a:solidFill>
                  <a:schemeClr val="bg1"/>
                </a:solidFill>
              </a:defRPr>
            </a:lvl2pPr>
            <a:lvl3pPr marL="608938" indent="0">
              <a:buNone/>
              <a:defRPr sz="2116">
                <a:solidFill>
                  <a:schemeClr val="bg1"/>
                </a:solidFill>
              </a:defRPr>
            </a:lvl3pPr>
            <a:lvl4pPr marL="905007" indent="0">
              <a:buNone/>
              <a:defRPr sz="1852">
                <a:solidFill>
                  <a:schemeClr val="bg1"/>
                </a:solidFill>
              </a:defRPr>
            </a:lvl4pPr>
            <a:lvl5pPr marL="1356462" indent="0">
              <a:buNone/>
              <a:defRPr sz="1587">
                <a:solidFill>
                  <a:schemeClr val="bg1"/>
                </a:solidFill>
              </a:defRPr>
            </a:lvl5pPr>
          </a:lstStyle>
          <a:p>
            <a:pPr lvl="0"/>
            <a:r>
              <a:rPr lang="en-US" dirty="0"/>
              <a:t>ADD PHOTO CREDIT HERE</a:t>
            </a:r>
          </a:p>
        </p:txBody>
      </p:sp>
      <p:sp>
        <p:nvSpPr>
          <p:cNvPr id="21" name="Title 1"/>
          <p:cNvSpPr>
            <a:spLocks noGrp="1"/>
          </p:cNvSpPr>
          <p:nvPr>
            <p:ph type="title" hasCustomPrompt="1"/>
          </p:nvPr>
        </p:nvSpPr>
        <p:spPr>
          <a:xfrm>
            <a:off x="914400" y="897750"/>
            <a:ext cx="4876800" cy="1099175"/>
          </a:xfrm>
        </p:spPr>
        <p:txBody>
          <a:bodyPr wrap="square" anchor="b" anchorCtr="0">
            <a:spAutoFit/>
          </a:bodyPr>
          <a:lstStyle>
            <a:lvl1pPr>
              <a:defRPr>
                <a:solidFill>
                  <a:srgbClr val="BA0C2F"/>
                </a:solidFill>
              </a:defRPr>
            </a:lvl1pPr>
          </a:lstStyle>
          <a:p>
            <a:r>
              <a:rPr lang="en-US" dirty="0"/>
              <a:t>CLICK TO EDIT MASTER TITLE STYLE</a:t>
            </a:r>
          </a:p>
        </p:txBody>
      </p:sp>
    </p:spTree>
    <p:extLst>
      <p:ext uri="{BB962C8B-B14F-4D97-AF65-F5344CB8AC3E}">
        <p14:creationId xmlns:p14="http://schemas.microsoft.com/office/powerpoint/2010/main" val="154557532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Red/Gray Title Only">
    <p:bg>
      <p:bgPr>
        <a:solidFill>
          <a:srgbClr val="E7E7E5"/>
        </a:solidFill>
        <a:effectLst/>
      </p:bgPr>
    </p:bg>
    <p:spTree>
      <p:nvGrpSpPr>
        <p:cNvPr id="1" name=""/>
        <p:cNvGrpSpPr/>
        <p:nvPr/>
      </p:nvGrpSpPr>
      <p:grpSpPr>
        <a:xfrm>
          <a:off x="0" y="0"/>
          <a:ext cx="0" cy="0"/>
          <a:chOff x="0" y="0"/>
          <a:chExt cx="0" cy="0"/>
        </a:xfrm>
      </p:grpSpPr>
      <p:sp>
        <p:nvSpPr>
          <p:cNvPr id="10" name="Picture Placeholder 3"/>
          <p:cNvSpPr>
            <a:spLocks noGrp="1"/>
          </p:cNvSpPr>
          <p:nvPr>
            <p:ph type="pic" sz="quarter" idx="10" hasCustomPrompt="1"/>
          </p:nvPr>
        </p:nvSpPr>
        <p:spPr>
          <a:xfrm>
            <a:off x="203200" y="203682"/>
            <a:ext cx="5892800" cy="6450634"/>
          </a:xfrm>
          <a:solidFill>
            <a:schemeClr val="bg1"/>
          </a:solidFill>
        </p:spPr>
        <p:txBody>
          <a:bodyPr>
            <a:normAutofit/>
          </a:bodyPr>
          <a:lstStyle>
            <a:lvl1pPr marL="0" marR="0" indent="0" algn="l" defTabSz="604738" rtl="0" eaLnBrk="1" fontAlgn="auto" latinLnBrk="0" hangingPunct="1">
              <a:lnSpc>
                <a:spcPct val="100000"/>
              </a:lnSpc>
              <a:spcBef>
                <a:spcPct val="20000"/>
              </a:spcBef>
              <a:spcAft>
                <a:spcPts val="0"/>
              </a:spcAft>
              <a:buClrTx/>
              <a:buSzTx/>
              <a:buFont typeface="Arial"/>
              <a:buNone/>
              <a:tabLst/>
              <a:defRPr sz="1587">
                <a:solidFill>
                  <a:srgbClr val="6C6463"/>
                </a:solidFill>
              </a:defRPr>
            </a:lvl1pPr>
          </a:lstStyle>
          <a:p>
            <a:r>
              <a:rPr lang="en-US" dirty="0"/>
              <a:t>ADD PHOTO HERE</a:t>
            </a:r>
          </a:p>
        </p:txBody>
      </p:sp>
      <p:sp>
        <p:nvSpPr>
          <p:cNvPr id="9" name="Date Placeholder 3"/>
          <p:cNvSpPr>
            <a:spLocks noGrp="1"/>
          </p:cNvSpPr>
          <p:nvPr>
            <p:ph type="dt" sz="half" idx="2"/>
          </p:nvPr>
        </p:nvSpPr>
        <p:spPr>
          <a:xfrm>
            <a:off x="203200" y="6423933"/>
            <a:ext cx="2844800" cy="214546"/>
          </a:xfrm>
          <a:prstGeom prst="rect">
            <a:avLst/>
          </a:prstGeom>
        </p:spPr>
        <p:txBody>
          <a:bodyPr vert="horz" lIns="91440" tIns="45720" rIns="91440" bIns="45720" rtlCol="0" anchor="ctr">
            <a:spAutoFit/>
          </a:bodyPr>
          <a:lstStyle>
            <a:lvl1pPr algn="l">
              <a:defRPr sz="794" b="0" i="0">
                <a:solidFill>
                  <a:schemeClr val="bg1"/>
                </a:solidFill>
                <a:latin typeface="Gill Sans MT"/>
                <a:cs typeface="Gill Sans MT"/>
              </a:defRPr>
            </a:lvl1pPr>
          </a:lstStyle>
          <a:p>
            <a:fld id="{60FEB5C5-97E6-6B45-BBE4-F2449473BB96}" type="datetime1">
              <a:rPr lang="en-US" smtClean="0"/>
              <a:pPr/>
              <a:t>3/12/2024</a:t>
            </a:fld>
            <a:endParaRPr lang="en-US" dirty="0"/>
          </a:p>
        </p:txBody>
      </p:sp>
      <p:sp>
        <p:nvSpPr>
          <p:cNvPr id="11" name="Slide Number Placeholder 5"/>
          <p:cNvSpPr>
            <a:spLocks noGrp="1"/>
          </p:cNvSpPr>
          <p:nvPr>
            <p:ph type="sldNum" sz="quarter" idx="4"/>
          </p:nvPr>
        </p:nvSpPr>
        <p:spPr>
          <a:xfrm>
            <a:off x="9144000" y="6423933"/>
            <a:ext cx="2844800" cy="214546"/>
          </a:xfrm>
          <a:prstGeom prst="rect">
            <a:avLst/>
          </a:prstGeom>
        </p:spPr>
        <p:txBody>
          <a:bodyPr vert="horz" lIns="91440" tIns="45720" rIns="91440" bIns="45720" rtlCol="0" anchor="ctr">
            <a:spAutoFit/>
          </a:bodyPr>
          <a:lstStyle>
            <a:lvl1pPr algn="r">
              <a:defRPr sz="794" b="0" i="0">
                <a:solidFill>
                  <a:srgbClr val="6C6463"/>
                </a:solidFill>
                <a:latin typeface="Gill Sans MT"/>
                <a:cs typeface="Gill Sans MT"/>
              </a:defRPr>
            </a:lvl1pPr>
          </a:lstStyle>
          <a:p>
            <a:fld id="{42782948-4DBE-204D-AB9E-B65E067054AE}" type="slidenum">
              <a:rPr lang="en-US" smtClean="0"/>
              <a:pPr/>
              <a:t>‹#›</a:t>
            </a:fld>
            <a:endParaRPr lang="en-US" dirty="0"/>
          </a:p>
        </p:txBody>
      </p:sp>
      <p:sp>
        <p:nvSpPr>
          <p:cNvPr id="13" name="Text Placeholder 4"/>
          <p:cNvSpPr>
            <a:spLocks noGrp="1"/>
          </p:cNvSpPr>
          <p:nvPr>
            <p:ph type="body" sz="quarter" idx="12" hasCustomPrompt="1"/>
          </p:nvPr>
        </p:nvSpPr>
        <p:spPr>
          <a:xfrm rot="16200000">
            <a:off x="4601291" y="1468008"/>
            <a:ext cx="2743200" cy="214546"/>
          </a:xfrm>
        </p:spPr>
        <p:txBody>
          <a:bodyPr>
            <a:spAutoFit/>
          </a:bodyPr>
          <a:lstStyle>
            <a:lvl1pPr marL="0" indent="0" algn="r">
              <a:buNone/>
              <a:defRPr sz="794" baseline="0">
                <a:solidFill>
                  <a:srgbClr val="FFFFFF"/>
                </a:solidFill>
              </a:defRPr>
            </a:lvl1pPr>
            <a:lvl2pPr marL="304468" indent="0">
              <a:buNone/>
              <a:defRPr sz="2381">
                <a:solidFill>
                  <a:schemeClr val="bg1"/>
                </a:solidFill>
              </a:defRPr>
            </a:lvl2pPr>
            <a:lvl3pPr marL="608938" indent="0">
              <a:buNone/>
              <a:defRPr sz="2116">
                <a:solidFill>
                  <a:schemeClr val="bg1"/>
                </a:solidFill>
              </a:defRPr>
            </a:lvl3pPr>
            <a:lvl4pPr marL="905007" indent="0">
              <a:buNone/>
              <a:defRPr sz="1852">
                <a:solidFill>
                  <a:schemeClr val="bg1"/>
                </a:solidFill>
              </a:defRPr>
            </a:lvl4pPr>
            <a:lvl5pPr marL="1356462" indent="0">
              <a:buNone/>
              <a:defRPr sz="1587">
                <a:solidFill>
                  <a:schemeClr val="bg1"/>
                </a:solidFill>
              </a:defRPr>
            </a:lvl5pPr>
          </a:lstStyle>
          <a:p>
            <a:pPr lvl="0"/>
            <a:r>
              <a:rPr lang="en-US" dirty="0"/>
              <a:t>ADD PHOTO CREDIT HERE</a:t>
            </a:r>
          </a:p>
        </p:txBody>
      </p:sp>
      <p:sp>
        <p:nvSpPr>
          <p:cNvPr id="16" name="Title 1"/>
          <p:cNvSpPr>
            <a:spLocks noGrp="1"/>
          </p:cNvSpPr>
          <p:nvPr>
            <p:ph type="title" hasCustomPrompt="1"/>
          </p:nvPr>
        </p:nvSpPr>
        <p:spPr>
          <a:xfrm>
            <a:off x="6502805" y="2894860"/>
            <a:ext cx="5181195" cy="1107995"/>
          </a:xfrm>
        </p:spPr>
        <p:txBody>
          <a:bodyPr wrap="square" anchor="ctr" anchorCtr="0">
            <a:spAutoFit/>
          </a:bodyPr>
          <a:lstStyle>
            <a:lvl1pPr>
              <a:defRPr>
                <a:solidFill>
                  <a:srgbClr val="BA0C2F"/>
                </a:solidFill>
              </a:defRPr>
            </a:lvl1pPr>
          </a:lstStyle>
          <a:p>
            <a:r>
              <a:rPr lang="en-US" dirty="0"/>
              <a:t>CLICK TO EDIT MASTER TITLE STYLE</a:t>
            </a:r>
          </a:p>
        </p:txBody>
      </p:sp>
    </p:spTree>
    <p:extLst>
      <p:ext uri="{BB962C8B-B14F-4D97-AF65-F5344CB8AC3E}">
        <p14:creationId xmlns:p14="http://schemas.microsoft.com/office/powerpoint/2010/main" val="26058733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Red/Gray 1 Content">
    <p:bg>
      <p:bgPr>
        <a:solidFill>
          <a:schemeClr val="bg1"/>
        </a:solidFill>
        <a:effectLst/>
      </p:bgPr>
    </p:bg>
    <p:spTree>
      <p:nvGrpSpPr>
        <p:cNvPr id="1" name=""/>
        <p:cNvGrpSpPr/>
        <p:nvPr/>
      </p:nvGrpSpPr>
      <p:grpSpPr>
        <a:xfrm>
          <a:off x="0" y="0"/>
          <a:ext cx="0" cy="0"/>
          <a:chOff x="0" y="0"/>
          <a:chExt cx="0" cy="0"/>
        </a:xfrm>
      </p:grpSpPr>
      <p:sp>
        <p:nvSpPr>
          <p:cNvPr id="8" name="Date Placeholder 3"/>
          <p:cNvSpPr>
            <a:spLocks noGrp="1"/>
          </p:cNvSpPr>
          <p:nvPr>
            <p:ph type="dt" sz="half" idx="2"/>
          </p:nvPr>
        </p:nvSpPr>
        <p:spPr>
          <a:xfrm>
            <a:off x="203200" y="6423933"/>
            <a:ext cx="2844800" cy="214546"/>
          </a:xfrm>
          <a:prstGeom prst="rect">
            <a:avLst/>
          </a:prstGeom>
        </p:spPr>
        <p:txBody>
          <a:bodyPr vert="horz" lIns="91440" tIns="45720" rIns="91440" bIns="45720" rtlCol="0" anchor="ctr">
            <a:spAutoFit/>
          </a:bodyPr>
          <a:lstStyle>
            <a:lvl1pPr algn="l">
              <a:defRPr sz="794" b="0" i="0">
                <a:solidFill>
                  <a:srgbClr val="6C6463"/>
                </a:solidFill>
                <a:latin typeface="Gill Sans MT"/>
                <a:cs typeface="Gill Sans MT"/>
              </a:defRPr>
            </a:lvl1pPr>
          </a:lstStyle>
          <a:p>
            <a:fld id="{414FB1AD-D69E-B741-965A-0BAE826C2FA6}" type="datetime1">
              <a:rPr lang="en-US" smtClean="0"/>
              <a:pPr/>
              <a:t>3/12/2024</a:t>
            </a:fld>
            <a:endParaRPr lang="en-US" dirty="0"/>
          </a:p>
        </p:txBody>
      </p:sp>
      <p:sp>
        <p:nvSpPr>
          <p:cNvPr id="9" name="Footer Placeholder 4"/>
          <p:cNvSpPr>
            <a:spLocks noGrp="1"/>
          </p:cNvSpPr>
          <p:nvPr>
            <p:ph type="ftr" sz="quarter" idx="3"/>
          </p:nvPr>
        </p:nvSpPr>
        <p:spPr>
          <a:xfrm>
            <a:off x="4165600" y="6423933"/>
            <a:ext cx="3860800" cy="214546"/>
          </a:xfrm>
          <a:prstGeom prst="rect">
            <a:avLst/>
          </a:prstGeom>
        </p:spPr>
        <p:txBody>
          <a:bodyPr vert="horz" lIns="91440" tIns="45720" rIns="91440" bIns="45720" rtlCol="0" anchor="ctr">
            <a:spAutoFit/>
          </a:bodyPr>
          <a:lstStyle>
            <a:lvl1pPr algn="ctr">
              <a:defRPr sz="794" b="0" i="0">
                <a:solidFill>
                  <a:srgbClr val="6C6463"/>
                </a:solidFill>
                <a:latin typeface="Gill Sans MT"/>
                <a:cs typeface="Gill Sans MT"/>
              </a:defRPr>
            </a:lvl1pPr>
          </a:lstStyle>
          <a:p>
            <a:r>
              <a:rPr lang="en-US" dirty="0"/>
              <a:t>FOOTER GOES HERE</a:t>
            </a:r>
          </a:p>
        </p:txBody>
      </p:sp>
      <p:sp>
        <p:nvSpPr>
          <p:cNvPr id="10" name="Slide Number Placeholder 5"/>
          <p:cNvSpPr>
            <a:spLocks noGrp="1"/>
          </p:cNvSpPr>
          <p:nvPr>
            <p:ph type="sldNum" sz="quarter" idx="4"/>
          </p:nvPr>
        </p:nvSpPr>
        <p:spPr>
          <a:xfrm>
            <a:off x="9144000" y="6423933"/>
            <a:ext cx="2844800" cy="214546"/>
          </a:xfrm>
          <a:prstGeom prst="rect">
            <a:avLst/>
          </a:prstGeom>
        </p:spPr>
        <p:txBody>
          <a:bodyPr vert="horz" lIns="91440" tIns="45720" rIns="91440" bIns="45720" rtlCol="0" anchor="ctr">
            <a:spAutoFit/>
          </a:bodyPr>
          <a:lstStyle>
            <a:lvl1pPr algn="r">
              <a:defRPr sz="794" b="0" i="0">
                <a:solidFill>
                  <a:srgbClr val="6C6463"/>
                </a:solidFill>
                <a:latin typeface="Gill Sans MT"/>
                <a:cs typeface="Gill Sans MT"/>
              </a:defRPr>
            </a:lvl1pPr>
          </a:lstStyle>
          <a:p>
            <a:fld id="{42782948-4DBE-204D-AB9E-B65E067054AE}" type="slidenum">
              <a:rPr lang="en-US" smtClean="0"/>
              <a:pPr/>
              <a:t>‹#›</a:t>
            </a:fld>
            <a:endParaRPr lang="en-US" dirty="0"/>
          </a:p>
        </p:txBody>
      </p:sp>
      <p:sp>
        <p:nvSpPr>
          <p:cNvPr id="12" name="Title Placeholder 1"/>
          <p:cNvSpPr>
            <a:spLocks noGrp="1"/>
          </p:cNvSpPr>
          <p:nvPr>
            <p:ph type="title"/>
          </p:nvPr>
        </p:nvSpPr>
        <p:spPr>
          <a:xfrm>
            <a:off x="914805" y="933168"/>
            <a:ext cx="10363200" cy="580800"/>
          </a:xfrm>
          <a:prstGeom prst="rect">
            <a:avLst/>
          </a:prstGeom>
        </p:spPr>
        <p:txBody>
          <a:bodyPr vert="horz" lIns="91440" tIns="45720" rIns="91440" bIns="45720" rtlCol="0" anchor="b" anchorCtr="0">
            <a:spAutoFit/>
          </a:bodyPr>
          <a:lstStyle/>
          <a:p>
            <a:r>
              <a:rPr lang="en-US"/>
              <a:t>Click to edit Master title style</a:t>
            </a:r>
            <a:endParaRPr lang="en-US" dirty="0"/>
          </a:p>
        </p:txBody>
      </p:sp>
      <p:sp>
        <p:nvSpPr>
          <p:cNvPr id="7" name="Text Placeholder 2"/>
          <p:cNvSpPr>
            <a:spLocks noGrp="1"/>
          </p:cNvSpPr>
          <p:nvPr>
            <p:ph idx="1" hasCustomPrompt="1"/>
          </p:nvPr>
        </p:nvSpPr>
        <p:spPr>
          <a:xfrm>
            <a:off x="914400" y="1715549"/>
            <a:ext cx="10363200" cy="4233230"/>
          </a:xfrm>
          <a:prstGeom prst="rect">
            <a:avLst/>
          </a:prstGeom>
        </p:spPr>
        <p:txBody>
          <a:bodyPr vert="horz" lIns="91440" tIns="45720" rIns="91440" bIns="45720" rtlCol="0">
            <a:normAutofit/>
          </a:bodyPr>
          <a:lstStyle>
            <a:lvl1pPr marL="304470" marR="0" indent="-304470" algn="l" defTabSz="604738" rtl="0" eaLnBrk="1" fontAlgn="auto" latinLnBrk="0" hangingPunct="1">
              <a:lnSpc>
                <a:spcPct val="100000"/>
              </a:lnSpc>
              <a:spcBef>
                <a:spcPts val="0"/>
              </a:spcBef>
              <a:spcAft>
                <a:spcPts val="1058"/>
              </a:spcAft>
              <a:buClrTx/>
              <a:buSzTx/>
              <a:buFont typeface="Arial"/>
              <a:buChar char="•"/>
              <a:tabLst/>
              <a:defRPr/>
            </a:lvl1pPr>
          </a:lstStyle>
          <a:p>
            <a:pPr marL="304470" marR="0" lvl="0" indent="-304470" algn="l" defTabSz="604738" rtl="0" eaLnBrk="1" fontAlgn="auto" latinLnBrk="0" hangingPunct="1">
              <a:lnSpc>
                <a:spcPct val="100000"/>
              </a:lnSpc>
              <a:spcBef>
                <a:spcPts val="0"/>
              </a:spcBef>
              <a:spcAft>
                <a:spcPts val="1058"/>
              </a:spcAft>
              <a:buClrTx/>
              <a:buSzTx/>
              <a:buFont typeface="Arial"/>
              <a:buChar char="•"/>
              <a:tabLst/>
              <a:defRPr/>
            </a:pPr>
            <a:r>
              <a:rPr kumimoji="0" lang="en-US" sz="2116" b="0" i="0" u="none" strike="noStrike" kern="1200" cap="none" spc="0" normalizeH="0" baseline="0" noProof="0" dirty="0">
                <a:ln>
                  <a:noFill/>
                </a:ln>
                <a:solidFill>
                  <a:srgbClr val="6C6463"/>
                </a:solidFill>
                <a:effectLst/>
                <a:uLnTx/>
                <a:uFillTx/>
                <a:latin typeface="Gill Sans MT"/>
                <a:ea typeface="+mn-ea"/>
                <a:cs typeface="Gill Sans MT"/>
              </a:rPr>
              <a:t>Click to edit Master text styles</a:t>
            </a:r>
          </a:p>
          <a:p>
            <a:pPr marL="905009" marR="0" lvl="1" indent="-304470" algn="l" defTabSz="604738" rtl="0" eaLnBrk="1" fontAlgn="auto" latinLnBrk="0" hangingPunct="1">
              <a:lnSpc>
                <a:spcPct val="100000"/>
              </a:lnSpc>
              <a:spcBef>
                <a:spcPts val="0"/>
              </a:spcBef>
              <a:spcAft>
                <a:spcPts val="1058"/>
              </a:spcAft>
              <a:buClrTx/>
              <a:buSzTx/>
              <a:buFont typeface="Arial"/>
              <a:buChar char="–"/>
              <a:tabLst/>
              <a:defRPr/>
            </a:pPr>
            <a:r>
              <a:rPr kumimoji="0" lang="en-US" sz="2116" b="0" i="0" u="none" strike="noStrike" kern="1200" cap="none" spc="0" normalizeH="0" baseline="0" noProof="0" dirty="0">
                <a:ln>
                  <a:noFill/>
                </a:ln>
                <a:solidFill>
                  <a:srgbClr val="6C6463"/>
                </a:solidFill>
                <a:effectLst/>
                <a:uLnTx/>
                <a:uFillTx/>
                <a:latin typeface="Gill Sans MT"/>
                <a:ea typeface="+mn-ea"/>
                <a:cs typeface="Gill Sans MT"/>
              </a:rPr>
              <a:t>Second level</a:t>
            </a:r>
          </a:p>
        </p:txBody>
      </p:sp>
    </p:spTree>
    <p:extLst>
      <p:ext uri="{BB962C8B-B14F-4D97-AF65-F5344CB8AC3E}">
        <p14:creationId xmlns:p14="http://schemas.microsoft.com/office/powerpoint/2010/main" val="279418473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Red/Gray 2 Content">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914805" y="1715549"/>
            <a:ext cx="5079595" cy="4233230"/>
          </a:xfrm>
        </p:spPr>
        <p:txBody>
          <a:bodyPr>
            <a:normAutofit/>
          </a:bodyPr>
          <a:lstStyle>
            <a:lvl1pPr>
              <a:defRPr sz="2116">
                <a:solidFill>
                  <a:srgbClr val="6C6463"/>
                </a:solidFill>
              </a:defRPr>
            </a:lvl1pPr>
            <a:lvl2pPr>
              <a:defRPr sz="2116">
                <a:solidFill>
                  <a:srgbClr val="6C6463"/>
                </a:solidFill>
              </a:defRPr>
            </a:lvl2pPr>
            <a:lvl3pPr>
              <a:defRPr sz="2116">
                <a:solidFill>
                  <a:srgbClr val="6C6463"/>
                </a:solidFill>
              </a:defRPr>
            </a:lvl3pPr>
            <a:lvl4pPr>
              <a:defRPr sz="1852">
                <a:solidFill>
                  <a:srgbClr val="6C6463"/>
                </a:solidFill>
              </a:defRPr>
            </a:lvl4pPr>
            <a:lvl5pPr>
              <a:defRPr sz="2116">
                <a:solidFill>
                  <a:srgbClr val="6C6463"/>
                </a:solidFill>
              </a:defRPr>
            </a:lvl5pPr>
            <a:lvl6pPr>
              <a:defRPr sz="2381"/>
            </a:lvl6pPr>
            <a:lvl7pPr>
              <a:defRPr sz="2381"/>
            </a:lvl7pPr>
            <a:lvl8pPr>
              <a:defRPr sz="2381"/>
            </a:lvl8pPr>
            <a:lvl9pPr>
              <a:defRPr sz="2381"/>
            </a:lvl9pPr>
          </a:lstStyle>
          <a:p>
            <a:pPr lvl="0"/>
            <a:r>
              <a:rPr lang="en-US"/>
              <a:t>Click to edit Master text styles</a:t>
            </a:r>
          </a:p>
          <a:p>
            <a:pPr lvl="1"/>
            <a:r>
              <a:rPr lang="en-US"/>
              <a:t>Second level</a:t>
            </a:r>
          </a:p>
        </p:txBody>
      </p:sp>
      <p:sp>
        <p:nvSpPr>
          <p:cNvPr id="4" name="Content Placeholder 3"/>
          <p:cNvSpPr>
            <a:spLocks noGrp="1"/>
          </p:cNvSpPr>
          <p:nvPr>
            <p:ph sz="half" idx="2"/>
          </p:nvPr>
        </p:nvSpPr>
        <p:spPr>
          <a:xfrm>
            <a:off x="6197600" y="1715549"/>
            <a:ext cx="5080405" cy="4233230"/>
          </a:xfrm>
        </p:spPr>
        <p:txBody>
          <a:bodyPr>
            <a:normAutofit/>
          </a:bodyPr>
          <a:lstStyle>
            <a:lvl1pPr>
              <a:defRPr sz="2116">
                <a:solidFill>
                  <a:srgbClr val="6C6463"/>
                </a:solidFill>
              </a:defRPr>
            </a:lvl1pPr>
            <a:lvl2pPr>
              <a:defRPr sz="2116">
                <a:solidFill>
                  <a:srgbClr val="6C6463"/>
                </a:solidFill>
              </a:defRPr>
            </a:lvl2pPr>
            <a:lvl3pPr>
              <a:defRPr sz="2116">
                <a:solidFill>
                  <a:srgbClr val="6C6463"/>
                </a:solidFill>
              </a:defRPr>
            </a:lvl3pPr>
            <a:lvl4pPr>
              <a:defRPr sz="1852">
                <a:solidFill>
                  <a:srgbClr val="6C6463"/>
                </a:solidFill>
              </a:defRPr>
            </a:lvl4pPr>
            <a:lvl5pPr>
              <a:defRPr sz="2116">
                <a:solidFill>
                  <a:srgbClr val="6C6463"/>
                </a:solidFill>
              </a:defRPr>
            </a:lvl5pPr>
            <a:lvl6pPr>
              <a:defRPr sz="2381"/>
            </a:lvl6pPr>
            <a:lvl7pPr>
              <a:defRPr sz="2381"/>
            </a:lvl7pPr>
            <a:lvl8pPr>
              <a:defRPr sz="2381"/>
            </a:lvl8pPr>
            <a:lvl9pPr>
              <a:defRPr sz="2381"/>
            </a:lvl9pPr>
          </a:lstStyle>
          <a:p>
            <a:pPr lvl="0"/>
            <a:r>
              <a:rPr lang="en-US"/>
              <a:t>Click to edit Master text styles</a:t>
            </a:r>
          </a:p>
          <a:p>
            <a:pPr lvl="1"/>
            <a:r>
              <a:rPr lang="en-US"/>
              <a:t>Second level</a:t>
            </a:r>
          </a:p>
        </p:txBody>
      </p:sp>
      <p:sp>
        <p:nvSpPr>
          <p:cNvPr id="5" name="Date Placeholder 4"/>
          <p:cNvSpPr>
            <a:spLocks noGrp="1"/>
          </p:cNvSpPr>
          <p:nvPr>
            <p:ph type="dt" sz="half" idx="10"/>
          </p:nvPr>
        </p:nvSpPr>
        <p:spPr>
          <a:xfrm>
            <a:off x="203200" y="6423933"/>
            <a:ext cx="2844800" cy="214546"/>
          </a:xfrm>
        </p:spPr>
        <p:txBody>
          <a:bodyPr/>
          <a:lstStyle>
            <a:lvl1pPr>
              <a:defRPr>
                <a:solidFill>
                  <a:srgbClr val="6C6463"/>
                </a:solidFill>
              </a:defRPr>
            </a:lvl1pPr>
          </a:lstStyle>
          <a:p>
            <a:fld id="{AB18E012-EC0C-1649-A039-CB178266D114}" type="datetime1">
              <a:rPr lang="en-US" smtClean="0"/>
              <a:t>3/12/2024</a:t>
            </a:fld>
            <a:endParaRPr lang="en-US" dirty="0"/>
          </a:p>
        </p:txBody>
      </p:sp>
      <p:sp>
        <p:nvSpPr>
          <p:cNvPr id="6" name="Footer Placeholder 5"/>
          <p:cNvSpPr>
            <a:spLocks noGrp="1"/>
          </p:cNvSpPr>
          <p:nvPr>
            <p:ph type="ftr" sz="quarter" idx="11"/>
          </p:nvPr>
        </p:nvSpPr>
        <p:spPr>
          <a:xfrm>
            <a:off x="4165600" y="6423933"/>
            <a:ext cx="3860800" cy="214546"/>
          </a:xfrm>
        </p:spPr>
        <p:txBody>
          <a:bodyPr/>
          <a:lstStyle>
            <a:lvl1pPr>
              <a:defRPr>
                <a:solidFill>
                  <a:srgbClr val="6C6463"/>
                </a:solidFill>
              </a:defRPr>
            </a:lvl1pPr>
          </a:lstStyle>
          <a:p>
            <a:r>
              <a:rPr lang="en-US" dirty="0"/>
              <a:t>FOOTER GOES HERE</a:t>
            </a:r>
          </a:p>
        </p:txBody>
      </p:sp>
      <p:sp>
        <p:nvSpPr>
          <p:cNvPr id="7" name="Slide Number Placeholder 6"/>
          <p:cNvSpPr>
            <a:spLocks noGrp="1"/>
          </p:cNvSpPr>
          <p:nvPr>
            <p:ph type="sldNum" sz="quarter" idx="12"/>
          </p:nvPr>
        </p:nvSpPr>
        <p:spPr>
          <a:xfrm>
            <a:off x="9144000" y="6423933"/>
            <a:ext cx="2844800" cy="214546"/>
          </a:xfrm>
        </p:spPr>
        <p:txBody>
          <a:bodyPr/>
          <a:lstStyle>
            <a:lvl1pPr>
              <a:defRPr>
                <a:solidFill>
                  <a:srgbClr val="6C6463"/>
                </a:solidFill>
              </a:defRPr>
            </a:lvl1pPr>
          </a:lstStyle>
          <a:p>
            <a:fld id="{42782948-4DBE-204D-AB9E-B65E067054AE}" type="slidenum">
              <a:rPr lang="en-US" smtClean="0"/>
              <a:pPr/>
              <a:t>‹#›</a:t>
            </a:fld>
            <a:endParaRPr lang="en-US" dirty="0"/>
          </a:p>
        </p:txBody>
      </p:sp>
      <p:sp>
        <p:nvSpPr>
          <p:cNvPr id="10" name="Title 1"/>
          <p:cNvSpPr>
            <a:spLocks noGrp="1"/>
          </p:cNvSpPr>
          <p:nvPr>
            <p:ph type="title" hasCustomPrompt="1"/>
          </p:nvPr>
        </p:nvSpPr>
        <p:spPr>
          <a:xfrm>
            <a:off x="914805" y="933167"/>
            <a:ext cx="10363200" cy="580800"/>
          </a:xfrm>
        </p:spPr>
        <p:txBody>
          <a:bodyPr anchor="b" anchorCtr="0">
            <a:spAutoFit/>
          </a:bodyPr>
          <a:lstStyle>
            <a:lvl1pPr>
              <a:defRPr>
                <a:solidFill>
                  <a:srgbClr val="BA0C2F"/>
                </a:solidFill>
              </a:defRPr>
            </a:lvl1pPr>
          </a:lstStyle>
          <a:p>
            <a:r>
              <a:rPr lang="en-US" dirty="0"/>
              <a:t>CLICK TO EDIT MASTER TITLE STYLE</a:t>
            </a:r>
          </a:p>
        </p:txBody>
      </p:sp>
    </p:spTree>
    <p:extLst>
      <p:ext uri="{BB962C8B-B14F-4D97-AF65-F5344CB8AC3E}">
        <p14:creationId xmlns:p14="http://schemas.microsoft.com/office/powerpoint/2010/main" val="355161156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Red/Gray 3 Content">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914805" y="1715549"/>
            <a:ext cx="3352395" cy="4233230"/>
          </a:xfrm>
        </p:spPr>
        <p:txBody>
          <a:bodyPr>
            <a:normAutofit/>
          </a:bodyPr>
          <a:lstStyle>
            <a:lvl1pPr>
              <a:defRPr sz="2116">
                <a:solidFill>
                  <a:srgbClr val="6C6463"/>
                </a:solidFill>
              </a:defRPr>
            </a:lvl1pPr>
            <a:lvl2pPr>
              <a:defRPr sz="2116">
                <a:solidFill>
                  <a:srgbClr val="6C6463"/>
                </a:solidFill>
              </a:defRPr>
            </a:lvl2pPr>
            <a:lvl3pPr>
              <a:defRPr sz="2116">
                <a:solidFill>
                  <a:srgbClr val="6C6463"/>
                </a:solidFill>
              </a:defRPr>
            </a:lvl3pPr>
            <a:lvl4pPr>
              <a:defRPr sz="1852">
                <a:solidFill>
                  <a:srgbClr val="6C6463"/>
                </a:solidFill>
              </a:defRPr>
            </a:lvl4pPr>
            <a:lvl5pPr>
              <a:defRPr sz="2116">
                <a:solidFill>
                  <a:srgbClr val="FFFFFF"/>
                </a:solidFill>
              </a:defRPr>
            </a:lvl5pPr>
            <a:lvl6pPr>
              <a:defRPr sz="2381"/>
            </a:lvl6pPr>
            <a:lvl7pPr>
              <a:defRPr sz="2381"/>
            </a:lvl7pPr>
            <a:lvl8pPr>
              <a:defRPr sz="2381"/>
            </a:lvl8pPr>
            <a:lvl9pPr>
              <a:defRPr sz="2381"/>
            </a:lvl9pPr>
          </a:lstStyle>
          <a:p>
            <a:pPr lvl="0"/>
            <a:r>
              <a:rPr lang="en-US"/>
              <a:t>Click to edit Master text styles</a:t>
            </a:r>
          </a:p>
          <a:p>
            <a:pPr lvl="1"/>
            <a:r>
              <a:rPr lang="en-US"/>
              <a:t>Second level</a:t>
            </a:r>
          </a:p>
        </p:txBody>
      </p:sp>
      <p:sp>
        <p:nvSpPr>
          <p:cNvPr id="4" name="Content Placeholder 3"/>
          <p:cNvSpPr>
            <a:spLocks noGrp="1"/>
          </p:cNvSpPr>
          <p:nvPr>
            <p:ph sz="half" idx="2"/>
          </p:nvPr>
        </p:nvSpPr>
        <p:spPr>
          <a:xfrm>
            <a:off x="7924800" y="1715549"/>
            <a:ext cx="3353205" cy="4233230"/>
          </a:xfrm>
        </p:spPr>
        <p:txBody>
          <a:bodyPr>
            <a:normAutofit/>
          </a:bodyPr>
          <a:lstStyle>
            <a:lvl1pPr>
              <a:defRPr sz="2116">
                <a:solidFill>
                  <a:srgbClr val="6C6463"/>
                </a:solidFill>
              </a:defRPr>
            </a:lvl1pPr>
            <a:lvl2pPr>
              <a:defRPr sz="2116">
                <a:solidFill>
                  <a:srgbClr val="6C6463"/>
                </a:solidFill>
              </a:defRPr>
            </a:lvl2pPr>
            <a:lvl3pPr>
              <a:defRPr sz="2116">
                <a:solidFill>
                  <a:srgbClr val="6C6463"/>
                </a:solidFill>
              </a:defRPr>
            </a:lvl3pPr>
            <a:lvl4pPr>
              <a:defRPr sz="1852">
                <a:solidFill>
                  <a:srgbClr val="6C6463"/>
                </a:solidFill>
              </a:defRPr>
            </a:lvl4pPr>
            <a:lvl5pPr>
              <a:defRPr sz="2116">
                <a:solidFill>
                  <a:srgbClr val="FFFFFF"/>
                </a:solidFill>
              </a:defRPr>
            </a:lvl5pPr>
            <a:lvl6pPr>
              <a:defRPr sz="2381"/>
            </a:lvl6pPr>
            <a:lvl7pPr>
              <a:defRPr sz="2381"/>
            </a:lvl7pPr>
            <a:lvl8pPr>
              <a:defRPr sz="2381"/>
            </a:lvl8pPr>
            <a:lvl9pPr>
              <a:defRPr sz="2381"/>
            </a:lvl9pPr>
          </a:lstStyle>
          <a:p>
            <a:pPr lvl="0"/>
            <a:r>
              <a:rPr lang="en-US"/>
              <a:t>Click to edit Master text styles</a:t>
            </a:r>
          </a:p>
          <a:p>
            <a:pPr lvl="1"/>
            <a:r>
              <a:rPr lang="en-US"/>
              <a:t>Second level</a:t>
            </a:r>
          </a:p>
        </p:txBody>
      </p:sp>
      <p:sp>
        <p:nvSpPr>
          <p:cNvPr id="5" name="Date Placeholder 4"/>
          <p:cNvSpPr>
            <a:spLocks noGrp="1"/>
          </p:cNvSpPr>
          <p:nvPr>
            <p:ph type="dt" sz="half" idx="10"/>
          </p:nvPr>
        </p:nvSpPr>
        <p:spPr>
          <a:xfrm>
            <a:off x="203200" y="6423933"/>
            <a:ext cx="2844800" cy="214546"/>
          </a:xfrm>
        </p:spPr>
        <p:txBody>
          <a:bodyPr/>
          <a:lstStyle>
            <a:lvl1pPr>
              <a:defRPr>
                <a:solidFill>
                  <a:srgbClr val="6C6463"/>
                </a:solidFill>
              </a:defRPr>
            </a:lvl1pPr>
          </a:lstStyle>
          <a:p>
            <a:fld id="{39C62A9A-2216-F44B-AFF9-136AA601C377}" type="datetime1">
              <a:rPr lang="en-US" smtClean="0"/>
              <a:t>3/12/2024</a:t>
            </a:fld>
            <a:endParaRPr lang="en-US" dirty="0"/>
          </a:p>
        </p:txBody>
      </p:sp>
      <p:sp>
        <p:nvSpPr>
          <p:cNvPr id="6" name="Footer Placeholder 5"/>
          <p:cNvSpPr>
            <a:spLocks noGrp="1"/>
          </p:cNvSpPr>
          <p:nvPr>
            <p:ph type="ftr" sz="quarter" idx="11"/>
          </p:nvPr>
        </p:nvSpPr>
        <p:spPr>
          <a:xfrm>
            <a:off x="4165600" y="6423933"/>
            <a:ext cx="3860800" cy="214546"/>
          </a:xfrm>
        </p:spPr>
        <p:txBody>
          <a:bodyPr/>
          <a:lstStyle>
            <a:lvl1pPr>
              <a:defRPr>
                <a:solidFill>
                  <a:srgbClr val="6C6463"/>
                </a:solidFill>
              </a:defRPr>
            </a:lvl1pPr>
          </a:lstStyle>
          <a:p>
            <a:r>
              <a:rPr lang="en-US" dirty="0"/>
              <a:t>FOOTER GOES HERE</a:t>
            </a:r>
          </a:p>
        </p:txBody>
      </p:sp>
      <p:sp>
        <p:nvSpPr>
          <p:cNvPr id="7" name="Slide Number Placeholder 6"/>
          <p:cNvSpPr>
            <a:spLocks noGrp="1"/>
          </p:cNvSpPr>
          <p:nvPr>
            <p:ph type="sldNum" sz="quarter" idx="12"/>
          </p:nvPr>
        </p:nvSpPr>
        <p:spPr>
          <a:xfrm>
            <a:off x="9144000" y="6423933"/>
            <a:ext cx="2844800" cy="214546"/>
          </a:xfrm>
        </p:spPr>
        <p:txBody>
          <a:bodyPr/>
          <a:lstStyle>
            <a:lvl1pPr>
              <a:defRPr>
                <a:solidFill>
                  <a:srgbClr val="6C6463"/>
                </a:solidFill>
              </a:defRPr>
            </a:lvl1pPr>
          </a:lstStyle>
          <a:p>
            <a:fld id="{42782948-4DBE-204D-AB9E-B65E067054AE}" type="slidenum">
              <a:rPr lang="en-US" smtClean="0"/>
              <a:pPr/>
              <a:t>‹#›</a:t>
            </a:fld>
            <a:endParaRPr lang="en-US" dirty="0"/>
          </a:p>
        </p:txBody>
      </p:sp>
      <p:sp>
        <p:nvSpPr>
          <p:cNvPr id="10" name="Content Placeholder 3"/>
          <p:cNvSpPr>
            <a:spLocks noGrp="1"/>
          </p:cNvSpPr>
          <p:nvPr>
            <p:ph sz="half" idx="13"/>
          </p:nvPr>
        </p:nvSpPr>
        <p:spPr>
          <a:xfrm>
            <a:off x="4419398" y="1715549"/>
            <a:ext cx="3353205" cy="4233230"/>
          </a:xfrm>
        </p:spPr>
        <p:txBody>
          <a:bodyPr>
            <a:normAutofit/>
          </a:bodyPr>
          <a:lstStyle>
            <a:lvl1pPr>
              <a:defRPr sz="2116">
                <a:solidFill>
                  <a:srgbClr val="6C6463"/>
                </a:solidFill>
              </a:defRPr>
            </a:lvl1pPr>
            <a:lvl2pPr>
              <a:defRPr sz="2116">
                <a:solidFill>
                  <a:srgbClr val="6C6463"/>
                </a:solidFill>
              </a:defRPr>
            </a:lvl2pPr>
            <a:lvl3pPr>
              <a:defRPr sz="2116">
                <a:solidFill>
                  <a:srgbClr val="6C6463"/>
                </a:solidFill>
              </a:defRPr>
            </a:lvl3pPr>
            <a:lvl4pPr>
              <a:defRPr sz="1852">
                <a:solidFill>
                  <a:srgbClr val="6C6463"/>
                </a:solidFill>
              </a:defRPr>
            </a:lvl4pPr>
            <a:lvl5pPr>
              <a:defRPr sz="2116">
                <a:solidFill>
                  <a:srgbClr val="FFFFFF"/>
                </a:solidFill>
              </a:defRPr>
            </a:lvl5pPr>
            <a:lvl6pPr>
              <a:defRPr sz="2381"/>
            </a:lvl6pPr>
            <a:lvl7pPr>
              <a:defRPr sz="2381"/>
            </a:lvl7pPr>
            <a:lvl8pPr>
              <a:defRPr sz="2381"/>
            </a:lvl8pPr>
            <a:lvl9pPr>
              <a:defRPr sz="2381"/>
            </a:lvl9pPr>
          </a:lstStyle>
          <a:p>
            <a:pPr lvl="0"/>
            <a:r>
              <a:rPr lang="en-US"/>
              <a:t>Click to edit Master text styles</a:t>
            </a:r>
          </a:p>
          <a:p>
            <a:pPr lvl="1"/>
            <a:r>
              <a:rPr lang="en-US"/>
              <a:t>Second level</a:t>
            </a:r>
          </a:p>
        </p:txBody>
      </p:sp>
      <p:sp>
        <p:nvSpPr>
          <p:cNvPr id="11" name="Title 1"/>
          <p:cNvSpPr>
            <a:spLocks noGrp="1"/>
          </p:cNvSpPr>
          <p:nvPr>
            <p:ph type="title" hasCustomPrompt="1"/>
          </p:nvPr>
        </p:nvSpPr>
        <p:spPr>
          <a:xfrm>
            <a:off x="914805" y="933167"/>
            <a:ext cx="10363200" cy="580800"/>
          </a:xfrm>
        </p:spPr>
        <p:txBody>
          <a:bodyPr anchor="b" anchorCtr="0">
            <a:spAutoFit/>
          </a:bodyPr>
          <a:lstStyle>
            <a:lvl1pPr>
              <a:defRPr>
                <a:solidFill>
                  <a:srgbClr val="BA0C2F"/>
                </a:solidFill>
              </a:defRPr>
            </a:lvl1pPr>
          </a:lstStyle>
          <a:p>
            <a:r>
              <a:rPr lang="en-US" dirty="0"/>
              <a:t>CLICK TO EDIT MASTER TITLE STYLE</a:t>
            </a:r>
          </a:p>
        </p:txBody>
      </p:sp>
    </p:spTree>
    <p:extLst>
      <p:ext uri="{BB962C8B-B14F-4D97-AF65-F5344CB8AC3E}">
        <p14:creationId xmlns:p14="http://schemas.microsoft.com/office/powerpoint/2010/main" val="85397835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Red/Gray 1 Content + Bottom Photo">
    <p:bg>
      <p:bgPr>
        <a:solidFill>
          <a:schemeClr val="bg1"/>
        </a:solidFill>
        <a:effectLst/>
      </p:bgPr>
    </p:bg>
    <p:spTree>
      <p:nvGrpSpPr>
        <p:cNvPr id="1" name=""/>
        <p:cNvGrpSpPr/>
        <p:nvPr/>
      </p:nvGrpSpPr>
      <p:grpSpPr>
        <a:xfrm>
          <a:off x="0" y="0"/>
          <a:ext cx="0" cy="0"/>
          <a:chOff x="0" y="0"/>
          <a:chExt cx="0" cy="0"/>
        </a:xfrm>
      </p:grpSpPr>
      <p:sp>
        <p:nvSpPr>
          <p:cNvPr id="12" name="Picture Placeholder 3"/>
          <p:cNvSpPr>
            <a:spLocks noGrp="1"/>
          </p:cNvSpPr>
          <p:nvPr>
            <p:ph type="pic" sz="quarter" idx="10" hasCustomPrompt="1"/>
          </p:nvPr>
        </p:nvSpPr>
        <p:spPr>
          <a:xfrm>
            <a:off x="203200" y="3428999"/>
            <a:ext cx="11785600" cy="3228220"/>
          </a:xfrm>
          <a:solidFill>
            <a:srgbClr val="E7E7E5"/>
          </a:solidFill>
        </p:spPr>
        <p:txBody>
          <a:bodyPr>
            <a:normAutofit/>
          </a:bodyPr>
          <a:lstStyle>
            <a:lvl1pPr marL="0" marR="0" indent="0" algn="l" defTabSz="604738" rtl="0" eaLnBrk="1" fontAlgn="auto" latinLnBrk="0" hangingPunct="1">
              <a:lnSpc>
                <a:spcPct val="100000"/>
              </a:lnSpc>
              <a:spcBef>
                <a:spcPct val="20000"/>
              </a:spcBef>
              <a:spcAft>
                <a:spcPts val="0"/>
              </a:spcAft>
              <a:buClrTx/>
              <a:buSzTx/>
              <a:buFont typeface="Arial"/>
              <a:buNone/>
              <a:tabLst/>
              <a:defRPr sz="1587">
                <a:solidFill>
                  <a:srgbClr val="6C6463"/>
                </a:solidFill>
              </a:defRPr>
            </a:lvl1pPr>
          </a:lstStyle>
          <a:p>
            <a:r>
              <a:rPr lang="en-US" dirty="0"/>
              <a:t>ADD PHOTO HERE</a:t>
            </a:r>
          </a:p>
        </p:txBody>
      </p:sp>
      <p:sp>
        <p:nvSpPr>
          <p:cNvPr id="3" name="Content Placeholder 2"/>
          <p:cNvSpPr>
            <a:spLocks noGrp="1"/>
          </p:cNvSpPr>
          <p:nvPr>
            <p:ph idx="1"/>
          </p:nvPr>
        </p:nvSpPr>
        <p:spPr>
          <a:xfrm>
            <a:off x="914400" y="1715549"/>
            <a:ext cx="10363200" cy="1511868"/>
          </a:xfrm>
        </p:spPr>
        <p:txBody>
          <a:bodyPr/>
          <a:lstStyle>
            <a:lvl1pPr>
              <a:defRPr>
                <a:solidFill>
                  <a:srgbClr val="6C6463"/>
                </a:solidFill>
              </a:defRPr>
            </a:lvl1pPr>
            <a:lvl2pPr>
              <a:defRPr>
                <a:solidFill>
                  <a:srgbClr val="6C6463"/>
                </a:solidFill>
              </a:defRPr>
            </a:lvl2pPr>
            <a:lvl3pPr>
              <a:defRPr>
                <a:solidFill>
                  <a:srgbClr val="6C6463"/>
                </a:solidFill>
              </a:defRPr>
            </a:lvl3pPr>
            <a:lvl4pPr>
              <a:defRPr>
                <a:solidFill>
                  <a:srgbClr val="6C6463"/>
                </a:solidFill>
              </a:defRPr>
            </a:lvl4pPr>
            <a:lvl5pPr>
              <a:defRPr>
                <a:solidFill>
                  <a:srgbClr val="FFFFFF"/>
                </a:solidFill>
              </a:defRPr>
            </a:lvl5pPr>
          </a:lstStyle>
          <a:p>
            <a:pPr lvl="0"/>
            <a:r>
              <a:rPr lang="en-US"/>
              <a:t>Click to edit Master text styles</a:t>
            </a:r>
          </a:p>
          <a:p>
            <a:pPr lvl="1"/>
            <a:r>
              <a:rPr lang="en-US"/>
              <a:t>Second level</a:t>
            </a:r>
          </a:p>
        </p:txBody>
      </p:sp>
      <p:sp>
        <p:nvSpPr>
          <p:cNvPr id="9" name="Date Placeholder 3"/>
          <p:cNvSpPr>
            <a:spLocks noGrp="1"/>
          </p:cNvSpPr>
          <p:nvPr>
            <p:ph type="dt" sz="half" idx="2"/>
          </p:nvPr>
        </p:nvSpPr>
        <p:spPr>
          <a:xfrm>
            <a:off x="203200" y="6423933"/>
            <a:ext cx="2844800" cy="214546"/>
          </a:xfrm>
          <a:prstGeom prst="rect">
            <a:avLst/>
          </a:prstGeom>
        </p:spPr>
        <p:txBody>
          <a:bodyPr vert="horz" lIns="91440" tIns="45720" rIns="91440" bIns="45720" rtlCol="0" anchor="ctr">
            <a:spAutoFit/>
          </a:bodyPr>
          <a:lstStyle>
            <a:lvl1pPr algn="l">
              <a:defRPr sz="794" b="0" i="0">
                <a:solidFill>
                  <a:srgbClr val="FFFFFF"/>
                </a:solidFill>
                <a:latin typeface="Gill Sans MT"/>
                <a:cs typeface="Gill Sans MT"/>
              </a:defRPr>
            </a:lvl1pPr>
          </a:lstStyle>
          <a:p>
            <a:fld id="{193355D5-F1DA-0F48-9E7E-0A3FEBF9FF84}" type="datetime1">
              <a:rPr lang="en-US" smtClean="0"/>
              <a:pPr/>
              <a:t>3/12/2024</a:t>
            </a:fld>
            <a:endParaRPr lang="en-US" dirty="0"/>
          </a:p>
        </p:txBody>
      </p:sp>
      <p:sp>
        <p:nvSpPr>
          <p:cNvPr id="10" name="Footer Placeholder 4"/>
          <p:cNvSpPr>
            <a:spLocks noGrp="1"/>
          </p:cNvSpPr>
          <p:nvPr>
            <p:ph type="ftr" sz="quarter" idx="3"/>
          </p:nvPr>
        </p:nvSpPr>
        <p:spPr>
          <a:xfrm>
            <a:off x="4165600" y="6423933"/>
            <a:ext cx="3860800" cy="214546"/>
          </a:xfrm>
          <a:prstGeom prst="rect">
            <a:avLst/>
          </a:prstGeom>
        </p:spPr>
        <p:txBody>
          <a:bodyPr vert="horz" lIns="91440" tIns="45720" rIns="91440" bIns="45720" rtlCol="0" anchor="ctr">
            <a:spAutoFit/>
          </a:bodyPr>
          <a:lstStyle>
            <a:lvl1pPr algn="ctr">
              <a:defRPr sz="794" b="0" i="0">
                <a:solidFill>
                  <a:srgbClr val="FFFFFF"/>
                </a:solidFill>
                <a:latin typeface="Gill Sans MT"/>
                <a:cs typeface="Gill Sans MT"/>
              </a:defRPr>
            </a:lvl1pPr>
          </a:lstStyle>
          <a:p>
            <a:r>
              <a:rPr lang="en-US" dirty="0"/>
              <a:t>FOOTER GOES HERE</a:t>
            </a:r>
          </a:p>
        </p:txBody>
      </p:sp>
      <p:sp>
        <p:nvSpPr>
          <p:cNvPr id="11" name="Slide Number Placeholder 5"/>
          <p:cNvSpPr>
            <a:spLocks noGrp="1"/>
          </p:cNvSpPr>
          <p:nvPr>
            <p:ph type="sldNum" sz="quarter" idx="4"/>
          </p:nvPr>
        </p:nvSpPr>
        <p:spPr>
          <a:xfrm>
            <a:off x="9144000" y="6423933"/>
            <a:ext cx="2844800" cy="214546"/>
          </a:xfrm>
          <a:prstGeom prst="rect">
            <a:avLst/>
          </a:prstGeom>
        </p:spPr>
        <p:txBody>
          <a:bodyPr vert="horz" lIns="91440" tIns="45720" rIns="91440" bIns="45720" rtlCol="0" anchor="ctr">
            <a:spAutoFit/>
          </a:bodyPr>
          <a:lstStyle>
            <a:lvl1pPr algn="r">
              <a:defRPr sz="794" b="0" i="0">
                <a:solidFill>
                  <a:srgbClr val="FFFFFF"/>
                </a:solidFill>
                <a:latin typeface="Gill Sans MT"/>
                <a:cs typeface="Gill Sans MT"/>
              </a:defRPr>
            </a:lvl1pPr>
          </a:lstStyle>
          <a:p>
            <a:fld id="{42782948-4DBE-204D-AB9E-B65E067054AE}" type="slidenum">
              <a:rPr lang="en-US" smtClean="0"/>
              <a:pPr/>
              <a:t>‹#›</a:t>
            </a:fld>
            <a:endParaRPr lang="en-US" dirty="0"/>
          </a:p>
        </p:txBody>
      </p:sp>
      <p:sp>
        <p:nvSpPr>
          <p:cNvPr id="14" name="Text Placeholder 4"/>
          <p:cNvSpPr>
            <a:spLocks noGrp="1"/>
          </p:cNvSpPr>
          <p:nvPr>
            <p:ph type="body" sz="quarter" idx="12" hasCustomPrompt="1"/>
          </p:nvPr>
        </p:nvSpPr>
        <p:spPr>
          <a:xfrm rot="16200000">
            <a:off x="10494091" y="4693325"/>
            <a:ext cx="2743200" cy="214546"/>
          </a:xfrm>
        </p:spPr>
        <p:txBody>
          <a:bodyPr>
            <a:spAutoFit/>
          </a:bodyPr>
          <a:lstStyle>
            <a:lvl1pPr marL="0" indent="0" algn="r">
              <a:buNone/>
              <a:defRPr sz="794" baseline="0">
                <a:solidFill>
                  <a:srgbClr val="FFFFFF"/>
                </a:solidFill>
              </a:defRPr>
            </a:lvl1pPr>
            <a:lvl2pPr marL="304468" indent="0">
              <a:buNone/>
              <a:defRPr sz="2381">
                <a:solidFill>
                  <a:schemeClr val="bg1"/>
                </a:solidFill>
              </a:defRPr>
            </a:lvl2pPr>
            <a:lvl3pPr marL="608938" indent="0">
              <a:buNone/>
              <a:defRPr sz="2116">
                <a:solidFill>
                  <a:schemeClr val="bg1"/>
                </a:solidFill>
              </a:defRPr>
            </a:lvl3pPr>
            <a:lvl4pPr marL="905007" indent="0">
              <a:buNone/>
              <a:defRPr sz="1852">
                <a:solidFill>
                  <a:schemeClr val="bg1"/>
                </a:solidFill>
              </a:defRPr>
            </a:lvl4pPr>
            <a:lvl5pPr marL="1356462" indent="0">
              <a:buNone/>
              <a:defRPr sz="1587">
                <a:solidFill>
                  <a:schemeClr val="bg1"/>
                </a:solidFill>
              </a:defRPr>
            </a:lvl5pPr>
          </a:lstStyle>
          <a:p>
            <a:pPr lvl="0"/>
            <a:r>
              <a:rPr lang="en-US" dirty="0"/>
              <a:t>ADD PHOTO CREDIT HERE</a:t>
            </a:r>
          </a:p>
        </p:txBody>
      </p:sp>
      <p:sp>
        <p:nvSpPr>
          <p:cNvPr id="17" name="Title 1"/>
          <p:cNvSpPr>
            <a:spLocks noGrp="1"/>
          </p:cNvSpPr>
          <p:nvPr>
            <p:ph type="title" hasCustomPrompt="1"/>
          </p:nvPr>
        </p:nvSpPr>
        <p:spPr>
          <a:xfrm>
            <a:off x="914805" y="933167"/>
            <a:ext cx="10363200" cy="580800"/>
          </a:xfrm>
        </p:spPr>
        <p:txBody>
          <a:bodyPr anchor="b" anchorCtr="0">
            <a:spAutoFit/>
          </a:bodyPr>
          <a:lstStyle>
            <a:lvl1pPr>
              <a:defRPr>
                <a:solidFill>
                  <a:srgbClr val="BA0C2F"/>
                </a:solidFill>
              </a:defRPr>
            </a:lvl1pPr>
          </a:lstStyle>
          <a:p>
            <a:r>
              <a:rPr lang="en-US" dirty="0"/>
              <a:t>CLICK TO EDIT MASTER TITLE STYLE</a:t>
            </a:r>
          </a:p>
        </p:txBody>
      </p:sp>
    </p:spTree>
    <p:extLst>
      <p:ext uri="{BB962C8B-B14F-4D97-AF65-F5344CB8AC3E}">
        <p14:creationId xmlns:p14="http://schemas.microsoft.com/office/powerpoint/2010/main" val="286125467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Red/Gray 1 Content + Right Photo">
    <p:bg>
      <p:bgPr>
        <a:solidFill>
          <a:schemeClr val="bg1"/>
        </a:solidFill>
        <a:effectLst/>
      </p:bgPr>
    </p:bg>
    <p:spTree>
      <p:nvGrpSpPr>
        <p:cNvPr id="1" name=""/>
        <p:cNvGrpSpPr/>
        <p:nvPr/>
      </p:nvGrpSpPr>
      <p:grpSpPr>
        <a:xfrm>
          <a:off x="0" y="0"/>
          <a:ext cx="0" cy="0"/>
          <a:chOff x="0" y="0"/>
          <a:chExt cx="0" cy="0"/>
        </a:xfrm>
      </p:grpSpPr>
      <p:sp>
        <p:nvSpPr>
          <p:cNvPr id="10" name="Picture Placeholder 3"/>
          <p:cNvSpPr>
            <a:spLocks noGrp="1"/>
          </p:cNvSpPr>
          <p:nvPr>
            <p:ph type="pic" sz="quarter" idx="10" hasCustomPrompt="1"/>
          </p:nvPr>
        </p:nvSpPr>
        <p:spPr>
          <a:xfrm>
            <a:off x="6096000" y="203683"/>
            <a:ext cx="5892800" cy="6450636"/>
          </a:xfrm>
          <a:solidFill>
            <a:srgbClr val="E7E7E5"/>
          </a:solidFill>
        </p:spPr>
        <p:txBody>
          <a:bodyPr>
            <a:normAutofit/>
          </a:bodyPr>
          <a:lstStyle>
            <a:lvl1pPr marL="0" marR="0" indent="0" algn="l" defTabSz="604738" rtl="0" eaLnBrk="1" fontAlgn="auto" latinLnBrk="0" hangingPunct="1">
              <a:lnSpc>
                <a:spcPct val="100000"/>
              </a:lnSpc>
              <a:spcBef>
                <a:spcPct val="20000"/>
              </a:spcBef>
              <a:spcAft>
                <a:spcPts val="0"/>
              </a:spcAft>
              <a:buClrTx/>
              <a:buSzTx/>
              <a:buFont typeface="Arial"/>
              <a:buNone/>
              <a:tabLst/>
              <a:defRPr sz="1587">
                <a:solidFill>
                  <a:srgbClr val="6C6463"/>
                </a:solidFill>
              </a:defRPr>
            </a:lvl1pPr>
          </a:lstStyle>
          <a:p>
            <a:r>
              <a:rPr lang="en-US" dirty="0"/>
              <a:t>ADD PHOTO HERE</a:t>
            </a:r>
          </a:p>
        </p:txBody>
      </p:sp>
      <p:sp>
        <p:nvSpPr>
          <p:cNvPr id="9" name="Date Placeholder 3"/>
          <p:cNvSpPr>
            <a:spLocks noGrp="1"/>
          </p:cNvSpPr>
          <p:nvPr>
            <p:ph type="dt" sz="half" idx="2"/>
          </p:nvPr>
        </p:nvSpPr>
        <p:spPr>
          <a:xfrm>
            <a:off x="203200" y="6423933"/>
            <a:ext cx="2844800" cy="214546"/>
          </a:xfrm>
          <a:prstGeom prst="rect">
            <a:avLst/>
          </a:prstGeom>
        </p:spPr>
        <p:txBody>
          <a:bodyPr vert="horz" lIns="91440" tIns="45720" rIns="91440" bIns="45720" rtlCol="0" anchor="ctr">
            <a:spAutoFit/>
          </a:bodyPr>
          <a:lstStyle>
            <a:lvl1pPr algn="l">
              <a:defRPr sz="794" b="0" i="0">
                <a:solidFill>
                  <a:srgbClr val="6C6463"/>
                </a:solidFill>
                <a:latin typeface="Gill Sans MT"/>
                <a:cs typeface="Gill Sans MT"/>
              </a:defRPr>
            </a:lvl1pPr>
          </a:lstStyle>
          <a:p>
            <a:fld id="{60FEB5C5-97E6-6B45-BBE4-F2449473BB96}" type="datetime1">
              <a:rPr lang="en-US" smtClean="0"/>
              <a:pPr/>
              <a:t>3/12/2024</a:t>
            </a:fld>
            <a:endParaRPr lang="en-US" dirty="0"/>
          </a:p>
        </p:txBody>
      </p:sp>
      <p:sp>
        <p:nvSpPr>
          <p:cNvPr id="11" name="Slide Number Placeholder 5"/>
          <p:cNvSpPr>
            <a:spLocks noGrp="1"/>
          </p:cNvSpPr>
          <p:nvPr>
            <p:ph type="sldNum" sz="quarter" idx="4"/>
          </p:nvPr>
        </p:nvSpPr>
        <p:spPr>
          <a:xfrm>
            <a:off x="9144000" y="6423933"/>
            <a:ext cx="2844800" cy="214546"/>
          </a:xfrm>
          <a:prstGeom prst="rect">
            <a:avLst/>
          </a:prstGeom>
        </p:spPr>
        <p:txBody>
          <a:bodyPr vert="horz" lIns="91440" tIns="45720" rIns="91440" bIns="45720" rtlCol="0" anchor="ctr">
            <a:spAutoFit/>
          </a:bodyPr>
          <a:lstStyle>
            <a:lvl1pPr algn="r">
              <a:defRPr sz="794" b="0" i="0">
                <a:solidFill>
                  <a:srgbClr val="FFFFFF"/>
                </a:solidFill>
                <a:latin typeface="Gill Sans MT"/>
                <a:cs typeface="Gill Sans MT"/>
              </a:defRPr>
            </a:lvl1pPr>
          </a:lstStyle>
          <a:p>
            <a:fld id="{42782948-4DBE-204D-AB9E-B65E067054AE}" type="slidenum">
              <a:rPr lang="en-US" smtClean="0"/>
              <a:pPr/>
              <a:t>‹#›</a:t>
            </a:fld>
            <a:endParaRPr lang="en-US" dirty="0"/>
          </a:p>
        </p:txBody>
      </p:sp>
      <p:sp>
        <p:nvSpPr>
          <p:cNvPr id="14" name="Content Placeholder 2"/>
          <p:cNvSpPr>
            <a:spLocks noGrp="1"/>
          </p:cNvSpPr>
          <p:nvPr>
            <p:ph idx="1"/>
          </p:nvPr>
        </p:nvSpPr>
        <p:spPr>
          <a:xfrm>
            <a:off x="914400" y="2219505"/>
            <a:ext cx="4876800" cy="3729274"/>
          </a:xfrm>
        </p:spPr>
        <p:txBody>
          <a:bodyPr>
            <a:normAutofit/>
          </a:bodyPr>
          <a:lstStyle>
            <a:lvl1pPr>
              <a:defRPr sz="2116">
                <a:solidFill>
                  <a:srgbClr val="6C6463"/>
                </a:solidFill>
              </a:defRPr>
            </a:lvl1pPr>
            <a:lvl2pPr>
              <a:defRPr sz="2116">
                <a:solidFill>
                  <a:srgbClr val="6C6463"/>
                </a:solidFill>
              </a:defRPr>
            </a:lvl2pPr>
            <a:lvl3pPr>
              <a:defRPr sz="2116">
                <a:solidFill>
                  <a:srgbClr val="6C6463"/>
                </a:solidFill>
              </a:defRPr>
            </a:lvl3pPr>
            <a:lvl4pPr>
              <a:defRPr sz="1852">
                <a:solidFill>
                  <a:srgbClr val="6C6463"/>
                </a:solidFill>
              </a:defRPr>
            </a:lvl4pPr>
            <a:lvl5pPr>
              <a:defRPr>
                <a:solidFill>
                  <a:srgbClr val="FFFFFF"/>
                </a:solidFill>
              </a:defRPr>
            </a:lvl5pPr>
          </a:lstStyle>
          <a:p>
            <a:pPr lvl="0"/>
            <a:r>
              <a:rPr lang="en-US"/>
              <a:t>Click to edit Master text styles</a:t>
            </a:r>
          </a:p>
          <a:p>
            <a:pPr lvl="1"/>
            <a:r>
              <a:rPr lang="en-US"/>
              <a:t>Second level</a:t>
            </a:r>
          </a:p>
        </p:txBody>
      </p:sp>
      <p:sp>
        <p:nvSpPr>
          <p:cNvPr id="13" name="Text Placeholder 4"/>
          <p:cNvSpPr>
            <a:spLocks noGrp="1"/>
          </p:cNvSpPr>
          <p:nvPr>
            <p:ph type="body" sz="quarter" idx="12" hasCustomPrompt="1"/>
          </p:nvPr>
        </p:nvSpPr>
        <p:spPr>
          <a:xfrm rot="16200000">
            <a:off x="10494089" y="1468008"/>
            <a:ext cx="2743200" cy="214546"/>
          </a:xfrm>
        </p:spPr>
        <p:txBody>
          <a:bodyPr>
            <a:spAutoFit/>
          </a:bodyPr>
          <a:lstStyle>
            <a:lvl1pPr marL="0" indent="0" algn="r">
              <a:buNone/>
              <a:defRPr sz="794" baseline="0">
                <a:solidFill>
                  <a:srgbClr val="FFFFFF"/>
                </a:solidFill>
              </a:defRPr>
            </a:lvl1pPr>
            <a:lvl2pPr marL="304468" indent="0">
              <a:buNone/>
              <a:defRPr sz="2381">
                <a:solidFill>
                  <a:schemeClr val="bg1"/>
                </a:solidFill>
              </a:defRPr>
            </a:lvl2pPr>
            <a:lvl3pPr marL="608938" indent="0">
              <a:buNone/>
              <a:defRPr sz="2116">
                <a:solidFill>
                  <a:schemeClr val="bg1"/>
                </a:solidFill>
              </a:defRPr>
            </a:lvl3pPr>
            <a:lvl4pPr marL="905007" indent="0">
              <a:buNone/>
              <a:defRPr sz="1852">
                <a:solidFill>
                  <a:schemeClr val="bg1"/>
                </a:solidFill>
              </a:defRPr>
            </a:lvl4pPr>
            <a:lvl5pPr marL="1356462" indent="0">
              <a:buNone/>
              <a:defRPr sz="1587">
                <a:solidFill>
                  <a:schemeClr val="bg1"/>
                </a:solidFill>
              </a:defRPr>
            </a:lvl5pPr>
          </a:lstStyle>
          <a:p>
            <a:pPr lvl="0"/>
            <a:r>
              <a:rPr lang="en-US" dirty="0"/>
              <a:t>ADD PHOTO CREDIT HERE</a:t>
            </a:r>
          </a:p>
        </p:txBody>
      </p:sp>
      <p:sp>
        <p:nvSpPr>
          <p:cNvPr id="8" name="Title 1"/>
          <p:cNvSpPr>
            <a:spLocks noGrp="1"/>
          </p:cNvSpPr>
          <p:nvPr>
            <p:ph type="title" hasCustomPrompt="1"/>
          </p:nvPr>
        </p:nvSpPr>
        <p:spPr>
          <a:xfrm>
            <a:off x="914400" y="897750"/>
            <a:ext cx="4876800" cy="1099175"/>
          </a:xfrm>
        </p:spPr>
        <p:txBody>
          <a:bodyPr wrap="square" anchor="b" anchorCtr="0">
            <a:spAutoFit/>
          </a:bodyPr>
          <a:lstStyle>
            <a:lvl1pPr>
              <a:defRPr>
                <a:solidFill>
                  <a:srgbClr val="BA0C2F"/>
                </a:solidFill>
              </a:defRPr>
            </a:lvl1pPr>
          </a:lstStyle>
          <a:p>
            <a:r>
              <a:rPr lang="en-US" dirty="0"/>
              <a:t>CLICK TO EDIT MASTER TITLE STYLE</a:t>
            </a:r>
          </a:p>
        </p:txBody>
      </p:sp>
    </p:spTree>
    <p:extLst>
      <p:ext uri="{BB962C8B-B14F-4D97-AF65-F5344CB8AC3E}">
        <p14:creationId xmlns:p14="http://schemas.microsoft.com/office/powerpoint/2010/main" val="206164086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Red/Gray Title Only">
    <p:bg>
      <p:bgPr>
        <a:solidFill>
          <a:schemeClr val="bg1"/>
        </a:solidFill>
        <a:effectLst/>
      </p:bgPr>
    </p:bg>
    <p:spTree>
      <p:nvGrpSpPr>
        <p:cNvPr id="1" name=""/>
        <p:cNvGrpSpPr/>
        <p:nvPr/>
      </p:nvGrpSpPr>
      <p:grpSpPr>
        <a:xfrm>
          <a:off x="0" y="0"/>
          <a:ext cx="0" cy="0"/>
          <a:chOff x="0" y="0"/>
          <a:chExt cx="0" cy="0"/>
        </a:xfrm>
      </p:grpSpPr>
      <p:sp>
        <p:nvSpPr>
          <p:cNvPr id="10" name="Picture Placeholder 3"/>
          <p:cNvSpPr>
            <a:spLocks noGrp="1"/>
          </p:cNvSpPr>
          <p:nvPr>
            <p:ph type="pic" sz="quarter" idx="10" hasCustomPrompt="1"/>
          </p:nvPr>
        </p:nvSpPr>
        <p:spPr>
          <a:xfrm>
            <a:off x="203200" y="203682"/>
            <a:ext cx="5892800" cy="6450634"/>
          </a:xfrm>
          <a:solidFill>
            <a:srgbClr val="E7E7E5"/>
          </a:solidFill>
        </p:spPr>
        <p:txBody>
          <a:bodyPr>
            <a:normAutofit/>
          </a:bodyPr>
          <a:lstStyle>
            <a:lvl1pPr marL="0" marR="0" indent="0" algn="l" defTabSz="604738" rtl="0" eaLnBrk="1" fontAlgn="auto" latinLnBrk="0" hangingPunct="1">
              <a:lnSpc>
                <a:spcPct val="100000"/>
              </a:lnSpc>
              <a:spcBef>
                <a:spcPct val="20000"/>
              </a:spcBef>
              <a:spcAft>
                <a:spcPts val="0"/>
              </a:spcAft>
              <a:buClrTx/>
              <a:buSzTx/>
              <a:buFont typeface="Arial"/>
              <a:buNone/>
              <a:tabLst/>
              <a:defRPr sz="1587">
                <a:solidFill>
                  <a:srgbClr val="6C6463"/>
                </a:solidFill>
              </a:defRPr>
            </a:lvl1pPr>
          </a:lstStyle>
          <a:p>
            <a:r>
              <a:rPr lang="en-US" dirty="0"/>
              <a:t>ADD PHOTO HERE</a:t>
            </a:r>
          </a:p>
        </p:txBody>
      </p:sp>
      <p:sp>
        <p:nvSpPr>
          <p:cNvPr id="9" name="Date Placeholder 3"/>
          <p:cNvSpPr>
            <a:spLocks noGrp="1"/>
          </p:cNvSpPr>
          <p:nvPr>
            <p:ph type="dt" sz="half" idx="2"/>
          </p:nvPr>
        </p:nvSpPr>
        <p:spPr>
          <a:xfrm>
            <a:off x="203200" y="6423933"/>
            <a:ext cx="2844800" cy="214546"/>
          </a:xfrm>
          <a:prstGeom prst="rect">
            <a:avLst/>
          </a:prstGeom>
        </p:spPr>
        <p:txBody>
          <a:bodyPr vert="horz" lIns="91440" tIns="45720" rIns="91440" bIns="45720" rtlCol="0" anchor="ctr">
            <a:spAutoFit/>
          </a:bodyPr>
          <a:lstStyle>
            <a:lvl1pPr algn="l">
              <a:defRPr sz="794" b="0" i="0">
                <a:solidFill>
                  <a:schemeClr val="bg1"/>
                </a:solidFill>
                <a:latin typeface="Gill Sans MT"/>
                <a:cs typeface="Gill Sans MT"/>
              </a:defRPr>
            </a:lvl1pPr>
          </a:lstStyle>
          <a:p>
            <a:fld id="{60FEB5C5-97E6-6B45-BBE4-F2449473BB96}" type="datetime1">
              <a:rPr lang="en-US" smtClean="0"/>
              <a:pPr/>
              <a:t>3/12/2024</a:t>
            </a:fld>
            <a:endParaRPr lang="en-US" dirty="0"/>
          </a:p>
        </p:txBody>
      </p:sp>
      <p:sp>
        <p:nvSpPr>
          <p:cNvPr id="11" name="Slide Number Placeholder 5"/>
          <p:cNvSpPr>
            <a:spLocks noGrp="1"/>
          </p:cNvSpPr>
          <p:nvPr>
            <p:ph type="sldNum" sz="quarter" idx="4"/>
          </p:nvPr>
        </p:nvSpPr>
        <p:spPr>
          <a:xfrm>
            <a:off x="9144000" y="6423933"/>
            <a:ext cx="2844800" cy="214546"/>
          </a:xfrm>
          <a:prstGeom prst="rect">
            <a:avLst/>
          </a:prstGeom>
        </p:spPr>
        <p:txBody>
          <a:bodyPr vert="horz" lIns="91440" tIns="45720" rIns="91440" bIns="45720" rtlCol="0" anchor="ctr">
            <a:spAutoFit/>
          </a:bodyPr>
          <a:lstStyle>
            <a:lvl1pPr algn="r">
              <a:defRPr sz="794" b="0" i="0">
                <a:solidFill>
                  <a:srgbClr val="6C6463"/>
                </a:solidFill>
                <a:latin typeface="Gill Sans MT"/>
                <a:cs typeface="Gill Sans MT"/>
              </a:defRPr>
            </a:lvl1pPr>
          </a:lstStyle>
          <a:p>
            <a:fld id="{42782948-4DBE-204D-AB9E-B65E067054AE}" type="slidenum">
              <a:rPr lang="en-US" smtClean="0"/>
              <a:pPr/>
              <a:t>‹#›</a:t>
            </a:fld>
            <a:endParaRPr lang="en-US" dirty="0"/>
          </a:p>
        </p:txBody>
      </p:sp>
      <p:sp>
        <p:nvSpPr>
          <p:cNvPr id="13" name="Text Placeholder 4"/>
          <p:cNvSpPr>
            <a:spLocks noGrp="1"/>
          </p:cNvSpPr>
          <p:nvPr>
            <p:ph type="body" sz="quarter" idx="12" hasCustomPrompt="1"/>
          </p:nvPr>
        </p:nvSpPr>
        <p:spPr>
          <a:xfrm rot="16200000">
            <a:off x="4601291" y="1468008"/>
            <a:ext cx="2743200" cy="214546"/>
          </a:xfrm>
        </p:spPr>
        <p:txBody>
          <a:bodyPr>
            <a:spAutoFit/>
          </a:bodyPr>
          <a:lstStyle>
            <a:lvl1pPr marL="0" indent="0" algn="r">
              <a:buNone/>
              <a:defRPr sz="794" baseline="0">
                <a:solidFill>
                  <a:srgbClr val="FFFFFF"/>
                </a:solidFill>
              </a:defRPr>
            </a:lvl1pPr>
            <a:lvl2pPr marL="304468" indent="0">
              <a:buNone/>
              <a:defRPr sz="2381">
                <a:solidFill>
                  <a:schemeClr val="bg1"/>
                </a:solidFill>
              </a:defRPr>
            </a:lvl2pPr>
            <a:lvl3pPr marL="608938" indent="0">
              <a:buNone/>
              <a:defRPr sz="2116">
                <a:solidFill>
                  <a:schemeClr val="bg1"/>
                </a:solidFill>
              </a:defRPr>
            </a:lvl3pPr>
            <a:lvl4pPr marL="905007" indent="0">
              <a:buNone/>
              <a:defRPr sz="1852">
                <a:solidFill>
                  <a:schemeClr val="bg1"/>
                </a:solidFill>
              </a:defRPr>
            </a:lvl4pPr>
            <a:lvl5pPr marL="1356462" indent="0">
              <a:buNone/>
              <a:defRPr sz="1587">
                <a:solidFill>
                  <a:schemeClr val="bg1"/>
                </a:solidFill>
              </a:defRPr>
            </a:lvl5pPr>
          </a:lstStyle>
          <a:p>
            <a:pPr lvl="0"/>
            <a:r>
              <a:rPr lang="en-US" dirty="0"/>
              <a:t>ADD PHOTO CREDIT HERE</a:t>
            </a:r>
          </a:p>
        </p:txBody>
      </p:sp>
      <p:sp>
        <p:nvSpPr>
          <p:cNvPr id="16" name="Title 1"/>
          <p:cNvSpPr>
            <a:spLocks noGrp="1"/>
          </p:cNvSpPr>
          <p:nvPr>
            <p:ph type="title" hasCustomPrompt="1"/>
          </p:nvPr>
        </p:nvSpPr>
        <p:spPr>
          <a:xfrm>
            <a:off x="6502805" y="2894860"/>
            <a:ext cx="5181195" cy="1107995"/>
          </a:xfrm>
        </p:spPr>
        <p:txBody>
          <a:bodyPr wrap="square" anchor="ctr" anchorCtr="0">
            <a:spAutoFit/>
          </a:bodyPr>
          <a:lstStyle>
            <a:lvl1pPr>
              <a:defRPr>
                <a:solidFill>
                  <a:srgbClr val="BA0C2F"/>
                </a:solidFill>
              </a:defRPr>
            </a:lvl1pPr>
          </a:lstStyle>
          <a:p>
            <a:r>
              <a:rPr lang="en-US" dirty="0"/>
              <a:t>CLICK TO EDIT MASTER TITLE STYLE</a:t>
            </a:r>
          </a:p>
        </p:txBody>
      </p:sp>
    </p:spTree>
    <p:extLst>
      <p:ext uri="{BB962C8B-B14F-4D97-AF65-F5344CB8AC3E}">
        <p14:creationId xmlns:p14="http://schemas.microsoft.com/office/powerpoint/2010/main" val="422049390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act Info">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rot="16200000">
            <a:off x="10494091" y="1468008"/>
            <a:ext cx="2743200" cy="214546"/>
          </a:xfrm>
        </p:spPr>
        <p:txBody>
          <a:bodyPr>
            <a:spAutoFit/>
          </a:bodyPr>
          <a:lstStyle>
            <a:lvl1pPr marL="0" indent="0" algn="r">
              <a:buNone/>
              <a:defRPr sz="794" baseline="0">
                <a:solidFill>
                  <a:srgbClr val="FFFFFF"/>
                </a:solidFill>
              </a:defRPr>
            </a:lvl1pPr>
            <a:lvl2pPr marL="304468" indent="0">
              <a:buNone/>
              <a:defRPr sz="2381">
                <a:solidFill>
                  <a:schemeClr val="bg1"/>
                </a:solidFill>
              </a:defRPr>
            </a:lvl2pPr>
            <a:lvl3pPr marL="608938" indent="0">
              <a:buNone/>
              <a:defRPr sz="2116">
                <a:solidFill>
                  <a:schemeClr val="bg1"/>
                </a:solidFill>
              </a:defRPr>
            </a:lvl3pPr>
            <a:lvl4pPr marL="905007" indent="0">
              <a:buNone/>
              <a:defRPr sz="1852">
                <a:solidFill>
                  <a:schemeClr val="bg1"/>
                </a:solidFill>
              </a:defRPr>
            </a:lvl4pPr>
            <a:lvl5pPr marL="1356462" indent="0">
              <a:buNone/>
              <a:defRPr sz="1587">
                <a:solidFill>
                  <a:schemeClr val="bg1"/>
                </a:solidFill>
              </a:defRPr>
            </a:lvl5pPr>
          </a:lstStyle>
          <a:p>
            <a:pPr lvl="0"/>
            <a:r>
              <a:rPr lang="en-US" dirty="0"/>
              <a:t>ADD PHOTO CREDIT HERE</a:t>
            </a:r>
          </a:p>
        </p:txBody>
      </p:sp>
      <p:sp>
        <p:nvSpPr>
          <p:cNvPr id="6" name="Date Placeholder 3"/>
          <p:cNvSpPr>
            <a:spLocks noGrp="1"/>
          </p:cNvSpPr>
          <p:nvPr>
            <p:ph type="dt" sz="half" idx="2"/>
          </p:nvPr>
        </p:nvSpPr>
        <p:spPr>
          <a:xfrm>
            <a:off x="203200" y="6423933"/>
            <a:ext cx="2844800" cy="214546"/>
          </a:xfrm>
          <a:prstGeom prst="rect">
            <a:avLst/>
          </a:prstGeom>
        </p:spPr>
        <p:txBody>
          <a:bodyPr vert="horz" lIns="91440" tIns="45720" rIns="91440" bIns="45720" rtlCol="0" anchor="ctr">
            <a:spAutoFit/>
          </a:bodyPr>
          <a:lstStyle>
            <a:lvl1pPr algn="l">
              <a:defRPr sz="794" b="0" i="0">
                <a:solidFill>
                  <a:srgbClr val="FFFFFF"/>
                </a:solidFill>
                <a:latin typeface="Gill Sans MT"/>
                <a:cs typeface="Gill Sans MT"/>
              </a:defRPr>
            </a:lvl1pPr>
          </a:lstStyle>
          <a:p>
            <a:fld id="{3F4168E2-91C5-9646-9F53-5B4E70AF759D}" type="datetime1">
              <a:rPr lang="en-US" smtClean="0"/>
              <a:pPr/>
              <a:t>3/12/2024</a:t>
            </a:fld>
            <a:endParaRPr lang="en-US" dirty="0"/>
          </a:p>
        </p:txBody>
      </p:sp>
      <p:sp>
        <p:nvSpPr>
          <p:cNvPr id="8" name="Slide Number Placeholder 5"/>
          <p:cNvSpPr>
            <a:spLocks noGrp="1"/>
          </p:cNvSpPr>
          <p:nvPr>
            <p:ph type="sldNum" sz="quarter" idx="4"/>
          </p:nvPr>
        </p:nvSpPr>
        <p:spPr>
          <a:xfrm>
            <a:off x="9144000" y="6423933"/>
            <a:ext cx="2844800" cy="214546"/>
          </a:xfrm>
          <a:prstGeom prst="rect">
            <a:avLst/>
          </a:prstGeom>
        </p:spPr>
        <p:txBody>
          <a:bodyPr vert="horz" lIns="91440" tIns="45720" rIns="91440" bIns="45720" rtlCol="0" anchor="ctr">
            <a:spAutoFit/>
          </a:bodyPr>
          <a:lstStyle>
            <a:lvl1pPr algn="r">
              <a:defRPr sz="794" b="0" i="0">
                <a:solidFill>
                  <a:srgbClr val="FFFFFF"/>
                </a:solidFill>
                <a:latin typeface="Gill Sans MT"/>
                <a:cs typeface="Gill Sans MT"/>
              </a:defRPr>
            </a:lvl1pPr>
          </a:lstStyle>
          <a:p>
            <a:fld id="{42782948-4DBE-204D-AB9E-B65E067054AE}" type="slidenum">
              <a:rPr lang="en-US" smtClean="0"/>
              <a:pPr/>
              <a:t>‹#›</a:t>
            </a:fld>
            <a:endParaRPr lang="en-US" dirty="0"/>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3025" y="5747196"/>
            <a:ext cx="1826231" cy="543508"/>
          </a:xfrm>
          <a:prstGeom prst="rect">
            <a:avLst/>
          </a:prstGeom>
          <a:effectLst/>
        </p:spPr>
      </p:pic>
      <p:sp>
        <p:nvSpPr>
          <p:cNvPr id="15" name="Subtitle 2"/>
          <p:cNvSpPr>
            <a:spLocks noGrp="1"/>
          </p:cNvSpPr>
          <p:nvPr>
            <p:ph type="subTitle" idx="1" hasCustomPrompt="1"/>
          </p:nvPr>
        </p:nvSpPr>
        <p:spPr>
          <a:xfrm>
            <a:off x="914400" y="4146997"/>
            <a:ext cx="4572000" cy="1600200"/>
          </a:xfrm>
          <a:effectLst>
            <a:outerShdw blurRad="254000" dir="5400000" algn="tl" rotWithShape="0">
              <a:srgbClr val="000000">
                <a:alpha val="40000"/>
              </a:srgbClr>
            </a:outerShdw>
          </a:effectLst>
        </p:spPr>
        <p:txBody>
          <a:bodyPr>
            <a:normAutofit/>
          </a:bodyPr>
          <a:lstStyle>
            <a:lvl1pPr marL="0" indent="0" algn="l">
              <a:buNone/>
              <a:defRPr sz="2116">
                <a:solidFill>
                  <a:schemeClr val="bg1"/>
                </a:solidFill>
              </a:defRPr>
            </a:lvl1pPr>
            <a:lvl2pPr marL="604738" indent="0" algn="ctr">
              <a:buNone/>
              <a:defRPr>
                <a:solidFill>
                  <a:schemeClr val="tx1">
                    <a:tint val="75000"/>
                  </a:schemeClr>
                </a:solidFill>
              </a:defRPr>
            </a:lvl2pPr>
            <a:lvl3pPr marL="1209477" indent="0" algn="ctr">
              <a:buNone/>
              <a:defRPr>
                <a:solidFill>
                  <a:schemeClr val="tx1">
                    <a:tint val="75000"/>
                  </a:schemeClr>
                </a:solidFill>
              </a:defRPr>
            </a:lvl3pPr>
            <a:lvl4pPr marL="1814215" indent="0" algn="ctr">
              <a:buNone/>
              <a:defRPr>
                <a:solidFill>
                  <a:schemeClr val="tx1">
                    <a:tint val="75000"/>
                  </a:schemeClr>
                </a:solidFill>
              </a:defRPr>
            </a:lvl4pPr>
            <a:lvl5pPr marL="2418954" indent="0" algn="ctr">
              <a:buNone/>
              <a:defRPr>
                <a:solidFill>
                  <a:schemeClr val="tx1">
                    <a:tint val="75000"/>
                  </a:schemeClr>
                </a:solidFill>
              </a:defRPr>
            </a:lvl5pPr>
            <a:lvl6pPr marL="3023692" indent="0" algn="ctr">
              <a:buNone/>
              <a:defRPr>
                <a:solidFill>
                  <a:schemeClr val="tx1">
                    <a:tint val="75000"/>
                  </a:schemeClr>
                </a:solidFill>
              </a:defRPr>
            </a:lvl6pPr>
            <a:lvl7pPr marL="3628431" indent="0" algn="ctr">
              <a:buNone/>
              <a:defRPr>
                <a:solidFill>
                  <a:schemeClr val="tx1">
                    <a:tint val="75000"/>
                  </a:schemeClr>
                </a:solidFill>
              </a:defRPr>
            </a:lvl7pPr>
            <a:lvl8pPr marL="4233169" indent="0" algn="ctr">
              <a:buNone/>
              <a:defRPr>
                <a:solidFill>
                  <a:schemeClr val="tx1">
                    <a:tint val="75000"/>
                  </a:schemeClr>
                </a:solidFill>
              </a:defRPr>
            </a:lvl8pPr>
            <a:lvl9pPr marL="4837908" indent="0" algn="ctr">
              <a:buNone/>
              <a:defRPr>
                <a:solidFill>
                  <a:schemeClr val="tx1">
                    <a:tint val="75000"/>
                  </a:schemeClr>
                </a:solidFill>
              </a:defRPr>
            </a:lvl9pPr>
          </a:lstStyle>
          <a:p>
            <a:r>
              <a:rPr lang="en-US" dirty="0"/>
              <a:t>CLICK TO EDIT MASTER SUBTITLE STYLE</a:t>
            </a:r>
          </a:p>
        </p:txBody>
      </p:sp>
      <p:cxnSp>
        <p:nvCxnSpPr>
          <p:cNvPr id="18" name="Straight Connector 17"/>
          <p:cNvCxnSpPr/>
          <p:nvPr userDrawn="1"/>
        </p:nvCxnSpPr>
        <p:spPr>
          <a:xfrm>
            <a:off x="995680" y="3932955"/>
            <a:ext cx="426720" cy="0"/>
          </a:xfrm>
          <a:prstGeom prst="line">
            <a:avLst/>
          </a:prstGeom>
          <a:ln w="19050">
            <a:solidFill>
              <a:srgbClr val="FFFFFF"/>
            </a:solidFill>
          </a:ln>
          <a:effectLst>
            <a:outerShdw blurRad="254000" dir="2700000" algn="tl" rotWithShape="0">
              <a:srgbClr val="000000">
                <a:alpha val="40000"/>
              </a:srgbClr>
            </a:outerShdw>
          </a:effectLst>
        </p:spPr>
        <p:style>
          <a:lnRef idx="2">
            <a:schemeClr val="accent1"/>
          </a:lnRef>
          <a:fillRef idx="0">
            <a:schemeClr val="accent1"/>
          </a:fillRef>
          <a:effectRef idx="1">
            <a:schemeClr val="accent1"/>
          </a:effectRef>
          <a:fontRef idx="minor">
            <a:schemeClr val="tx1"/>
          </a:fontRef>
        </p:style>
      </p:cxnSp>
      <p:pic>
        <p:nvPicPr>
          <p:cNvPr id="3" name="Picture 2"/>
          <p:cNvPicPr>
            <a:picLocks noChangeAspect="1"/>
          </p:cNvPicPr>
          <p:nvPr userDrawn="1"/>
        </p:nvPicPr>
        <p:blipFill rotWithShape="1">
          <a:blip r:embed="rId3">
            <a:extLst>
              <a:ext uri="{28A0092B-C50C-407E-A947-70E740481C1C}">
                <a14:useLocalDpi xmlns:a14="http://schemas.microsoft.com/office/drawing/2010/main" val="0"/>
              </a:ext>
            </a:extLst>
          </a:blip>
          <a:srcRect t="14804"/>
          <a:stretch/>
        </p:blipFill>
        <p:spPr>
          <a:xfrm>
            <a:off x="0" y="-15118"/>
            <a:ext cx="12192000" cy="6858000"/>
          </a:xfrm>
          <a:prstGeom prst="rect">
            <a:avLst/>
          </a:prstGeom>
        </p:spPr>
      </p:pic>
    </p:spTree>
    <p:extLst>
      <p:ext uri="{BB962C8B-B14F-4D97-AF65-F5344CB8AC3E}">
        <p14:creationId xmlns:p14="http://schemas.microsoft.com/office/powerpoint/2010/main" val="87237285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Cover - Full Red">
    <p:bg>
      <p:bgPr>
        <a:solidFill>
          <a:srgbClr val="002F6C"/>
        </a:solidFill>
        <a:effectLst/>
      </p:bgPr>
    </p:bg>
    <p:spTree>
      <p:nvGrpSpPr>
        <p:cNvPr id="1" name=""/>
        <p:cNvGrpSpPr/>
        <p:nvPr/>
      </p:nvGrpSpPr>
      <p:grpSpPr>
        <a:xfrm>
          <a:off x="0" y="0"/>
          <a:ext cx="0" cy="0"/>
          <a:chOff x="0" y="0"/>
          <a:chExt cx="0" cy="0"/>
        </a:xfrm>
      </p:grpSpPr>
      <p:sp>
        <p:nvSpPr>
          <p:cNvPr id="8" name="Date Placeholder 3"/>
          <p:cNvSpPr>
            <a:spLocks noGrp="1"/>
          </p:cNvSpPr>
          <p:nvPr>
            <p:ph type="dt" sz="half" idx="2"/>
          </p:nvPr>
        </p:nvSpPr>
        <p:spPr>
          <a:xfrm>
            <a:off x="203200" y="6423933"/>
            <a:ext cx="2844800" cy="214546"/>
          </a:xfrm>
          <a:prstGeom prst="rect">
            <a:avLst/>
          </a:prstGeom>
        </p:spPr>
        <p:txBody>
          <a:bodyPr vert="horz" lIns="91440" tIns="45720" rIns="91440" bIns="45720" rtlCol="0" anchor="ctr">
            <a:spAutoFit/>
          </a:bodyPr>
          <a:lstStyle>
            <a:lvl1pPr algn="l">
              <a:defRPr sz="794" b="0" i="0">
                <a:solidFill>
                  <a:srgbClr val="FFFFFF"/>
                </a:solidFill>
                <a:latin typeface="Gill Sans MT"/>
                <a:cs typeface="Gill Sans MT"/>
              </a:defRPr>
            </a:lvl1pPr>
          </a:lstStyle>
          <a:p>
            <a:fld id="{EB2C8F94-9D67-854F-8417-3B884156945E}" type="datetime1">
              <a:rPr lang="en-US" smtClean="0"/>
              <a:pPr/>
              <a:t>3/12/2024</a:t>
            </a:fld>
            <a:endParaRPr lang="en-US" dirty="0"/>
          </a:p>
        </p:txBody>
      </p:sp>
      <p:sp>
        <p:nvSpPr>
          <p:cNvPr id="9" name="Footer Placeholder 4"/>
          <p:cNvSpPr>
            <a:spLocks noGrp="1"/>
          </p:cNvSpPr>
          <p:nvPr>
            <p:ph type="ftr" sz="quarter" idx="3"/>
          </p:nvPr>
        </p:nvSpPr>
        <p:spPr>
          <a:xfrm>
            <a:off x="4165600" y="6423933"/>
            <a:ext cx="3860800" cy="214546"/>
          </a:xfrm>
          <a:prstGeom prst="rect">
            <a:avLst/>
          </a:prstGeom>
        </p:spPr>
        <p:txBody>
          <a:bodyPr vert="horz" lIns="91440" tIns="45720" rIns="91440" bIns="45720" rtlCol="0" anchor="ctr">
            <a:spAutoFit/>
          </a:bodyPr>
          <a:lstStyle>
            <a:lvl1pPr algn="ctr">
              <a:defRPr sz="794" b="0" i="0">
                <a:solidFill>
                  <a:srgbClr val="FFFFFF"/>
                </a:solidFill>
                <a:latin typeface="Gill Sans MT"/>
                <a:cs typeface="Gill Sans MT"/>
              </a:defRPr>
            </a:lvl1pPr>
          </a:lstStyle>
          <a:p>
            <a:r>
              <a:rPr lang="en-US" dirty="0"/>
              <a:t>FOOTER GOES HERE</a:t>
            </a:r>
          </a:p>
        </p:txBody>
      </p:sp>
      <p:sp>
        <p:nvSpPr>
          <p:cNvPr id="10" name="Slide Number Placeholder 5"/>
          <p:cNvSpPr>
            <a:spLocks noGrp="1"/>
          </p:cNvSpPr>
          <p:nvPr>
            <p:ph type="sldNum" sz="quarter" idx="4"/>
          </p:nvPr>
        </p:nvSpPr>
        <p:spPr>
          <a:xfrm>
            <a:off x="9144000" y="6423933"/>
            <a:ext cx="2844800" cy="214546"/>
          </a:xfrm>
          <a:prstGeom prst="rect">
            <a:avLst/>
          </a:prstGeom>
        </p:spPr>
        <p:txBody>
          <a:bodyPr vert="horz" lIns="91440" tIns="45720" rIns="91440" bIns="45720" rtlCol="0" anchor="ctr">
            <a:spAutoFit/>
          </a:bodyPr>
          <a:lstStyle>
            <a:lvl1pPr algn="r">
              <a:defRPr sz="794" b="0" i="0">
                <a:solidFill>
                  <a:srgbClr val="FFFFFF"/>
                </a:solidFill>
                <a:latin typeface="Gill Sans MT"/>
                <a:cs typeface="Gill Sans MT"/>
              </a:defRPr>
            </a:lvl1pPr>
          </a:lstStyle>
          <a:p>
            <a:fld id="{42782948-4DBE-204D-AB9E-B65E067054AE}" type="slidenum">
              <a:rPr lang="en-US" smtClean="0"/>
              <a:pPr/>
              <a:t>‹#›</a:t>
            </a:fld>
            <a:endParaRPr lang="en-US" dirty="0"/>
          </a:p>
        </p:txBody>
      </p:sp>
      <p:sp>
        <p:nvSpPr>
          <p:cNvPr id="12" name="Title 1"/>
          <p:cNvSpPr>
            <a:spLocks noGrp="1"/>
          </p:cNvSpPr>
          <p:nvPr>
            <p:ph type="ctrTitle" hasCustomPrompt="1"/>
          </p:nvPr>
        </p:nvSpPr>
        <p:spPr>
          <a:xfrm>
            <a:off x="914400" y="2118715"/>
            <a:ext cx="5181600" cy="1600200"/>
          </a:xfrm>
          <a:effectLst/>
        </p:spPr>
        <p:txBody>
          <a:bodyPr anchor="b" anchorCtr="0">
            <a:normAutofit/>
          </a:bodyPr>
          <a:lstStyle>
            <a:lvl1pPr>
              <a:defRPr sz="3174">
                <a:solidFill>
                  <a:schemeClr val="bg1"/>
                </a:solidFill>
              </a:defRPr>
            </a:lvl1pPr>
          </a:lstStyle>
          <a:p>
            <a:r>
              <a:rPr lang="en-US" dirty="0"/>
              <a:t>CLICK TO EDIT MASTER TITLE STYLE</a:t>
            </a:r>
          </a:p>
        </p:txBody>
      </p:sp>
      <p:sp>
        <p:nvSpPr>
          <p:cNvPr id="13" name="Subtitle 2"/>
          <p:cNvSpPr>
            <a:spLocks noGrp="1"/>
          </p:cNvSpPr>
          <p:nvPr>
            <p:ph type="subTitle" idx="1" hasCustomPrompt="1"/>
          </p:nvPr>
        </p:nvSpPr>
        <p:spPr>
          <a:xfrm>
            <a:off x="914400" y="4146997"/>
            <a:ext cx="4572000" cy="1600200"/>
          </a:xfrm>
          <a:effectLst/>
        </p:spPr>
        <p:txBody>
          <a:bodyPr>
            <a:normAutofit/>
          </a:bodyPr>
          <a:lstStyle>
            <a:lvl1pPr marL="0" indent="0" algn="l">
              <a:buNone/>
              <a:defRPr sz="2116">
                <a:solidFill>
                  <a:schemeClr val="bg1"/>
                </a:solidFill>
              </a:defRPr>
            </a:lvl1pPr>
            <a:lvl2pPr marL="604738" indent="0" algn="ctr">
              <a:buNone/>
              <a:defRPr>
                <a:solidFill>
                  <a:schemeClr val="tx1">
                    <a:tint val="75000"/>
                  </a:schemeClr>
                </a:solidFill>
              </a:defRPr>
            </a:lvl2pPr>
            <a:lvl3pPr marL="1209477" indent="0" algn="ctr">
              <a:buNone/>
              <a:defRPr>
                <a:solidFill>
                  <a:schemeClr val="tx1">
                    <a:tint val="75000"/>
                  </a:schemeClr>
                </a:solidFill>
              </a:defRPr>
            </a:lvl3pPr>
            <a:lvl4pPr marL="1814215" indent="0" algn="ctr">
              <a:buNone/>
              <a:defRPr>
                <a:solidFill>
                  <a:schemeClr val="tx1">
                    <a:tint val="75000"/>
                  </a:schemeClr>
                </a:solidFill>
              </a:defRPr>
            </a:lvl4pPr>
            <a:lvl5pPr marL="2418954" indent="0" algn="ctr">
              <a:buNone/>
              <a:defRPr>
                <a:solidFill>
                  <a:schemeClr val="tx1">
                    <a:tint val="75000"/>
                  </a:schemeClr>
                </a:solidFill>
              </a:defRPr>
            </a:lvl5pPr>
            <a:lvl6pPr marL="3023692" indent="0" algn="ctr">
              <a:buNone/>
              <a:defRPr>
                <a:solidFill>
                  <a:schemeClr val="tx1">
                    <a:tint val="75000"/>
                  </a:schemeClr>
                </a:solidFill>
              </a:defRPr>
            </a:lvl6pPr>
            <a:lvl7pPr marL="3628431" indent="0" algn="ctr">
              <a:buNone/>
              <a:defRPr>
                <a:solidFill>
                  <a:schemeClr val="tx1">
                    <a:tint val="75000"/>
                  </a:schemeClr>
                </a:solidFill>
              </a:defRPr>
            </a:lvl7pPr>
            <a:lvl8pPr marL="4233169" indent="0" algn="ctr">
              <a:buNone/>
              <a:defRPr>
                <a:solidFill>
                  <a:schemeClr val="tx1">
                    <a:tint val="75000"/>
                  </a:schemeClr>
                </a:solidFill>
              </a:defRPr>
            </a:lvl8pPr>
            <a:lvl9pPr marL="4837908" indent="0" algn="ctr">
              <a:buNone/>
              <a:defRPr>
                <a:solidFill>
                  <a:schemeClr val="tx1">
                    <a:tint val="75000"/>
                  </a:schemeClr>
                </a:solidFill>
              </a:defRPr>
            </a:lvl9pPr>
          </a:lstStyle>
          <a:p>
            <a:r>
              <a:rPr lang="en-US" dirty="0"/>
              <a:t>CLICK TO EDIT MASTER SUBTITLE STYLE</a:t>
            </a:r>
          </a:p>
        </p:txBody>
      </p:sp>
      <p:cxnSp>
        <p:nvCxnSpPr>
          <p:cNvPr id="17" name="Straight Connector 16"/>
          <p:cNvCxnSpPr/>
          <p:nvPr userDrawn="1"/>
        </p:nvCxnSpPr>
        <p:spPr>
          <a:xfrm>
            <a:off x="995680" y="3932955"/>
            <a:ext cx="42672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pic>
        <p:nvPicPr>
          <p:cNvPr id="14" name="Picture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3025" y="753866"/>
            <a:ext cx="1826231" cy="543508"/>
          </a:xfrm>
          <a:prstGeom prst="rect">
            <a:avLst/>
          </a:prstGeom>
          <a:effectLst>
            <a:outerShdw blurRad="254000" dir="2700000" algn="tl" rotWithShape="0">
              <a:srgbClr val="000000">
                <a:alpha val="20000"/>
              </a:srgbClr>
            </a:outerShdw>
          </a:effectLst>
        </p:spPr>
      </p:pic>
    </p:spTree>
    <p:extLst>
      <p:ext uri="{BB962C8B-B14F-4D97-AF65-F5344CB8AC3E}">
        <p14:creationId xmlns:p14="http://schemas.microsoft.com/office/powerpoint/2010/main" val="37521540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Divider - Full Red">
    <p:bg>
      <p:bgPr>
        <a:solidFill>
          <a:srgbClr val="002F6C"/>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524000" y="707638"/>
            <a:ext cx="7315200" cy="580800"/>
          </a:xfrm>
        </p:spPr>
        <p:txBody>
          <a:bodyPr wrap="square" anchor="t" anchorCtr="0">
            <a:spAutoFit/>
          </a:bodyPr>
          <a:lstStyle>
            <a:lvl1pPr>
              <a:defRPr sz="3174">
                <a:solidFill>
                  <a:srgbClr val="FFFFFF"/>
                </a:solidFill>
              </a:defRPr>
            </a:lvl1pPr>
          </a:lstStyle>
          <a:p>
            <a:r>
              <a:rPr lang="en-US" dirty="0"/>
              <a:t>CLICK TO EDIT MASTER TITLE STYLE</a:t>
            </a:r>
          </a:p>
        </p:txBody>
      </p:sp>
      <p:sp>
        <p:nvSpPr>
          <p:cNvPr id="3" name="Date Placeholder 2"/>
          <p:cNvSpPr>
            <a:spLocks noGrp="1"/>
          </p:cNvSpPr>
          <p:nvPr>
            <p:ph type="dt" sz="half" idx="10"/>
          </p:nvPr>
        </p:nvSpPr>
        <p:spPr>
          <a:xfrm>
            <a:off x="203200" y="6423933"/>
            <a:ext cx="2844800" cy="214546"/>
          </a:xfrm>
        </p:spPr>
        <p:txBody>
          <a:bodyPr/>
          <a:lstStyle>
            <a:lvl1pPr>
              <a:defRPr>
                <a:solidFill>
                  <a:srgbClr val="FFFFFF"/>
                </a:solidFill>
              </a:defRPr>
            </a:lvl1pPr>
          </a:lstStyle>
          <a:p>
            <a:fld id="{C3349C05-927F-3348-96DF-9086CF2761D6}" type="datetime1">
              <a:rPr lang="en-US" smtClean="0"/>
              <a:t>3/12/2024</a:t>
            </a:fld>
            <a:endParaRPr lang="en-US" dirty="0"/>
          </a:p>
        </p:txBody>
      </p:sp>
      <p:sp>
        <p:nvSpPr>
          <p:cNvPr id="4" name="Footer Placeholder 3"/>
          <p:cNvSpPr>
            <a:spLocks noGrp="1"/>
          </p:cNvSpPr>
          <p:nvPr>
            <p:ph type="ftr" sz="quarter" idx="11"/>
          </p:nvPr>
        </p:nvSpPr>
        <p:spPr>
          <a:xfrm>
            <a:off x="4165600" y="6423933"/>
            <a:ext cx="3860800" cy="214546"/>
          </a:xfrm>
        </p:spPr>
        <p:txBody>
          <a:bodyPr/>
          <a:lstStyle>
            <a:lvl1pPr>
              <a:defRPr>
                <a:solidFill>
                  <a:srgbClr val="FFFFFF"/>
                </a:solidFill>
              </a:defRPr>
            </a:lvl1pPr>
          </a:lstStyle>
          <a:p>
            <a:r>
              <a:rPr lang="en-US" dirty="0"/>
              <a:t>FOOTER GOES HERE</a:t>
            </a:r>
          </a:p>
        </p:txBody>
      </p:sp>
      <p:sp>
        <p:nvSpPr>
          <p:cNvPr id="5" name="Slide Number Placeholder 4"/>
          <p:cNvSpPr>
            <a:spLocks noGrp="1"/>
          </p:cNvSpPr>
          <p:nvPr>
            <p:ph type="sldNum" sz="quarter" idx="12"/>
          </p:nvPr>
        </p:nvSpPr>
        <p:spPr>
          <a:xfrm>
            <a:off x="9144000" y="6423933"/>
            <a:ext cx="2844800" cy="214546"/>
          </a:xfrm>
        </p:spPr>
        <p:txBody>
          <a:bodyPr/>
          <a:lstStyle>
            <a:lvl1pPr>
              <a:defRPr>
                <a:solidFill>
                  <a:srgbClr val="FFFFFF"/>
                </a:solidFill>
              </a:defRPr>
            </a:lvl1pPr>
          </a:lstStyle>
          <a:p>
            <a:fld id="{42782948-4DBE-204D-AB9E-B65E067054AE}" type="slidenum">
              <a:rPr lang="en-US" smtClean="0"/>
              <a:pPr/>
              <a:t>‹#›</a:t>
            </a:fld>
            <a:endParaRPr lang="en-US" dirty="0"/>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3025" y="5747196"/>
            <a:ext cx="1826231" cy="543508"/>
          </a:xfrm>
          <a:prstGeom prst="rect">
            <a:avLst/>
          </a:prstGeom>
          <a:effectLst/>
        </p:spPr>
      </p:pic>
      <p:cxnSp>
        <p:nvCxnSpPr>
          <p:cNvPr id="13" name="Straight Connector 12"/>
          <p:cNvCxnSpPr/>
          <p:nvPr userDrawn="1"/>
        </p:nvCxnSpPr>
        <p:spPr>
          <a:xfrm>
            <a:off x="995680" y="909220"/>
            <a:ext cx="426720" cy="0"/>
          </a:xfrm>
          <a:prstGeom prst="line">
            <a:avLst/>
          </a:prstGeom>
          <a:ln w="19050">
            <a:solidFill>
              <a:srgbClr val="FFFFFF"/>
            </a:solidFill>
          </a:ln>
          <a:effectLst>
            <a:outerShdw blurRad="254000" dir="2700000" algn="tl" rotWithShape="0">
              <a:srgbClr val="000000">
                <a:alpha val="40000"/>
              </a:srgbClr>
            </a:outerShd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9139935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_Red/Gray 1 Content">
    <p:bg>
      <p:bgPr>
        <a:solidFill>
          <a:srgbClr val="E7E7E5"/>
        </a:solidFill>
        <a:effectLst/>
      </p:bgPr>
    </p:bg>
    <p:spTree>
      <p:nvGrpSpPr>
        <p:cNvPr id="1" name=""/>
        <p:cNvGrpSpPr/>
        <p:nvPr/>
      </p:nvGrpSpPr>
      <p:grpSpPr>
        <a:xfrm>
          <a:off x="0" y="0"/>
          <a:ext cx="0" cy="0"/>
          <a:chOff x="0" y="0"/>
          <a:chExt cx="0" cy="0"/>
        </a:xfrm>
      </p:grpSpPr>
      <p:sp>
        <p:nvSpPr>
          <p:cNvPr id="8" name="Date Placeholder 3"/>
          <p:cNvSpPr>
            <a:spLocks noGrp="1"/>
          </p:cNvSpPr>
          <p:nvPr>
            <p:ph type="dt" sz="half" idx="2"/>
          </p:nvPr>
        </p:nvSpPr>
        <p:spPr>
          <a:xfrm>
            <a:off x="203200" y="6423933"/>
            <a:ext cx="2844800" cy="214546"/>
          </a:xfrm>
          <a:prstGeom prst="rect">
            <a:avLst/>
          </a:prstGeom>
        </p:spPr>
        <p:txBody>
          <a:bodyPr vert="horz" lIns="91440" tIns="45720" rIns="91440" bIns="45720" rtlCol="0" anchor="ctr">
            <a:spAutoFit/>
          </a:bodyPr>
          <a:lstStyle>
            <a:lvl1pPr algn="l">
              <a:defRPr sz="794" b="0" i="0">
                <a:solidFill>
                  <a:srgbClr val="6C6463"/>
                </a:solidFill>
                <a:latin typeface="Gill Sans MT"/>
                <a:cs typeface="Gill Sans MT"/>
              </a:defRPr>
            </a:lvl1pPr>
          </a:lstStyle>
          <a:p>
            <a:fld id="{414FB1AD-D69E-B741-965A-0BAE826C2FA6}" type="datetime1">
              <a:rPr lang="en-US" smtClean="0"/>
              <a:pPr/>
              <a:t>3/12/2024</a:t>
            </a:fld>
            <a:endParaRPr lang="en-US" dirty="0"/>
          </a:p>
        </p:txBody>
      </p:sp>
      <p:sp>
        <p:nvSpPr>
          <p:cNvPr id="9" name="Footer Placeholder 4"/>
          <p:cNvSpPr>
            <a:spLocks noGrp="1"/>
          </p:cNvSpPr>
          <p:nvPr>
            <p:ph type="ftr" sz="quarter" idx="3"/>
          </p:nvPr>
        </p:nvSpPr>
        <p:spPr>
          <a:xfrm>
            <a:off x="4165600" y="6423933"/>
            <a:ext cx="3860800" cy="214546"/>
          </a:xfrm>
          <a:prstGeom prst="rect">
            <a:avLst/>
          </a:prstGeom>
        </p:spPr>
        <p:txBody>
          <a:bodyPr vert="horz" lIns="91440" tIns="45720" rIns="91440" bIns="45720" rtlCol="0" anchor="ctr">
            <a:spAutoFit/>
          </a:bodyPr>
          <a:lstStyle>
            <a:lvl1pPr algn="ctr">
              <a:defRPr sz="794" b="0" i="0">
                <a:solidFill>
                  <a:srgbClr val="6C6463"/>
                </a:solidFill>
                <a:latin typeface="Gill Sans MT"/>
                <a:cs typeface="Gill Sans MT"/>
              </a:defRPr>
            </a:lvl1pPr>
          </a:lstStyle>
          <a:p>
            <a:r>
              <a:rPr lang="en-US" dirty="0"/>
              <a:t>FOOTER GOES HERE</a:t>
            </a:r>
          </a:p>
        </p:txBody>
      </p:sp>
      <p:sp>
        <p:nvSpPr>
          <p:cNvPr id="10" name="Slide Number Placeholder 5"/>
          <p:cNvSpPr>
            <a:spLocks noGrp="1"/>
          </p:cNvSpPr>
          <p:nvPr>
            <p:ph type="sldNum" sz="quarter" idx="4"/>
          </p:nvPr>
        </p:nvSpPr>
        <p:spPr>
          <a:xfrm>
            <a:off x="9144000" y="6423933"/>
            <a:ext cx="2844800" cy="214546"/>
          </a:xfrm>
          <a:prstGeom prst="rect">
            <a:avLst/>
          </a:prstGeom>
        </p:spPr>
        <p:txBody>
          <a:bodyPr vert="horz" lIns="91440" tIns="45720" rIns="91440" bIns="45720" rtlCol="0" anchor="ctr">
            <a:spAutoFit/>
          </a:bodyPr>
          <a:lstStyle>
            <a:lvl1pPr algn="r">
              <a:defRPr sz="794" b="0" i="0">
                <a:solidFill>
                  <a:srgbClr val="6C6463"/>
                </a:solidFill>
                <a:latin typeface="Gill Sans MT"/>
                <a:cs typeface="Gill Sans MT"/>
              </a:defRPr>
            </a:lvl1pPr>
          </a:lstStyle>
          <a:p>
            <a:fld id="{42782948-4DBE-204D-AB9E-B65E067054AE}" type="slidenum">
              <a:rPr lang="en-US" smtClean="0"/>
              <a:pPr/>
              <a:t>‹#›</a:t>
            </a:fld>
            <a:endParaRPr lang="en-US" dirty="0"/>
          </a:p>
        </p:txBody>
      </p:sp>
      <p:sp>
        <p:nvSpPr>
          <p:cNvPr id="12" name="Title Placeholder 1"/>
          <p:cNvSpPr>
            <a:spLocks noGrp="1"/>
          </p:cNvSpPr>
          <p:nvPr>
            <p:ph type="title"/>
          </p:nvPr>
        </p:nvSpPr>
        <p:spPr>
          <a:xfrm>
            <a:off x="914805" y="933168"/>
            <a:ext cx="10363200" cy="580800"/>
          </a:xfrm>
          <a:prstGeom prst="rect">
            <a:avLst/>
          </a:prstGeom>
        </p:spPr>
        <p:txBody>
          <a:bodyPr vert="horz" lIns="91440" tIns="45720" rIns="91440" bIns="45720" rtlCol="0" anchor="b" anchorCtr="0">
            <a:spAutoFit/>
          </a:bodyPr>
          <a:lstStyle>
            <a:lvl1pPr>
              <a:defRPr>
                <a:solidFill>
                  <a:srgbClr val="0067B9"/>
                </a:solidFill>
              </a:defRPr>
            </a:lvl1pPr>
          </a:lstStyle>
          <a:p>
            <a:r>
              <a:rPr lang="en-US"/>
              <a:t>Click to edit Master title style</a:t>
            </a:r>
            <a:endParaRPr lang="en-US" dirty="0"/>
          </a:p>
        </p:txBody>
      </p:sp>
      <p:sp>
        <p:nvSpPr>
          <p:cNvPr id="13" name="Text Placeholder 2"/>
          <p:cNvSpPr>
            <a:spLocks noGrp="1"/>
          </p:cNvSpPr>
          <p:nvPr>
            <p:ph idx="1" hasCustomPrompt="1"/>
          </p:nvPr>
        </p:nvSpPr>
        <p:spPr>
          <a:xfrm>
            <a:off x="914400" y="1715549"/>
            <a:ext cx="10363200" cy="4233230"/>
          </a:xfrm>
          <a:prstGeom prst="rect">
            <a:avLst/>
          </a:prstGeom>
        </p:spPr>
        <p:txBody>
          <a:bodyPr vert="horz" lIns="91440" tIns="45720" rIns="91440" bIns="45720" rtlCol="0">
            <a:normAutofit/>
          </a:bodyPr>
          <a:lstStyle>
            <a:lvl1pPr marL="304470" marR="0" indent="-304470" algn="l" defTabSz="604738" rtl="0" eaLnBrk="1" fontAlgn="auto" latinLnBrk="0" hangingPunct="1">
              <a:lnSpc>
                <a:spcPct val="100000"/>
              </a:lnSpc>
              <a:spcBef>
                <a:spcPts val="0"/>
              </a:spcBef>
              <a:spcAft>
                <a:spcPts val="1058"/>
              </a:spcAft>
              <a:buClrTx/>
              <a:buSzTx/>
              <a:buFont typeface="Arial"/>
              <a:buChar char="•"/>
              <a:tabLst/>
              <a:defRPr/>
            </a:lvl1pPr>
          </a:lstStyle>
          <a:p>
            <a:pPr marL="304470" marR="0" lvl="0" indent="-304470" algn="l" defTabSz="604738" rtl="0" eaLnBrk="1" fontAlgn="auto" latinLnBrk="0" hangingPunct="1">
              <a:lnSpc>
                <a:spcPct val="100000"/>
              </a:lnSpc>
              <a:spcBef>
                <a:spcPts val="0"/>
              </a:spcBef>
              <a:spcAft>
                <a:spcPts val="1058"/>
              </a:spcAft>
              <a:buClrTx/>
              <a:buSzTx/>
              <a:buFont typeface="Arial"/>
              <a:buChar char="•"/>
              <a:tabLst/>
              <a:defRPr/>
            </a:pPr>
            <a:r>
              <a:rPr kumimoji="0" lang="en-US" sz="2116" b="0" i="0" u="none" strike="noStrike" kern="1200" cap="none" spc="0" normalizeH="0" baseline="0" noProof="0" dirty="0">
                <a:ln>
                  <a:noFill/>
                </a:ln>
                <a:solidFill>
                  <a:srgbClr val="6C6463"/>
                </a:solidFill>
                <a:effectLst/>
                <a:uLnTx/>
                <a:uFillTx/>
                <a:latin typeface="Gill Sans MT"/>
                <a:ea typeface="+mn-ea"/>
                <a:cs typeface="Gill Sans MT"/>
              </a:rPr>
              <a:t>Click to edit Master text styles</a:t>
            </a:r>
          </a:p>
          <a:p>
            <a:pPr marL="905009" marR="0" lvl="1" indent="-304470" algn="l" defTabSz="604738" rtl="0" eaLnBrk="1" fontAlgn="auto" latinLnBrk="0" hangingPunct="1">
              <a:lnSpc>
                <a:spcPct val="100000"/>
              </a:lnSpc>
              <a:spcBef>
                <a:spcPts val="0"/>
              </a:spcBef>
              <a:spcAft>
                <a:spcPts val="1058"/>
              </a:spcAft>
              <a:buClrTx/>
              <a:buSzTx/>
              <a:buFont typeface="Arial"/>
              <a:buChar char="–"/>
              <a:tabLst/>
              <a:defRPr/>
            </a:pPr>
            <a:r>
              <a:rPr kumimoji="0" lang="en-US" sz="2116" b="0" i="0" u="none" strike="noStrike" kern="1200" cap="none" spc="0" normalizeH="0" baseline="0" noProof="0" dirty="0">
                <a:ln>
                  <a:noFill/>
                </a:ln>
                <a:solidFill>
                  <a:srgbClr val="6C6463"/>
                </a:solidFill>
                <a:effectLst/>
                <a:uLnTx/>
                <a:uFillTx/>
                <a:latin typeface="Gill Sans MT"/>
                <a:ea typeface="+mn-ea"/>
                <a:cs typeface="Gill Sans MT"/>
              </a:rPr>
              <a:t>Second level</a:t>
            </a:r>
          </a:p>
        </p:txBody>
      </p:sp>
    </p:spTree>
    <p:extLst>
      <p:ext uri="{BB962C8B-B14F-4D97-AF65-F5344CB8AC3E}">
        <p14:creationId xmlns:p14="http://schemas.microsoft.com/office/powerpoint/2010/main" val="313930472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_Red/Gray 2 Content">
    <p:bg>
      <p:bgPr>
        <a:solidFill>
          <a:srgbClr val="E7E7E5"/>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914805" y="1715549"/>
            <a:ext cx="5079595" cy="4233230"/>
          </a:xfrm>
        </p:spPr>
        <p:txBody>
          <a:bodyPr>
            <a:normAutofit/>
          </a:bodyPr>
          <a:lstStyle>
            <a:lvl1pPr>
              <a:defRPr sz="2116">
                <a:solidFill>
                  <a:srgbClr val="6C6463"/>
                </a:solidFill>
              </a:defRPr>
            </a:lvl1pPr>
            <a:lvl2pPr>
              <a:defRPr sz="2116">
                <a:solidFill>
                  <a:srgbClr val="6C6463"/>
                </a:solidFill>
              </a:defRPr>
            </a:lvl2pPr>
            <a:lvl3pPr>
              <a:defRPr sz="2116">
                <a:solidFill>
                  <a:srgbClr val="6C6463"/>
                </a:solidFill>
              </a:defRPr>
            </a:lvl3pPr>
            <a:lvl4pPr>
              <a:defRPr sz="1852">
                <a:solidFill>
                  <a:srgbClr val="6C6463"/>
                </a:solidFill>
              </a:defRPr>
            </a:lvl4pPr>
            <a:lvl5pPr>
              <a:defRPr sz="2116">
                <a:solidFill>
                  <a:srgbClr val="6C6463"/>
                </a:solidFill>
              </a:defRPr>
            </a:lvl5pPr>
            <a:lvl6pPr>
              <a:defRPr sz="2381"/>
            </a:lvl6pPr>
            <a:lvl7pPr>
              <a:defRPr sz="2381"/>
            </a:lvl7pPr>
            <a:lvl8pPr>
              <a:defRPr sz="2381"/>
            </a:lvl8pPr>
            <a:lvl9pPr>
              <a:defRPr sz="2381"/>
            </a:lvl9pPr>
          </a:lstStyle>
          <a:p>
            <a:pPr lvl="0"/>
            <a:r>
              <a:rPr lang="en-US"/>
              <a:t>Click to edit Master text styles</a:t>
            </a:r>
          </a:p>
          <a:p>
            <a:pPr lvl="1"/>
            <a:r>
              <a:rPr lang="en-US"/>
              <a:t>Second level</a:t>
            </a:r>
          </a:p>
        </p:txBody>
      </p:sp>
      <p:sp>
        <p:nvSpPr>
          <p:cNvPr id="4" name="Content Placeholder 3"/>
          <p:cNvSpPr>
            <a:spLocks noGrp="1"/>
          </p:cNvSpPr>
          <p:nvPr>
            <p:ph sz="half" idx="2"/>
          </p:nvPr>
        </p:nvSpPr>
        <p:spPr>
          <a:xfrm>
            <a:off x="6197600" y="1715549"/>
            <a:ext cx="5080405" cy="4233230"/>
          </a:xfrm>
        </p:spPr>
        <p:txBody>
          <a:bodyPr>
            <a:normAutofit/>
          </a:bodyPr>
          <a:lstStyle>
            <a:lvl1pPr>
              <a:defRPr sz="2116">
                <a:solidFill>
                  <a:srgbClr val="6C6463"/>
                </a:solidFill>
              </a:defRPr>
            </a:lvl1pPr>
            <a:lvl2pPr>
              <a:defRPr sz="2116">
                <a:solidFill>
                  <a:srgbClr val="6C6463"/>
                </a:solidFill>
              </a:defRPr>
            </a:lvl2pPr>
            <a:lvl3pPr>
              <a:defRPr sz="2116">
                <a:solidFill>
                  <a:srgbClr val="6C6463"/>
                </a:solidFill>
              </a:defRPr>
            </a:lvl3pPr>
            <a:lvl4pPr>
              <a:defRPr sz="1852">
                <a:solidFill>
                  <a:srgbClr val="6C6463"/>
                </a:solidFill>
              </a:defRPr>
            </a:lvl4pPr>
            <a:lvl5pPr>
              <a:defRPr sz="2116">
                <a:solidFill>
                  <a:srgbClr val="6C6463"/>
                </a:solidFill>
              </a:defRPr>
            </a:lvl5pPr>
            <a:lvl6pPr>
              <a:defRPr sz="2381"/>
            </a:lvl6pPr>
            <a:lvl7pPr>
              <a:defRPr sz="2381"/>
            </a:lvl7pPr>
            <a:lvl8pPr>
              <a:defRPr sz="2381"/>
            </a:lvl8pPr>
            <a:lvl9pPr>
              <a:defRPr sz="2381"/>
            </a:lvl9pPr>
          </a:lstStyle>
          <a:p>
            <a:pPr lvl="0"/>
            <a:r>
              <a:rPr lang="en-US"/>
              <a:t>Click to edit Master text styles</a:t>
            </a:r>
          </a:p>
          <a:p>
            <a:pPr lvl="1"/>
            <a:r>
              <a:rPr lang="en-US"/>
              <a:t>Second level</a:t>
            </a:r>
          </a:p>
        </p:txBody>
      </p:sp>
      <p:sp>
        <p:nvSpPr>
          <p:cNvPr id="5" name="Date Placeholder 4"/>
          <p:cNvSpPr>
            <a:spLocks noGrp="1"/>
          </p:cNvSpPr>
          <p:nvPr>
            <p:ph type="dt" sz="half" idx="10"/>
          </p:nvPr>
        </p:nvSpPr>
        <p:spPr>
          <a:xfrm>
            <a:off x="203200" y="6423933"/>
            <a:ext cx="2844800" cy="214546"/>
          </a:xfrm>
        </p:spPr>
        <p:txBody>
          <a:bodyPr/>
          <a:lstStyle>
            <a:lvl1pPr>
              <a:defRPr>
                <a:solidFill>
                  <a:srgbClr val="6C6463"/>
                </a:solidFill>
              </a:defRPr>
            </a:lvl1pPr>
          </a:lstStyle>
          <a:p>
            <a:fld id="{AB18E012-EC0C-1649-A039-CB178266D114}" type="datetime1">
              <a:rPr lang="en-US" smtClean="0"/>
              <a:t>3/12/2024</a:t>
            </a:fld>
            <a:endParaRPr lang="en-US" dirty="0"/>
          </a:p>
        </p:txBody>
      </p:sp>
      <p:sp>
        <p:nvSpPr>
          <p:cNvPr id="6" name="Footer Placeholder 5"/>
          <p:cNvSpPr>
            <a:spLocks noGrp="1"/>
          </p:cNvSpPr>
          <p:nvPr>
            <p:ph type="ftr" sz="quarter" idx="11"/>
          </p:nvPr>
        </p:nvSpPr>
        <p:spPr>
          <a:xfrm>
            <a:off x="4165600" y="6423933"/>
            <a:ext cx="3860800" cy="214546"/>
          </a:xfrm>
        </p:spPr>
        <p:txBody>
          <a:bodyPr/>
          <a:lstStyle>
            <a:lvl1pPr>
              <a:defRPr>
                <a:solidFill>
                  <a:srgbClr val="6C6463"/>
                </a:solidFill>
              </a:defRPr>
            </a:lvl1pPr>
          </a:lstStyle>
          <a:p>
            <a:r>
              <a:rPr lang="en-US" dirty="0"/>
              <a:t>FOOTER GOES HERE</a:t>
            </a:r>
          </a:p>
        </p:txBody>
      </p:sp>
      <p:sp>
        <p:nvSpPr>
          <p:cNvPr id="7" name="Slide Number Placeholder 6"/>
          <p:cNvSpPr>
            <a:spLocks noGrp="1"/>
          </p:cNvSpPr>
          <p:nvPr>
            <p:ph type="sldNum" sz="quarter" idx="12"/>
          </p:nvPr>
        </p:nvSpPr>
        <p:spPr>
          <a:xfrm>
            <a:off x="9144000" y="6423933"/>
            <a:ext cx="2844800" cy="214546"/>
          </a:xfrm>
        </p:spPr>
        <p:txBody>
          <a:bodyPr/>
          <a:lstStyle>
            <a:lvl1pPr>
              <a:defRPr>
                <a:solidFill>
                  <a:srgbClr val="6C6463"/>
                </a:solidFill>
              </a:defRPr>
            </a:lvl1pPr>
          </a:lstStyle>
          <a:p>
            <a:fld id="{42782948-4DBE-204D-AB9E-B65E067054AE}" type="slidenum">
              <a:rPr lang="en-US" smtClean="0"/>
              <a:pPr/>
              <a:t>‹#›</a:t>
            </a:fld>
            <a:endParaRPr lang="en-US" dirty="0"/>
          </a:p>
        </p:txBody>
      </p:sp>
      <p:sp>
        <p:nvSpPr>
          <p:cNvPr id="10" name="Title 1"/>
          <p:cNvSpPr>
            <a:spLocks noGrp="1"/>
          </p:cNvSpPr>
          <p:nvPr>
            <p:ph type="title" hasCustomPrompt="1"/>
          </p:nvPr>
        </p:nvSpPr>
        <p:spPr>
          <a:xfrm>
            <a:off x="914805" y="933167"/>
            <a:ext cx="10363200" cy="580800"/>
          </a:xfrm>
        </p:spPr>
        <p:txBody>
          <a:bodyPr anchor="b" anchorCtr="0">
            <a:spAutoFit/>
          </a:bodyPr>
          <a:lstStyle>
            <a:lvl1pPr>
              <a:defRPr>
                <a:solidFill>
                  <a:srgbClr val="0067B9"/>
                </a:solidFill>
              </a:defRPr>
            </a:lvl1pPr>
          </a:lstStyle>
          <a:p>
            <a:r>
              <a:rPr lang="en-US" dirty="0"/>
              <a:t>CLICK TO EDIT MASTER TITLE STYLE</a:t>
            </a:r>
          </a:p>
        </p:txBody>
      </p:sp>
    </p:spTree>
    <p:extLst>
      <p:ext uri="{BB962C8B-B14F-4D97-AF65-F5344CB8AC3E}">
        <p14:creationId xmlns:p14="http://schemas.microsoft.com/office/powerpoint/2010/main" val="136384272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2_Red/Gray 3 Content">
    <p:bg>
      <p:bgPr>
        <a:solidFill>
          <a:srgbClr val="E7E7E5"/>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914805" y="1715549"/>
            <a:ext cx="3352395" cy="4233230"/>
          </a:xfrm>
        </p:spPr>
        <p:txBody>
          <a:bodyPr>
            <a:normAutofit/>
          </a:bodyPr>
          <a:lstStyle>
            <a:lvl1pPr>
              <a:defRPr sz="2116">
                <a:solidFill>
                  <a:srgbClr val="6C6463"/>
                </a:solidFill>
              </a:defRPr>
            </a:lvl1pPr>
            <a:lvl2pPr>
              <a:defRPr sz="2116">
                <a:solidFill>
                  <a:srgbClr val="6C6463"/>
                </a:solidFill>
              </a:defRPr>
            </a:lvl2pPr>
            <a:lvl3pPr>
              <a:defRPr sz="2116">
                <a:solidFill>
                  <a:srgbClr val="6C6463"/>
                </a:solidFill>
              </a:defRPr>
            </a:lvl3pPr>
            <a:lvl4pPr>
              <a:defRPr sz="1852">
                <a:solidFill>
                  <a:srgbClr val="6C6463"/>
                </a:solidFill>
              </a:defRPr>
            </a:lvl4pPr>
            <a:lvl5pPr>
              <a:defRPr sz="2116">
                <a:solidFill>
                  <a:srgbClr val="FFFFFF"/>
                </a:solidFill>
              </a:defRPr>
            </a:lvl5pPr>
            <a:lvl6pPr>
              <a:defRPr sz="2381"/>
            </a:lvl6pPr>
            <a:lvl7pPr>
              <a:defRPr sz="2381"/>
            </a:lvl7pPr>
            <a:lvl8pPr>
              <a:defRPr sz="2381"/>
            </a:lvl8pPr>
            <a:lvl9pPr>
              <a:defRPr sz="2381"/>
            </a:lvl9pPr>
          </a:lstStyle>
          <a:p>
            <a:pPr lvl="0"/>
            <a:r>
              <a:rPr lang="en-US"/>
              <a:t>Click to edit Master text styles</a:t>
            </a:r>
          </a:p>
          <a:p>
            <a:pPr lvl="1"/>
            <a:r>
              <a:rPr lang="en-US"/>
              <a:t>Second level</a:t>
            </a:r>
          </a:p>
        </p:txBody>
      </p:sp>
      <p:sp>
        <p:nvSpPr>
          <p:cNvPr id="4" name="Content Placeholder 3"/>
          <p:cNvSpPr>
            <a:spLocks noGrp="1"/>
          </p:cNvSpPr>
          <p:nvPr>
            <p:ph sz="half" idx="2"/>
          </p:nvPr>
        </p:nvSpPr>
        <p:spPr>
          <a:xfrm>
            <a:off x="7924800" y="1715549"/>
            <a:ext cx="3353205" cy="4233230"/>
          </a:xfrm>
        </p:spPr>
        <p:txBody>
          <a:bodyPr>
            <a:normAutofit/>
          </a:bodyPr>
          <a:lstStyle>
            <a:lvl1pPr>
              <a:defRPr sz="2116">
                <a:solidFill>
                  <a:srgbClr val="6C6463"/>
                </a:solidFill>
              </a:defRPr>
            </a:lvl1pPr>
            <a:lvl2pPr>
              <a:defRPr sz="2116">
                <a:solidFill>
                  <a:srgbClr val="6C6463"/>
                </a:solidFill>
              </a:defRPr>
            </a:lvl2pPr>
            <a:lvl3pPr>
              <a:defRPr sz="2116">
                <a:solidFill>
                  <a:srgbClr val="6C6463"/>
                </a:solidFill>
              </a:defRPr>
            </a:lvl3pPr>
            <a:lvl4pPr>
              <a:defRPr sz="1852">
                <a:solidFill>
                  <a:srgbClr val="6C6463"/>
                </a:solidFill>
              </a:defRPr>
            </a:lvl4pPr>
            <a:lvl5pPr>
              <a:defRPr sz="2116">
                <a:solidFill>
                  <a:srgbClr val="FFFFFF"/>
                </a:solidFill>
              </a:defRPr>
            </a:lvl5pPr>
            <a:lvl6pPr>
              <a:defRPr sz="2381"/>
            </a:lvl6pPr>
            <a:lvl7pPr>
              <a:defRPr sz="2381"/>
            </a:lvl7pPr>
            <a:lvl8pPr>
              <a:defRPr sz="2381"/>
            </a:lvl8pPr>
            <a:lvl9pPr>
              <a:defRPr sz="2381"/>
            </a:lvl9pPr>
          </a:lstStyle>
          <a:p>
            <a:pPr lvl="0"/>
            <a:r>
              <a:rPr lang="en-US"/>
              <a:t>Click to edit Master text styles</a:t>
            </a:r>
          </a:p>
          <a:p>
            <a:pPr lvl="1"/>
            <a:r>
              <a:rPr lang="en-US"/>
              <a:t>Second level</a:t>
            </a:r>
          </a:p>
        </p:txBody>
      </p:sp>
      <p:sp>
        <p:nvSpPr>
          <p:cNvPr id="5" name="Date Placeholder 4"/>
          <p:cNvSpPr>
            <a:spLocks noGrp="1"/>
          </p:cNvSpPr>
          <p:nvPr>
            <p:ph type="dt" sz="half" idx="10"/>
          </p:nvPr>
        </p:nvSpPr>
        <p:spPr>
          <a:xfrm>
            <a:off x="203200" y="6423933"/>
            <a:ext cx="2844800" cy="214546"/>
          </a:xfrm>
        </p:spPr>
        <p:txBody>
          <a:bodyPr/>
          <a:lstStyle>
            <a:lvl1pPr>
              <a:defRPr>
                <a:solidFill>
                  <a:srgbClr val="6C6463"/>
                </a:solidFill>
              </a:defRPr>
            </a:lvl1pPr>
          </a:lstStyle>
          <a:p>
            <a:fld id="{39C62A9A-2216-F44B-AFF9-136AA601C377}" type="datetime1">
              <a:rPr lang="en-US" smtClean="0"/>
              <a:t>3/12/2024</a:t>
            </a:fld>
            <a:endParaRPr lang="en-US" dirty="0"/>
          </a:p>
        </p:txBody>
      </p:sp>
      <p:sp>
        <p:nvSpPr>
          <p:cNvPr id="6" name="Footer Placeholder 5"/>
          <p:cNvSpPr>
            <a:spLocks noGrp="1"/>
          </p:cNvSpPr>
          <p:nvPr>
            <p:ph type="ftr" sz="quarter" idx="11"/>
          </p:nvPr>
        </p:nvSpPr>
        <p:spPr>
          <a:xfrm>
            <a:off x="4165600" y="6423933"/>
            <a:ext cx="3860800" cy="214546"/>
          </a:xfrm>
        </p:spPr>
        <p:txBody>
          <a:bodyPr/>
          <a:lstStyle>
            <a:lvl1pPr>
              <a:defRPr>
                <a:solidFill>
                  <a:srgbClr val="6C6463"/>
                </a:solidFill>
              </a:defRPr>
            </a:lvl1pPr>
          </a:lstStyle>
          <a:p>
            <a:r>
              <a:rPr lang="en-US" dirty="0"/>
              <a:t>FOOTER GOES HERE</a:t>
            </a:r>
          </a:p>
        </p:txBody>
      </p:sp>
      <p:sp>
        <p:nvSpPr>
          <p:cNvPr id="7" name="Slide Number Placeholder 6"/>
          <p:cNvSpPr>
            <a:spLocks noGrp="1"/>
          </p:cNvSpPr>
          <p:nvPr>
            <p:ph type="sldNum" sz="quarter" idx="12"/>
          </p:nvPr>
        </p:nvSpPr>
        <p:spPr>
          <a:xfrm>
            <a:off x="9144000" y="6423933"/>
            <a:ext cx="2844800" cy="214546"/>
          </a:xfrm>
        </p:spPr>
        <p:txBody>
          <a:bodyPr/>
          <a:lstStyle>
            <a:lvl1pPr>
              <a:defRPr>
                <a:solidFill>
                  <a:srgbClr val="6C6463"/>
                </a:solidFill>
              </a:defRPr>
            </a:lvl1pPr>
          </a:lstStyle>
          <a:p>
            <a:fld id="{42782948-4DBE-204D-AB9E-B65E067054AE}" type="slidenum">
              <a:rPr lang="en-US" smtClean="0"/>
              <a:pPr/>
              <a:t>‹#›</a:t>
            </a:fld>
            <a:endParaRPr lang="en-US" dirty="0"/>
          </a:p>
        </p:txBody>
      </p:sp>
      <p:sp>
        <p:nvSpPr>
          <p:cNvPr id="10" name="Content Placeholder 3"/>
          <p:cNvSpPr>
            <a:spLocks noGrp="1"/>
          </p:cNvSpPr>
          <p:nvPr>
            <p:ph sz="half" idx="13"/>
          </p:nvPr>
        </p:nvSpPr>
        <p:spPr>
          <a:xfrm>
            <a:off x="4419398" y="1715549"/>
            <a:ext cx="3353205" cy="4233230"/>
          </a:xfrm>
        </p:spPr>
        <p:txBody>
          <a:bodyPr>
            <a:normAutofit/>
          </a:bodyPr>
          <a:lstStyle>
            <a:lvl1pPr>
              <a:defRPr sz="2116">
                <a:solidFill>
                  <a:srgbClr val="6C6463"/>
                </a:solidFill>
              </a:defRPr>
            </a:lvl1pPr>
            <a:lvl2pPr>
              <a:defRPr sz="2116">
                <a:solidFill>
                  <a:srgbClr val="6C6463"/>
                </a:solidFill>
              </a:defRPr>
            </a:lvl2pPr>
            <a:lvl3pPr>
              <a:defRPr sz="2116">
                <a:solidFill>
                  <a:srgbClr val="6C6463"/>
                </a:solidFill>
              </a:defRPr>
            </a:lvl3pPr>
            <a:lvl4pPr>
              <a:defRPr sz="1852">
                <a:solidFill>
                  <a:srgbClr val="6C6463"/>
                </a:solidFill>
              </a:defRPr>
            </a:lvl4pPr>
            <a:lvl5pPr>
              <a:defRPr sz="2116">
                <a:solidFill>
                  <a:srgbClr val="FFFFFF"/>
                </a:solidFill>
              </a:defRPr>
            </a:lvl5pPr>
            <a:lvl6pPr>
              <a:defRPr sz="2381"/>
            </a:lvl6pPr>
            <a:lvl7pPr>
              <a:defRPr sz="2381"/>
            </a:lvl7pPr>
            <a:lvl8pPr>
              <a:defRPr sz="2381"/>
            </a:lvl8pPr>
            <a:lvl9pPr>
              <a:defRPr sz="2381"/>
            </a:lvl9pPr>
          </a:lstStyle>
          <a:p>
            <a:pPr lvl="0"/>
            <a:r>
              <a:rPr lang="en-US"/>
              <a:t>Click to edit Master text styles</a:t>
            </a:r>
          </a:p>
          <a:p>
            <a:pPr lvl="1"/>
            <a:r>
              <a:rPr lang="en-US"/>
              <a:t>Second level</a:t>
            </a:r>
          </a:p>
        </p:txBody>
      </p:sp>
      <p:sp>
        <p:nvSpPr>
          <p:cNvPr id="11" name="Title 1"/>
          <p:cNvSpPr>
            <a:spLocks noGrp="1"/>
          </p:cNvSpPr>
          <p:nvPr>
            <p:ph type="title" hasCustomPrompt="1"/>
          </p:nvPr>
        </p:nvSpPr>
        <p:spPr>
          <a:xfrm>
            <a:off x="914805" y="933167"/>
            <a:ext cx="10363200" cy="580800"/>
          </a:xfrm>
        </p:spPr>
        <p:txBody>
          <a:bodyPr anchor="b" anchorCtr="0">
            <a:spAutoFit/>
          </a:bodyPr>
          <a:lstStyle>
            <a:lvl1pPr>
              <a:defRPr>
                <a:solidFill>
                  <a:srgbClr val="0067B9"/>
                </a:solidFill>
              </a:defRPr>
            </a:lvl1pPr>
          </a:lstStyle>
          <a:p>
            <a:r>
              <a:rPr lang="en-US" dirty="0"/>
              <a:t>CLICK TO EDIT MASTER TITLE STYLE</a:t>
            </a:r>
          </a:p>
        </p:txBody>
      </p:sp>
    </p:spTree>
    <p:extLst>
      <p:ext uri="{BB962C8B-B14F-4D97-AF65-F5344CB8AC3E}">
        <p14:creationId xmlns:p14="http://schemas.microsoft.com/office/powerpoint/2010/main" val="145745411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Red/Gray 1 Content + Bottom Photo">
    <p:bg>
      <p:bgPr>
        <a:solidFill>
          <a:srgbClr val="E7E7E5"/>
        </a:solidFill>
        <a:effectLst/>
      </p:bgPr>
    </p:bg>
    <p:spTree>
      <p:nvGrpSpPr>
        <p:cNvPr id="1" name=""/>
        <p:cNvGrpSpPr/>
        <p:nvPr/>
      </p:nvGrpSpPr>
      <p:grpSpPr>
        <a:xfrm>
          <a:off x="0" y="0"/>
          <a:ext cx="0" cy="0"/>
          <a:chOff x="0" y="0"/>
          <a:chExt cx="0" cy="0"/>
        </a:xfrm>
      </p:grpSpPr>
      <p:sp>
        <p:nvSpPr>
          <p:cNvPr id="12" name="Picture Placeholder 3"/>
          <p:cNvSpPr>
            <a:spLocks noGrp="1"/>
          </p:cNvSpPr>
          <p:nvPr>
            <p:ph type="pic" sz="quarter" idx="10" hasCustomPrompt="1"/>
          </p:nvPr>
        </p:nvSpPr>
        <p:spPr>
          <a:xfrm>
            <a:off x="203200" y="3428999"/>
            <a:ext cx="11785600" cy="3228220"/>
          </a:xfrm>
          <a:solidFill>
            <a:schemeClr val="bg1"/>
          </a:solidFill>
        </p:spPr>
        <p:txBody>
          <a:bodyPr>
            <a:normAutofit/>
          </a:bodyPr>
          <a:lstStyle>
            <a:lvl1pPr marL="0" marR="0" indent="0" algn="l" defTabSz="604738" rtl="0" eaLnBrk="1" fontAlgn="auto" latinLnBrk="0" hangingPunct="1">
              <a:lnSpc>
                <a:spcPct val="100000"/>
              </a:lnSpc>
              <a:spcBef>
                <a:spcPct val="20000"/>
              </a:spcBef>
              <a:spcAft>
                <a:spcPts val="0"/>
              </a:spcAft>
              <a:buClrTx/>
              <a:buSzTx/>
              <a:buFont typeface="Arial"/>
              <a:buNone/>
              <a:tabLst/>
              <a:defRPr sz="1587">
                <a:solidFill>
                  <a:srgbClr val="6C6463"/>
                </a:solidFill>
              </a:defRPr>
            </a:lvl1pPr>
          </a:lstStyle>
          <a:p>
            <a:r>
              <a:rPr lang="en-US" dirty="0"/>
              <a:t>ADD PHOTO HERE</a:t>
            </a:r>
          </a:p>
        </p:txBody>
      </p:sp>
      <p:sp>
        <p:nvSpPr>
          <p:cNvPr id="3" name="Content Placeholder 2"/>
          <p:cNvSpPr>
            <a:spLocks noGrp="1"/>
          </p:cNvSpPr>
          <p:nvPr>
            <p:ph idx="1"/>
          </p:nvPr>
        </p:nvSpPr>
        <p:spPr>
          <a:xfrm>
            <a:off x="914400" y="1715549"/>
            <a:ext cx="10363200" cy="1511868"/>
          </a:xfrm>
        </p:spPr>
        <p:txBody>
          <a:bodyPr/>
          <a:lstStyle>
            <a:lvl1pPr>
              <a:defRPr>
                <a:solidFill>
                  <a:srgbClr val="6C6463"/>
                </a:solidFill>
              </a:defRPr>
            </a:lvl1pPr>
            <a:lvl2pPr>
              <a:defRPr>
                <a:solidFill>
                  <a:srgbClr val="6C6463"/>
                </a:solidFill>
              </a:defRPr>
            </a:lvl2pPr>
            <a:lvl3pPr>
              <a:defRPr>
                <a:solidFill>
                  <a:srgbClr val="6C6463"/>
                </a:solidFill>
              </a:defRPr>
            </a:lvl3pPr>
            <a:lvl4pPr>
              <a:defRPr>
                <a:solidFill>
                  <a:srgbClr val="6C6463"/>
                </a:solidFill>
              </a:defRPr>
            </a:lvl4pPr>
            <a:lvl5pPr>
              <a:defRPr>
                <a:solidFill>
                  <a:srgbClr val="FFFFFF"/>
                </a:solidFill>
              </a:defRPr>
            </a:lvl5pPr>
          </a:lstStyle>
          <a:p>
            <a:pPr lvl="0"/>
            <a:r>
              <a:rPr lang="en-US"/>
              <a:t>Click to edit Master text styles</a:t>
            </a:r>
          </a:p>
          <a:p>
            <a:pPr lvl="1"/>
            <a:r>
              <a:rPr lang="en-US"/>
              <a:t>Second level</a:t>
            </a:r>
          </a:p>
        </p:txBody>
      </p:sp>
      <p:sp>
        <p:nvSpPr>
          <p:cNvPr id="9" name="Date Placeholder 3"/>
          <p:cNvSpPr>
            <a:spLocks noGrp="1"/>
          </p:cNvSpPr>
          <p:nvPr>
            <p:ph type="dt" sz="half" idx="2"/>
          </p:nvPr>
        </p:nvSpPr>
        <p:spPr>
          <a:xfrm>
            <a:off x="203200" y="6423933"/>
            <a:ext cx="2844800" cy="214546"/>
          </a:xfrm>
          <a:prstGeom prst="rect">
            <a:avLst/>
          </a:prstGeom>
        </p:spPr>
        <p:txBody>
          <a:bodyPr vert="horz" lIns="91440" tIns="45720" rIns="91440" bIns="45720" rtlCol="0" anchor="ctr">
            <a:spAutoFit/>
          </a:bodyPr>
          <a:lstStyle>
            <a:lvl1pPr algn="l">
              <a:defRPr sz="794" b="0" i="0">
                <a:solidFill>
                  <a:srgbClr val="FFFFFF"/>
                </a:solidFill>
                <a:latin typeface="Gill Sans MT"/>
                <a:cs typeface="Gill Sans MT"/>
              </a:defRPr>
            </a:lvl1pPr>
          </a:lstStyle>
          <a:p>
            <a:fld id="{193355D5-F1DA-0F48-9E7E-0A3FEBF9FF84}" type="datetime1">
              <a:rPr lang="en-US" smtClean="0"/>
              <a:pPr/>
              <a:t>3/12/2024</a:t>
            </a:fld>
            <a:endParaRPr lang="en-US" dirty="0"/>
          </a:p>
        </p:txBody>
      </p:sp>
      <p:sp>
        <p:nvSpPr>
          <p:cNvPr id="10" name="Footer Placeholder 4"/>
          <p:cNvSpPr>
            <a:spLocks noGrp="1"/>
          </p:cNvSpPr>
          <p:nvPr>
            <p:ph type="ftr" sz="quarter" idx="3"/>
          </p:nvPr>
        </p:nvSpPr>
        <p:spPr>
          <a:xfrm>
            <a:off x="4165600" y="6423933"/>
            <a:ext cx="3860800" cy="214546"/>
          </a:xfrm>
          <a:prstGeom prst="rect">
            <a:avLst/>
          </a:prstGeom>
        </p:spPr>
        <p:txBody>
          <a:bodyPr vert="horz" lIns="91440" tIns="45720" rIns="91440" bIns="45720" rtlCol="0" anchor="ctr">
            <a:spAutoFit/>
          </a:bodyPr>
          <a:lstStyle>
            <a:lvl1pPr algn="ctr">
              <a:defRPr sz="794" b="0" i="0">
                <a:solidFill>
                  <a:srgbClr val="FFFFFF"/>
                </a:solidFill>
                <a:latin typeface="Gill Sans MT"/>
                <a:cs typeface="Gill Sans MT"/>
              </a:defRPr>
            </a:lvl1pPr>
          </a:lstStyle>
          <a:p>
            <a:r>
              <a:rPr lang="en-US" dirty="0"/>
              <a:t>FOOTER GOES HERE</a:t>
            </a:r>
          </a:p>
        </p:txBody>
      </p:sp>
      <p:sp>
        <p:nvSpPr>
          <p:cNvPr id="11" name="Slide Number Placeholder 5"/>
          <p:cNvSpPr>
            <a:spLocks noGrp="1"/>
          </p:cNvSpPr>
          <p:nvPr>
            <p:ph type="sldNum" sz="quarter" idx="4"/>
          </p:nvPr>
        </p:nvSpPr>
        <p:spPr>
          <a:xfrm>
            <a:off x="9144000" y="6423933"/>
            <a:ext cx="2844800" cy="214546"/>
          </a:xfrm>
          <a:prstGeom prst="rect">
            <a:avLst/>
          </a:prstGeom>
        </p:spPr>
        <p:txBody>
          <a:bodyPr vert="horz" lIns="91440" tIns="45720" rIns="91440" bIns="45720" rtlCol="0" anchor="ctr">
            <a:spAutoFit/>
          </a:bodyPr>
          <a:lstStyle>
            <a:lvl1pPr algn="r">
              <a:defRPr sz="794" b="0" i="0">
                <a:solidFill>
                  <a:srgbClr val="FFFFFF"/>
                </a:solidFill>
                <a:latin typeface="Gill Sans MT"/>
                <a:cs typeface="Gill Sans MT"/>
              </a:defRPr>
            </a:lvl1pPr>
          </a:lstStyle>
          <a:p>
            <a:fld id="{42782948-4DBE-204D-AB9E-B65E067054AE}" type="slidenum">
              <a:rPr lang="en-US" smtClean="0"/>
              <a:pPr/>
              <a:t>‹#›</a:t>
            </a:fld>
            <a:endParaRPr lang="en-US" dirty="0"/>
          </a:p>
        </p:txBody>
      </p:sp>
      <p:sp>
        <p:nvSpPr>
          <p:cNvPr id="14" name="Text Placeholder 4"/>
          <p:cNvSpPr>
            <a:spLocks noGrp="1"/>
          </p:cNvSpPr>
          <p:nvPr>
            <p:ph type="body" sz="quarter" idx="12" hasCustomPrompt="1"/>
          </p:nvPr>
        </p:nvSpPr>
        <p:spPr>
          <a:xfrm rot="16200000">
            <a:off x="10494091" y="4693325"/>
            <a:ext cx="2743200" cy="214546"/>
          </a:xfrm>
        </p:spPr>
        <p:txBody>
          <a:bodyPr>
            <a:spAutoFit/>
          </a:bodyPr>
          <a:lstStyle>
            <a:lvl1pPr marL="0" indent="0" algn="r">
              <a:buNone/>
              <a:defRPr sz="794" baseline="0">
                <a:solidFill>
                  <a:srgbClr val="FFFFFF"/>
                </a:solidFill>
              </a:defRPr>
            </a:lvl1pPr>
            <a:lvl2pPr marL="304468" indent="0">
              <a:buNone/>
              <a:defRPr sz="2381">
                <a:solidFill>
                  <a:schemeClr val="bg1"/>
                </a:solidFill>
              </a:defRPr>
            </a:lvl2pPr>
            <a:lvl3pPr marL="608938" indent="0">
              <a:buNone/>
              <a:defRPr sz="2116">
                <a:solidFill>
                  <a:schemeClr val="bg1"/>
                </a:solidFill>
              </a:defRPr>
            </a:lvl3pPr>
            <a:lvl4pPr marL="905007" indent="0">
              <a:buNone/>
              <a:defRPr sz="1852">
                <a:solidFill>
                  <a:schemeClr val="bg1"/>
                </a:solidFill>
              </a:defRPr>
            </a:lvl4pPr>
            <a:lvl5pPr marL="1356462" indent="0">
              <a:buNone/>
              <a:defRPr sz="1587">
                <a:solidFill>
                  <a:schemeClr val="bg1"/>
                </a:solidFill>
              </a:defRPr>
            </a:lvl5pPr>
          </a:lstStyle>
          <a:p>
            <a:pPr lvl="0"/>
            <a:r>
              <a:rPr lang="en-US" dirty="0"/>
              <a:t>ADD PHOTO CREDIT HERE</a:t>
            </a:r>
          </a:p>
        </p:txBody>
      </p:sp>
      <p:sp>
        <p:nvSpPr>
          <p:cNvPr id="17" name="Title 1"/>
          <p:cNvSpPr>
            <a:spLocks noGrp="1"/>
          </p:cNvSpPr>
          <p:nvPr>
            <p:ph type="title" hasCustomPrompt="1"/>
          </p:nvPr>
        </p:nvSpPr>
        <p:spPr>
          <a:xfrm>
            <a:off x="914805" y="933167"/>
            <a:ext cx="10363200" cy="580800"/>
          </a:xfrm>
        </p:spPr>
        <p:txBody>
          <a:bodyPr anchor="b" anchorCtr="0">
            <a:spAutoFit/>
          </a:bodyPr>
          <a:lstStyle>
            <a:lvl1pPr>
              <a:defRPr>
                <a:solidFill>
                  <a:srgbClr val="0067B9"/>
                </a:solidFill>
              </a:defRPr>
            </a:lvl1pPr>
          </a:lstStyle>
          <a:p>
            <a:r>
              <a:rPr lang="en-US" dirty="0"/>
              <a:t>CLICK TO EDIT MASTER TITLE STYLE</a:t>
            </a:r>
          </a:p>
        </p:txBody>
      </p:sp>
    </p:spTree>
    <p:extLst>
      <p:ext uri="{BB962C8B-B14F-4D97-AF65-F5344CB8AC3E}">
        <p14:creationId xmlns:p14="http://schemas.microsoft.com/office/powerpoint/2010/main" val="332915296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_Red/Gray 1 Content + Right Photo">
    <p:bg>
      <p:bgPr>
        <a:solidFill>
          <a:srgbClr val="E7E7E5"/>
        </a:solidFill>
        <a:effectLst/>
      </p:bgPr>
    </p:bg>
    <p:spTree>
      <p:nvGrpSpPr>
        <p:cNvPr id="1" name=""/>
        <p:cNvGrpSpPr/>
        <p:nvPr/>
      </p:nvGrpSpPr>
      <p:grpSpPr>
        <a:xfrm>
          <a:off x="0" y="0"/>
          <a:ext cx="0" cy="0"/>
          <a:chOff x="0" y="0"/>
          <a:chExt cx="0" cy="0"/>
        </a:xfrm>
      </p:grpSpPr>
      <p:sp>
        <p:nvSpPr>
          <p:cNvPr id="10" name="Picture Placeholder 3"/>
          <p:cNvSpPr>
            <a:spLocks noGrp="1"/>
          </p:cNvSpPr>
          <p:nvPr>
            <p:ph type="pic" sz="quarter" idx="10" hasCustomPrompt="1"/>
          </p:nvPr>
        </p:nvSpPr>
        <p:spPr>
          <a:xfrm>
            <a:off x="6096000" y="203683"/>
            <a:ext cx="5892800" cy="6450636"/>
          </a:xfrm>
          <a:solidFill>
            <a:srgbClr val="FFFFFF"/>
          </a:solidFill>
        </p:spPr>
        <p:txBody>
          <a:bodyPr>
            <a:normAutofit/>
          </a:bodyPr>
          <a:lstStyle>
            <a:lvl1pPr marL="0" marR="0" indent="0" algn="l" defTabSz="604738" rtl="0" eaLnBrk="1" fontAlgn="auto" latinLnBrk="0" hangingPunct="1">
              <a:lnSpc>
                <a:spcPct val="100000"/>
              </a:lnSpc>
              <a:spcBef>
                <a:spcPct val="20000"/>
              </a:spcBef>
              <a:spcAft>
                <a:spcPts val="0"/>
              </a:spcAft>
              <a:buClrTx/>
              <a:buSzTx/>
              <a:buFont typeface="Arial"/>
              <a:buNone/>
              <a:tabLst/>
              <a:defRPr sz="1587">
                <a:solidFill>
                  <a:srgbClr val="6C6463"/>
                </a:solidFill>
              </a:defRPr>
            </a:lvl1pPr>
          </a:lstStyle>
          <a:p>
            <a:r>
              <a:rPr lang="en-US" dirty="0"/>
              <a:t>ADD PHOTO HERE</a:t>
            </a:r>
          </a:p>
        </p:txBody>
      </p:sp>
      <p:sp>
        <p:nvSpPr>
          <p:cNvPr id="9" name="Date Placeholder 3"/>
          <p:cNvSpPr>
            <a:spLocks noGrp="1"/>
          </p:cNvSpPr>
          <p:nvPr>
            <p:ph type="dt" sz="half" idx="2"/>
          </p:nvPr>
        </p:nvSpPr>
        <p:spPr>
          <a:xfrm>
            <a:off x="203200" y="6423933"/>
            <a:ext cx="2844800" cy="214546"/>
          </a:xfrm>
          <a:prstGeom prst="rect">
            <a:avLst/>
          </a:prstGeom>
        </p:spPr>
        <p:txBody>
          <a:bodyPr vert="horz" lIns="91440" tIns="45720" rIns="91440" bIns="45720" rtlCol="0" anchor="ctr">
            <a:spAutoFit/>
          </a:bodyPr>
          <a:lstStyle>
            <a:lvl1pPr algn="l">
              <a:defRPr sz="794" b="0" i="0">
                <a:solidFill>
                  <a:srgbClr val="6C6463"/>
                </a:solidFill>
                <a:latin typeface="Gill Sans MT"/>
                <a:cs typeface="Gill Sans MT"/>
              </a:defRPr>
            </a:lvl1pPr>
          </a:lstStyle>
          <a:p>
            <a:fld id="{60FEB5C5-97E6-6B45-BBE4-F2449473BB96}" type="datetime1">
              <a:rPr lang="en-US" smtClean="0"/>
              <a:pPr/>
              <a:t>3/12/2024</a:t>
            </a:fld>
            <a:endParaRPr lang="en-US" dirty="0"/>
          </a:p>
        </p:txBody>
      </p:sp>
      <p:sp>
        <p:nvSpPr>
          <p:cNvPr id="11" name="Slide Number Placeholder 5"/>
          <p:cNvSpPr>
            <a:spLocks noGrp="1"/>
          </p:cNvSpPr>
          <p:nvPr>
            <p:ph type="sldNum" sz="quarter" idx="4"/>
          </p:nvPr>
        </p:nvSpPr>
        <p:spPr>
          <a:xfrm>
            <a:off x="9144000" y="6423933"/>
            <a:ext cx="2844800" cy="214546"/>
          </a:xfrm>
          <a:prstGeom prst="rect">
            <a:avLst/>
          </a:prstGeom>
        </p:spPr>
        <p:txBody>
          <a:bodyPr vert="horz" lIns="91440" tIns="45720" rIns="91440" bIns="45720" rtlCol="0" anchor="ctr">
            <a:spAutoFit/>
          </a:bodyPr>
          <a:lstStyle>
            <a:lvl1pPr algn="r">
              <a:defRPr sz="794" b="0" i="0">
                <a:solidFill>
                  <a:srgbClr val="FFFFFF"/>
                </a:solidFill>
                <a:latin typeface="Gill Sans MT"/>
                <a:cs typeface="Gill Sans MT"/>
              </a:defRPr>
            </a:lvl1pPr>
          </a:lstStyle>
          <a:p>
            <a:fld id="{42782948-4DBE-204D-AB9E-B65E067054AE}" type="slidenum">
              <a:rPr lang="en-US" smtClean="0"/>
              <a:pPr/>
              <a:t>‹#›</a:t>
            </a:fld>
            <a:endParaRPr lang="en-US" dirty="0"/>
          </a:p>
        </p:txBody>
      </p:sp>
      <p:sp>
        <p:nvSpPr>
          <p:cNvPr id="14" name="Content Placeholder 2"/>
          <p:cNvSpPr>
            <a:spLocks noGrp="1"/>
          </p:cNvSpPr>
          <p:nvPr>
            <p:ph idx="1"/>
          </p:nvPr>
        </p:nvSpPr>
        <p:spPr>
          <a:xfrm>
            <a:off x="914400" y="2219505"/>
            <a:ext cx="4876800" cy="3729274"/>
          </a:xfrm>
        </p:spPr>
        <p:txBody>
          <a:bodyPr>
            <a:normAutofit/>
          </a:bodyPr>
          <a:lstStyle>
            <a:lvl1pPr>
              <a:defRPr sz="2116">
                <a:solidFill>
                  <a:srgbClr val="6C6463"/>
                </a:solidFill>
              </a:defRPr>
            </a:lvl1pPr>
            <a:lvl2pPr>
              <a:defRPr sz="2116">
                <a:solidFill>
                  <a:srgbClr val="6C6463"/>
                </a:solidFill>
              </a:defRPr>
            </a:lvl2pPr>
            <a:lvl3pPr>
              <a:defRPr sz="2116">
                <a:solidFill>
                  <a:srgbClr val="6C6463"/>
                </a:solidFill>
              </a:defRPr>
            </a:lvl3pPr>
            <a:lvl4pPr>
              <a:defRPr sz="1852">
                <a:solidFill>
                  <a:srgbClr val="6C6463"/>
                </a:solidFill>
              </a:defRPr>
            </a:lvl4pPr>
            <a:lvl5pPr>
              <a:defRPr>
                <a:solidFill>
                  <a:srgbClr val="FFFFFF"/>
                </a:solidFill>
              </a:defRPr>
            </a:lvl5pPr>
          </a:lstStyle>
          <a:p>
            <a:pPr lvl="0"/>
            <a:r>
              <a:rPr lang="en-US"/>
              <a:t>Click to edit Master text styles</a:t>
            </a:r>
          </a:p>
          <a:p>
            <a:pPr lvl="1"/>
            <a:r>
              <a:rPr lang="en-US"/>
              <a:t>Second level</a:t>
            </a:r>
          </a:p>
        </p:txBody>
      </p:sp>
      <p:sp>
        <p:nvSpPr>
          <p:cNvPr id="13" name="Text Placeholder 4"/>
          <p:cNvSpPr>
            <a:spLocks noGrp="1"/>
          </p:cNvSpPr>
          <p:nvPr>
            <p:ph type="body" sz="quarter" idx="12" hasCustomPrompt="1"/>
          </p:nvPr>
        </p:nvSpPr>
        <p:spPr>
          <a:xfrm rot="16200000">
            <a:off x="10494089" y="1468008"/>
            <a:ext cx="2743200" cy="214546"/>
          </a:xfrm>
        </p:spPr>
        <p:txBody>
          <a:bodyPr>
            <a:spAutoFit/>
          </a:bodyPr>
          <a:lstStyle>
            <a:lvl1pPr marL="0" indent="0" algn="r">
              <a:buNone/>
              <a:defRPr sz="794" baseline="0">
                <a:solidFill>
                  <a:srgbClr val="FFFFFF"/>
                </a:solidFill>
              </a:defRPr>
            </a:lvl1pPr>
            <a:lvl2pPr marL="304468" indent="0">
              <a:buNone/>
              <a:defRPr sz="2381">
                <a:solidFill>
                  <a:schemeClr val="bg1"/>
                </a:solidFill>
              </a:defRPr>
            </a:lvl2pPr>
            <a:lvl3pPr marL="608938" indent="0">
              <a:buNone/>
              <a:defRPr sz="2116">
                <a:solidFill>
                  <a:schemeClr val="bg1"/>
                </a:solidFill>
              </a:defRPr>
            </a:lvl3pPr>
            <a:lvl4pPr marL="905007" indent="0">
              <a:buNone/>
              <a:defRPr sz="1852">
                <a:solidFill>
                  <a:schemeClr val="bg1"/>
                </a:solidFill>
              </a:defRPr>
            </a:lvl4pPr>
            <a:lvl5pPr marL="1356462" indent="0">
              <a:buNone/>
              <a:defRPr sz="1587">
                <a:solidFill>
                  <a:schemeClr val="bg1"/>
                </a:solidFill>
              </a:defRPr>
            </a:lvl5pPr>
          </a:lstStyle>
          <a:p>
            <a:pPr lvl="0"/>
            <a:r>
              <a:rPr lang="en-US" dirty="0"/>
              <a:t>ADD PHOTO CREDIT HERE</a:t>
            </a:r>
          </a:p>
        </p:txBody>
      </p:sp>
      <p:sp>
        <p:nvSpPr>
          <p:cNvPr id="8" name="Title 1"/>
          <p:cNvSpPr>
            <a:spLocks noGrp="1"/>
          </p:cNvSpPr>
          <p:nvPr>
            <p:ph type="title" hasCustomPrompt="1"/>
          </p:nvPr>
        </p:nvSpPr>
        <p:spPr>
          <a:xfrm>
            <a:off x="914400" y="897750"/>
            <a:ext cx="4876800" cy="1099175"/>
          </a:xfrm>
        </p:spPr>
        <p:txBody>
          <a:bodyPr wrap="square" anchor="b" anchorCtr="0">
            <a:spAutoFit/>
          </a:bodyPr>
          <a:lstStyle>
            <a:lvl1pPr>
              <a:defRPr>
                <a:solidFill>
                  <a:srgbClr val="0067B9"/>
                </a:solidFill>
              </a:defRPr>
            </a:lvl1pPr>
          </a:lstStyle>
          <a:p>
            <a:r>
              <a:rPr lang="en-US" dirty="0"/>
              <a:t>CLICK TO EDIT MASTER TITLE STYLE</a:t>
            </a:r>
          </a:p>
        </p:txBody>
      </p:sp>
    </p:spTree>
    <p:extLst>
      <p:ext uri="{BB962C8B-B14F-4D97-AF65-F5344CB8AC3E}">
        <p14:creationId xmlns:p14="http://schemas.microsoft.com/office/powerpoint/2010/main" val="202106995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_Red/Gray Title Only">
    <p:bg>
      <p:bgPr>
        <a:solidFill>
          <a:srgbClr val="E7E7E5"/>
        </a:solidFill>
        <a:effectLst/>
      </p:bgPr>
    </p:bg>
    <p:spTree>
      <p:nvGrpSpPr>
        <p:cNvPr id="1" name=""/>
        <p:cNvGrpSpPr/>
        <p:nvPr/>
      </p:nvGrpSpPr>
      <p:grpSpPr>
        <a:xfrm>
          <a:off x="0" y="0"/>
          <a:ext cx="0" cy="0"/>
          <a:chOff x="0" y="0"/>
          <a:chExt cx="0" cy="0"/>
        </a:xfrm>
      </p:grpSpPr>
      <p:sp>
        <p:nvSpPr>
          <p:cNvPr id="10" name="Picture Placeholder 3"/>
          <p:cNvSpPr>
            <a:spLocks noGrp="1"/>
          </p:cNvSpPr>
          <p:nvPr>
            <p:ph type="pic" sz="quarter" idx="10" hasCustomPrompt="1"/>
          </p:nvPr>
        </p:nvSpPr>
        <p:spPr>
          <a:xfrm>
            <a:off x="203200" y="203682"/>
            <a:ext cx="5892800" cy="6450634"/>
          </a:xfrm>
          <a:solidFill>
            <a:schemeClr val="bg1"/>
          </a:solidFill>
        </p:spPr>
        <p:txBody>
          <a:bodyPr>
            <a:normAutofit/>
          </a:bodyPr>
          <a:lstStyle>
            <a:lvl1pPr marL="0" marR="0" indent="0" algn="l" defTabSz="604738" rtl="0" eaLnBrk="1" fontAlgn="auto" latinLnBrk="0" hangingPunct="1">
              <a:lnSpc>
                <a:spcPct val="100000"/>
              </a:lnSpc>
              <a:spcBef>
                <a:spcPct val="20000"/>
              </a:spcBef>
              <a:spcAft>
                <a:spcPts val="0"/>
              </a:spcAft>
              <a:buClrTx/>
              <a:buSzTx/>
              <a:buFont typeface="Arial"/>
              <a:buNone/>
              <a:tabLst/>
              <a:defRPr sz="1587">
                <a:solidFill>
                  <a:srgbClr val="6C6463"/>
                </a:solidFill>
              </a:defRPr>
            </a:lvl1pPr>
          </a:lstStyle>
          <a:p>
            <a:r>
              <a:rPr lang="en-US" dirty="0"/>
              <a:t>ADD PHOTO HERE</a:t>
            </a:r>
          </a:p>
        </p:txBody>
      </p:sp>
      <p:sp>
        <p:nvSpPr>
          <p:cNvPr id="9" name="Date Placeholder 3"/>
          <p:cNvSpPr>
            <a:spLocks noGrp="1"/>
          </p:cNvSpPr>
          <p:nvPr>
            <p:ph type="dt" sz="half" idx="2"/>
          </p:nvPr>
        </p:nvSpPr>
        <p:spPr>
          <a:xfrm>
            <a:off x="203200" y="6423933"/>
            <a:ext cx="2844800" cy="214546"/>
          </a:xfrm>
          <a:prstGeom prst="rect">
            <a:avLst/>
          </a:prstGeom>
        </p:spPr>
        <p:txBody>
          <a:bodyPr vert="horz" lIns="91440" tIns="45720" rIns="91440" bIns="45720" rtlCol="0" anchor="ctr">
            <a:spAutoFit/>
          </a:bodyPr>
          <a:lstStyle>
            <a:lvl1pPr algn="l">
              <a:defRPr sz="794" b="0" i="0">
                <a:solidFill>
                  <a:schemeClr val="bg1"/>
                </a:solidFill>
                <a:latin typeface="Gill Sans MT"/>
                <a:cs typeface="Gill Sans MT"/>
              </a:defRPr>
            </a:lvl1pPr>
          </a:lstStyle>
          <a:p>
            <a:fld id="{60FEB5C5-97E6-6B45-BBE4-F2449473BB96}" type="datetime1">
              <a:rPr lang="en-US" smtClean="0"/>
              <a:pPr/>
              <a:t>3/12/2024</a:t>
            </a:fld>
            <a:endParaRPr lang="en-US" dirty="0"/>
          </a:p>
        </p:txBody>
      </p:sp>
      <p:sp>
        <p:nvSpPr>
          <p:cNvPr id="11" name="Slide Number Placeholder 5"/>
          <p:cNvSpPr>
            <a:spLocks noGrp="1"/>
          </p:cNvSpPr>
          <p:nvPr>
            <p:ph type="sldNum" sz="quarter" idx="4"/>
          </p:nvPr>
        </p:nvSpPr>
        <p:spPr>
          <a:xfrm>
            <a:off x="9144000" y="6423933"/>
            <a:ext cx="2844800" cy="214546"/>
          </a:xfrm>
          <a:prstGeom prst="rect">
            <a:avLst/>
          </a:prstGeom>
        </p:spPr>
        <p:txBody>
          <a:bodyPr vert="horz" lIns="91440" tIns="45720" rIns="91440" bIns="45720" rtlCol="0" anchor="ctr">
            <a:spAutoFit/>
          </a:bodyPr>
          <a:lstStyle>
            <a:lvl1pPr algn="r">
              <a:defRPr sz="794" b="0" i="0">
                <a:solidFill>
                  <a:srgbClr val="6C6463"/>
                </a:solidFill>
                <a:latin typeface="Gill Sans MT"/>
                <a:cs typeface="Gill Sans MT"/>
              </a:defRPr>
            </a:lvl1pPr>
          </a:lstStyle>
          <a:p>
            <a:fld id="{42782948-4DBE-204D-AB9E-B65E067054AE}" type="slidenum">
              <a:rPr lang="en-US" smtClean="0"/>
              <a:pPr/>
              <a:t>‹#›</a:t>
            </a:fld>
            <a:endParaRPr lang="en-US" dirty="0"/>
          </a:p>
        </p:txBody>
      </p:sp>
      <p:sp>
        <p:nvSpPr>
          <p:cNvPr id="13" name="Text Placeholder 4"/>
          <p:cNvSpPr>
            <a:spLocks noGrp="1"/>
          </p:cNvSpPr>
          <p:nvPr>
            <p:ph type="body" sz="quarter" idx="12" hasCustomPrompt="1"/>
          </p:nvPr>
        </p:nvSpPr>
        <p:spPr>
          <a:xfrm rot="16200000">
            <a:off x="4601291" y="1468008"/>
            <a:ext cx="2743200" cy="214546"/>
          </a:xfrm>
        </p:spPr>
        <p:txBody>
          <a:bodyPr>
            <a:spAutoFit/>
          </a:bodyPr>
          <a:lstStyle>
            <a:lvl1pPr marL="0" indent="0" algn="r">
              <a:buNone/>
              <a:defRPr sz="794" baseline="0">
                <a:solidFill>
                  <a:srgbClr val="FFFFFF"/>
                </a:solidFill>
              </a:defRPr>
            </a:lvl1pPr>
            <a:lvl2pPr marL="304468" indent="0">
              <a:buNone/>
              <a:defRPr sz="2381">
                <a:solidFill>
                  <a:schemeClr val="bg1"/>
                </a:solidFill>
              </a:defRPr>
            </a:lvl2pPr>
            <a:lvl3pPr marL="608938" indent="0">
              <a:buNone/>
              <a:defRPr sz="2116">
                <a:solidFill>
                  <a:schemeClr val="bg1"/>
                </a:solidFill>
              </a:defRPr>
            </a:lvl3pPr>
            <a:lvl4pPr marL="905007" indent="0">
              <a:buNone/>
              <a:defRPr sz="1852">
                <a:solidFill>
                  <a:schemeClr val="bg1"/>
                </a:solidFill>
              </a:defRPr>
            </a:lvl4pPr>
            <a:lvl5pPr marL="1356462" indent="0">
              <a:buNone/>
              <a:defRPr sz="1587">
                <a:solidFill>
                  <a:schemeClr val="bg1"/>
                </a:solidFill>
              </a:defRPr>
            </a:lvl5pPr>
          </a:lstStyle>
          <a:p>
            <a:pPr lvl="0"/>
            <a:r>
              <a:rPr lang="en-US" dirty="0"/>
              <a:t>ADD PHOTO CREDIT HERE</a:t>
            </a:r>
          </a:p>
        </p:txBody>
      </p:sp>
      <p:sp>
        <p:nvSpPr>
          <p:cNvPr id="16" name="Title 1"/>
          <p:cNvSpPr>
            <a:spLocks noGrp="1"/>
          </p:cNvSpPr>
          <p:nvPr>
            <p:ph type="title" hasCustomPrompt="1"/>
          </p:nvPr>
        </p:nvSpPr>
        <p:spPr>
          <a:xfrm>
            <a:off x="6502805" y="2894860"/>
            <a:ext cx="5181195" cy="1107995"/>
          </a:xfrm>
        </p:spPr>
        <p:txBody>
          <a:bodyPr wrap="square" anchor="ctr" anchorCtr="0">
            <a:spAutoFit/>
          </a:bodyPr>
          <a:lstStyle>
            <a:lvl1pPr>
              <a:defRPr>
                <a:solidFill>
                  <a:srgbClr val="0067B9"/>
                </a:solidFill>
              </a:defRPr>
            </a:lvl1pPr>
          </a:lstStyle>
          <a:p>
            <a:r>
              <a:rPr lang="en-US" dirty="0"/>
              <a:t>CLICK TO EDIT MASTER TITLE STYLE</a:t>
            </a:r>
          </a:p>
        </p:txBody>
      </p:sp>
    </p:spTree>
    <p:extLst>
      <p:ext uri="{BB962C8B-B14F-4D97-AF65-F5344CB8AC3E}">
        <p14:creationId xmlns:p14="http://schemas.microsoft.com/office/powerpoint/2010/main" val="257825658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3_Red/Gray 1 Content">
    <p:bg>
      <p:bgPr>
        <a:solidFill>
          <a:schemeClr val="bg1"/>
        </a:solidFill>
        <a:effectLst/>
      </p:bgPr>
    </p:bg>
    <p:spTree>
      <p:nvGrpSpPr>
        <p:cNvPr id="1" name=""/>
        <p:cNvGrpSpPr/>
        <p:nvPr/>
      </p:nvGrpSpPr>
      <p:grpSpPr>
        <a:xfrm>
          <a:off x="0" y="0"/>
          <a:ext cx="0" cy="0"/>
          <a:chOff x="0" y="0"/>
          <a:chExt cx="0" cy="0"/>
        </a:xfrm>
      </p:grpSpPr>
      <p:sp>
        <p:nvSpPr>
          <p:cNvPr id="8" name="Date Placeholder 3"/>
          <p:cNvSpPr>
            <a:spLocks noGrp="1"/>
          </p:cNvSpPr>
          <p:nvPr>
            <p:ph type="dt" sz="half" idx="2"/>
          </p:nvPr>
        </p:nvSpPr>
        <p:spPr>
          <a:xfrm>
            <a:off x="203200" y="6423933"/>
            <a:ext cx="2844800" cy="214546"/>
          </a:xfrm>
          <a:prstGeom prst="rect">
            <a:avLst/>
          </a:prstGeom>
        </p:spPr>
        <p:txBody>
          <a:bodyPr vert="horz" lIns="91440" tIns="45720" rIns="91440" bIns="45720" rtlCol="0" anchor="ctr">
            <a:spAutoFit/>
          </a:bodyPr>
          <a:lstStyle>
            <a:lvl1pPr algn="l">
              <a:defRPr sz="794" b="0" i="0">
                <a:solidFill>
                  <a:srgbClr val="6C6463"/>
                </a:solidFill>
                <a:latin typeface="Gill Sans MT"/>
                <a:cs typeface="Gill Sans MT"/>
              </a:defRPr>
            </a:lvl1pPr>
          </a:lstStyle>
          <a:p>
            <a:fld id="{414FB1AD-D69E-B741-965A-0BAE826C2FA6}" type="datetime1">
              <a:rPr lang="en-US" smtClean="0"/>
              <a:pPr/>
              <a:t>3/12/2024</a:t>
            </a:fld>
            <a:endParaRPr lang="en-US" dirty="0"/>
          </a:p>
        </p:txBody>
      </p:sp>
      <p:sp>
        <p:nvSpPr>
          <p:cNvPr id="9" name="Footer Placeholder 4"/>
          <p:cNvSpPr>
            <a:spLocks noGrp="1"/>
          </p:cNvSpPr>
          <p:nvPr>
            <p:ph type="ftr" sz="quarter" idx="3"/>
          </p:nvPr>
        </p:nvSpPr>
        <p:spPr>
          <a:xfrm>
            <a:off x="4165600" y="6423933"/>
            <a:ext cx="3860800" cy="214546"/>
          </a:xfrm>
          <a:prstGeom prst="rect">
            <a:avLst/>
          </a:prstGeom>
        </p:spPr>
        <p:txBody>
          <a:bodyPr vert="horz" lIns="91440" tIns="45720" rIns="91440" bIns="45720" rtlCol="0" anchor="ctr">
            <a:spAutoFit/>
          </a:bodyPr>
          <a:lstStyle>
            <a:lvl1pPr algn="ctr">
              <a:defRPr sz="794" b="0" i="0">
                <a:solidFill>
                  <a:srgbClr val="6C6463"/>
                </a:solidFill>
                <a:latin typeface="Gill Sans MT"/>
                <a:cs typeface="Gill Sans MT"/>
              </a:defRPr>
            </a:lvl1pPr>
          </a:lstStyle>
          <a:p>
            <a:r>
              <a:rPr lang="en-US" dirty="0"/>
              <a:t>FOOTER GOES HERE</a:t>
            </a:r>
          </a:p>
        </p:txBody>
      </p:sp>
      <p:sp>
        <p:nvSpPr>
          <p:cNvPr id="10" name="Slide Number Placeholder 5"/>
          <p:cNvSpPr>
            <a:spLocks noGrp="1"/>
          </p:cNvSpPr>
          <p:nvPr>
            <p:ph type="sldNum" sz="quarter" idx="4"/>
          </p:nvPr>
        </p:nvSpPr>
        <p:spPr>
          <a:xfrm>
            <a:off x="9144000" y="6423933"/>
            <a:ext cx="2844800" cy="214546"/>
          </a:xfrm>
          <a:prstGeom prst="rect">
            <a:avLst/>
          </a:prstGeom>
        </p:spPr>
        <p:txBody>
          <a:bodyPr vert="horz" lIns="91440" tIns="45720" rIns="91440" bIns="45720" rtlCol="0" anchor="ctr">
            <a:spAutoFit/>
          </a:bodyPr>
          <a:lstStyle>
            <a:lvl1pPr algn="r">
              <a:defRPr sz="794" b="0" i="0">
                <a:solidFill>
                  <a:srgbClr val="6C6463"/>
                </a:solidFill>
                <a:latin typeface="Gill Sans MT"/>
                <a:cs typeface="Gill Sans MT"/>
              </a:defRPr>
            </a:lvl1pPr>
          </a:lstStyle>
          <a:p>
            <a:fld id="{42782948-4DBE-204D-AB9E-B65E067054AE}" type="slidenum">
              <a:rPr lang="en-US" smtClean="0"/>
              <a:pPr/>
              <a:t>‹#›</a:t>
            </a:fld>
            <a:endParaRPr lang="en-US" dirty="0"/>
          </a:p>
        </p:txBody>
      </p:sp>
      <p:sp>
        <p:nvSpPr>
          <p:cNvPr id="12" name="Title Placeholder 1"/>
          <p:cNvSpPr>
            <a:spLocks noGrp="1"/>
          </p:cNvSpPr>
          <p:nvPr>
            <p:ph type="title"/>
          </p:nvPr>
        </p:nvSpPr>
        <p:spPr>
          <a:xfrm>
            <a:off x="914805" y="933168"/>
            <a:ext cx="10363200" cy="580800"/>
          </a:xfrm>
          <a:prstGeom prst="rect">
            <a:avLst/>
          </a:prstGeom>
        </p:spPr>
        <p:txBody>
          <a:bodyPr vert="horz" lIns="91440" tIns="45720" rIns="91440" bIns="45720" rtlCol="0" anchor="b" anchorCtr="0">
            <a:spAutoFit/>
          </a:bodyPr>
          <a:lstStyle>
            <a:lvl1pPr>
              <a:defRPr>
                <a:solidFill>
                  <a:srgbClr val="0067B9"/>
                </a:solidFill>
              </a:defRPr>
            </a:lvl1pPr>
          </a:lstStyle>
          <a:p>
            <a:r>
              <a:rPr lang="en-US"/>
              <a:t>Click to edit Master title style</a:t>
            </a:r>
            <a:endParaRPr lang="en-US" dirty="0"/>
          </a:p>
        </p:txBody>
      </p:sp>
      <p:sp>
        <p:nvSpPr>
          <p:cNvPr id="7" name="Text Placeholder 2"/>
          <p:cNvSpPr>
            <a:spLocks noGrp="1"/>
          </p:cNvSpPr>
          <p:nvPr>
            <p:ph idx="1" hasCustomPrompt="1"/>
          </p:nvPr>
        </p:nvSpPr>
        <p:spPr>
          <a:xfrm>
            <a:off x="914400" y="1715549"/>
            <a:ext cx="10363200" cy="4233230"/>
          </a:xfrm>
          <a:prstGeom prst="rect">
            <a:avLst/>
          </a:prstGeom>
        </p:spPr>
        <p:txBody>
          <a:bodyPr vert="horz" lIns="91440" tIns="45720" rIns="91440" bIns="45720" rtlCol="0">
            <a:normAutofit/>
          </a:bodyPr>
          <a:lstStyle>
            <a:lvl1pPr marL="304470" marR="0" indent="-304470" algn="l" defTabSz="604738" rtl="0" eaLnBrk="1" fontAlgn="auto" latinLnBrk="0" hangingPunct="1">
              <a:lnSpc>
                <a:spcPct val="100000"/>
              </a:lnSpc>
              <a:spcBef>
                <a:spcPts val="0"/>
              </a:spcBef>
              <a:spcAft>
                <a:spcPts val="1058"/>
              </a:spcAft>
              <a:buClrTx/>
              <a:buSzTx/>
              <a:buFont typeface="Arial"/>
              <a:buChar char="•"/>
              <a:tabLst/>
              <a:defRPr/>
            </a:lvl1pPr>
          </a:lstStyle>
          <a:p>
            <a:pPr marL="304470" marR="0" lvl="0" indent="-304470" algn="l" defTabSz="604738" rtl="0" eaLnBrk="1" fontAlgn="auto" latinLnBrk="0" hangingPunct="1">
              <a:lnSpc>
                <a:spcPct val="100000"/>
              </a:lnSpc>
              <a:spcBef>
                <a:spcPts val="0"/>
              </a:spcBef>
              <a:spcAft>
                <a:spcPts val="1058"/>
              </a:spcAft>
              <a:buClrTx/>
              <a:buSzTx/>
              <a:buFont typeface="Arial"/>
              <a:buChar char="•"/>
              <a:tabLst/>
              <a:defRPr/>
            </a:pPr>
            <a:r>
              <a:rPr kumimoji="0" lang="en-US" sz="2116" b="0" i="0" u="none" strike="noStrike" kern="1200" cap="none" spc="0" normalizeH="0" baseline="0" noProof="0" dirty="0">
                <a:ln>
                  <a:noFill/>
                </a:ln>
                <a:solidFill>
                  <a:srgbClr val="6C6463"/>
                </a:solidFill>
                <a:effectLst/>
                <a:uLnTx/>
                <a:uFillTx/>
                <a:latin typeface="Gill Sans MT"/>
                <a:ea typeface="+mn-ea"/>
                <a:cs typeface="Gill Sans MT"/>
              </a:rPr>
              <a:t>Click to edit Master text styles</a:t>
            </a:r>
          </a:p>
          <a:p>
            <a:pPr marL="905009" marR="0" lvl="1" indent="-304470" algn="l" defTabSz="604738" rtl="0" eaLnBrk="1" fontAlgn="auto" latinLnBrk="0" hangingPunct="1">
              <a:lnSpc>
                <a:spcPct val="100000"/>
              </a:lnSpc>
              <a:spcBef>
                <a:spcPts val="0"/>
              </a:spcBef>
              <a:spcAft>
                <a:spcPts val="1058"/>
              </a:spcAft>
              <a:buClrTx/>
              <a:buSzTx/>
              <a:buFont typeface="Arial"/>
              <a:buChar char="–"/>
              <a:tabLst/>
              <a:defRPr/>
            </a:pPr>
            <a:r>
              <a:rPr kumimoji="0" lang="en-US" sz="2116" b="0" i="0" u="none" strike="noStrike" kern="1200" cap="none" spc="0" normalizeH="0" baseline="0" noProof="0" dirty="0">
                <a:ln>
                  <a:noFill/>
                </a:ln>
                <a:solidFill>
                  <a:srgbClr val="6C6463"/>
                </a:solidFill>
                <a:effectLst/>
                <a:uLnTx/>
                <a:uFillTx/>
                <a:latin typeface="Gill Sans MT"/>
                <a:ea typeface="+mn-ea"/>
                <a:cs typeface="Gill Sans MT"/>
              </a:rPr>
              <a:t>Second level</a:t>
            </a:r>
          </a:p>
        </p:txBody>
      </p:sp>
    </p:spTree>
    <p:extLst>
      <p:ext uri="{BB962C8B-B14F-4D97-AF65-F5344CB8AC3E}">
        <p14:creationId xmlns:p14="http://schemas.microsoft.com/office/powerpoint/2010/main" val="333564253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3_Red/Gray 2 Content">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914805" y="1715549"/>
            <a:ext cx="5079595" cy="4233230"/>
          </a:xfrm>
        </p:spPr>
        <p:txBody>
          <a:bodyPr>
            <a:normAutofit/>
          </a:bodyPr>
          <a:lstStyle>
            <a:lvl1pPr>
              <a:defRPr sz="2116">
                <a:solidFill>
                  <a:srgbClr val="6C6463"/>
                </a:solidFill>
              </a:defRPr>
            </a:lvl1pPr>
            <a:lvl2pPr>
              <a:defRPr sz="2116">
                <a:solidFill>
                  <a:srgbClr val="6C6463"/>
                </a:solidFill>
              </a:defRPr>
            </a:lvl2pPr>
            <a:lvl3pPr>
              <a:defRPr sz="2116">
                <a:solidFill>
                  <a:srgbClr val="6C6463"/>
                </a:solidFill>
              </a:defRPr>
            </a:lvl3pPr>
            <a:lvl4pPr>
              <a:defRPr sz="1852">
                <a:solidFill>
                  <a:srgbClr val="6C6463"/>
                </a:solidFill>
              </a:defRPr>
            </a:lvl4pPr>
            <a:lvl5pPr>
              <a:defRPr sz="2116">
                <a:solidFill>
                  <a:srgbClr val="6C6463"/>
                </a:solidFill>
              </a:defRPr>
            </a:lvl5pPr>
            <a:lvl6pPr>
              <a:defRPr sz="2381"/>
            </a:lvl6pPr>
            <a:lvl7pPr>
              <a:defRPr sz="2381"/>
            </a:lvl7pPr>
            <a:lvl8pPr>
              <a:defRPr sz="2381"/>
            </a:lvl8pPr>
            <a:lvl9pPr>
              <a:defRPr sz="2381"/>
            </a:lvl9pPr>
          </a:lstStyle>
          <a:p>
            <a:pPr lvl="0"/>
            <a:r>
              <a:rPr lang="en-US"/>
              <a:t>Click to edit Master text styles</a:t>
            </a:r>
          </a:p>
          <a:p>
            <a:pPr lvl="1"/>
            <a:r>
              <a:rPr lang="en-US"/>
              <a:t>Second level</a:t>
            </a:r>
          </a:p>
        </p:txBody>
      </p:sp>
      <p:sp>
        <p:nvSpPr>
          <p:cNvPr id="4" name="Content Placeholder 3"/>
          <p:cNvSpPr>
            <a:spLocks noGrp="1"/>
          </p:cNvSpPr>
          <p:nvPr>
            <p:ph sz="half" idx="2"/>
          </p:nvPr>
        </p:nvSpPr>
        <p:spPr>
          <a:xfrm>
            <a:off x="6197600" y="1715549"/>
            <a:ext cx="5080405" cy="4233230"/>
          </a:xfrm>
        </p:spPr>
        <p:txBody>
          <a:bodyPr>
            <a:normAutofit/>
          </a:bodyPr>
          <a:lstStyle>
            <a:lvl1pPr>
              <a:defRPr sz="2116">
                <a:solidFill>
                  <a:srgbClr val="6C6463"/>
                </a:solidFill>
              </a:defRPr>
            </a:lvl1pPr>
            <a:lvl2pPr>
              <a:defRPr sz="2116">
                <a:solidFill>
                  <a:srgbClr val="6C6463"/>
                </a:solidFill>
              </a:defRPr>
            </a:lvl2pPr>
            <a:lvl3pPr>
              <a:defRPr sz="2116">
                <a:solidFill>
                  <a:srgbClr val="6C6463"/>
                </a:solidFill>
              </a:defRPr>
            </a:lvl3pPr>
            <a:lvl4pPr>
              <a:defRPr sz="1852">
                <a:solidFill>
                  <a:srgbClr val="6C6463"/>
                </a:solidFill>
              </a:defRPr>
            </a:lvl4pPr>
            <a:lvl5pPr>
              <a:defRPr sz="2116">
                <a:solidFill>
                  <a:srgbClr val="6C6463"/>
                </a:solidFill>
              </a:defRPr>
            </a:lvl5pPr>
            <a:lvl6pPr>
              <a:defRPr sz="2381"/>
            </a:lvl6pPr>
            <a:lvl7pPr>
              <a:defRPr sz="2381"/>
            </a:lvl7pPr>
            <a:lvl8pPr>
              <a:defRPr sz="2381"/>
            </a:lvl8pPr>
            <a:lvl9pPr>
              <a:defRPr sz="2381"/>
            </a:lvl9pPr>
          </a:lstStyle>
          <a:p>
            <a:pPr lvl="0"/>
            <a:r>
              <a:rPr lang="en-US"/>
              <a:t>Click to edit Master text styles</a:t>
            </a:r>
          </a:p>
          <a:p>
            <a:pPr lvl="1"/>
            <a:r>
              <a:rPr lang="en-US"/>
              <a:t>Second level</a:t>
            </a:r>
          </a:p>
        </p:txBody>
      </p:sp>
      <p:sp>
        <p:nvSpPr>
          <p:cNvPr id="5" name="Date Placeholder 4"/>
          <p:cNvSpPr>
            <a:spLocks noGrp="1"/>
          </p:cNvSpPr>
          <p:nvPr>
            <p:ph type="dt" sz="half" idx="10"/>
          </p:nvPr>
        </p:nvSpPr>
        <p:spPr>
          <a:xfrm>
            <a:off x="203200" y="6423933"/>
            <a:ext cx="2844800" cy="214546"/>
          </a:xfrm>
        </p:spPr>
        <p:txBody>
          <a:bodyPr/>
          <a:lstStyle>
            <a:lvl1pPr>
              <a:defRPr>
                <a:solidFill>
                  <a:srgbClr val="6C6463"/>
                </a:solidFill>
              </a:defRPr>
            </a:lvl1pPr>
          </a:lstStyle>
          <a:p>
            <a:fld id="{AB18E012-EC0C-1649-A039-CB178266D114}" type="datetime1">
              <a:rPr lang="en-US" smtClean="0"/>
              <a:t>3/12/2024</a:t>
            </a:fld>
            <a:endParaRPr lang="en-US" dirty="0"/>
          </a:p>
        </p:txBody>
      </p:sp>
      <p:sp>
        <p:nvSpPr>
          <p:cNvPr id="6" name="Footer Placeholder 5"/>
          <p:cNvSpPr>
            <a:spLocks noGrp="1"/>
          </p:cNvSpPr>
          <p:nvPr>
            <p:ph type="ftr" sz="quarter" idx="11"/>
          </p:nvPr>
        </p:nvSpPr>
        <p:spPr>
          <a:xfrm>
            <a:off x="4165600" y="6423933"/>
            <a:ext cx="3860800" cy="214546"/>
          </a:xfrm>
        </p:spPr>
        <p:txBody>
          <a:bodyPr/>
          <a:lstStyle>
            <a:lvl1pPr>
              <a:defRPr>
                <a:solidFill>
                  <a:srgbClr val="6C6463"/>
                </a:solidFill>
              </a:defRPr>
            </a:lvl1pPr>
          </a:lstStyle>
          <a:p>
            <a:r>
              <a:rPr lang="en-US" dirty="0"/>
              <a:t>FOOTER GOES HERE</a:t>
            </a:r>
          </a:p>
        </p:txBody>
      </p:sp>
      <p:sp>
        <p:nvSpPr>
          <p:cNvPr id="7" name="Slide Number Placeholder 6"/>
          <p:cNvSpPr>
            <a:spLocks noGrp="1"/>
          </p:cNvSpPr>
          <p:nvPr>
            <p:ph type="sldNum" sz="quarter" idx="12"/>
          </p:nvPr>
        </p:nvSpPr>
        <p:spPr>
          <a:xfrm>
            <a:off x="9144000" y="6423933"/>
            <a:ext cx="2844800" cy="214546"/>
          </a:xfrm>
        </p:spPr>
        <p:txBody>
          <a:bodyPr/>
          <a:lstStyle>
            <a:lvl1pPr>
              <a:defRPr>
                <a:solidFill>
                  <a:srgbClr val="6C6463"/>
                </a:solidFill>
              </a:defRPr>
            </a:lvl1pPr>
          </a:lstStyle>
          <a:p>
            <a:fld id="{42782948-4DBE-204D-AB9E-B65E067054AE}" type="slidenum">
              <a:rPr lang="en-US" smtClean="0"/>
              <a:pPr/>
              <a:t>‹#›</a:t>
            </a:fld>
            <a:endParaRPr lang="en-US" dirty="0"/>
          </a:p>
        </p:txBody>
      </p:sp>
      <p:sp>
        <p:nvSpPr>
          <p:cNvPr id="10" name="Title 1"/>
          <p:cNvSpPr>
            <a:spLocks noGrp="1"/>
          </p:cNvSpPr>
          <p:nvPr>
            <p:ph type="title" hasCustomPrompt="1"/>
          </p:nvPr>
        </p:nvSpPr>
        <p:spPr>
          <a:xfrm>
            <a:off x="914805" y="933167"/>
            <a:ext cx="10363200" cy="580800"/>
          </a:xfrm>
        </p:spPr>
        <p:txBody>
          <a:bodyPr anchor="b" anchorCtr="0">
            <a:spAutoFit/>
          </a:bodyPr>
          <a:lstStyle>
            <a:lvl1pPr>
              <a:defRPr>
                <a:solidFill>
                  <a:srgbClr val="0067B9"/>
                </a:solidFill>
              </a:defRPr>
            </a:lvl1pPr>
          </a:lstStyle>
          <a:p>
            <a:r>
              <a:rPr lang="en-US" dirty="0"/>
              <a:t>CLICK TO EDIT MASTER TITLE STYLE</a:t>
            </a:r>
          </a:p>
        </p:txBody>
      </p:sp>
    </p:spTree>
    <p:extLst>
      <p:ext uri="{BB962C8B-B14F-4D97-AF65-F5344CB8AC3E}">
        <p14:creationId xmlns:p14="http://schemas.microsoft.com/office/powerpoint/2010/main" val="73744715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3_Red/Gray 3 Content">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914805" y="1715549"/>
            <a:ext cx="3352395" cy="4233230"/>
          </a:xfrm>
        </p:spPr>
        <p:txBody>
          <a:bodyPr>
            <a:normAutofit/>
          </a:bodyPr>
          <a:lstStyle>
            <a:lvl1pPr>
              <a:defRPr sz="2116">
                <a:solidFill>
                  <a:srgbClr val="6C6463"/>
                </a:solidFill>
              </a:defRPr>
            </a:lvl1pPr>
            <a:lvl2pPr>
              <a:defRPr sz="2116">
                <a:solidFill>
                  <a:srgbClr val="6C6463"/>
                </a:solidFill>
              </a:defRPr>
            </a:lvl2pPr>
            <a:lvl3pPr>
              <a:defRPr sz="2116">
                <a:solidFill>
                  <a:srgbClr val="6C6463"/>
                </a:solidFill>
              </a:defRPr>
            </a:lvl3pPr>
            <a:lvl4pPr>
              <a:defRPr sz="1852">
                <a:solidFill>
                  <a:srgbClr val="6C6463"/>
                </a:solidFill>
              </a:defRPr>
            </a:lvl4pPr>
            <a:lvl5pPr>
              <a:defRPr sz="2116">
                <a:solidFill>
                  <a:srgbClr val="FFFFFF"/>
                </a:solidFill>
              </a:defRPr>
            </a:lvl5pPr>
            <a:lvl6pPr>
              <a:defRPr sz="2381"/>
            </a:lvl6pPr>
            <a:lvl7pPr>
              <a:defRPr sz="2381"/>
            </a:lvl7pPr>
            <a:lvl8pPr>
              <a:defRPr sz="2381"/>
            </a:lvl8pPr>
            <a:lvl9pPr>
              <a:defRPr sz="2381"/>
            </a:lvl9pPr>
          </a:lstStyle>
          <a:p>
            <a:pPr lvl="0"/>
            <a:r>
              <a:rPr lang="en-US"/>
              <a:t>Click to edit Master text styles</a:t>
            </a:r>
          </a:p>
          <a:p>
            <a:pPr lvl="1"/>
            <a:r>
              <a:rPr lang="en-US"/>
              <a:t>Second level</a:t>
            </a:r>
          </a:p>
        </p:txBody>
      </p:sp>
      <p:sp>
        <p:nvSpPr>
          <p:cNvPr id="4" name="Content Placeholder 3"/>
          <p:cNvSpPr>
            <a:spLocks noGrp="1"/>
          </p:cNvSpPr>
          <p:nvPr>
            <p:ph sz="half" idx="2"/>
          </p:nvPr>
        </p:nvSpPr>
        <p:spPr>
          <a:xfrm>
            <a:off x="7924800" y="1715549"/>
            <a:ext cx="3353205" cy="4233230"/>
          </a:xfrm>
        </p:spPr>
        <p:txBody>
          <a:bodyPr>
            <a:normAutofit/>
          </a:bodyPr>
          <a:lstStyle>
            <a:lvl1pPr>
              <a:defRPr sz="2116">
                <a:solidFill>
                  <a:srgbClr val="6C6463"/>
                </a:solidFill>
              </a:defRPr>
            </a:lvl1pPr>
            <a:lvl2pPr>
              <a:defRPr sz="2116">
                <a:solidFill>
                  <a:srgbClr val="6C6463"/>
                </a:solidFill>
              </a:defRPr>
            </a:lvl2pPr>
            <a:lvl3pPr>
              <a:defRPr sz="2116">
                <a:solidFill>
                  <a:srgbClr val="6C6463"/>
                </a:solidFill>
              </a:defRPr>
            </a:lvl3pPr>
            <a:lvl4pPr>
              <a:defRPr sz="1852">
                <a:solidFill>
                  <a:srgbClr val="6C6463"/>
                </a:solidFill>
              </a:defRPr>
            </a:lvl4pPr>
            <a:lvl5pPr>
              <a:defRPr sz="2116">
                <a:solidFill>
                  <a:srgbClr val="FFFFFF"/>
                </a:solidFill>
              </a:defRPr>
            </a:lvl5pPr>
            <a:lvl6pPr>
              <a:defRPr sz="2381"/>
            </a:lvl6pPr>
            <a:lvl7pPr>
              <a:defRPr sz="2381"/>
            </a:lvl7pPr>
            <a:lvl8pPr>
              <a:defRPr sz="2381"/>
            </a:lvl8pPr>
            <a:lvl9pPr>
              <a:defRPr sz="2381"/>
            </a:lvl9pPr>
          </a:lstStyle>
          <a:p>
            <a:pPr lvl="0"/>
            <a:r>
              <a:rPr lang="en-US"/>
              <a:t>Click to edit Master text styles</a:t>
            </a:r>
          </a:p>
          <a:p>
            <a:pPr lvl="1"/>
            <a:r>
              <a:rPr lang="en-US"/>
              <a:t>Second level</a:t>
            </a:r>
          </a:p>
        </p:txBody>
      </p:sp>
      <p:sp>
        <p:nvSpPr>
          <p:cNvPr id="5" name="Date Placeholder 4"/>
          <p:cNvSpPr>
            <a:spLocks noGrp="1"/>
          </p:cNvSpPr>
          <p:nvPr>
            <p:ph type="dt" sz="half" idx="10"/>
          </p:nvPr>
        </p:nvSpPr>
        <p:spPr>
          <a:xfrm>
            <a:off x="203200" y="6423933"/>
            <a:ext cx="2844800" cy="214546"/>
          </a:xfrm>
        </p:spPr>
        <p:txBody>
          <a:bodyPr/>
          <a:lstStyle>
            <a:lvl1pPr>
              <a:defRPr>
                <a:solidFill>
                  <a:srgbClr val="6C6463"/>
                </a:solidFill>
              </a:defRPr>
            </a:lvl1pPr>
          </a:lstStyle>
          <a:p>
            <a:fld id="{39C62A9A-2216-F44B-AFF9-136AA601C377}" type="datetime1">
              <a:rPr lang="en-US" smtClean="0"/>
              <a:t>3/12/2024</a:t>
            </a:fld>
            <a:endParaRPr lang="en-US" dirty="0"/>
          </a:p>
        </p:txBody>
      </p:sp>
      <p:sp>
        <p:nvSpPr>
          <p:cNvPr id="6" name="Footer Placeholder 5"/>
          <p:cNvSpPr>
            <a:spLocks noGrp="1"/>
          </p:cNvSpPr>
          <p:nvPr>
            <p:ph type="ftr" sz="quarter" idx="11"/>
          </p:nvPr>
        </p:nvSpPr>
        <p:spPr>
          <a:xfrm>
            <a:off x="4165600" y="6423933"/>
            <a:ext cx="3860800" cy="214546"/>
          </a:xfrm>
        </p:spPr>
        <p:txBody>
          <a:bodyPr/>
          <a:lstStyle>
            <a:lvl1pPr>
              <a:defRPr>
                <a:solidFill>
                  <a:srgbClr val="6C6463"/>
                </a:solidFill>
              </a:defRPr>
            </a:lvl1pPr>
          </a:lstStyle>
          <a:p>
            <a:r>
              <a:rPr lang="en-US" dirty="0"/>
              <a:t>FOOTER GOES HERE</a:t>
            </a:r>
          </a:p>
        </p:txBody>
      </p:sp>
      <p:sp>
        <p:nvSpPr>
          <p:cNvPr id="7" name="Slide Number Placeholder 6"/>
          <p:cNvSpPr>
            <a:spLocks noGrp="1"/>
          </p:cNvSpPr>
          <p:nvPr>
            <p:ph type="sldNum" sz="quarter" idx="12"/>
          </p:nvPr>
        </p:nvSpPr>
        <p:spPr>
          <a:xfrm>
            <a:off x="9144000" y="6423933"/>
            <a:ext cx="2844800" cy="214546"/>
          </a:xfrm>
        </p:spPr>
        <p:txBody>
          <a:bodyPr/>
          <a:lstStyle>
            <a:lvl1pPr>
              <a:defRPr>
                <a:solidFill>
                  <a:srgbClr val="6C6463"/>
                </a:solidFill>
              </a:defRPr>
            </a:lvl1pPr>
          </a:lstStyle>
          <a:p>
            <a:fld id="{42782948-4DBE-204D-AB9E-B65E067054AE}" type="slidenum">
              <a:rPr lang="en-US" smtClean="0"/>
              <a:pPr/>
              <a:t>‹#›</a:t>
            </a:fld>
            <a:endParaRPr lang="en-US" dirty="0"/>
          </a:p>
        </p:txBody>
      </p:sp>
      <p:sp>
        <p:nvSpPr>
          <p:cNvPr id="10" name="Content Placeholder 3"/>
          <p:cNvSpPr>
            <a:spLocks noGrp="1"/>
          </p:cNvSpPr>
          <p:nvPr>
            <p:ph sz="half" idx="13"/>
          </p:nvPr>
        </p:nvSpPr>
        <p:spPr>
          <a:xfrm>
            <a:off x="4419398" y="1715549"/>
            <a:ext cx="3353205" cy="4233230"/>
          </a:xfrm>
        </p:spPr>
        <p:txBody>
          <a:bodyPr>
            <a:normAutofit/>
          </a:bodyPr>
          <a:lstStyle>
            <a:lvl1pPr>
              <a:defRPr sz="2116">
                <a:solidFill>
                  <a:srgbClr val="6C6463"/>
                </a:solidFill>
              </a:defRPr>
            </a:lvl1pPr>
            <a:lvl2pPr>
              <a:defRPr sz="2116">
                <a:solidFill>
                  <a:srgbClr val="6C6463"/>
                </a:solidFill>
              </a:defRPr>
            </a:lvl2pPr>
            <a:lvl3pPr>
              <a:defRPr sz="2116">
                <a:solidFill>
                  <a:srgbClr val="6C6463"/>
                </a:solidFill>
              </a:defRPr>
            </a:lvl3pPr>
            <a:lvl4pPr>
              <a:defRPr sz="1852">
                <a:solidFill>
                  <a:srgbClr val="6C6463"/>
                </a:solidFill>
              </a:defRPr>
            </a:lvl4pPr>
            <a:lvl5pPr>
              <a:defRPr sz="2116">
                <a:solidFill>
                  <a:srgbClr val="FFFFFF"/>
                </a:solidFill>
              </a:defRPr>
            </a:lvl5pPr>
            <a:lvl6pPr>
              <a:defRPr sz="2381"/>
            </a:lvl6pPr>
            <a:lvl7pPr>
              <a:defRPr sz="2381"/>
            </a:lvl7pPr>
            <a:lvl8pPr>
              <a:defRPr sz="2381"/>
            </a:lvl8pPr>
            <a:lvl9pPr>
              <a:defRPr sz="2381"/>
            </a:lvl9pPr>
          </a:lstStyle>
          <a:p>
            <a:pPr lvl="0"/>
            <a:r>
              <a:rPr lang="en-US"/>
              <a:t>Click to edit Master text styles</a:t>
            </a:r>
          </a:p>
          <a:p>
            <a:pPr lvl="1"/>
            <a:r>
              <a:rPr lang="en-US"/>
              <a:t>Second level</a:t>
            </a:r>
          </a:p>
        </p:txBody>
      </p:sp>
      <p:sp>
        <p:nvSpPr>
          <p:cNvPr id="11" name="Title 1"/>
          <p:cNvSpPr>
            <a:spLocks noGrp="1"/>
          </p:cNvSpPr>
          <p:nvPr>
            <p:ph type="title" hasCustomPrompt="1"/>
          </p:nvPr>
        </p:nvSpPr>
        <p:spPr>
          <a:xfrm>
            <a:off x="914805" y="933167"/>
            <a:ext cx="10363200" cy="580800"/>
          </a:xfrm>
        </p:spPr>
        <p:txBody>
          <a:bodyPr anchor="b" anchorCtr="0">
            <a:spAutoFit/>
          </a:bodyPr>
          <a:lstStyle>
            <a:lvl1pPr>
              <a:defRPr>
                <a:solidFill>
                  <a:srgbClr val="0067B9"/>
                </a:solidFill>
              </a:defRPr>
            </a:lvl1pPr>
          </a:lstStyle>
          <a:p>
            <a:r>
              <a:rPr lang="en-US" dirty="0"/>
              <a:t>CLICK TO EDIT MASTER TITLE STYLE</a:t>
            </a:r>
          </a:p>
        </p:txBody>
      </p:sp>
    </p:spTree>
    <p:extLst>
      <p:ext uri="{BB962C8B-B14F-4D97-AF65-F5344CB8AC3E}">
        <p14:creationId xmlns:p14="http://schemas.microsoft.com/office/powerpoint/2010/main" val="331412869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3_Red/Gray 1 Content + Bottom Photo">
    <p:bg>
      <p:bgPr>
        <a:solidFill>
          <a:schemeClr val="bg1"/>
        </a:solidFill>
        <a:effectLst/>
      </p:bgPr>
    </p:bg>
    <p:spTree>
      <p:nvGrpSpPr>
        <p:cNvPr id="1" name=""/>
        <p:cNvGrpSpPr/>
        <p:nvPr/>
      </p:nvGrpSpPr>
      <p:grpSpPr>
        <a:xfrm>
          <a:off x="0" y="0"/>
          <a:ext cx="0" cy="0"/>
          <a:chOff x="0" y="0"/>
          <a:chExt cx="0" cy="0"/>
        </a:xfrm>
      </p:grpSpPr>
      <p:sp>
        <p:nvSpPr>
          <p:cNvPr id="12" name="Picture Placeholder 3"/>
          <p:cNvSpPr>
            <a:spLocks noGrp="1"/>
          </p:cNvSpPr>
          <p:nvPr>
            <p:ph type="pic" sz="quarter" idx="10" hasCustomPrompt="1"/>
          </p:nvPr>
        </p:nvSpPr>
        <p:spPr>
          <a:xfrm>
            <a:off x="203200" y="3428999"/>
            <a:ext cx="11785600" cy="3228220"/>
          </a:xfrm>
          <a:solidFill>
            <a:srgbClr val="E7E7E5"/>
          </a:solidFill>
        </p:spPr>
        <p:txBody>
          <a:bodyPr>
            <a:normAutofit/>
          </a:bodyPr>
          <a:lstStyle>
            <a:lvl1pPr marL="0" marR="0" indent="0" algn="l" defTabSz="604738" rtl="0" eaLnBrk="1" fontAlgn="auto" latinLnBrk="0" hangingPunct="1">
              <a:lnSpc>
                <a:spcPct val="100000"/>
              </a:lnSpc>
              <a:spcBef>
                <a:spcPct val="20000"/>
              </a:spcBef>
              <a:spcAft>
                <a:spcPts val="0"/>
              </a:spcAft>
              <a:buClrTx/>
              <a:buSzTx/>
              <a:buFont typeface="Arial"/>
              <a:buNone/>
              <a:tabLst/>
              <a:defRPr sz="1587">
                <a:solidFill>
                  <a:srgbClr val="6C6463"/>
                </a:solidFill>
              </a:defRPr>
            </a:lvl1pPr>
          </a:lstStyle>
          <a:p>
            <a:r>
              <a:rPr lang="en-US" dirty="0"/>
              <a:t>ADD PHOTO HERE</a:t>
            </a:r>
          </a:p>
        </p:txBody>
      </p:sp>
      <p:sp>
        <p:nvSpPr>
          <p:cNvPr id="3" name="Content Placeholder 2"/>
          <p:cNvSpPr>
            <a:spLocks noGrp="1"/>
          </p:cNvSpPr>
          <p:nvPr>
            <p:ph idx="1"/>
          </p:nvPr>
        </p:nvSpPr>
        <p:spPr>
          <a:xfrm>
            <a:off x="914400" y="1715549"/>
            <a:ext cx="10363200" cy="1511868"/>
          </a:xfrm>
        </p:spPr>
        <p:txBody>
          <a:bodyPr/>
          <a:lstStyle>
            <a:lvl1pPr>
              <a:defRPr>
                <a:solidFill>
                  <a:srgbClr val="6C6463"/>
                </a:solidFill>
              </a:defRPr>
            </a:lvl1pPr>
            <a:lvl2pPr>
              <a:defRPr>
                <a:solidFill>
                  <a:srgbClr val="6C6463"/>
                </a:solidFill>
              </a:defRPr>
            </a:lvl2pPr>
            <a:lvl3pPr>
              <a:defRPr>
                <a:solidFill>
                  <a:srgbClr val="6C6463"/>
                </a:solidFill>
              </a:defRPr>
            </a:lvl3pPr>
            <a:lvl4pPr>
              <a:defRPr>
                <a:solidFill>
                  <a:srgbClr val="6C6463"/>
                </a:solidFill>
              </a:defRPr>
            </a:lvl4pPr>
            <a:lvl5pPr>
              <a:defRPr>
                <a:solidFill>
                  <a:srgbClr val="FFFFFF"/>
                </a:solidFill>
              </a:defRPr>
            </a:lvl5pPr>
          </a:lstStyle>
          <a:p>
            <a:pPr lvl="0"/>
            <a:r>
              <a:rPr lang="en-US"/>
              <a:t>Click to edit Master text styles</a:t>
            </a:r>
          </a:p>
          <a:p>
            <a:pPr lvl="1"/>
            <a:r>
              <a:rPr lang="en-US"/>
              <a:t>Second level</a:t>
            </a:r>
          </a:p>
        </p:txBody>
      </p:sp>
      <p:sp>
        <p:nvSpPr>
          <p:cNvPr id="9" name="Date Placeholder 3"/>
          <p:cNvSpPr>
            <a:spLocks noGrp="1"/>
          </p:cNvSpPr>
          <p:nvPr>
            <p:ph type="dt" sz="half" idx="2"/>
          </p:nvPr>
        </p:nvSpPr>
        <p:spPr>
          <a:xfrm>
            <a:off x="203200" y="6423933"/>
            <a:ext cx="2844800" cy="214546"/>
          </a:xfrm>
          <a:prstGeom prst="rect">
            <a:avLst/>
          </a:prstGeom>
        </p:spPr>
        <p:txBody>
          <a:bodyPr vert="horz" lIns="91440" tIns="45720" rIns="91440" bIns="45720" rtlCol="0" anchor="ctr">
            <a:spAutoFit/>
          </a:bodyPr>
          <a:lstStyle>
            <a:lvl1pPr algn="l">
              <a:defRPr sz="794" b="0" i="0">
                <a:solidFill>
                  <a:srgbClr val="FFFFFF"/>
                </a:solidFill>
                <a:latin typeface="Gill Sans MT"/>
                <a:cs typeface="Gill Sans MT"/>
              </a:defRPr>
            </a:lvl1pPr>
          </a:lstStyle>
          <a:p>
            <a:fld id="{193355D5-F1DA-0F48-9E7E-0A3FEBF9FF84}" type="datetime1">
              <a:rPr lang="en-US" smtClean="0"/>
              <a:pPr/>
              <a:t>3/12/2024</a:t>
            </a:fld>
            <a:endParaRPr lang="en-US" dirty="0"/>
          </a:p>
        </p:txBody>
      </p:sp>
      <p:sp>
        <p:nvSpPr>
          <p:cNvPr id="10" name="Footer Placeholder 4"/>
          <p:cNvSpPr>
            <a:spLocks noGrp="1"/>
          </p:cNvSpPr>
          <p:nvPr>
            <p:ph type="ftr" sz="quarter" idx="3"/>
          </p:nvPr>
        </p:nvSpPr>
        <p:spPr>
          <a:xfrm>
            <a:off x="4165600" y="6423933"/>
            <a:ext cx="3860800" cy="214546"/>
          </a:xfrm>
          <a:prstGeom prst="rect">
            <a:avLst/>
          </a:prstGeom>
        </p:spPr>
        <p:txBody>
          <a:bodyPr vert="horz" lIns="91440" tIns="45720" rIns="91440" bIns="45720" rtlCol="0" anchor="ctr">
            <a:spAutoFit/>
          </a:bodyPr>
          <a:lstStyle>
            <a:lvl1pPr algn="ctr">
              <a:defRPr sz="794" b="0" i="0">
                <a:solidFill>
                  <a:srgbClr val="FFFFFF"/>
                </a:solidFill>
                <a:latin typeface="Gill Sans MT"/>
                <a:cs typeface="Gill Sans MT"/>
              </a:defRPr>
            </a:lvl1pPr>
          </a:lstStyle>
          <a:p>
            <a:r>
              <a:rPr lang="en-US" dirty="0"/>
              <a:t>FOOTER GOES HERE</a:t>
            </a:r>
          </a:p>
        </p:txBody>
      </p:sp>
      <p:sp>
        <p:nvSpPr>
          <p:cNvPr id="11" name="Slide Number Placeholder 5"/>
          <p:cNvSpPr>
            <a:spLocks noGrp="1"/>
          </p:cNvSpPr>
          <p:nvPr>
            <p:ph type="sldNum" sz="quarter" idx="4"/>
          </p:nvPr>
        </p:nvSpPr>
        <p:spPr>
          <a:xfrm>
            <a:off x="9144000" y="6423933"/>
            <a:ext cx="2844800" cy="214546"/>
          </a:xfrm>
          <a:prstGeom prst="rect">
            <a:avLst/>
          </a:prstGeom>
        </p:spPr>
        <p:txBody>
          <a:bodyPr vert="horz" lIns="91440" tIns="45720" rIns="91440" bIns="45720" rtlCol="0" anchor="ctr">
            <a:spAutoFit/>
          </a:bodyPr>
          <a:lstStyle>
            <a:lvl1pPr algn="r">
              <a:defRPr sz="794" b="0" i="0">
                <a:solidFill>
                  <a:srgbClr val="FFFFFF"/>
                </a:solidFill>
                <a:latin typeface="Gill Sans MT"/>
                <a:cs typeface="Gill Sans MT"/>
              </a:defRPr>
            </a:lvl1pPr>
          </a:lstStyle>
          <a:p>
            <a:fld id="{42782948-4DBE-204D-AB9E-B65E067054AE}" type="slidenum">
              <a:rPr lang="en-US" smtClean="0"/>
              <a:pPr/>
              <a:t>‹#›</a:t>
            </a:fld>
            <a:endParaRPr lang="en-US" dirty="0"/>
          </a:p>
        </p:txBody>
      </p:sp>
      <p:sp>
        <p:nvSpPr>
          <p:cNvPr id="14" name="Text Placeholder 4"/>
          <p:cNvSpPr>
            <a:spLocks noGrp="1"/>
          </p:cNvSpPr>
          <p:nvPr>
            <p:ph type="body" sz="quarter" idx="12" hasCustomPrompt="1"/>
          </p:nvPr>
        </p:nvSpPr>
        <p:spPr>
          <a:xfrm rot="16200000">
            <a:off x="10494091" y="4693325"/>
            <a:ext cx="2743200" cy="214546"/>
          </a:xfrm>
        </p:spPr>
        <p:txBody>
          <a:bodyPr>
            <a:spAutoFit/>
          </a:bodyPr>
          <a:lstStyle>
            <a:lvl1pPr marL="0" indent="0" algn="r">
              <a:buNone/>
              <a:defRPr sz="794" baseline="0">
                <a:solidFill>
                  <a:srgbClr val="FFFFFF"/>
                </a:solidFill>
              </a:defRPr>
            </a:lvl1pPr>
            <a:lvl2pPr marL="304468" indent="0">
              <a:buNone/>
              <a:defRPr sz="2381">
                <a:solidFill>
                  <a:schemeClr val="bg1"/>
                </a:solidFill>
              </a:defRPr>
            </a:lvl2pPr>
            <a:lvl3pPr marL="608938" indent="0">
              <a:buNone/>
              <a:defRPr sz="2116">
                <a:solidFill>
                  <a:schemeClr val="bg1"/>
                </a:solidFill>
              </a:defRPr>
            </a:lvl3pPr>
            <a:lvl4pPr marL="905007" indent="0">
              <a:buNone/>
              <a:defRPr sz="1852">
                <a:solidFill>
                  <a:schemeClr val="bg1"/>
                </a:solidFill>
              </a:defRPr>
            </a:lvl4pPr>
            <a:lvl5pPr marL="1356462" indent="0">
              <a:buNone/>
              <a:defRPr sz="1587">
                <a:solidFill>
                  <a:schemeClr val="bg1"/>
                </a:solidFill>
              </a:defRPr>
            </a:lvl5pPr>
          </a:lstStyle>
          <a:p>
            <a:pPr lvl="0"/>
            <a:r>
              <a:rPr lang="en-US" dirty="0"/>
              <a:t>ADD PHOTO CREDIT HERE</a:t>
            </a:r>
          </a:p>
        </p:txBody>
      </p:sp>
      <p:sp>
        <p:nvSpPr>
          <p:cNvPr id="17" name="Title 1"/>
          <p:cNvSpPr>
            <a:spLocks noGrp="1"/>
          </p:cNvSpPr>
          <p:nvPr>
            <p:ph type="title" hasCustomPrompt="1"/>
          </p:nvPr>
        </p:nvSpPr>
        <p:spPr>
          <a:xfrm>
            <a:off x="914805" y="933167"/>
            <a:ext cx="10363200" cy="580800"/>
          </a:xfrm>
        </p:spPr>
        <p:txBody>
          <a:bodyPr anchor="b" anchorCtr="0">
            <a:spAutoFit/>
          </a:bodyPr>
          <a:lstStyle>
            <a:lvl1pPr>
              <a:defRPr>
                <a:solidFill>
                  <a:srgbClr val="0067B9"/>
                </a:solidFill>
              </a:defRPr>
            </a:lvl1pPr>
          </a:lstStyle>
          <a:p>
            <a:r>
              <a:rPr lang="en-US" dirty="0"/>
              <a:t>CLICK TO EDIT MASTER TITLE STYLE</a:t>
            </a:r>
          </a:p>
        </p:txBody>
      </p:sp>
    </p:spTree>
    <p:extLst>
      <p:ext uri="{BB962C8B-B14F-4D97-AF65-F5344CB8AC3E}">
        <p14:creationId xmlns:p14="http://schemas.microsoft.com/office/powerpoint/2010/main" val="96663950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3_Red/Gray 1 Content + Right Photo">
    <p:bg>
      <p:bgPr>
        <a:solidFill>
          <a:schemeClr val="bg1"/>
        </a:solidFill>
        <a:effectLst/>
      </p:bgPr>
    </p:bg>
    <p:spTree>
      <p:nvGrpSpPr>
        <p:cNvPr id="1" name=""/>
        <p:cNvGrpSpPr/>
        <p:nvPr/>
      </p:nvGrpSpPr>
      <p:grpSpPr>
        <a:xfrm>
          <a:off x="0" y="0"/>
          <a:ext cx="0" cy="0"/>
          <a:chOff x="0" y="0"/>
          <a:chExt cx="0" cy="0"/>
        </a:xfrm>
      </p:grpSpPr>
      <p:sp>
        <p:nvSpPr>
          <p:cNvPr id="10" name="Picture Placeholder 3"/>
          <p:cNvSpPr>
            <a:spLocks noGrp="1"/>
          </p:cNvSpPr>
          <p:nvPr>
            <p:ph type="pic" sz="quarter" idx="10" hasCustomPrompt="1"/>
          </p:nvPr>
        </p:nvSpPr>
        <p:spPr>
          <a:xfrm>
            <a:off x="6096000" y="203683"/>
            <a:ext cx="5892800" cy="6450636"/>
          </a:xfrm>
          <a:solidFill>
            <a:srgbClr val="E7E7E5"/>
          </a:solidFill>
        </p:spPr>
        <p:txBody>
          <a:bodyPr>
            <a:normAutofit/>
          </a:bodyPr>
          <a:lstStyle>
            <a:lvl1pPr marL="0" marR="0" indent="0" algn="l" defTabSz="604738" rtl="0" eaLnBrk="1" fontAlgn="auto" latinLnBrk="0" hangingPunct="1">
              <a:lnSpc>
                <a:spcPct val="100000"/>
              </a:lnSpc>
              <a:spcBef>
                <a:spcPct val="20000"/>
              </a:spcBef>
              <a:spcAft>
                <a:spcPts val="0"/>
              </a:spcAft>
              <a:buClrTx/>
              <a:buSzTx/>
              <a:buFont typeface="Arial"/>
              <a:buNone/>
              <a:tabLst/>
              <a:defRPr sz="1587">
                <a:solidFill>
                  <a:srgbClr val="6C6463"/>
                </a:solidFill>
              </a:defRPr>
            </a:lvl1pPr>
          </a:lstStyle>
          <a:p>
            <a:r>
              <a:rPr lang="en-US" dirty="0"/>
              <a:t>ADD PHOTO HERE</a:t>
            </a:r>
          </a:p>
        </p:txBody>
      </p:sp>
      <p:sp>
        <p:nvSpPr>
          <p:cNvPr id="9" name="Date Placeholder 3"/>
          <p:cNvSpPr>
            <a:spLocks noGrp="1"/>
          </p:cNvSpPr>
          <p:nvPr>
            <p:ph type="dt" sz="half" idx="2"/>
          </p:nvPr>
        </p:nvSpPr>
        <p:spPr>
          <a:xfrm>
            <a:off x="203200" y="6423933"/>
            <a:ext cx="2844800" cy="214546"/>
          </a:xfrm>
          <a:prstGeom prst="rect">
            <a:avLst/>
          </a:prstGeom>
        </p:spPr>
        <p:txBody>
          <a:bodyPr vert="horz" lIns="91440" tIns="45720" rIns="91440" bIns="45720" rtlCol="0" anchor="ctr">
            <a:spAutoFit/>
          </a:bodyPr>
          <a:lstStyle>
            <a:lvl1pPr algn="l">
              <a:defRPr sz="794" b="0" i="0">
                <a:solidFill>
                  <a:srgbClr val="6C6463"/>
                </a:solidFill>
                <a:latin typeface="Gill Sans MT"/>
                <a:cs typeface="Gill Sans MT"/>
              </a:defRPr>
            </a:lvl1pPr>
          </a:lstStyle>
          <a:p>
            <a:fld id="{60FEB5C5-97E6-6B45-BBE4-F2449473BB96}" type="datetime1">
              <a:rPr lang="en-US" smtClean="0"/>
              <a:pPr/>
              <a:t>3/12/2024</a:t>
            </a:fld>
            <a:endParaRPr lang="en-US" dirty="0"/>
          </a:p>
        </p:txBody>
      </p:sp>
      <p:sp>
        <p:nvSpPr>
          <p:cNvPr id="11" name="Slide Number Placeholder 5"/>
          <p:cNvSpPr>
            <a:spLocks noGrp="1"/>
          </p:cNvSpPr>
          <p:nvPr>
            <p:ph type="sldNum" sz="quarter" idx="4"/>
          </p:nvPr>
        </p:nvSpPr>
        <p:spPr>
          <a:xfrm>
            <a:off x="9144000" y="6423933"/>
            <a:ext cx="2844800" cy="214546"/>
          </a:xfrm>
          <a:prstGeom prst="rect">
            <a:avLst/>
          </a:prstGeom>
        </p:spPr>
        <p:txBody>
          <a:bodyPr vert="horz" lIns="91440" tIns="45720" rIns="91440" bIns="45720" rtlCol="0" anchor="ctr">
            <a:spAutoFit/>
          </a:bodyPr>
          <a:lstStyle>
            <a:lvl1pPr algn="r">
              <a:defRPr sz="794" b="0" i="0">
                <a:solidFill>
                  <a:srgbClr val="FFFFFF"/>
                </a:solidFill>
                <a:latin typeface="Gill Sans MT"/>
                <a:cs typeface="Gill Sans MT"/>
              </a:defRPr>
            </a:lvl1pPr>
          </a:lstStyle>
          <a:p>
            <a:fld id="{42782948-4DBE-204D-AB9E-B65E067054AE}" type="slidenum">
              <a:rPr lang="en-US" smtClean="0"/>
              <a:pPr/>
              <a:t>‹#›</a:t>
            </a:fld>
            <a:endParaRPr lang="en-US" dirty="0"/>
          </a:p>
        </p:txBody>
      </p:sp>
      <p:sp>
        <p:nvSpPr>
          <p:cNvPr id="14" name="Content Placeholder 2"/>
          <p:cNvSpPr>
            <a:spLocks noGrp="1"/>
          </p:cNvSpPr>
          <p:nvPr>
            <p:ph idx="1"/>
          </p:nvPr>
        </p:nvSpPr>
        <p:spPr>
          <a:xfrm>
            <a:off x="914400" y="2219505"/>
            <a:ext cx="4876800" cy="3729274"/>
          </a:xfrm>
        </p:spPr>
        <p:txBody>
          <a:bodyPr>
            <a:normAutofit/>
          </a:bodyPr>
          <a:lstStyle>
            <a:lvl1pPr>
              <a:defRPr sz="2116">
                <a:solidFill>
                  <a:srgbClr val="6C6463"/>
                </a:solidFill>
              </a:defRPr>
            </a:lvl1pPr>
            <a:lvl2pPr>
              <a:defRPr sz="2116">
                <a:solidFill>
                  <a:srgbClr val="6C6463"/>
                </a:solidFill>
              </a:defRPr>
            </a:lvl2pPr>
            <a:lvl3pPr>
              <a:defRPr sz="2116">
                <a:solidFill>
                  <a:srgbClr val="6C6463"/>
                </a:solidFill>
              </a:defRPr>
            </a:lvl3pPr>
            <a:lvl4pPr>
              <a:defRPr sz="1852">
                <a:solidFill>
                  <a:srgbClr val="6C6463"/>
                </a:solidFill>
              </a:defRPr>
            </a:lvl4pPr>
            <a:lvl5pPr>
              <a:defRPr>
                <a:solidFill>
                  <a:srgbClr val="FFFFFF"/>
                </a:solidFill>
              </a:defRPr>
            </a:lvl5pPr>
          </a:lstStyle>
          <a:p>
            <a:pPr lvl="0"/>
            <a:r>
              <a:rPr lang="en-US"/>
              <a:t>Click to edit Master text styles</a:t>
            </a:r>
          </a:p>
          <a:p>
            <a:pPr lvl="1"/>
            <a:r>
              <a:rPr lang="en-US"/>
              <a:t>Second level</a:t>
            </a:r>
          </a:p>
        </p:txBody>
      </p:sp>
      <p:sp>
        <p:nvSpPr>
          <p:cNvPr id="13" name="Text Placeholder 4"/>
          <p:cNvSpPr>
            <a:spLocks noGrp="1"/>
          </p:cNvSpPr>
          <p:nvPr>
            <p:ph type="body" sz="quarter" idx="12" hasCustomPrompt="1"/>
          </p:nvPr>
        </p:nvSpPr>
        <p:spPr>
          <a:xfrm rot="16200000">
            <a:off x="10494089" y="1468008"/>
            <a:ext cx="2743200" cy="214546"/>
          </a:xfrm>
        </p:spPr>
        <p:txBody>
          <a:bodyPr>
            <a:spAutoFit/>
          </a:bodyPr>
          <a:lstStyle>
            <a:lvl1pPr marL="0" indent="0" algn="r">
              <a:buNone/>
              <a:defRPr sz="794" baseline="0">
                <a:solidFill>
                  <a:srgbClr val="FFFFFF"/>
                </a:solidFill>
              </a:defRPr>
            </a:lvl1pPr>
            <a:lvl2pPr marL="304468" indent="0">
              <a:buNone/>
              <a:defRPr sz="2381">
                <a:solidFill>
                  <a:schemeClr val="bg1"/>
                </a:solidFill>
              </a:defRPr>
            </a:lvl2pPr>
            <a:lvl3pPr marL="608938" indent="0">
              <a:buNone/>
              <a:defRPr sz="2116">
                <a:solidFill>
                  <a:schemeClr val="bg1"/>
                </a:solidFill>
              </a:defRPr>
            </a:lvl3pPr>
            <a:lvl4pPr marL="905007" indent="0">
              <a:buNone/>
              <a:defRPr sz="1852">
                <a:solidFill>
                  <a:schemeClr val="bg1"/>
                </a:solidFill>
              </a:defRPr>
            </a:lvl4pPr>
            <a:lvl5pPr marL="1356462" indent="0">
              <a:buNone/>
              <a:defRPr sz="1587">
                <a:solidFill>
                  <a:schemeClr val="bg1"/>
                </a:solidFill>
              </a:defRPr>
            </a:lvl5pPr>
          </a:lstStyle>
          <a:p>
            <a:pPr lvl="0"/>
            <a:r>
              <a:rPr lang="en-US" dirty="0"/>
              <a:t>ADD PHOTO CREDIT HERE</a:t>
            </a:r>
          </a:p>
        </p:txBody>
      </p:sp>
      <p:sp>
        <p:nvSpPr>
          <p:cNvPr id="8" name="Title 1"/>
          <p:cNvSpPr>
            <a:spLocks noGrp="1"/>
          </p:cNvSpPr>
          <p:nvPr>
            <p:ph type="title" hasCustomPrompt="1"/>
          </p:nvPr>
        </p:nvSpPr>
        <p:spPr>
          <a:xfrm>
            <a:off x="914400" y="897750"/>
            <a:ext cx="4876800" cy="1099175"/>
          </a:xfrm>
        </p:spPr>
        <p:txBody>
          <a:bodyPr wrap="square" anchor="b" anchorCtr="0">
            <a:spAutoFit/>
          </a:bodyPr>
          <a:lstStyle>
            <a:lvl1pPr>
              <a:defRPr>
                <a:solidFill>
                  <a:srgbClr val="0067B9"/>
                </a:solidFill>
              </a:defRPr>
            </a:lvl1pPr>
          </a:lstStyle>
          <a:p>
            <a:r>
              <a:rPr lang="en-US" dirty="0"/>
              <a:t>CLICK TO EDIT MASTER TITLE STYLE</a:t>
            </a:r>
          </a:p>
        </p:txBody>
      </p:sp>
    </p:spTree>
    <p:extLst>
      <p:ext uri="{BB962C8B-B14F-4D97-AF65-F5344CB8AC3E}">
        <p14:creationId xmlns:p14="http://schemas.microsoft.com/office/powerpoint/2010/main" val="365222397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3_Red/Gray Title Only">
    <p:bg>
      <p:bgPr>
        <a:solidFill>
          <a:schemeClr val="bg1"/>
        </a:solidFill>
        <a:effectLst/>
      </p:bgPr>
    </p:bg>
    <p:spTree>
      <p:nvGrpSpPr>
        <p:cNvPr id="1" name=""/>
        <p:cNvGrpSpPr/>
        <p:nvPr/>
      </p:nvGrpSpPr>
      <p:grpSpPr>
        <a:xfrm>
          <a:off x="0" y="0"/>
          <a:ext cx="0" cy="0"/>
          <a:chOff x="0" y="0"/>
          <a:chExt cx="0" cy="0"/>
        </a:xfrm>
      </p:grpSpPr>
      <p:sp>
        <p:nvSpPr>
          <p:cNvPr id="10" name="Picture Placeholder 3"/>
          <p:cNvSpPr>
            <a:spLocks noGrp="1"/>
          </p:cNvSpPr>
          <p:nvPr>
            <p:ph type="pic" sz="quarter" idx="10" hasCustomPrompt="1"/>
          </p:nvPr>
        </p:nvSpPr>
        <p:spPr>
          <a:xfrm>
            <a:off x="203200" y="203682"/>
            <a:ext cx="5892800" cy="6450634"/>
          </a:xfrm>
          <a:solidFill>
            <a:srgbClr val="E7E7E5"/>
          </a:solidFill>
        </p:spPr>
        <p:txBody>
          <a:bodyPr>
            <a:normAutofit/>
          </a:bodyPr>
          <a:lstStyle>
            <a:lvl1pPr marL="0" marR="0" indent="0" algn="l" defTabSz="604738" rtl="0" eaLnBrk="1" fontAlgn="auto" latinLnBrk="0" hangingPunct="1">
              <a:lnSpc>
                <a:spcPct val="100000"/>
              </a:lnSpc>
              <a:spcBef>
                <a:spcPct val="20000"/>
              </a:spcBef>
              <a:spcAft>
                <a:spcPts val="0"/>
              </a:spcAft>
              <a:buClrTx/>
              <a:buSzTx/>
              <a:buFont typeface="Arial"/>
              <a:buNone/>
              <a:tabLst/>
              <a:defRPr sz="1587">
                <a:solidFill>
                  <a:srgbClr val="6C6463"/>
                </a:solidFill>
              </a:defRPr>
            </a:lvl1pPr>
          </a:lstStyle>
          <a:p>
            <a:r>
              <a:rPr lang="en-US" dirty="0"/>
              <a:t>ADD PHOTO HERE</a:t>
            </a:r>
          </a:p>
        </p:txBody>
      </p:sp>
      <p:sp>
        <p:nvSpPr>
          <p:cNvPr id="9" name="Date Placeholder 3"/>
          <p:cNvSpPr>
            <a:spLocks noGrp="1"/>
          </p:cNvSpPr>
          <p:nvPr>
            <p:ph type="dt" sz="half" idx="2"/>
          </p:nvPr>
        </p:nvSpPr>
        <p:spPr>
          <a:xfrm>
            <a:off x="203200" y="6423933"/>
            <a:ext cx="2844800" cy="214546"/>
          </a:xfrm>
          <a:prstGeom prst="rect">
            <a:avLst/>
          </a:prstGeom>
        </p:spPr>
        <p:txBody>
          <a:bodyPr vert="horz" lIns="91440" tIns="45720" rIns="91440" bIns="45720" rtlCol="0" anchor="ctr">
            <a:spAutoFit/>
          </a:bodyPr>
          <a:lstStyle>
            <a:lvl1pPr algn="l">
              <a:defRPr sz="794" b="0" i="0">
                <a:solidFill>
                  <a:schemeClr val="bg1"/>
                </a:solidFill>
                <a:latin typeface="Gill Sans MT"/>
                <a:cs typeface="Gill Sans MT"/>
              </a:defRPr>
            </a:lvl1pPr>
          </a:lstStyle>
          <a:p>
            <a:fld id="{60FEB5C5-97E6-6B45-BBE4-F2449473BB96}" type="datetime1">
              <a:rPr lang="en-US" smtClean="0"/>
              <a:pPr/>
              <a:t>3/12/2024</a:t>
            </a:fld>
            <a:endParaRPr lang="en-US" dirty="0"/>
          </a:p>
        </p:txBody>
      </p:sp>
      <p:sp>
        <p:nvSpPr>
          <p:cNvPr id="11" name="Slide Number Placeholder 5"/>
          <p:cNvSpPr>
            <a:spLocks noGrp="1"/>
          </p:cNvSpPr>
          <p:nvPr>
            <p:ph type="sldNum" sz="quarter" idx="4"/>
          </p:nvPr>
        </p:nvSpPr>
        <p:spPr>
          <a:xfrm>
            <a:off x="9144000" y="6423933"/>
            <a:ext cx="2844800" cy="214546"/>
          </a:xfrm>
          <a:prstGeom prst="rect">
            <a:avLst/>
          </a:prstGeom>
        </p:spPr>
        <p:txBody>
          <a:bodyPr vert="horz" lIns="91440" tIns="45720" rIns="91440" bIns="45720" rtlCol="0" anchor="ctr">
            <a:spAutoFit/>
          </a:bodyPr>
          <a:lstStyle>
            <a:lvl1pPr algn="r">
              <a:defRPr sz="794" b="0" i="0">
                <a:solidFill>
                  <a:srgbClr val="6C6463"/>
                </a:solidFill>
                <a:latin typeface="Gill Sans MT"/>
                <a:cs typeface="Gill Sans MT"/>
              </a:defRPr>
            </a:lvl1pPr>
          </a:lstStyle>
          <a:p>
            <a:fld id="{42782948-4DBE-204D-AB9E-B65E067054AE}" type="slidenum">
              <a:rPr lang="en-US" smtClean="0"/>
              <a:pPr/>
              <a:t>‹#›</a:t>
            </a:fld>
            <a:endParaRPr lang="en-US" dirty="0"/>
          </a:p>
        </p:txBody>
      </p:sp>
      <p:sp>
        <p:nvSpPr>
          <p:cNvPr id="13" name="Text Placeholder 4"/>
          <p:cNvSpPr>
            <a:spLocks noGrp="1"/>
          </p:cNvSpPr>
          <p:nvPr>
            <p:ph type="body" sz="quarter" idx="12" hasCustomPrompt="1"/>
          </p:nvPr>
        </p:nvSpPr>
        <p:spPr>
          <a:xfrm rot="16200000">
            <a:off x="4601291" y="1468008"/>
            <a:ext cx="2743200" cy="214546"/>
          </a:xfrm>
        </p:spPr>
        <p:txBody>
          <a:bodyPr>
            <a:spAutoFit/>
          </a:bodyPr>
          <a:lstStyle>
            <a:lvl1pPr marL="0" indent="0" algn="r">
              <a:buNone/>
              <a:defRPr sz="794" baseline="0">
                <a:solidFill>
                  <a:srgbClr val="FFFFFF"/>
                </a:solidFill>
              </a:defRPr>
            </a:lvl1pPr>
            <a:lvl2pPr marL="304468" indent="0">
              <a:buNone/>
              <a:defRPr sz="2381">
                <a:solidFill>
                  <a:schemeClr val="bg1"/>
                </a:solidFill>
              </a:defRPr>
            </a:lvl2pPr>
            <a:lvl3pPr marL="608938" indent="0">
              <a:buNone/>
              <a:defRPr sz="2116">
                <a:solidFill>
                  <a:schemeClr val="bg1"/>
                </a:solidFill>
              </a:defRPr>
            </a:lvl3pPr>
            <a:lvl4pPr marL="905007" indent="0">
              <a:buNone/>
              <a:defRPr sz="1852">
                <a:solidFill>
                  <a:schemeClr val="bg1"/>
                </a:solidFill>
              </a:defRPr>
            </a:lvl4pPr>
            <a:lvl5pPr marL="1356462" indent="0">
              <a:buNone/>
              <a:defRPr sz="1587">
                <a:solidFill>
                  <a:schemeClr val="bg1"/>
                </a:solidFill>
              </a:defRPr>
            </a:lvl5pPr>
          </a:lstStyle>
          <a:p>
            <a:pPr lvl="0"/>
            <a:r>
              <a:rPr lang="en-US" dirty="0"/>
              <a:t>ADD PHOTO CREDIT HERE</a:t>
            </a:r>
          </a:p>
        </p:txBody>
      </p:sp>
      <p:sp>
        <p:nvSpPr>
          <p:cNvPr id="16" name="Title 1"/>
          <p:cNvSpPr>
            <a:spLocks noGrp="1"/>
          </p:cNvSpPr>
          <p:nvPr>
            <p:ph type="title" hasCustomPrompt="1"/>
          </p:nvPr>
        </p:nvSpPr>
        <p:spPr>
          <a:xfrm>
            <a:off x="6502805" y="2894860"/>
            <a:ext cx="5181195" cy="1107995"/>
          </a:xfrm>
        </p:spPr>
        <p:txBody>
          <a:bodyPr wrap="square" anchor="ctr" anchorCtr="0">
            <a:spAutoFit/>
          </a:bodyPr>
          <a:lstStyle>
            <a:lvl1pPr>
              <a:defRPr>
                <a:solidFill>
                  <a:srgbClr val="0067B9"/>
                </a:solidFill>
              </a:defRPr>
            </a:lvl1pPr>
          </a:lstStyle>
          <a:p>
            <a:r>
              <a:rPr lang="en-US" dirty="0"/>
              <a:t>CLICK TO EDIT MASTER TITLE STYLE</a:t>
            </a:r>
          </a:p>
        </p:txBody>
      </p:sp>
    </p:spTree>
    <p:extLst>
      <p:ext uri="{BB962C8B-B14F-4D97-AF65-F5344CB8AC3E}">
        <p14:creationId xmlns:p14="http://schemas.microsoft.com/office/powerpoint/2010/main" val="4147356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2.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slideLayout" Target="../slideLayouts/slideLayout31.xml"/><Relationship Id="rId3" Type="http://schemas.openxmlformats.org/officeDocument/2006/relationships/slideLayout" Target="../slideLayouts/slideLayout16.xml"/><Relationship Id="rId21" Type="http://schemas.openxmlformats.org/officeDocument/2006/relationships/theme" Target="../theme/theme2.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image" Target="../media/image1.emf"/><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slideLayout" Target="../slideLayouts/slideLayout33.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oleObject" Target="../embeddings/oleObject3.bin"/><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tags" Target="../tags/tag15.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tags" Target="../tags/tag1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slideLayout" Target="../slideLayouts/slideLayout59.xml"/><Relationship Id="rId3" Type="http://schemas.openxmlformats.org/officeDocument/2006/relationships/slideLayout" Target="../slideLayouts/slideLayout36.xml"/><Relationship Id="rId21" Type="http://schemas.openxmlformats.org/officeDocument/2006/relationships/slideLayout" Target="../slideLayouts/slideLayout54.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slideLayout" Target="../slideLayouts/slideLayout58.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29" Type="http://schemas.openxmlformats.org/officeDocument/2006/relationships/slideLayout" Target="../slideLayouts/slideLayout62.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32" Type="http://schemas.openxmlformats.org/officeDocument/2006/relationships/theme" Target="../theme/theme3.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28" Type="http://schemas.openxmlformats.org/officeDocument/2006/relationships/slideLayout" Target="../slideLayouts/slideLayout61.xml"/><Relationship Id="rId10" Type="http://schemas.openxmlformats.org/officeDocument/2006/relationships/slideLayout" Target="../slideLayouts/slideLayout43.xml"/><Relationship Id="rId19" Type="http://schemas.openxmlformats.org/officeDocument/2006/relationships/slideLayout" Target="../slideLayouts/slideLayout52.xml"/><Relationship Id="rId31" Type="http://schemas.openxmlformats.org/officeDocument/2006/relationships/slideLayout" Target="../slideLayouts/slideLayout64.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 Id="rId27" Type="http://schemas.openxmlformats.org/officeDocument/2006/relationships/slideLayout" Target="../slideLayouts/slideLayout60.xml"/><Relationship Id="rId30"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5"/>
            </p:custDataLst>
            <p:extLst>
              <p:ext uri="{D42A27DB-BD31-4B8C-83A1-F6EECF244321}">
                <p14:modId xmlns:p14="http://schemas.microsoft.com/office/powerpoint/2010/main" val="1644318490"/>
              </p:ext>
            </p:extLst>
          </p:nvPr>
        </p:nvGraphicFramePr>
        <p:xfrm>
          <a:off x="2121" y="1592"/>
          <a:ext cx="2117" cy="1587"/>
        </p:xfrm>
        <a:graphic>
          <a:graphicData uri="http://schemas.openxmlformats.org/presentationml/2006/ole">
            <mc:AlternateContent xmlns:mc="http://schemas.openxmlformats.org/markup-compatibility/2006">
              <mc:Choice xmlns:v="urn:schemas-microsoft-com:vml" Requires="v">
                <p:oleObj name="think-cell Slide" r:id="rId17" imgW="270" imgH="270" progId="TCLayout.ActiveDocument.1">
                  <p:embed/>
                </p:oleObj>
              </mc:Choice>
              <mc:Fallback>
                <p:oleObj name="think-cell Slide" r:id="rId17" imgW="270" imgH="270" progId="TCLayout.ActiveDocument.1">
                  <p:embed/>
                  <p:pic>
                    <p:nvPicPr>
                      <p:cNvPr id="4" name="Object 3" hidden="1"/>
                      <p:cNvPicPr/>
                      <p:nvPr/>
                    </p:nvPicPr>
                    <p:blipFill>
                      <a:blip r:embed="rId18"/>
                      <a:stretch>
                        <a:fillRect/>
                      </a:stretch>
                    </p:blipFill>
                    <p:spPr>
                      <a:xfrm>
                        <a:off x="2121" y="1592"/>
                        <a:ext cx="2117" cy="1587"/>
                      </a:xfrm>
                      <a:prstGeom prst="rect">
                        <a:avLst/>
                      </a:prstGeom>
                    </p:spPr>
                  </p:pic>
                </p:oleObj>
              </mc:Fallback>
            </mc:AlternateContent>
          </a:graphicData>
        </a:graphic>
      </p:graphicFrame>
      <p:sp>
        <p:nvSpPr>
          <p:cNvPr id="5" name="Rectangle 4" hidden="1"/>
          <p:cNvSpPr/>
          <p:nvPr userDrawn="1">
            <p:custDataLst>
              <p:tags r:id="rId16"/>
            </p:custDataLst>
          </p:nvPr>
        </p:nvSpPr>
        <p:spPr bwMode="gray">
          <a:xfrm>
            <a:off x="0" y="0"/>
            <a:ext cx="140074" cy="140074"/>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eaLnBrk="1">
              <a:lnSpc>
                <a:spcPct val="106000"/>
              </a:lnSpc>
              <a:buFont typeface="Wingdings 2" pitchFamily="18" charset="2"/>
              <a:buNone/>
            </a:pPr>
            <a:endParaRPr lang="en-US" sz="2667"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3" y="317505"/>
            <a:ext cx="11188700" cy="692150"/>
          </a:xfrm>
          <a:prstGeom prst="rect">
            <a:avLst/>
          </a:prstGeom>
        </p:spPr>
        <p:txBody>
          <a:bodyPr vert="horz" lIns="0" tIns="0" rIns="0" bIns="0" rtlCol="0" anchor="ctr" anchorCtr="0">
            <a:noAutofit/>
          </a:bodyPr>
          <a:lstStyle/>
          <a:p>
            <a:r>
              <a:rPr lang="en-US" noProof="0"/>
              <a:t>Click to edit Master title style</a:t>
            </a:r>
          </a:p>
        </p:txBody>
      </p:sp>
      <p:sp>
        <p:nvSpPr>
          <p:cNvPr id="19" name="Text Placeholder 18"/>
          <p:cNvSpPr>
            <a:spLocks noGrp="1"/>
          </p:cNvSpPr>
          <p:nvPr>
            <p:ph type="body" idx="1"/>
          </p:nvPr>
        </p:nvSpPr>
        <p:spPr>
          <a:xfrm>
            <a:off x="501652" y="1147864"/>
            <a:ext cx="11188700" cy="5233887"/>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3" name="TextBox 2"/>
          <p:cNvSpPr txBox="1"/>
          <p:nvPr userDrawn="1"/>
        </p:nvSpPr>
        <p:spPr>
          <a:xfrm>
            <a:off x="11382379" y="6629405"/>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a:solidFill>
                <a:prstClr val="black"/>
              </a:solidFill>
            </a:endParaRPr>
          </a:p>
        </p:txBody>
      </p:sp>
    </p:spTree>
    <p:extLst>
      <p:ext uri="{BB962C8B-B14F-4D97-AF65-F5344CB8AC3E}">
        <p14:creationId xmlns:p14="http://schemas.microsoft.com/office/powerpoint/2010/main" val="3197474883"/>
      </p:ext>
    </p:extLst>
  </p:cSld>
  <p:clrMap bg1="lt1" tx1="dk1" bg2="lt2" tx2="dk2" accent1="accent1" accent2="accent2" accent3="accent3" accent4="accent4" accent5="accent5" accent6="accent6" hlink="hlink" folHlink="folHlink"/>
  <p:sldLayoutIdLst>
    <p:sldLayoutId id="2147484092" r:id="rId1"/>
    <p:sldLayoutId id="2147484057" r:id="rId2"/>
    <p:sldLayoutId id="2147484063" r:id="rId3"/>
    <p:sldLayoutId id="2147483770" r:id="rId4"/>
    <p:sldLayoutId id="2147483775" r:id="rId5"/>
    <p:sldLayoutId id="2147484090" r:id="rId6"/>
    <p:sldLayoutId id="2147483766" r:id="rId7"/>
    <p:sldLayoutId id="2147484094" r:id="rId8"/>
    <p:sldLayoutId id="2147484096" r:id="rId9"/>
    <p:sldLayoutId id="2147484097" r:id="rId10"/>
    <p:sldLayoutId id="2147484098" r:id="rId11"/>
    <p:sldLayoutId id="2147484099" r:id="rId12"/>
    <p:sldLayoutId id="2147484153" r:id="rId13"/>
  </p:sldLayoutIdLst>
  <p:transition>
    <p:fade/>
  </p:transition>
  <p:hf hdr="0" dt="0"/>
  <p:txStyles>
    <p:titleStyle>
      <a:lvl1pPr algn="l" defTabSz="1219231" rtl="0" eaLnBrk="1" latinLnBrk="0" hangingPunct="1">
        <a:spcBef>
          <a:spcPct val="0"/>
        </a:spcBef>
        <a:buNone/>
        <a:defRPr sz="2000" b="1" kern="1200">
          <a:solidFill>
            <a:schemeClr val="tx1"/>
          </a:solidFill>
          <a:latin typeface="+mj-lt"/>
          <a:ea typeface="+mj-ea"/>
          <a:cs typeface="+mj-cs"/>
        </a:defRPr>
      </a:lvl1pPr>
    </p:titleStyle>
    <p:body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231" rtl="0" eaLnBrk="1" latinLnBrk="0" hangingPunct="1">
        <a:defRPr sz="2400" kern="1200">
          <a:solidFill>
            <a:schemeClr val="tx1"/>
          </a:solidFill>
          <a:latin typeface="+mn-lt"/>
          <a:ea typeface="+mn-ea"/>
          <a:cs typeface="+mn-cs"/>
        </a:defRPr>
      </a:lvl1pPr>
      <a:lvl2pPr marL="609616" algn="l" defTabSz="1219231" rtl="0" eaLnBrk="1" latinLnBrk="0" hangingPunct="1">
        <a:defRPr sz="2400" kern="1200">
          <a:solidFill>
            <a:schemeClr val="tx1"/>
          </a:solidFill>
          <a:latin typeface="+mn-lt"/>
          <a:ea typeface="+mn-ea"/>
          <a:cs typeface="+mn-cs"/>
        </a:defRPr>
      </a:lvl2pPr>
      <a:lvl3pPr marL="1219231" algn="l" defTabSz="1219231" rtl="0" eaLnBrk="1" latinLnBrk="0" hangingPunct="1">
        <a:defRPr sz="2400" kern="1200">
          <a:solidFill>
            <a:schemeClr val="tx1"/>
          </a:solidFill>
          <a:latin typeface="+mn-lt"/>
          <a:ea typeface="+mn-ea"/>
          <a:cs typeface="+mn-cs"/>
        </a:defRPr>
      </a:lvl3pPr>
      <a:lvl4pPr marL="1828848" algn="l" defTabSz="1219231" rtl="0" eaLnBrk="1" latinLnBrk="0" hangingPunct="1">
        <a:defRPr sz="2400" kern="1200">
          <a:solidFill>
            <a:schemeClr val="tx1"/>
          </a:solidFill>
          <a:latin typeface="+mn-lt"/>
          <a:ea typeface="+mn-ea"/>
          <a:cs typeface="+mn-cs"/>
        </a:defRPr>
      </a:lvl4pPr>
      <a:lvl5pPr marL="2438464" algn="l" defTabSz="1219231" rtl="0" eaLnBrk="1" latinLnBrk="0" hangingPunct="1">
        <a:defRPr sz="2400" kern="1200">
          <a:solidFill>
            <a:schemeClr val="tx1"/>
          </a:solidFill>
          <a:latin typeface="+mn-lt"/>
          <a:ea typeface="+mn-ea"/>
          <a:cs typeface="+mn-cs"/>
        </a:defRPr>
      </a:lvl5pPr>
      <a:lvl6pPr marL="3048080" algn="l" defTabSz="1219231" rtl="0" eaLnBrk="1" latinLnBrk="0" hangingPunct="1">
        <a:defRPr sz="2400" kern="1200">
          <a:solidFill>
            <a:schemeClr val="tx1"/>
          </a:solidFill>
          <a:latin typeface="+mn-lt"/>
          <a:ea typeface="+mn-ea"/>
          <a:cs typeface="+mn-cs"/>
        </a:defRPr>
      </a:lvl6pPr>
      <a:lvl7pPr marL="3657695" algn="l" defTabSz="1219231" rtl="0" eaLnBrk="1" latinLnBrk="0" hangingPunct="1">
        <a:defRPr sz="2400" kern="1200">
          <a:solidFill>
            <a:schemeClr val="tx1"/>
          </a:solidFill>
          <a:latin typeface="+mn-lt"/>
          <a:ea typeface="+mn-ea"/>
          <a:cs typeface="+mn-cs"/>
        </a:defRPr>
      </a:lvl7pPr>
      <a:lvl8pPr marL="4267311" algn="l" defTabSz="1219231" rtl="0" eaLnBrk="1" latinLnBrk="0" hangingPunct="1">
        <a:defRPr sz="2400" kern="1200">
          <a:solidFill>
            <a:schemeClr val="tx1"/>
          </a:solidFill>
          <a:latin typeface="+mn-lt"/>
          <a:ea typeface="+mn-ea"/>
          <a:cs typeface="+mn-cs"/>
        </a:defRPr>
      </a:lvl8pPr>
      <a:lvl9pPr marL="4876928" algn="l" defTabSz="1219231"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556" userDrawn="1">
          <p15:clr>
            <a:srgbClr val="F26B43"/>
          </p15:clr>
        </p15:guide>
        <p15:guide id="2" pos="359" userDrawn="1">
          <p15:clr>
            <a:srgbClr val="F26B43"/>
          </p15:clr>
        </p15:guide>
        <p15:guide id="3" pos="8345" userDrawn="1">
          <p15:clr>
            <a:srgbClr val="F26B43"/>
          </p15:clr>
        </p15:guide>
        <p15:guide id="4" orient="horz" pos="227" userDrawn="1">
          <p15:clr>
            <a:srgbClr val="F26B43"/>
          </p15:clr>
        </p15:guide>
        <p15:guide id="5" orient="horz" pos="1189" userDrawn="1">
          <p15:clr>
            <a:srgbClr val="F26B43"/>
          </p15:clr>
        </p15:guide>
        <p15:guide id="6" orient="horz" pos="725"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2"/>
            </p:custDataLst>
            <p:extLst>
              <p:ext uri="{D42A27DB-BD31-4B8C-83A1-F6EECF244321}">
                <p14:modId xmlns:p14="http://schemas.microsoft.com/office/powerpoint/2010/main" val="1644318490"/>
              </p:ext>
            </p:extLst>
          </p:nvPr>
        </p:nvGraphicFramePr>
        <p:xfrm>
          <a:off x="2121" y="1592"/>
          <a:ext cx="2117" cy="1587"/>
        </p:xfrm>
        <a:graphic>
          <a:graphicData uri="http://schemas.openxmlformats.org/presentationml/2006/ole">
            <mc:AlternateContent xmlns:mc="http://schemas.openxmlformats.org/markup-compatibility/2006">
              <mc:Choice xmlns:v="urn:schemas-microsoft-com:vml" Requires="v">
                <p:oleObj name="think-cell Slide" r:id="rId24" imgW="270" imgH="270" progId="TCLayout.ActiveDocument.1">
                  <p:embed/>
                </p:oleObj>
              </mc:Choice>
              <mc:Fallback>
                <p:oleObj name="think-cell Slide" r:id="rId24" imgW="270" imgH="270" progId="TCLayout.ActiveDocument.1">
                  <p:embed/>
                  <p:pic>
                    <p:nvPicPr>
                      <p:cNvPr id="4" name="Object 3" hidden="1"/>
                      <p:cNvPicPr/>
                      <p:nvPr/>
                    </p:nvPicPr>
                    <p:blipFill>
                      <a:blip r:embed="rId25"/>
                      <a:stretch>
                        <a:fillRect/>
                      </a:stretch>
                    </p:blipFill>
                    <p:spPr>
                      <a:xfrm>
                        <a:off x="2121" y="1592"/>
                        <a:ext cx="2117" cy="1587"/>
                      </a:xfrm>
                      <a:prstGeom prst="rect">
                        <a:avLst/>
                      </a:prstGeom>
                    </p:spPr>
                  </p:pic>
                </p:oleObj>
              </mc:Fallback>
            </mc:AlternateContent>
          </a:graphicData>
        </a:graphic>
      </p:graphicFrame>
      <p:sp>
        <p:nvSpPr>
          <p:cNvPr id="5" name="Rectangle 4" hidden="1"/>
          <p:cNvSpPr/>
          <p:nvPr userDrawn="1">
            <p:custDataLst>
              <p:tags r:id="rId23"/>
            </p:custDataLst>
          </p:nvPr>
        </p:nvSpPr>
        <p:spPr bwMode="gray">
          <a:xfrm>
            <a:off x="0" y="0"/>
            <a:ext cx="140074" cy="140074"/>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eaLnBrk="1">
              <a:lnSpc>
                <a:spcPct val="106000"/>
              </a:lnSpc>
              <a:buFont typeface="Wingdings 2" pitchFamily="18" charset="2"/>
              <a:buNone/>
            </a:pPr>
            <a:endParaRPr lang="en-US" sz="2667"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3" y="317505"/>
            <a:ext cx="11188700" cy="692150"/>
          </a:xfrm>
          <a:prstGeom prst="rect">
            <a:avLst/>
          </a:prstGeom>
        </p:spPr>
        <p:txBody>
          <a:bodyPr vert="horz" lIns="0" tIns="0" rIns="0" bIns="0" rtlCol="0" anchor="ctr" anchorCtr="0">
            <a:noAutofit/>
          </a:bodyPr>
          <a:lstStyle/>
          <a:p>
            <a:r>
              <a:rPr lang="en-US" noProof="0"/>
              <a:t>Click to edit Master title style</a:t>
            </a:r>
          </a:p>
        </p:txBody>
      </p:sp>
      <p:sp>
        <p:nvSpPr>
          <p:cNvPr id="18" name="TextBox 17"/>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700" dirty="0">
                <a:solidFill>
                  <a:prstClr val="black"/>
                </a:solidFill>
              </a:rPr>
              <a:t>© 2024 Deloitte Touche </a:t>
            </a:r>
            <a:r>
              <a:rPr lang="fr-FR" sz="700" dirty="0" err="1">
                <a:solidFill>
                  <a:prstClr val="black"/>
                </a:solidFill>
              </a:rPr>
              <a:t>Tohmatsu</a:t>
            </a:r>
            <a:r>
              <a:rPr lang="fr-FR" sz="700" dirty="0">
                <a:solidFill>
                  <a:prstClr val="black"/>
                </a:solidFill>
              </a:rPr>
              <a:t> </a:t>
            </a:r>
            <a:r>
              <a:rPr lang="fr-FR" sz="700" dirty="0" err="1">
                <a:solidFill>
                  <a:prstClr val="black"/>
                </a:solidFill>
              </a:rPr>
              <a:t>India</a:t>
            </a:r>
            <a:r>
              <a:rPr lang="fr-FR" sz="700" dirty="0">
                <a:solidFill>
                  <a:prstClr val="black"/>
                </a:solidFill>
              </a:rPr>
              <a:t> LLP</a:t>
            </a:r>
          </a:p>
        </p:txBody>
      </p:sp>
      <p:sp>
        <p:nvSpPr>
          <p:cNvPr id="19" name="Text Placeholder 18"/>
          <p:cNvSpPr>
            <a:spLocks noGrp="1"/>
          </p:cNvSpPr>
          <p:nvPr>
            <p:ph type="body" idx="1"/>
          </p:nvPr>
        </p:nvSpPr>
        <p:spPr>
          <a:xfrm>
            <a:off x="501652" y="1147864"/>
            <a:ext cx="11188700" cy="5233887"/>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3" name="TextBox 2"/>
          <p:cNvSpPr txBox="1"/>
          <p:nvPr userDrawn="1"/>
        </p:nvSpPr>
        <p:spPr>
          <a:xfrm>
            <a:off x="11382379" y="6629405"/>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a:solidFill>
                <a:prstClr val="black"/>
              </a:solidFill>
            </a:endParaRPr>
          </a:p>
        </p:txBody>
      </p:sp>
    </p:spTree>
    <p:extLst>
      <p:ext uri="{BB962C8B-B14F-4D97-AF65-F5344CB8AC3E}">
        <p14:creationId xmlns:p14="http://schemas.microsoft.com/office/powerpoint/2010/main" val="2285153906"/>
      </p:ext>
    </p:extLst>
  </p:cSld>
  <p:clrMap bg1="lt1" tx1="dk1" bg2="lt2" tx2="dk2" accent1="accent1" accent2="accent2" accent3="accent3" accent4="accent4" accent5="accent5" accent6="accent6" hlink="hlink" folHlink="folHlink"/>
  <p:sldLayoutIdLst>
    <p:sldLayoutId id="2147484101" r:id="rId1"/>
    <p:sldLayoutId id="2147484102" r:id="rId2"/>
    <p:sldLayoutId id="2147484103" r:id="rId3"/>
    <p:sldLayoutId id="2147484104" r:id="rId4"/>
    <p:sldLayoutId id="2147484105" r:id="rId5"/>
    <p:sldLayoutId id="2147484106" r:id="rId6"/>
    <p:sldLayoutId id="2147484107" r:id="rId7"/>
    <p:sldLayoutId id="2147484108" r:id="rId8"/>
    <p:sldLayoutId id="2147484109" r:id="rId9"/>
    <p:sldLayoutId id="2147484110" r:id="rId10"/>
    <p:sldLayoutId id="2147484111" r:id="rId11"/>
    <p:sldLayoutId id="2147484112" r:id="rId12"/>
    <p:sldLayoutId id="2147484113" r:id="rId13"/>
    <p:sldLayoutId id="2147484114" r:id="rId14"/>
    <p:sldLayoutId id="2147484115" r:id="rId15"/>
    <p:sldLayoutId id="2147484116" r:id="rId16"/>
    <p:sldLayoutId id="2147484117" r:id="rId17"/>
    <p:sldLayoutId id="2147484118" r:id="rId18"/>
    <p:sldLayoutId id="2147484119" r:id="rId19"/>
    <p:sldLayoutId id="2147484120" r:id="rId20"/>
  </p:sldLayoutIdLst>
  <p:transition>
    <p:fade/>
  </p:transition>
  <p:hf hdr="0" dt="0"/>
  <p:txStyles>
    <p:titleStyle>
      <a:lvl1pPr algn="l" defTabSz="1219231" rtl="0" eaLnBrk="1" latinLnBrk="0" hangingPunct="1">
        <a:spcBef>
          <a:spcPct val="0"/>
        </a:spcBef>
        <a:buNone/>
        <a:defRPr sz="2000" b="1" kern="1200">
          <a:solidFill>
            <a:schemeClr val="tx1"/>
          </a:solidFill>
          <a:latin typeface="+mj-lt"/>
          <a:ea typeface="+mj-ea"/>
          <a:cs typeface="+mj-cs"/>
        </a:defRPr>
      </a:lvl1pPr>
    </p:titleStyle>
    <p:body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231" rtl="0" eaLnBrk="1" latinLnBrk="0" hangingPunct="1">
        <a:defRPr sz="2400" kern="1200">
          <a:solidFill>
            <a:schemeClr val="tx1"/>
          </a:solidFill>
          <a:latin typeface="+mn-lt"/>
          <a:ea typeface="+mn-ea"/>
          <a:cs typeface="+mn-cs"/>
        </a:defRPr>
      </a:lvl1pPr>
      <a:lvl2pPr marL="609616" algn="l" defTabSz="1219231" rtl="0" eaLnBrk="1" latinLnBrk="0" hangingPunct="1">
        <a:defRPr sz="2400" kern="1200">
          <a:solidFill>
            <a:schemeClr val="tx1"/>
          </a:solidFill>
          <a:latin typeface="+mn-lt"/>
          <a:ea typeface="+mn-ea"/>
          <a:cs typeface="+mn-cs"/>
        </a:defRPr>
      </a:lvl2pPr>
      <a:lvl3pPr marL="1219231" algn="l" defTabSz="1219231" rtl="0" eaLnBrk="1" latinLnBrk="0" hangingPunct="1">
        <a:defRPr sz="2400" kern="1200">
          <a:solidFill>
            <a:schemeClr val="tx1"/>
          </a:solidFill>
          <a:latin typeface="+mn-lt"/>
          <a:ea typeface="+mn-ea"/>
          <a:cs typeface="+mn-cs"/>
        </a:defRPr>
      </a:lvl3pPr>
      <a:lvl4pPr marL="1828848" algn="l" defTabSz="1219231" rtl="0" eaLnBrk="1" latinLnBrk="0" hangingPunct="1">
        <a:defRPr sz="2400" kern="1200">
          <a:solidFill>
            <a:schemeClr val="tx1"/>
          </a:solidFill>
          <a:latin typeface="+mn-lt"/>
          <a:ea typeface="+mn-ea"/>
          <a:cs typeface="+mn-cs"/>
        </a:defRPr>
      </a:lvl4pPr>
      <a:lvl5pPr marL="2438464" algn="l" defTabSz="1219231" rtl="0" eaLnBrk="1" latinLnBrk="0" hangingPunct="1">
        <a:defRPr sz="2400" kern="1200">
          <a:solidFill>
            <a:schemeClr val="tx1"/>
          </a:solidFill>
          <a:latin typeface="+mn-lt"/>
          <a:ea typeface="+mn-ea"/>
          <a:cs typeface="+mn-cs"/>
        </a:defRPr>
      </a:lvl5pPr>
      <a:lvl6pPr marL="3048080" algn="l" defTabSz="1219231" rtl="0" eaLnBrk="1" latinLnBrk="0" hangingPunct="1">
        <a:defRPr sz="2400" kern="1200">
          <a:solidFill>
            <a:schemeClr val="tx1"/>
          </a:solidFill>
          <a:latin typeface="+mn-lt"/>
          <a:ea typeface="+mn-ea"/>
          <a:cs typeface="+mn-cs"/>
        </a:defRPr>
      </a:lvl6pPr>
      <a:lvl7pPr marL="3657695" algn="l" defTabSz="1219231" rtl="0" eaLnBrk="1" latinLnBrk="0" hangingPunct="1">
        <a:defRPr sz="2400" kern="1200">
          <a:solidFill>
            <a:schemeClr val="tx1"/>
          </a:solidFill>
          <a:latin typeface="+mn-lt"/>
          <a:ea typeface="+mn-ea"/>
          <a:cs typeface="+mn-cs"/>
        </a:defRPr>
      </a:lvl7pPr>
      <a:lvl8pPr marL="4267311" algn="l" defTabSz="1219231" rtl="0" eaLnBrk="1" latinLnBrk="0" hangingPunct="1">
        <a:defRPr sz="2400" kern="1200">
          <a:solidFill>
            <a:schemeClr val="tx1"/>
          </a:solidFill>
          <a:latin typeface="+mn-lt"/>
          <a:ea typeface="+mn-ea"/>
          <a:cs typeface="+mn-cs"/>
        </a:defRPr>
      </a:lvl8pPr>
      <a:lvl9pPr marL="4876928" algn="l" defTabSz="1219231"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556">
          <p15:clr>
            <a:srgbClr val="F26B43"/>
          </p15:clr>
        </p15:guide>
        <p15:guide id="2" pos="359">
          <p15:clr>
            <a:srgbClr val="F26B43"/>
          </p15:clr>
        </p15:guide>
        <p15:guide id="3" pos="8345">
          <p15:clr>
            <a:srgbClr val="F26B43"/>
          </p15:clr>
        </p15:guide>
        <p15:guide id="4" orient="horz" pos="227">
          <p15:clr>
            <a:srgbClr val="F26B43"/>
          </p15:clr>
        </p15:guide>
        <p15:guide id="5" orient="horz" pos="1189">
          <p15:clr>
            <a:srgbClr val="F26B43"/>
          </p15:clr>
        </p15:guide>
        <p15:guide id="6" orient="horz" pos="725">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E7E7E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4805" y="933168"/>
            <a:ext cx="10363200" cy="580800"/>
          </a:xfrm>
          <a:prstGeom prst="rect">
            <a:avLst/>
          </a:prstGeom>
        </p:spPr>
        <p:txBody>
          <a:bodyPr vert="horz" lIns="91440" tIns="45720" rIns="91440" bIns="45720" rtlCol="0" anchor="b" anchorCtr="0">
            <a:spAutoFit/>
          </a:bodyPr>
          <a:lstStyle/>
          <a:p>
            <a:r>
              <a:rPr lang="en-US"/>
              <a:t>Click to edit Master title style</a:t>
            </a:r>
            <a:endParaRPr lang="en-US" dirty="0"/>
          </a:p>
        </p:txBody>
      </p:sp>
      <p:sp>
        <p:nvSpPr>
          <p:cNvPr id="3" name="Text Placeholder 2"/>
          <p:cNvSpPr>
            <a:spLocks noGrp="1"/>
          </p:cNvSpPr>
          <p:nvPr>
            <p:ph type="body" idx="1"/>
          </p:nvPr>
        </p:nvSpPr>
        <p:spPr>
          <a:xfrm>
            <a:off x="914400" y="1715549"/>
            <a:ext cx="10363200" cy="423323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p:txBody>
      </p:sp>
      <p:sp>
        <p:nvSpPr>
          <p:cNvPr id="4" name="Date Placeholder 3"/>
          <p:cNvSpPr>
            <a:spLocks noGrp="1"/>
          </p:cNvSpPr>
          <p:nvPr>
            <p:ph type="dt" sz="half" idx="2"/>
          </p:nvPr>
        </p:nvSpPr>
        <p:spPr>
          <a:xfrm>
            <a:off x="203200" y="6449816"/>
            <a:ext cx="2844800" cy="214546"/>
          </a:xfrm>
          <a:prstGeom prst="rect">
            <a:avLst/>
          </a:prstGeom>
        </p:spPr>
        <p:txBody>
          <a:bodyPr vert="horz" lIns="91440" tIns="45720" rIns="91440" bIns="45720" rtlCol="0" anchor="ctr">
            <a:spAutoFit/>
          </a:bodyPr>
          <a:lstStyle>
            <a:lvl1pPr algn="l">
              <a:defRPr sz="794" b="0" i="0">
                <a:solidFill>
                  <a:srgbClr val="6C6463"/>
                </a:solidFill>
                <a:latin typeface="Gill Sans MT"/>
                <a:cs typeface="Gill Sans MT"/>
              </a:defRPr>
            </a:lvl1pPr>
          </a:lstStyle>
          <a:p>
            <a:fld id="{7C017F59-29DA-6F48-B92A-5AD511CC2D63}" type="datetime1">
              <a:rPr lang="en-US" smtClean="0"/>
              <a:pPr/>
              <a:t>3/12/2024</a:t>
            </a:fld>
            <a:endParaRPr lang="en-US" dirty="0"/>
          </a:p>
        </p:txBody>
      </p:sp>
      <p:sp>
        <p:nvSpPr>
          <p:cNvPr id="5" name="Footer Placeholder 4"/>
          <p:cNvSpPr>
            <a:spLocks noGrp="1"/>
          </p:cNvSpPr>
          <p:nvPr>
            <p:ph type="ftr" sz="quarter" idx="3"/>
          </p:nvPr>
        </p:nvSpPr>
        <p:spPr>
          <a:xfrm>
            <a:off x="4165600" y="6449816"/>
            <a:ext cx="3860800" cy="214546"/>
          </a:xfrm>
          <a:prstGeom prst="rect">
            <a:avLst/>
          </a:prstGeom>
        </p:spPr>
        <p:txBody>
          <a:bodyPr vert="horz" lIns="91440" tIns="45720" rIns="91440" bIns="45720" rtlCol="0" anchor="ctr">
            <a:spAutoFit/>
          </a:bodyPr>
          <a:lstStyle>
            <a:lvl1pPr algn="ctr">
              <a:defRPr sz="794" b="0" i="0">
                <a:solidFill>
                  <a:srgbClr val="6C6463"/>
                </a:solidFill>
                <a:latin typeface="Gill Sans MT"/>
                <a:cs typeface="Gill Sans MT"/>
              </a:defRPr>
            </a:lvl1pPr>
          </a:lstStyle>
          <a:p>
            <a:r>
              <a:rPr lang="en-US" dirty="0"/>
              <a:t>URJA NEPAL</a:t>
            </a:r>
          </a:p>
        </p:txBody>
      </p:sp>
      <p:sp>
        <p:nvSpPr>
          <p:cNvPr id="6" name="Slide Number Placeholder 5"/>
          <p:cNvSpPr>
            <a:spLocks noGrp="1"/>
          </p:cNvSpPr>
          <p:nvPr>
            <p:ph type="sldNum" sz="quarter" idx="4"/>
          </p:nvPr>
        </p:nvSpPr>
        <p:spPr>
          <a:xfrm>
            <a:off x="9144000" y="6449816"/>
            <a:ext cx="2844800" cy="214546"/>
          </a:xfrm>
          <a:prstGeom prst="rect">
            <a:avLst/>
          </a:prstGeom>
        </p:spPr>
        <p:txBody>
          <a:bodyPr vert="horz" lIns="91440" tIns="45720" rIns="91440" bIns="45720" rtlCol="0" anchor="ctr">
            <a:spAutoFit/>
          </a:bodyPr>
          <a:lstStyle>
            <a:lvl1pPr algn="r">
              <a:defRPr sz="794" b="0" i="0">
                <a:solidFill>
                  <a:srgbClr val="6C6463"/>
                </a:solidFill>
                <a:latin typeface="Gill Sans MT"/>
                <a:cs typeface="Gill Sans MT"/>
              </a:defRPr>
            </a:lvl1pPr>
          </a:lstStyle>
          <a:p>
            <a:fld id="{42782948-4DBE-204D-AB9E-B65E067054AE}" type="slidenum">
              <a:rPr lang="en-US" smtClean="0"/>
              <a:pPr/>
              <a:t>‹#›</a:t>
            </a:fld>
            <a:endParaRPr lang="en-US" dirty="0"/>
          </a:p>
        </p:txBody>
      </p:sp>
      <p:sp>
        <p:nvSpPr>
          <p:cNvPr id="14" name="Frame 13"/>
          <p:cNvSpPr/>
          <p:nvPr/>
        </p:nvSpPr>
        <p:spPr>
          <a:xfrm>
            <a:off x="0" y="0"/>
            <a:ext cx="12192000" cy="6864096"/>
          </a:xfrm>
          <a:prstGeom prst="frame">
            <a:avLst>
              <a:gd name="adj1" fmla="val 296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81" b="0" i="0" dirty="0">
              <a:solidFill>
                <a:srgbClr val="FFFFFF"/>
              </a:solidFill>
              <a:latin typeface="Gill Sans MT"/>
              <a:cs typeface="Gill Sans MT"/>
            </a:endParaRPr>
          </a:p>
        </p:txBody>
      </p:sp>
    </p:spTree>
    <p:extLst>
      <p:ext uri="{BB962C8B-B14F-4D97-AF65-F5344CB8AC3E}">
        <p14:creationId xmlns:p14="http://schemas.microsoft.com/office/powerpoint/2010/main" val="2890535610"/>
      </p:ext>
    </p:extLst>
  </p:cSld>
  <p:clrMap bg1="lt1" tx1="dk1" bg2="lt2" tx2="dk2" accent1="accent1" accent2="accent2" accent3="accent3" accent4="accent4" accent5="accent5" accent6="accent6" hlink="hlink" folHlink="folHlink"/>
  <p:sldLayoutIdLst>
    <p:sldLayoutId id="2147484122" r:id="rId1"/>
    <p:sldLayoutId id="2147484123" r:id="rId2"/>
    <p:sldLayoutId id="2147484124" r:id="rId3"/>
    <p:sldLayoutId id="2147484125" r:id="rId4"/>
    <p:sldLayoutId id="2147484126" r:id="rId5"/>
    <p:sldLayoutId id="2147484127" r:id="rId6"/>
    <p:sldLayoutId id="2147484128" r:id="rId7"/>
    <p:sldLayoutId id="2147484129" r:id="rId8"/>
    <p:sldLayoutId id="2147484130" r:id="rId9"/>
    <p:sldLayoutId id="2147484131" r:id="rId10"/>
    <p:sldLayoutId id="2147484132" r:id="rId11"/>
    <p:sldLayoutId id="2147484133" r:id="rId12"/>
    <p:sldLayoutId id="2147484134" r:id="rId13"/>
    <p:sldLayoutId id="2147484135" r:id="rId14"/>
    <p:sldLayoutId id="2147484136" r:id="rId15"/>
    <p:sldLayoutId id="2147484137" r:id="rId16"/>
    <p:sldLayoutId id="2147484138" r:id="rId17"/>
    <p:sldLayoutId id="2147484139" r:id="rId18"/>
    <p:sldLayoutId id="2147484140" r:id="rId19"/>
    <p:sldLayoutId id="2147484141" r:id="rId20"/>
    <p:sldLayoutId id="2147484142" r:id="rId21"/>
    <p:sldLayoutId id="2147484143" r:id="rId22"/>
    <p:sldLayoutId id="2147484144" r:id="rId23"/>
    <p:sldLayoutId id="2147484145" r:id="rId24"/>
    <p:sldLayoutId id="2147484146" r:id="rId25"/>
    <p:sldLayoutId id="2147484147" r:id="rId26"/>
    <p:sldLayoutId id="2147484148" r:id="rId27"/>
    <p:sldLayoutId id="2147484149" r:id="rId28"/>
    <p:sldLayoutId id="2147484150" r:id="rId29"/>
    <p:sldLayoutId id="2147484151" r:id="rId30"/>
    <p:sldLayoutId id="2147484152" r:id="rId31"/>
  </p:sldLayoutIdLst>
  <p:hf hdr="0"/>
  <p:txStyles>
    <p:titleStyle>
      <a:lvl1pPr algn="l" defTabSz="604738" rtl="0" eaLnBrk="1" latinLnBrk="0" hangingPunct="1">
        <a:spcBef>
          <a:spcPct val="0"/>
        </a:spcBef>
        <a:buNone/>
        <a:defRPr sz="3174" b="0" i="0" kern="1200">
          <a:solidFill>
            <a:srgbClr val="BA0C2F"/>
          </a:solidFill>
          <a:latin typeface="Gill Sans MT"/>
          <a:ea typeface="+mj-ea"/>
          <a:cs typeface="Gill Sans MT"/>
        </a:defRPr>
      </a:lvl1pPr>
    </p:titleStyle>
    <p:bodyStyle>
      <a:lvl1pPr marL="304470" indent="-304470" algn="l" defTabSz="604738" rtl="0" eaLnBrk="1" latinLnBrk="0" hangingPunct="1">
        <a:spcBef>
          <a:spcPts val="0"/>
        </a:spcBef>
        <a:spcAft>
          <a:spcPts val="1058"/>
        </a:spcAft>
        <a:buFont typeface="Arial"/>
        <a:buChar char="•"/>
        <a:defRPr sz="2116" b="0" i="0" kern="1200">
          <a:solidFill>
            <a:srgbClr val="6C6463"/>
          </a:solidFill>
          <a:latin typeface="Gill Sans MT"/>
          <a:ea typeface="+mn-ea"/>
          <a:cs typeface="Gill Sans MT"/>
        </a:defRPr>
      </a:lvl1pPr>
      <a:lvl2pPr marL="905009" indent="-304470" algn="l" defTabSz="604738" rtl="0" eaLnBrk="1" latinLnBrk="0" hangingPunct="1">
        <a:spcBef>
          <a:spcPts val="0"/>
        </a:spcBef>
        <a:spcAft>
          <a:spcPts val="1058"/>
        </a:spcAft>
        <a:buFont typeface="Arial"/>
        <a:buChar char="–"/>
        <a:defRPr sz="2116" b="0" i="0" kern="1200">
          <a:solidFill>
            <a:srgbClr val="6C6463"/>
          </a:solidFill>
          <a:latin typeface="Gill Sans MT"/>
          <a:ea typeface="+mn-ea"/>
          <a:cs typeface="Gill Sans MT"/>
        </a:defRPr>
      </a:lvl2pPr>
      <a:lvl3pPr marL="1209477" indent="-304470" algn="l" defTabSz="604738" rtl="0" eaLnBrk="1" latinLnBrk="0" hangingPunct="1">
        <a:spcBef>
          <a:spcPct val="20000"/>
        </a:spcBef>
        <a:buFont typeface="Arial"/>
        <a:buChar char="•"/>
        <a:defRPr sz="2381" b="0" i="0" kern="1200">
          <a:solidFill>
            <a:srgbClr val="6C6463"/>
          </a:solidFill>
          <a:latin typeface="Gill Sans MT"/>
          <a:ea typeface="+mn-ea"/>
          <a:cs typeface="Gill Sans MT"/>
        </a:defRPr>
      </a:lvl3pPr>
      <a:lvl4pPr marL="1516046" indent="-306569" algn="l" defTabSz="604738" rtl="0" eaLnBrk="1" latinLnBrk="0" hangingPunct="1">
        <a:spcBef>
          <a:spcPct val="20000"/>
        </a:spcBef>
        <a:buFont typeface="Arial"/>
        <a:buChar char="–"/>
        <a:defRPr sz="2116" b="0" i="0" kern="1200">
          <a:solidFill>
            <a:srgbClr val="6C6463"/>
          </a:solidFill>
          <a:latin typeface="Gill Sans MT"/>
          <a:ea typeface="+mn-ea"/>
          <a:cs typeface="Gill Sans MT"/>
        </a:defRPr>
      </a:lvl4pPr>
      <a:lvl5pPr marL="1660932" indent="-304470" algn="l" defTabSz="604738" rtl="0" eaLnBrk="1" latinLnBrk="0" hangingPunct="1">
        <a:spcBef>
          <a:spcPct val="20000"/>
        </a:spcBef>
        <a:buFont typeface="Arial"/>
        <a:buChar char="»"/>
        <a:defRPr sz="1852" b="0" i="0" kern="1200">
          <a:solidFill>
            <a:srgbClr val="6C6463"/>
          </a:solidFill>
          <a:latin typeface="Gill Sans MT"/>
          <a:ea typeface="+mn-ea"/>
          <a:cs typeface="Gill Sans MT"/>
        </a:defRPr>
      </a:lvl5pPr>
      <a:lvl6pPr marL="3326061" indent="-302369" algn="l" defTabSz="604738" rtl="0" eaLnBrk="1" latinLnBrk="0" hangingPunct="1">
        <a:spcBef>
          <a:spcPct val="20000"/>
        </a:spcBef>
        <a:buFont typeface="Arial"/>
        <a:buChar char="•"/>
        <a:defRPr sz="2645" kern="1200">
          <a:solidFill>
            <a:schemeClr val="tx1"/>
          </a:solidFill>
          <a:latin typeface="+mn-lt"/>
          <a:ea typeface="+mn-ea"/>
          <a:cs typeface="+mn-cs"/>
        </a:defRPr>
      </a:lvl6pPr>
      <a:lvl7pPr marL="3930800" indent="-302369" algn="l" defTabSz="604738" rtl="0" eaLnBrk="1" latinLnBrk="0" hangingPunct="1">
        <a:spcBef>
          <a:spcPct val="20000"/>
        </a:spcBef>
        <a:buFont typeface="Arial"/>
        <a:buChar char="•"/>
        <a:defRPr sz="2645" kern="1200">
          <a:solidFill>
            <a:schemeClr val="tx1"/>
          </a:solidFill>
          <a:latin typeface="+mn-lt"/>
          <a:ea typeface="+mn-ea"/>
          <a:cs typeface="+mn-cs"/>
        </a:defRPr>
      </a:lvl7pPr>
      <a:lvl8pPr marL="4535538" indent="-302369" algn="l" defTabSz="604738" rtl="0" eaLnBrk="1" latinLnBrk="0" hangingPunct="1">
        <a:spcBef>
          <a:spcPct val="20000"/>
        </a:spcBef>
        <a:buFont typeface="Arial"/>
        <a:buChar char="•"/>
        <a:defRPr sz="2645" kern="1200">
          <a:solidFill>
            <a:schemeClr val="tx1"/>
          </a:solidFill>
          <a:latin typeface="+mn-lt"/>
          <a:ea typeface="+mn-ea"/>
          <a:cs typeface="+mn-cs"/>
        </a:defRPr>
      </a:lvl8pPr>
      <a:lvl9pPr marL="5140277" indent="-302369" algn="l" defTabSz="604738" rtl="0" eaLnBrk="1" latinLnBrk="0" hangingPunct="1">
        <a:spcBef>
          <a:spcPct val="20000"/>
        </a:spcBef>
        <a:buFont typeface="Arial"/>
        <a:buChar char="•"/>
        <a:defRPr sz="2645" kern="1200">
          <a:solidFill>
            <a:schemeClr val="tx1"/>
          </a:solidFill>
          <a:latin typeface="+mn-lt"/>
          <a:ea typeface="+mn-ea"/>
          <a:cs typeface="+mn-cs"/>
        </a:defRPr>
      </a:lvl9pPr>
    </p:bodyStyle>
    <p:otherStyle>
      <a:defPPr>
        <a:defRPr lang="en-US"/>
      </a:defPPr>
      <a:lvl1pPr marL="0" algn="l" defTabSz="604738" rtl="0" eaLnBrk="1" latinLnBrk="0" hangingPunct="1">
        <a:defRPr sz="2381" kern="1200">
          <a:solidFill>
            <a:schemeClr val="tx1"/>
          </a:solidFill>
          <a:latin typeface="+mn-lt"/>
          <a:ea typeface="+mn-ea"/>
          <a:cs typeface="+mn-cs"/>
        </a:defRPr>
      </a:lvl1pPr>
      <a:lvl2pPr marL="604738" algn="l" defTabSz="604738" rtl="0" eaLnBrk="1" latinLnBrk="0" hangingPunct="1">
        <a:defRPr sz="2381" kern="1200">
          <a:solidFill>
            <a:schemeClr val="tx1"/>
          </a:solidFill>
          <a:latin typeface="+mn-lt"/>
          <a:ea typeface="+mn-ea"/>
          <a:cs typeface="+mn-cs"/>
        </a:defRPr>
      </a:lvl2pPr>
      <a:lvl3pPr marL="1209477" algn="l" defTabSz="604738" rtl="0" eaLnBrk="1" latinLnBrk="0" hangingPunct="1">
        <a:defRPr sz="2381" kern="1200">
          <a:solidFill>
            <a:schemeClr val="tx1"/>
          </a:solidFill>
          <a:latin typeface="+mn-lt"/>
          <a:ea typeface="+mn-ea"/>
          <a:cs typeface="+mn-cs"/>
        </a:defRPr>
      </a:lvl3pPr>
      <a:lvl4pPr marL="1814215" algn="l" defTabSz="604738" rtl="0" eaLnBrk="1" latinLnBrk="0" hangingPunct="1">
        <a:defRPr sz="2381" kern="1200">
          <a:solidFill>
            <a:schemeClr val="tx1"/>
          </a:solidFill>
          <a:latin typeface="+mn-lt"/>
          <a:ea typeface="+mn-ea"/>
          <a:cs typeface="+mn-cs"/>
        </a:defRPr>
      </a:lvl4pPr>
      <a:lvl5pPr marL="2418954" algn="l" defTabSz="604738" rtl="0" eaLnBrk="1" latinLnBrk="0" hangingPunct="1">
        <a:defRPr sz="2381" kern="1200">
          <a:solidFill>
            <a:schemeClr val="tx1"/>
          </a:solidFill>
          <a:latin typeface="+mn-lt"/>
          <a:ea typeface="+mn-ea"/>
          <a:cs typeface="+mn-cs"/>
        </a:defRPr>
      </a:lvl5pPr>
      <a:lvl6pPr marL="3023692" algn="l" defTabSz="604738" rtl="0" eaLnBrk="1" latinLnBrk="0" hangingPunct="1">
        <a:defRPr sz="2381" kern="1200">
          <a:solidFill>
            <a:schemeClr val="tx1"/>
          </a:solidFill>
          <a:latin typeface="+mn-lt"/>
          <a:ea typeface="+mn-ea"/>
          <a:cs typeface="+mn-cs"/>
        </a:defRPr>
      </a:lvl6pPr>
      <a:lvl7pPr marL="3628431" algn="l" defTabSz="604738" rtl="0" eaLnBrk="1" latinLnBrk="0" hangingPunct="1">
        <a:defRPr sz="2381" kern="1200">
          <a:solidFill>
            <a:schemeClr val="tx1"/>
          </a:solidFill>
          <a:latin typeface="+mn-lt"/>
          <a:ea typeface="+mn-ea"/>
          <a:cs typeface="+mn-cs"/>
        </a:defRPr>
      </a:lvl7pPr>
      <a:lvl8pPr marL="4233169" algn="l" defTabSz="604738" rtl="0" eaLnBrk="1" latinLnBrk="0" hangingPunct="1">
        <a:defRPr sz="2381" kern="1200">
          <a:solidFill>
            <a:schemeClr val="tx1"/>
          </a:solidFill>
          <a:latin typeface="+mn-lt"/>
          <a:ea typeface="+mn-ea"/>
          <a:cs typeface="+mn-cs"/>
        </a:defRPr>
      </a:lvl8pPr>
      <a:lvl9pPr marL="4837908" algn="l" defTabSz="604738" rtl="0" eaLnBrk="1" latinLnBrk="0" hangingPunct="1">
        <a:defRPr sz="238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5.xml"/></Relationships>
</file>

<file path=ppt/slides/_rels/slide2.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chart" Target="../charts/chart1.xml"/><Relationship Id="rId7" Type="http://schemas.openxmlformats.org/officeDocument/2006/relationships/oleObject" Target="../embeddings/oleObject5.bin"/><Relationship Id="rId12" Type="http://schemas.openxmlformats.org/officeDocument/2006/relationships/image" Target="../media/image12.png"/><Relationship Id="rId2" Type="http://schemas.openxmlformats.org/officeDocument/2006/relationships/slideLayout" Target="../slideLayouts/slideLayout6.xml"/><Relationship Id="rId1" Type="http://schemas.openxmlformats.org/officeDocument/2006/relationships/tags" Target="../tags/tag17.xml"/><Relationship Id="rId6" Type="http://schemas.openxmlformats.org/officeDocument/2006/relationships/image" Target="../media/image8.png"/><Relationship Id="rId11" Type="http://schemas.openxmlformats.org/officeDocument/2006/relationships/image" Target="../media/image11.svg"/><Relationship Id="rId5" Type="http://schemas.openxmlformats.org/officeDocument/2006/relationships/chart" Target="../charts/chart2.xml"/><Relationship Id="rId10" Type="http://schemas.openxmlformats.org/officeDocument/2006/relationships/image" Target="../media/image10.png"/><Relationship Id="rId4" Type="http://schemas.openxmlformats.org/officeDocument/2006/relationships/image" Target="../media/image7.png"/><Relationship Id="rId9" Type="http://schemas.openxmlformats.org/officeDocument/2006/relationships/chart" Target="../charts/chart3.xml"/></Relationships>
</file>

<file path=ppt/slides/_rels/slide3.xml.rels><?xml version="1.0" encoding="UTF-8" standalone="yes"?>
<Relationships xmlns="http://schemas.openxmlformats.org/package/2006/relationships"><Relationship Id="rId8" Type="http://schemas.openxmlformats.org/officeDocument/2006/relationships/chart" Target="../charts/chart7.xml"/><Relationship Id="rId3" Type="http://schemas.openxmlformats.org/officeDocument/2006/relationships/oleObject" Target="../embeddings/oleObject6.bin"/><Relationship Id="rId7" Type="http://schemas.openxmlformats.org/officeDocument/2006/relationships/chart" Target="../charts/chart6.xml"/><Relationship Id="rId2" Type="http://schemas.openxmlformats.org/officeDocument/2006/relationships/slideLayout" Target="../slideLayouts/slideLayout6.xml"/><Relationship Id="rId1" Type="http://schemas.openxmlformats.org/officeDocument/2006/relationships/tags" Target="../tags/tag18.xml"/><Relationship Id="rId6" Type="http://schemas.openxmlformats.org/officeDocument/2006/relationships/chart" Target="../charts/chart5.xml"/><Relationship Id="rId5" Type="http://schemas.openxmlformats.org/officeDocument/2006/relationships/chart" Target="../charts/chart4.xml"/><Relationship Id="rId10" Type="http://schemas.openxmlformats.org/officeDocument/2006/relationships/image" Target="../media/image11.svg"/><Relationship Id="rId4" Type="http://schemas.openxmlformats.org/officeDocument/2006/relationships/image" Target="../media/image9.emf"/><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6.xml"/><Relationship Id="rId1" Type="http://schemas.openxmlformats.org/officeDocument/2006/relationships/tags" Target="../tags/tag19.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emf"/></Relationships>
</file>

<file path=ppt/slides/_rels/slide5.xml.rels><?xml version="1.0" encoding="UTF-8" standalone="yes"?>
<Relationships xmlns="http://schemas.openxmlformats.org/package/2006/relationships"><Relationship Id="rId8" Type="http://schemas.openxmlformats.org/officeDocument/2006/relationships/tags" Target="../tags/tag27.xml"/><Relationship Id="rId13" Type="http://schemas.openxmlformats.org/officeDocument/2006/relationships/tags" Target="../tags/tag32.xml"/><Relationship Id="rId18" Type="http://schemas.openxmlformats.org/officeDocument/2006/relationships/tags" Target="../tags/tag37.xml"/><Relationship Id="rId3" Type="http://schemas.openxmlformats.org/officeDocument/2006/relationships/tags" Target="../tags/tag22.xml"/><Relationship Id="rId21" Type="http://schemas.openxmlformats.org/officeDocument/2006/relationships/oleObject" Target="../embeddings/oleObject8.bin"/><Relationship Id="rId7" Type="http://schemas.openxmlformats.org/officeDocument/2006/relationships/tags" Target="../tags/tag26.xml"/><Relationship Id="rId12" Type="http://schemas.openxmlformats.org/officeDocument/2006/relationships/tags" Target="../tags/tag31.xml"/><Relationship Id="rId17" Type="http://schemas.openxmlformats.org/officeDocument/2006/relationships/tags" Target="../tags/tag36.xml"/><Relationship Id="rId25" Type="http://schemas.openxmlformats.org/officeDocument/2006/relationships/image" Target="../media/image13.svg"/><Relationship Id="rId2" Type="http://schemas.openxmlformats.org/officeDocument/2006/relationships/tags" Target="../tags/tag21.xml"/><Relationship Id="rId16" Type="http://schemas.openxmlformats.org/officeDocument/2006/relationships/tags" Target="../tags/tag35.xml"/><Relationship Id="rId20" Type="http://schemas.openxmlformats.org/officeDocument/2006/relationships/slideLayout" Target="../slideLayouts/slideLayout6.xml"/><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tags" Target="../tags/tag30.xml"/><Relationship Id="rId24" Type="http://schemas.openxmlformats.org/officeDocument/2006/relationships/image" Target="../media/image10.png"/><Relationship Id="rId5" Type="http://schemas.openxmlformats.org/officeDocument/2006/relationships/tags" Target="../tags/tag24.xml"/><Relationship Id="rId15" Type="http://schemas.openxmlformats.org/officeDocument/2006/relationships/tags" Target="../tags/tag34.xml"/><Relationship Id="rId23" Type="http://schemas.openxmlformats.org/officeDocument/2006/relationships/chart" Target="../charts/chart8.xml"/><Relationship Id="rId10" Type="http://schemas.openxmlformats.org/officeDocument/2006/relationships/tags" Target="../tags/tag29.xml"/><Relationship Id="rId19" Type="http://schemas.openxmlformats.org/officeDocument/2006/relationships/tags" Target="../tags/tag38.xml"/><Relationship Id="rId4" Type="http://schemas.openxmlformats.org/officeDocument/2006/relationships/tags" Target="../tags/tag23.xml"/><Relationship Id="rId9" Type="http://schemas.openxmlformats.org/officeDocument/2006/relationships/tags" Target="../tags/tag28.xml"/><Relationship Id="rId14" Type="http://schemas.openxmlformats.org/officeDocument/2006/relationships/tags" Target="../tags/tag33.xml"/><Relationship Id="rId22" Type="http://schemas.openxmlformats.org/officeDocument/2006/relationships/image" Target="../media/image9.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6.xml"/><Relationship Id="rId1" Type="http://schemas.openxmlformats.org/officeDocument/2006/relationships/tags" Target="../tags/tag39.xml"/><Relationship Id="rId4" Type="http://schemas.openxmlformats.org/officeDocument/2006/relationships/image" Target="../media/image9.emf"/></Relationships>
</file>

<file path=ppt/slides/_rels/slide7.xml.rels><?xml version="1.0" encoding="UTF-8" standalone="yes"?>
<Relationships xmlns="http://schemas.openxmlformats.org/package/2006/relationships"><Relationship Id="rId8" Type="http://schemas.openxmlformats.org/officeDocument/2006/relationships/tags" Target="../tags/tag47.xml"/><Relationship Id="rId3" Type="http://schemas.openxmlformats.org/officeDocument/2006/relationships/tags" Target="../tags/tag42.xml"/><Relationship Id="rId7" Type="http://schemas.openxmlformats.org/officeDocument/2006/relationships/tags" Target="../tags/tag46.xml"/><Relationship Id="rId12" Type="http://schemas.openxmlformats.org/officeDocument/2006/relationships/image" Target="../media/image9.emf"/><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tags" Target="../tags/tag45.xml"/><Relationship Id="rId11" Type="http://schemas.openxmlformats.org/officeDocument/2006/relationships/oleObject" Target="../embeddings/oleObject10.bin"/><Relationship Id="rId5" Type="http://schemas.openxmlformats.org/officeDocument/2006/relationships/tags" Target="../tags/tag44.xml"/><Relationship Id="rId10" Type="http://schemas.openxmlformats.org/officeDocument/2006/relationships/notesSlide" Target="../notesSlides/notesSlide1.xml"/><Relationship Id="rId4" Type="http://schemas.openxmlformats.org/officeDocument/2006/relationships/tags" Target="../tags/tag43.xml"/><Relationship Id="rId9"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6.xml"/><Relationship Id="rId1" Type="http://schemas.openxmlformats.org/officeDocument/2006/relationships/tags" Target="../tags/tag48.xml"/><Relationship Id="rId5" Type="http://schemas.openxmlformats.org/officeDocument/2006/relationships/slide" Target="slide23.xml"/><Relationship Id="rId4" Type="http://schemas.openxmlformats.org/officeDocument/2006/relationships/image" Target="../media/image9.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6.xml"/><Relationship Id="rId1" Type="http://schemas.openxmlformats.org/officeDocument/2006/relationships/tags" Target="../tags/tag49.xml"/><Relationship Id="rId6" Type="http://schemas.openxmlformats.org/officeDocument/2006/relationships/slide" Target="slide30.xml"/><Relationship Id="rId5" Type="http://schemas.openxmlformats.org/officeDocument/2006/relationships/slide" Target="slide29.xml"/><Relationship Id="rId4" Type="http://schemas.openxmlformats.org/officeDocument/2006/relationships/image" Target="../media/image9.emf"/></Relationships>
</file>

<file path=ppt/slides/_rels/slide10.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notesSlide" Target="../notesSlides/notesSlide2.xml"/><Relationship Id="rId7" Type="http://schemas.openxmlformats.org/officeDocument/2006/relationships/image" Target="../media/image10.png"/><Relationship Id="rId2" Type="http://schemas.openxmlformats.org/officeDocument/2006/relationships/slideLayout" Target="../slideLayouts/slideLayout6.xml"/><Relationship Id="rId1" Type="http://schemas.openxmlformats.org/officeDocument/2006/relationships/tags" Target="../tags/tag50.xml"/><Relationship Id="rId6" Type="http://schemas.openxmlformats.org/officeDocument/2006/relationships/slide" Target="slide21.xml"/><Relationship Id="rId11" Type="http://schemas.openxmlformats.org/officeDocument/2006/relationships/slide" Target="slide34.xml"/><Relationship Id="rId5" Type="http://schemas.openxmlformats.org/officeDocument/2006/relationships/image" Target="../media/image9.emf"/><Relationship Id="rId10" Type="http://schemas.openxmlformats.org/officeDocument/2006/relationships/slide" Target="slide33.xml"/><Relationship Id="rId4" Type="http://schemas.openxmlformats.org/officeDocument/2006/relationships/oleObject" Target="../embeddings/oleObject13.bin"/><Relationship Id="rId9" Type="http://schemas.openxmlformats.org/officeDocument/2006/relationships/slide" Target="slide3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tags" Target="../tags/tag51.xml"/><Relationship Id="rId5" Type="http://schemas.openxmlformats.org/officeDocument/2006/relationships/image" Target="../media/image9.emf"/><Relationship Id="rId4" Type="http://schemas.openxmlformats.org/officeDocument/2006/relationships/oleObject" Target="../embeddings/oleObject14.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52.xml"/><Relationship Id="rId6" Type="http://schemas.openxmlformats.org/officeDocument/2006/relationships/slide" Target="slide31.xml"/><Relationship Id="rId5" Type="http://schemas.openxmlformats.org/officeDocument/2006/relationships/image" Target="../media/image9.emf"/><Relationship Id="rId4" Type="http://schemas.openxmlformats.org/officeDocument/2006/relationships/oleObject" Target="../embeddings/oleObject15.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11.svg"/><Relationship Id="rId2" Type="http://schemas.openxmlformats.org/officeDocument/2006/relationships/slideLayout" Target="../slideLayouts/slideLayout6.xml"/><Relationship Id="rId1" Type="http://schemas.openxmlformats.org/officeDocument/2006/relationships/tags" Target="../tags/tag53.xml"/><Relationship Id="rId6" Type="http://schemas.openxmlformats.org/officeDocument/2006/relationships/image" Target="../media/image10.png"/><Relationship Id="rId5" Type="http://schemas.openxmlformats.org/officeDocument/2006/relationships/image" Target="../media/image9.emf"/><Relationship Id="rId4" Type="http://schemas.openxmlformats.org/officeDocument/2006/relationships/oleObject" Target="../embeddings/oleObject16.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1.xml"/><Relationship Id="rId1" Type="http://schemas.openxmlformats.org/officeDocument/2006/relationships/tags" Target="../tags/tag54.xml"/><Relationship Id="rId4" Type="http://schemas.openxmlformats.org/officeDocument/2006/relationships/image" Target="../media/image9.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6.xml"/><Relationship Id="rId1" Type="http://schemas.openxmlformats.org/officeDocument/2006/relationships/tags" Target="../tags/tag55.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9.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6.xml"/><Relationship Id="rId1" Type="http://schemas.openxmlformats.org/officeDocument/2006/relationships/tags" Target="../tags/tag56.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9.emf"/></Relationships>
</file>

<file path=ppt/slides/_rels/slide18.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oleObject" Target="../embeddings/oleObject20.bin"/><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slideLayout" Target="../slideLayouts/slideLayout6.xml"/><Relationship Id="rId16" Type="http://schemas.openxmlformats.org/officeDocument/2006/relationships/image" Target="../media/image29.png"/><Relationship Id="rId1" Type="http://schemas.openxmlformats.org/officeDocument/2006/relationships/tags" Target="../tags/tag57.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png"/><Relationship Id="rId4" Type="http://schemas.openxmlformats.org/officeDocument/2006/relationships/image" Target="../media/image9.emf"/><Relationship Id="rId9" Type="http://schemas.openxmlformats.org/officeDocument/2006/relationships/image" Target="../media/image22.png"/><Relationship Id="rId1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6.xml"/><Relationship Id="rId1" Type="http://schemas.openxmlformats.org/officeDocument/2006/relationships/tags" Target="../tags/tag58.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9.emf"/></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tags" Target="../tags/tag59.xml"/><Relationship Id="rId5" Type="http://schemas.openxmlformats.org/officeDocument/2006/relationships/image" Target="../media/image9.emf"/><Relationship Id="rId4" Type="http://schemas.openxmlformats.org/officeDocument/2006/relationships/oleObject" Target="../embeddings/oleObject22.bin"/></Relationships>
</file>

<file path=ppt/slides/_rels/slide21.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notesSlide" Target="../notesSlides/notesSlide7.xml"/><Relationship Id="rId7" Type="http://schemas.openxmlformats.org/officeDocument/2006/relationships/image" Target="../media/image33.png"/><Relationship Id="rId2" Type="http://schemas.openxmlformats.org/officeDocument/2006/relationships/slideLayout" Target="../slideLayouts/slideLayout6.xml"/><Relationship Id="rId1" Type="http://schemas.openxmlformats.org/officeDocument/2006/relationships/tags" Target="../tags/tag60.xml"/><Relationship Id="rId6" Type="http://schemas.openxmlformats.org/officeDocument/2006/relationships/image" Target="../media/image32.png"/><Relationship Id="rId5" Type="http://schemas.openxmlformats.org/officeDocument/2006/relationships/image" Target="../media/image9.emf"/><Relationship Id="rId4" Type="http://schemas.openxmlformats.org/officeDocument/2006/relationships/oleObject" Target="../embeddings/oleObject23.bin"/></Relationships>
</file>

<file path=ppt/slides/_rels/slide22.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notesSlide" Target="../notesSlides/notesSlide8.xml"/><Relationship Id="rId7" Type="http://schemas.openxmlformats.org/officeDocument/2006/relationships/image" Target="../media/image35.png"/><Relationship Id="rId2" Type="http://schemas.openxmlformats.org/officeDocument/2006/relationships/slideLayout" Target="../slideLayouts/slideLayout6.xml"/><Relationship Id="rId1" Type="http://schemas.openxmlformats.org/officeDocument/2006/relationships/tags" Target="../tags/tag61.xml"/><Relationship Id="rId6" Type="http://schemas.openxmlformats.org/officeDocument/2006/relationships/image" Target="../media/image34.png"/><Relationship Id="rId5" Type="http://schemas.openxmlformats.org/officeDocument/2006/relationships/image" Target="../media/image9.emf"/><Relationship Id="rId4" Type="http://schemas.openxmlformats.org/officeDocument/2006/relationships/oleObject" Target="../embeddings/oleObject24.bin"/></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6.xml"/><Relationship Id="rId1" Type="http://schemas.openxmlformats.org/officeDocument/2006/relationships/tags" Target="../tags/tag62.xml"/><Relationship Id="rId5" Type="http://schemas.openxmlformats.org/officeDocument/2006/relationships/slide" Target="slide8.xml"/><Relationship Id="rId4" Type="http://schemas.openxmlformats.org/officeDocument/2006/relationships/image" Target="../media/image9.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6.xml"/><Relationship Id="rId1" Type="http://schemas.openxmlformats.org/officeDocument/2006/relationships/tags" Target="../tags/tag63.xml"/><Relationship Id="rId5" Type="http://schemas.openxmlformats.org/officeDocument/2006/relationships/slide" Target="slide8.xml"/><Relationship Id="rId4" Type="http://schemas.openxmlformats.org/officeDocument/2006/relationships/image" Target="../media/image9.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6.xml"/><Relationship Id="rId1" Type="http://schemas.openxmlformats.org/officeDocument/2006/relationships/tags" Target="../tags/tag64.xml"/><Relationship Id="rId5" Type="http://schemas.openxmlformats.org/officeDocument/2006/relationships/slide" Target="slide8.xml"/><Relationship Id="rId4" Type="http://schemas.openxmlformats.org/officeDocument/2006/relationships/image" Target="../media/image9.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6.xml"/><Relationship Id="rId1" Type="http://schemas.openxmlformats.org/officeDocument/2006/relationships/tags" Target="../tags/tag65.xml"/><Relationship Id="rId5" Type="http://schemas.openxmlformats.org/officeDocument/2006/relationships/slide" Target="slide8.xml"/><Relationship Id="rId4" Type="http://schemas.openxmlformats.org/officeDocument/2006/relationships/image" Target="../media/image9.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6.xml"/><Relationship Id="rId1" Type="http://schemas.openxmlformats.org/officeDocument/2006/relationships/tags" Target="../tags/tag66.xml"/><Relationship Id="rId5" Type="http://schemas.openxmlformats.org/officeDocument/2006/relationships/slide" Target="slide8.xml"/><Relationship Id="rId4" Type="http://schemas.openxmlformats.org/officeDocument/2006/relationships/image" Target="../media/image9.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6.xml"/><Relationship Id="rId1" Type="http://schemas.openxmlformats.org/officeDocument/2006/relationships/tags" Target="../tags/tag67.xml"/><Relationship Id="rId5" Type="http://schemas.openxmlformats.org/officeDocument/2006/relationships/slide" Target="slide8.xml"/><Relationship Id="rId4" Type="http://schemas.openxmlformats.org/officeDocument/2006/relationships/image" Target="../media/image9.emf"/></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slide" Target="slide9.xml"/><Relationship Id="rId2" Type="http://schemas.openxmlformats.org/officeDocument/2006/relationships/slideLayout" Target="../slideLayouts/slideLayout6.xml"/><Relationship Id="rId1" Type="http://schemas.openxmlformats.org/officeDocument/2006/relationships/tags" Target="../tags/tag68.xml"/><Relationship Id="rId6" Type="http://schemas.openxmlformats.org/officeDocument/2006/relationships/chart" Target="../charts/chart9.xml"/><Relationship Id="rId5" Type="http://schemas.openxmlformats.org/officeDocument/2006/relationships/image" Target="../media/image9.emf"/><Relationship Id="rId4" Type="http://schemas.openxmlformats.org/officeDocument/2006/relationships/oleObject" Target="../embeddings/oleObject31.bin"/></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slide" Target="slide9.xml"/><Relationship Id="rId2" Type="http://schemas.openxmlformats.org/officeDocument/2006/relationships/slideLayout" Target="../slideLayouts/slideLayout6.xml"/><Relationship Id="rId1" Type="http://schemas.openxmlformats.org/officeDocument/2006/relationships/tags" Target="../tags/tag69.xml"/><Relationship Id="rId6" Type="http://schemas.openxmlformats.org/officeDocument/2006/relationships/chart" Target="../charts/chart10.xml"/><Relationship Id="rId5" Type="http://schemas.openxmlformats.org/officeDocument/2006/relationships/image" Target="../media/image9.emf"/><Relationship Id="rId4" Type="http://schemas.openxmlformats.org/officeDocument/2006/relationships/oleObject" Target="../embeddings/oleObject32.bin"/></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6.xml"/><Relationship Id="rId1" Type="http://schemas.openxmlformats.org/officeDocument/2006/relationships/tags" Target="../tags/tag70.xml"/><Relationship Id="rId5" Type="http://schemas.openxmlformats.org/officeDocument/2006/relationships/slide" Target="slide12.xml"/><Relationship Id="rId4" Type="http://schemas.openxmlformats.org/officeDocument/2006/relationships/image" Target="../media/image9.emf"/></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tags" Target="../tags/tag71.xml"/><Relationship Id="rId6" Type="http://schemas.openxmlformats.org/officeDocument/2006/relationships/slide" Target="slide10.xml"/><Relationship Id="rId5" Type="http://schemas.openxmlformats.org/officeDocument/2006/relationships/image" Target="../media/image9.emf"/><Relationship Id="rId4" Type="http://schemas.openxmlformats.org/officeDocument/2006/relationships/oleObject" Target="../embeddings/oleObject34.bin"/></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6.xml"/><Relationship Id="rId1" Type="http://schemas.openxmlformats.org/officeDocument/2006/relationships/tags" Target="../tags/tag72.xml"/><Relationship Id="rId5" Type="http://schemas.openxmlformats.org/officeDocument/2006/relationships/slide" Target="slide10.xml"/><Relationship Id="rId4" Type="http://schemas.openxmlformats.org/officeDocument/2006/relationships/image" Target="../media/image9.emf"/></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tags" Target="../tags/tag73.xml"/><Relationship Id="rId6" Type="http://schemas.openxmlformats.org/officeDocument/2006/relationships/slide" Target="slide10.xml"/><Relationship Id="rId5" Type="http://schemas.openxmlformats.org/officeDocument/2006/relationships/image" Target="../media/image9.emf"/><Relationship Id="rId4" Type="http://schemas.openxmlformats.org/officeDocument/2006/relationships/oleObject" Target="../embeddings/oleObject36.bin"/></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pPr defTabSz="604738">
              <a:defRPr/>
            </a:pPr>
            <a:fld id="{40C00456-721A-A94C-800A-D5E7EE91C160}" type="datetime1">
              <a:rPr lang="en-US"/>
              <a:pPr defTabSz="604738">
                <a:defRPr/>
              </a:pPr>
              <a:t>3/12/2024</a:t>
            </a:fld>
            <a:endParaRPr lang="en-US" dirty="0"/>
          </a:p>
        </p:txBody>
      </p:sp>
      <p:sp>
        <p:nvSpPr>
          <p:cNvPr id="3" name="Footer Placeholder 2"/>
          <p:cNvSpPr>
            <a:spLocks noGrp="1"/>
          </p:cNvSpPr>
          <p:nvPr>
            <p:ph type="ftr" sz="quarter" idx="3"/>
          </p:nvPr>
        </p:nvSpPr>
        <p:spPr/>
        <p:txBody>
          <a:bodyPr/>
          <a:lstStyle/>
          <a:p>
            <a:pPr defTabSz="604738">
              <a:defRPr/>
            </a:pPr>
            <a:r>
              <a:rPr lang="en-US" dirty="0"/>
              <a:t>Urja Nepal</a:t>
            </a:r>
          </a:p>
        </p:txBody>
      </p:sp>
      <p:sp>
        <p:nvSpPr>
          <p:cNvPr id="4" name="Slide Number Placeholder 3"/>
          <p:cNvSpPr>
            <a:spLocks noGrp="1"/>
          </p:cNvSpPr>
          <p:nvPr>
            <p:ph type="sldNum" sz="quarter" idx="4"/>
          </p:nvPr>
        </p:nvSpPr>
        <p:spPr/>
        <p:txBody>
          <a:bodyPr/>
          <a:lstStyle/>
          <a:p>
            <a:pPr defTabSz="604738">
              <a:defRPr/>
            </a:pPr>
            <a:fld id="{42782948-4DBE-204D-AB9E-B65E067054AE}" type="slidenum">
              <a:rPr lang="en-US"/>
              <a:pPr defTabSz="604738">
                <a:defRPr/>
              </a:pPr>
              <a:t>1</a:t>
            </a:fld>
            <a:endParaRPr lang="en-US" dirty="0"/>
          </a:p>
        </p:txBody>
      </p:sp>
      <p:sp>
        <p:nvSpPr>
          <p:cNvPr id="5" name="Title 4"/>
          <p:cNvSpPr>
            <a:spLocks noGrp="1"/>
          </p:cNvSpPr>
          <p:nvPr>
            <p:ph type="ctrTitle"/>
          </p:nvPr>
        </p:nvSpPr>
        <p:spPr/>
        <p:txBody>
          <a:bodyPr/>
          <a:lstStyle/>
          <a:p>
            <a:r>
              <a:rPr lang="en-US" dirty="0"/>
              <a:t>USAID’s</a:t>
            </a:r>
            <a:br>
              <a:rPr lang="en-US" dirty="0"/>
            </a:br>
            <a:r>
              <a:rPr lang="en-US" dirty="0"/>
              <a:t>Urja Nepal Program</a:t>
            </a:r>
          </a:p>
        </p:txBody>
      </p:sp>
      <p:sp>
        <p:nvSpPr>
          <p:cNvPr id="6" name="Subtitle 5"/>
          <p:cNvSpPr>
            <a:spLocks noGrp="1"/>
          </p:cNvSpPr>
          <p:nvPr>
            <p:ph type="subTitle" idx="1"/>
          </p:nvPr>
        </p:nvSpPr>
        <p:spPr>
          <a:xfrm>
            <a:off x="955648" y="4146998"/>
            <a:ext cx="9000216" cy="1600200"/>
          </a:xfrm>
        </p:spPr>
        <p:txBody>
          <a:bodyPr>
            <a:normAutofit/>
          </a:bodyPr>
          <a:lstStyle/>
          <a:p>
            <a:pPr>
              <a:spcAft>
                <a:spcPts val="0"/>
              </a:spcAft>
            </a:pPr>
            <a:r>
              <a:rPr lang="en-US" sz="2645" b="1" dirty="0"/>
              <a:t>Insurance for South Asian Utilities, experience sharing</a:t>
            </a:r>
          </a:p>
          <a:p>
            <a:pPr>
              <a:spcAft>
                <a:spcPts val="0"/>
              </a:spcAft>
            </a:pPr>
            <a:endParaRPr lang="en-US" sz="2381" b="1" dirty="0"/>
          </a:p>
          <a:p>
            <a:pPr>
              <a:spcAft>
                <a:spcPts val="0"/>
              </a:spcAft>
            </a:pPr>
            <a:r>
              <a:rPr lang="en-US" sz="1984" b="1" i="1" dirty="0"/>
              <a:t> </a:t>
            </a:r>
          </a:p>
        </p:txBody>
      </p:sp>
      <p:sp>
        <p:nvSpPr>
          <p:cNvPr id="8" name="Text Placeholder 4">
            <a:extLst>
              <a:ext uri="{FF2B5EF4-FFF2-40B4-BE49-F238E27FC236}">
                <a16:creationId xmlns:a16="http://schemas.microsoft.com/office/drawing/2014/main" id="{50B76558-140F-4C1A-AFB9-71A29157F1EE}"/>
              </a:ext>
            </a:extLst>
          </p:cNvPr>
          <p:cNvSpPr>
            <a:spLocks noGrp="1"/>
          </p:cNvSpPr>
          <p:nvPr>
            <p:ph type="body" sz="quarter" idx="12" hasCustomPrompt="1"/>
          </p:nvPr>
        </p:nvSpPr>
        <p:spPr>
          <a:xfrm rot="16200000">
            <a:off x="10448158" y="1482949"/>
            <a:ext cx="2743200" cy="184666"/>
          </a:xfrm>
        </p:spPr>
        <p:txBody>
          <a:bodyPr>
            <a:spAutoFit/>
          </a:bodyPr>
          <a:lstStyle>
            <a:lvl1pPr marL="0" indent="0" algn="r">
              <a:buNone/>
              <a:defRPr sz="600" baseline="0">
                <a:solidFill>
                  <a:schemeClr val="bg1"/>
                </a:solidFill>
              </a:defRPr>
            </a:lvl1pPr>
            <a:lvl2pPr marL="230187" indent="0">
              <a:buNone/>
              <a:defRPr sz="1800">
                <a:solidFill>
                  <a:schemeClr val="bg1"/>
                </a:solidFill>
              </a:defRPr>
            </a:lvl2pPr>
            <a:lvl3pPr marL="460375" indent="0">
              <a:buNone/>
              <a:defRPr sz="1600">
                <a:solidFill>
                  <a:schemeClr val="bg1"/>
                </a:solidFill>
              </a:defRPr>
            </a:lvl3pPr>
            <a:lvl4pPr marL="684212" indent="0">
              <a:buNone/>
              <a:defRPr sz="1400">
                <a:solidFill>
                  <a:schemeClr val="bg1"/>
                </a:solidFill>
              </a:defRPr>
            </a:lvl4pPr>
            <a:lvl5pPr marL="1025525" indent="0">
              <a:buNone/>
              <a:defRPr sz="1200">
                <a:solidFill>
                  <a:schemeClr val="bg1"/>
                </a:solidFill>
              </a:defRPr>
            </a:lvl5pPr>
          </a:lstStyle>
          <a:p>
            <a:pPr lvl="0"/>
            <a:r>
              <a:rPr lang="en-US" dirty="0"/>
              <a:t>Photo credit : Deloitte</a:t>
            </a:r>
          </a:p>
        </p:txBody>
      </p:sp>
      <p:sp>
        <p:nvSpPr>
          <p:cNvPr id="9" name="Rectangle 8">
            <a:extLst>
              <a:ext uri="{FF2B5EF4-FFF2-40B4-BE49-F238E27FC236}">
                <a16:creationId xmlns:a16="http://schemas.microsoft.com/office/drawing/2014/main" id="{CF25781D-1658-44E1-AC7E-738CAD41F073}"/>
              </a:ext>
            </a:extLst>
          </p:cNvPr>
          <p:cNvSpPr/>
          <p:nvPr/>
        </p:nvSpPr>
        <p:spPr>
          <a:xfrm>
            <a:off x="272512" y="5834730"/>
            <a:ext cx="11508112" cy="417935"/>
          </a:xfrm>
          <a:prstGeom prst="rect">
            <a:avLst/>
          </a:prstGeom>
        </p:spPr>
        <p:txBody>
          <a:bodyPr wrap="square">
            <a:spAutoFit/>
          </a:bodyPr>
          <a:lstStyle/>
          <a:p>
            <a:pPr defTabSz="604738">
              <a:defRPr/>
            </a:pPr>
            <a:r>
              <a:rPr lang="en-US" sz="1058" dirty="0">
                <a:solidFill>
                  <a:srgbClr val="FFFFFF"/>
                </a:solidFill>
                <a:latin typeface="Gill Sans MT"/>
              </a:rPr>
              <a:t>This document is made possible by the support of the American people through the United States Agency for International Development (USAID). The contents are the sole responsibility of </a:t>
            </a:r>
            <a:r>
              <a:rPr lang="en-US" sz="1058" i="1" dirty="0">
                <a:solidFill>
                  <a:srgbClr val="FFFFFF"/>
                </a:solidFill>
                <a:latin typeface="Gill Sans MT"/>
              </a:rPr>
              <a:t>Deloitte Consulting LLP </a:t>
            </a:r>
            <a:r>
              <a:rPr lang="en-US" sz="1058" dirty="0">
                <a:solidFill>
                  <a:srgbClr val="FFFFFF"/>
                </a:solidFill>
                <a:latin typeface="Gill Sans MT"/>
              </a:rPr>
              <a:t>and do not necessarily reflect the views of USAID or the United States Government.</a:t>
            </a:r>
          </a:p>
        </p:txBody>
      </p:sp>
    </p:spTree>
    <p:extLst>
      <p:ext uri="{BB962C8B-B14F-4D97-AF65-F5344CB8AC3E}">
        <p14:creationId xmlns:p14="http://schemas.microsoft.com/office/powerpoint/2010/main" val="2197861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6C9E9-C121-8FF3-AF18-640836FCADAE}"/>
            </a:ext>
          </a:extLst>
        </p:cNvPr>
        <p:cNvGrpSpPr/>
        <p:nvPr/>
      </p:nvGrpSpPr>
      <p:grpSpPr>
        <a:xfrm>
          <a:off x="0" y="0"/>
          <a:ext cx="0" cy="0"/>
          <a:chOff x="0" y="0"/>
          <a:chExt cx="0" cy="0"/>
        </a:xfrm>
      </p:grpSpPr>
      <p:sp>
        <p:nvSpPr>
          <p:cNvPr id="89" name="Rectangle 88">
            <a:extLst>
              <a:ext uri="{FF2B5EF4-FFF2-40B4-BE49-F238E27FC236}">
                <a16:creationId xmlns:a16="http://schemas.microsoft.com/office/drawing/2014/main" id="{2C589310-07DE-003F-09A7-34683B10FBFD}"/>
              </a:ext>
            </a:extLst>
          </p:cNvPr>
          <p:cNvSpPr/>
          <p:nvPr/>
        </p:nvSpPr>
        <p:spPr bwMode="gray">
          <a:xfrm>
            <a:off x="4298173" y="1347774"/>
            <a:ext cx="3629682" cy="2531958"/>
          </a:xfrm>
          <a:prstGeom prst="rect">
            <a:avLst/>
          </a:prstGeom>
          <a:solidFill>
            <a:schemeClr val="accent2">
              <a:lumMod val="40000"/>
              <a:lumOff val="60000"/>
              <a:alpha val="2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latin typeface="Gill Sans MT" panose="020B0502020104020203" pitchFamily="34" charset="0"/>
            </a:endParaRPr>
          </a:p>
        </p:txBody>
      </p:sp>
      <p:graphicFrame>
        <p:nvGraphicFramePr>
          <p:cNvPr id="73" name="Chart 72">
            <a:extLst>
              <a:ext uri="{FF2B5EF4-FFF2-40B4-BE49-F238E27FC236}">
                <a16:creationId xmlns:a16="http://schemas.microsoft.com/office/drawing/2014/main" id="{37B8D902-B713-62F1-A24C-80A9C43A2939}"/>
              </a:ext>
            </a:extLst>
          </p:cNvPr>
          <p:cNvGraphicFramePr/>
          <p:nvPr>
            <p:extLst>
              <p:ext uri="{D42A27DB-BD31-4B8C-83A1-F6EECF244321}">
                <p14:modId xmlns:p14="http://schemas.microsoft.com/office/powerpoint/2010/main" val="1152096986"/>
              </p:ext>
            </p:extLst>
          </p:nvPr>
        </p:nvGraphicFramePr>
        <p:xfrm>
          <a:off x="4314773" y="1422783"/>
          <a:ext cx="3487056" cy="2436803"/>
        </p:xfrm>
        <a:graphic>
          <a:graphicData uri="http://schemas.openxmlformats.org/drawingml/2006/chart">
            <c:chart xmlns:c="http://schemas.openxmlformats.org/drawingml/2006/chart" xmlns:r="http://schemas.openxmlformats.org/officeDocument/2006/relationships" r:id="rId3"/>
          </a:graphicData>
        </a:graphic>
      </p:graphicFrame>
      <p:sp>
        <p:nvSpPr>
          <p:cNvPr id="9" name="Rectangle 8">
            <a:extLst>
              <a:ext uri="{FF2B5EF4-FFF2-40B4-BE49-F238E27FC236}">
                <a16:creationId xmlns:a16="http://schemas.microsoft.com/office/drawing/2014/main" id="{E372CEC3-BA6D-C78E-34C6-69ACA05C7891}"/>
              </a:ext>
            </a:extLst>
          </p:cNvPr>
          <p:cNvSpPr/>
          <p:nvPr/>
        </p:nvSpPr>
        <p:spPr bwMode="gray">
          <a:xfrm>
            <a:off x="7927855" y="1338168"/>
            <a:ext cx="3629682" cy="2531958"/>
          </a:xfrm>
          <a:prstGeom prst="rect">
            <a:avLst/>
          </a:prstGeom>
          <a:solidFill>
            <a:schemeClr val="tx1">
              <a:lumMod val="75000"/>
              <a:lumOff val="25000"/>
              <a:alpha val="2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latin typeface="Gill Sans MT" panose="020B0502020104020203" pitchFamily="34" charset="0"/>
            </a:endParaRPr>
          </a:p>
        </p:txBody>
      </p:sp>
      <p:sp>
        <p:nvSpPr>
          <p:cNvPr id="8" name="Rectangle 7">
            <a:extLst>
              <a:ext uri="{FF2B5EF4-FFF2-40B4-BE49-F238E27FC236}">
                <a16:creationId xmlns:a16="http://schemas.microsoft.com/office/drawing/2014/main" id="{1FE2DC63-D6A9-5529-323E-9B14BF8683C9}"/>
              </a:ext>
            </a:extLst>
          </p:cNvPr>
          <p:cNvSpPr/>
          <p:nvPr/>
        </p:nvSpPr>
        <p:spPr bwMode="gray">
          <a:xfrm>
            <a:off x="678223" y="1328943"/>
            <a:ext cx="3629682" cy="2531958"/>
          </a:xfrm>
          <a:prstGeom prst="rect">
            <a:avLst/>
          </a:prstGeom>
          <a:solidFill>
            <a:schemeClr val="tx2">
              <a:lumMod val="40000"/>
              <a:lumOff val="60000"/>
              <a:alpha val="2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latin typeface="Gill Sans MT" panose="020B0502020104020203" pitchFamily="34" charset="0"/>
            </a:endParaRPr>
          </a:p>
        </p:txBody>
      </p:sp>
      <p:pic>
        <p:nvPicPr>
          <p:cNvPr id="20" name="Picture 19">
            <a:extLst>
              <a:ext uri="{FF2B5EF4-FFF2-40B4-BE49-F238E27FC236}">
                <a16:creationId xmlns:a16="http://schemas.microsoft.com/office/drawing/2014/main" id="{C5C0353E-6D78-95A8-23A5-80B7A03F503F}"/>
              </a:ext>
            </a:extLst>
          </p:cNvPr>
          <p:cNvPicPr>
            <a:picLocks noChangeAspect="1"/>
          </p:cNvPicPr>
          <p:nvPr/>
        </p:nvPicPr>
        <p:blipFill>
          <a:blip r:embed="rId4"/>
          <a:stretch>
            <a:fillRect/>
          </a:stretch>
        </p:blipFill>
        <p:spPr>
          <a:xfrm>
            <a:off x="7988483" y="1384119"/>
            <a:ext cx="617483" cy="578189"/>
          </a:xfrm>
          <a:prstGeom prst="rect">
            <a:avLst/>
          </a:prstGeom>
        </p:spPr>
      </p:pic>
      <p:graphicFrame>
        <p:nvGraphicFramePr>
          <p:cNvPr id="91" name="Chart 90">
            <a:extLst>
              <a:ext uri="{FF2B5EF4-FFF2-40B4-BE49-F238E27FC236}">
                <a16:creationId xmlns:a16="http://schemas.microsoft.com/office/drawing/2014/main" id="{A7597A25-3A9C-F779-9444-5236BBA22E46}"/>
              </a:ext>
            </a:extLst>
          </p:cNvPr>
          <p:cNvGraphicFramePr/>
          <p:nvPr/>
        </p:nvGraphicFramePr>
        <p:xfrm>
          <a:off x="7961232" y="1442930"/>
          <a:ext cx="3487056" cy="2436803"/>
        </p:xfrm>
        <a:graphic>
          <a:graphicData uri="http://schemas.openxmlformats.org/drawingml/2006/chart">
            <c:chart xmlns:c="http://schemas.openxmlformats.org/drawingml/2006/chart" xmlns:r="http://schemas.openxmlformats.org/officeDocument/2006/relationships" r:id="rId5"/>
          </a:graphicData>
        </a:graphic>
      </p:graphicFrame>
      <p:pic>
        <p:nvPicPr>
          <p:cNvPr id="22" name="Picture 21">
            <a:extLst>
              <a:ext uri="{FF2B5EF4-FFF2-40B4-BE49-F238E27FC236}">
                <a16:creationId xmlns:a16="http://schemas.microsoft.com/office/drawing/2014/main" id="{8EA623E8-7D76-B8B8-2433-3B24253606AA}"/>
              </a:ext>
            </a:extLst>
          </p:cNvPr>
          <p:cNvPicPr>
            <a:picLocks noChangeAspect="1"/>
          </p:cNvPicPr>
          <p:nvPr/>
        </p:nvPicPr>
        <p:blipFill>
          <a:blip r:embed="rId6"/>
          <a:stretch>
            <a:fillRect/>
          </a:stretch>
        </p:blipFill>
        <p:spPr>
          <a:xfrm>
            <a:off x="668694" y="1422783"/>
            <a:ext cx="606257" cy="578189"/>
          </a:xfrm>
          <a:prstGeom prst="rect">
            <a:avLst/>
          </a:prstGeom>
        </p:spPr>
      </p:pic>
      <p:graphicFrame>
        <p:nvGraphicFramePr>
          <p:cNvPr id="5" name="think-cell data - do not delete" hidden="1">
            <a:extLst>
              <a:ext uri="{FF2B5EF4-FFF2-40B4-BE49-F238E27FC236}">
                <a16:creationId xmlns:a16="http://schemas.microsoft.com/office/drawing/2014/main" id="{EE8B144E-D84A-0F0A-E872-344FD45593C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415" imgH="416" progId="TCLayout.ActiveDocument.1">
                  <p:embed/>
                </p:oleObj>
              </mc:Choice>
              <mc:Fallback>
                <p:oleObj name="think-cell Slide" r:id="rId7" imgW="415" imgH="416" progId="TCLayout.ActiveDocument.1">
                  <p:embed/>
                  <p:pic>
                    <p:nvPicPr>
                      <p:cNvPr id="5" name="think-cell data - do not delete" hidden="1">
                        <a:extLst>
                          <a:ext uri="{FF2B5EF4-FFF2-40B4-BE49-F238E27FC236}">
                            <a16:creationId xmlns:a16="http://schemas.microsoft.com/office/drawing/2014/main" id="{F26DCA72-12D4-8764-1DC6-94FD62A77280}"/>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EDC52820-E451-8B32-10DD-6FD13142D398}"/>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600" dirty="0">
                <a:solidFill>
                  <a:schemeClr val="bg2">
                    <a:lumMod val="50000"/>
                  </a:schemeClr>
                </a:solidFill>
                <a:latin typeface="Gill Sans MT" panose="020B0502020104020203" pitchFamily="34" charset="0"/>
              </a:rPr>
              <a:t>High capacity addition targets for Hydro in South Asian countries like India, Nepal and Bhutan</a:t>
            </a:r>
          </a:p>
        </p:txBody>
      </p:sp>
      <p:sp>
        <p:nvSpPr>
          <p:cNvPr id="6" name="Title 2">
            <a:extLst>
              <a:ext uri="{FF2B5EF4-FFF2-40B4-BE49-F238E27FC236}">
                <a16:creationId xmlns:a16="http://schemas.microsoft.com/office/drawing/2014/main" id="{F5389581-8D00-1930-3823-C6D1DA65388D}"/>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dirty="0">
                <a:solidFill>
                  <a:srgbClr val="BA0C2F"/>
                </a:solidFill>
                <a:latin typeface="Gill Sans MT" panose="020B0502020104020203" pitchFamily="34" charset="0"/>
              </a:rPr>
              <a:t>Growth of Hydro Power in South Asia; significant opportunity for Insurance buy-in</a:t>
            </a:r>
          </a:p>
        </p:txBody>
      </p:sp>
      <p:cxnSp>
        <p:nvCxnSpPr>
          <p:cNvPr id="4" name="Straight Connector 3">
            <a:extLst>
              <a:ext uri="{FF2B5EF4-FFF2-40B4-BE49-F238E27FC236}">
                <a16:creationId xmlns:a16="http://schemas.microsoft.com/office/drawing/2014/main" id="{EF43D8EF-3A47-6392-D028-31F1E8123710}"/>
              </a:ext>
            </a:extLst>
          </p:cNvPr>
          <p:cNvCxnSpPr>
            <a:cxnSpLocks/>
          </p:cNvCxnSpPr>
          <p:nvPr/>
        </p:nvCxnSpPr>
        <p:spPr>
          <a:xfrm>
            <a:off x="888274" y="1126215"/>
            <a:ext cx="3030583" cy="0"/>
          </a:xfrm>
          <a:prstGeom prst="line">
            <a:avLst/>
          </a:prstGeom>
        </p:spPr>
        <p:style>
          <a:lnRef idx="1">
            <a:schemeClr val="dk1"/>
          </a:lnRef>
          <a:fillRef idx="0">
            <a:schemeClr val="dk1"/>
          </a:fillRef>
          <a:effectRef idx="0">
            <a:schemeClr val="dk1"/>
          </a:effectRef>
          <a:fontRef idx="minor">
            <a:schemeClr val="tx1"/>
          </a:fontRef>
        </p:style>
      </p:cxnSp>
      <p:sp>
        <p:nvSpPr>
          <p:cNvPr id="12" name="Rectangle 11">
            <a:extLst>
              <a:ext uri="{FF2B5EF4-FFF2-40B4-BE49-F238E27FC236}">
                <a16:creationId xmlns:a16="http://schemas.microsoft.com/office/drawing/2014/main" id="{756FC108-0469-F29A-BE9B-5DB491EBF79C}"/>
              </a:ext>
            </a:extLst>
          </p:cNvPr>
          <p:cNvSpPr/>
          <p:nvPr/>
        </p:nvSpPr>
        <p:spPr>
          <a:xfrm>
            <a:off x="1524000" y="986886"/>
            <a:ext cx="1650275" cy="2711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b="1" dirty="0">
                <a:solidFill>
                  <a:srgbClr val="000000"/>
                </a:solidFill>
                <a:latin typeface="Gill Sans MT" panose="020B0502020104020203" pitchFamily="34" charset="0"/>
                <a:ea typeface="Verdana" panose="020B0604030504040204" pitchFamily="34" charset="0"/>
                <a:cs typeface="Verdana" panose="020B0604030504040204" pitchFamily="34" charset="0"/>
              </a:rPr>
              <a:t>Hydro growth Target in </a:t>
            </a:r>
            <a:r>
              <a:rPr kumimoji="0" lang="en-US" sz="1000" b="1" i="0" u="none" strike="noStrike" kern="1200" cap="none" spc="0" normalizeH="0" baseline="0" noProof="0" dirty="0">
                <a:ln>
                  <a:noFill/>
                </a:ln>
                <a:solidFill>
                  <a:srgbClr val="000000"/>
                </a:solidFill>
                <a:effectLst/>
                <a:uLnTx/>
                <a:uFillTx/>
                <a:latin typeface="Gill Sans MT" panose="020B0502020104020203" pitchFamily="34" charset="0"/>
                <a:ea typeface="Verdana" panose="020B0604030504040204" pitchFamily="34" charset="0"/>
                <a:cs typeface="Verdana" panose="020B0604030504040204" pitchFamily="34" charset="0"/>
              </a:rPr>
              <a:t>India</a:t>
            </a:r>
            <a:endParaRPr kumimoji="0" lang="en-IN" sz="1000" b="1" i="0" u="none" strike="noStrike" kern="1200" cap="none" spc="0" normalizeH="0" baseline="0" noProof="0" dirty="0">
              <a:ln>
                <a:noFill/>
              </a:ln>
              <a:solidFill>
                <a:srgbClr val="000000"/>
              </a:solidFill>
              <a:effectLst/>
              <a:uLnTx/>
              <a:uFillTx/>
              <a:latin typeface="Gill Sans MT" panose="020B0502020104020203" pitchFamily="34" charset="0"/>
              <a:ea typeface="Verdana" panose="020B0604030504040204" pitchFamily="34" charset="0"/>
              <a:cs typeface="Verdana" panose="020B0604030504040204" pitchFamily="34" charset="0"/>
            </a:endParaRPr>
          </a:p>
        </p:txBody>
      </p:sp>
      <p:cxnSp>
        <p:nvCxnSpPr>
          <p:cNvPr id="18" name="Straight Connector 17">
            <a:extLst>
              <a:ext uri="{FF2B5EF4-FFF2-40B4-BE49-F238E27FC236}">
                <a16:creationId xmlns:a16="http://schemas.microsoft.com/office/drawing/2014/main" id="{5AC1EB8F-FBF4-B522-4870-27870DF46C28}"/>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25" name="Chart 24">
            <a:extLst>
              <a:ext uri="{FF2B5EF4-FFF2-40B4-BE49-F238E27FC236}">
                <a16:creationId xmlns:a16="http://schemas.microsoft.com/office/drawing/2014/main" id="{EF94FC86-D50C-328F-5B2E-CDA54877BEA2}"/>
              </a:ext>
            </a:extLst>
          </p:cNvPr>
          <p:cNvGraphicFramePr/>
          <p:nvPr/>
        </p:nvGraphicFramePr>
        <p:xfrm>
          <a:off x="674617" y="1458058"/>
          <a:ext cx="3487056" cy="2436803"/>
        </p:xfrm>
        <a:graphic>
          <a:graphicData uri="http://schemas.openxmlformats.org/drawingml/2006/chart">
            <c:chart xmlns:c="http://schemas.openxmlformats.org/drawingml/2006/chart" xmlns:r="http://schemas.openxmlformats.org/officeDocument/2006/relationships" r:id="rId9"/>
          </a:graphicData>
        </a:graphic>
      </p:graphicFrame>
      <p:cxnSp>
        <p:nvCxnSpPr>
          <p:cNvPr id="2" name="Straight Connector 1">
            <a:extLst>
              <a:ext uri="{FF2B5EF4-FFF2-40B4-BE49-F238E27FC236}">
                <a16:creationId xmlns:a16="http://schemas.microsoft.com/office/drawing/2014/main" id="{20F814C4-B025-0F8D-B755-C46BD4565958}"/>
              </a:ext>
            </a:extLst>
          </p:cNvPr>
          <p:cNvCxnSpPr>
            <a:cxnSpLocks/>
          </p:cNvCxnSpPr>
          <p:nvPr/>
        </p:nvCxnSpPr>
        <p:spPr>
          <a:xfrm>
            <a:off x="4417036" y="1126215"/>
            <a:ext cx="3030583" cy="0"/>
          </a:xfrm>
          <a:prstGeom prst="line">
            <a:avLst/>
          </a:prstGeom>
        </p:spPr>
        <p:style>
          <a:lnRef idx="1">
            <a:schemeClr val="dk1"/>
          </a:lnRef>
          <a:fillRef idx="0">
            <a:schemeClr val="dk1"/>
          </a:fillRef>
          <a:effectRef idx="0">
            <a:schemeClr val="dk1"/>
          </a:effectRef>
          <a:fontRef idx="minor">
            <a:schemeClr val="tx1"/>
          </a:fontRef>
        </p:style>
      </p:cxnSp>
      <p:sp>
        <p:nvSpPr>
          <p:cNvPr id="3" name="Rectangle 2">
            <a:extLst>
              <a:ext uri="{FF2B5EF4-FFF2-40B4-BE49-F238E27FC236}">
                <a16:creationId xmlns:a16="http://schemas.microsoft.com/office/drawing/2014/main" id="{44561CEF-58A7-9E45-AE51-67592CA5E088}"/>
              </a:ext>
            </a:extLst>
          </p:cNvPr>
          <p:cNvSpPr/>
          <p:nvPr/>
        </p:nvSpPr>
        <p:spPr>
          <a:xfrm>
            <a:off x="5052762" y="986886"/>
            <a:ext cx="1650275" cy="2711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b="1" dirty="0">
                <a:solidFill>
                  <a:srgbClr val="000000"/>
                </a:solidFill>
                <a:latin typeface="Gill Sans MT" panose="020B0502020104020203" pitchFamily="34" charset="0"/>
                <a:ea typeface="Verdana" panose="020B0604030504040204" pitchFamily="34" charset="0"/>
                <a:cs typeface="Verdana" panose="020B0604030504040204" pitchFamily="34" charset="0"/>
              </a:rPr>
              <a:t>Hydro growth Target in </a:t>
            </a:r>
            <a:r>
              <a:rPr kumimoji="0" lang="en-US" sz="1000" b="1" i="0" u="none" strike="noStrike" kern="1200" cap="none" spc="0" normalizeH="0" baseline="0" noProof="0" dirty="0">
                <a:ln>
                  <a:noFill/>
                </a:ln>
                <a:solidFill>
                  <a:srgbClr val="000000"/>
                </a:solidFill>
                <a:effectLst/>
                <a:uLnTx/>
                <a:uFillTx/>
                <a:latin typeface="Gill Sans MT" panose="020B0502020104020203" pitchFamily="34" charset="0"/>
                <a:ea typeface="Verdana" panose="020B0604030504040204" pitchFamily="34" charset="0"/>
                <a:cs typeface="Verdana" panose="020B0604030504040204" pitchFamily="34" charset="0"/>
              </a:rPr>
              <a:t>Nepal</a:t>
            </a:r>
            <a:endParaRPr kumimoji="0" lang="en-IN" sz="1000" b="1" i="0" u="none" strike="noStrike" kern="1200" cap="none" spc="0" normalizeH="0" baseline="0" noProof="0" dirty="0">
              <a:ln>
                <a:noFill/>
              </a:ln>
              <a:solidFill>
                <a:srgbClr val="000000"/>
              </a:solidFill>
              <a:effectLst/>
              <a:uLnTx/>
              <a:uFillTx/>
              <a:latin typeface="Gill Sans MT" panose="020B0502020104020203" pitchFamily="34" charset="0"/>
              <a:ea typeface="Verdana" panose="020B0604030504040204" pitchFamily="34" charset="0"/>
              <a:cs typeface="Verdana" panose="020B0604030504040204" pitchFamily="34" charset="0"/>
            </a:endParaRPr>
          </a:p>
        </p:txBody>
      </p:sp>
      <p:cxnSp>
        <p:nvCxnSpPr>
          <p:cNvPr id="10" name="Straight Connector 9">
            <a:extLst>
              <a:ext uri="{FF2B5EF4-FFF2-40B4-BE49-F238E27FC236}">
                <a16:creationId xmlns:a16="http://schemas.microsoft.com/office/drawing/2014/main" id="{7EFC4537-E5DC-E1C1-E61A-B8AA9E04C75A}"/>
              </a:ext>
            </a:extLst>
          </p:cNvPr>
          <p:cNvCxnSpPr>
            <a:cxnSpLocks/>
          </p:cNvCxnSpPr>
          <p:nvPr/>
        </p:nvCxnSpPr>
        <p:spPr>
          <a:xfrm>
            <a:off x="8159455" y="1126215"/>
            <a:ext cx="3030583" cy="0"/>
          </a:xfrm>
          <a:prstGeom prst="line">
            <a:avLst/>
          </a:prstGeom>
        </p:spPr>
        <p:style>
          <a:lnRef idx="1">
            <a:schemeClr val="dk1"/>
          </a:lnRef>
          <a:fillRef idx="0">
            <a:schemeClr val="dk1"/>
          </a:fillRef>
          <a:effectRef idx="0">
            <a:schemeClr val="dk1"/>
          </a:effectRef>
          <a:fontRef idx="minor">
            <a:schemeClr val="tx1"/>
          </a:fontRef>
        </p:style>
      </p:cxnSp>
      <p:sp>
        <p:nvSpPr>
          <p:cNvPr id="11" name="Rectangle 10">
            <a:extLst>
              <a:ext uri="{FF2B5EF4-FFF2-40B4-BE49-F238E27FC236}">
                <a16:creationId xmlns:a16="http://schemas.microsoft.com/office/drawing/2014/main" id="{BC18CF79-905A-A018-0958-E7C09D64EAF0}"/>
              </a:ext>
            </a:extLst>
          </p:cNvPr>
          <p:cNvSpPr/>
          <p:nvPr/>
        </p:nvSpPr>
        <p:spPr>
          <a:xfrm>
            <a:off x="8795181" y="986886"/>
            <a:ext cx="1650275" cy="2711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b="1" dirty="0">
                <a:solidFill>
                  <a:srgbClr val="000000"/>
                </a:solidFill>
                <a:latin typeface="Gill Sans MT" panose="020B0502020104020203" pitchFamily="34" charset="0"/>
                <a:ea typeface="Verdana" panose="020B0604030504040204" pitchFamily="34" charset="0"/>
                <a:cs typeface="Verdana" panose="020B0604030504040204" pitchFamily="34" charset="0"/>
              </a:rPr>
              <a:t>Hydro growth Target in </a:t>
            </a:r>
            <a:r>
              <a:rPr kumimoji="0" lang="en-US" sz="1000" b="1" i="0" u="none" strike="noStrike" kern="1200" cap="none" spc="0" normalizeH="0" baseline="0" noProof="0" dirty="0">
                <a:ln>
                  <a:noFill/>
                </a:ln>
                <a:solidFill>
                  <a:srgbClr val="000000"/>
                </a:solidFill>
                <a:effectLst/>
                <a:uLnTx/>
                <a:uFillTx/>
                <a:latin typeface="Gill Sans MT" panose="020B0502020104020203" pitchFamily="34" charset="0"/>
                <a:ea typeface="Verdana" panose="020B0604030504040204" pitchFamily="34" charset="0"/>
                <a:cs typeface="Verdana" panose="020B0604030504040204" pitchFamily="34" charset="0"/>
              </a:rPr>
              <a:t>Bhutan</a:t>
            </a:r>
            <a:endParaRPr kumimoji="0" lang="en-IN" sz="1000" b="1" i="0" u="none" strike="noStrike" kern="1200" cap="none" spc="0" normalizeH="0" baseline="0" noProof="0" dirty="0">
              <a:ln>
                <a:noFill/>
              </a:ln>
              <a:solidFill>
                <a:srgbClr val="000000"/>
              </a:solidFill>
              <a:effectLst/>
              <a:uLnTx/>
              <a:uFillTx/>
              <a:latin typeface="Gill Sans MT" panose="020B0502020104020203" pitchFamily="34" charset="0"/>
              <a:ea typeface="Verdana" panose="020B0604030504040204" pitchFamily="34" charset="0"/>
              <a:cs typeface="Verdana" panose="020B0604030504040204" pitchFamily="34" charset="0"/>
            </a:endParaRPr>
          </a:p>
        </p:txBody>
      </p:sp>
      <p:sp>
        <p:nvSpPr>
          <p:cNvPr id="23" name="TextBox 22">
            <a:extLst>
              <a:ext uri="{FF2B5EF4-FFF2-40B4-BE49-F238E27FC236}">
                <a16:creationId xmlns:a16="http://schemas.microsoft.com/office/drawing/2014/main" id="{A56B7A5A-9C50-ECD7-B337-882790A3CD32}"/>
              </a:ext>
            </a:extLst>
          </p:cNvPr>
          <p:cNvSpPr txBox="1"/>
          <p:nvPr/>
        </p:nvSpPr>
        <p:spPr>
          <a:xfrm>
            <a:off x="10796573" y="1224663"/>
            <a:ext cx="786929" cy="123111"/>
          </a:xfrm>
          <a:prstGeom prst="rect">
            <a:avLst/>
          </a:prstGeom>
          <a:noFill/>
        </p:spPr>
        <p:txBody>
          <a:bodyPr wrap="square" lIns="0" tIns="0" rIns="0" bIns="0" rtlCol="0">
            <a:spAutoFit/>
          </a:bodyPr>
          <a:lstStyle/>
          <a:p>
            <a:pPr>
              <a:spcBef>
                <a:spcPts val="600"/>
              </a:spcBef>
              <a:buSzPct val="100000"/>
            </a:pPr>
            <a:r>
              <a:rPr lang="en-US" sz="800" i="1" dirty="0">
                <a:solidFill>
                  <a:srgbClr val="313131"/>
                </a:solidFill>
                <a:latin typeface="Gill Sans MT" panose="020B0502020104020203" pitchFamily="34" charset="0"/>
              </a:rPr>
              <a:t>Figures in MW</a:t>
            </a:r>
          </a:p>
        </p:txBody>
      </p:sp>
      <p:cxnSp>
        <p:nvCxnSpPr>
          <p:cNvPr id="42" name="Straight Connector 41">
            <a:extLst>
              <a:ext uri="{FF2B5EF4-FFF2-40B4-BE49-F238E27FC236}">
                <a16:creationId xmlns:a16="http://schemas.microsoft.com/office/drawing/2014/main" id="{8ABBC7E9-9B05-8A1E-932D-66F4765A6235}"/>
              </a:ext>
            </a:extLst>
          </p:cNvPr>
          <p:cNvCxnSpPr/>
          <p:nvPr/>
        </p:nvCxnSpPr>
        <p:spPr>
          <a:xfrm flipV="1">
            <a:off x="1331987" y="2174781"/>
            <a:ext cx="0" cy="40589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B3CE1A6-B790-CD77-33FD-C5D0B0CD269A}"/>
              </a:ext>
            </a:extLst>
          </p:cNvPr>
          <p:cNvCxnSpPr>
            <a:cxnSpLocks/>
          </p:cNvCxnSpPr>
          <p:nvPr/>
        </p:nvCxnSpPr>
        <p:spPr>
          <a:xfrm flipV="1">
            <a:off x="1329371" y="2169434"/>
            <a:ext cx="994899" cy="3681"/>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73359E79-0BF0-C0FA-3084-0DC70CBEAE41}"/>
              </a:ext>
            </a:extLst>
          </p:cNvPr>
          <p:cNvCxnSpPr>
            <a:cxnSpLocks/>
          </p:cNvCxnSpPr>
          <p:nvPr/>
        </p:nvCxnSpPr>
        <p:spPr>
          <a:xfrm>
            <a:off x="2321507" y="2169434"/>
            <a:ext cx="2763" cy="267996"/>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AF5CA1B0-9BEB-3399-0814-8D2CA0854EFB}"/>
              </a:ext>
            </a:extLst>
          </p:cNvPr>
          <p:cNvSpPr/>
          <p:nvPr/>
        </p:nvSpPr>
        <p:spPr bwMode="gray">
          <a:xfrm>
            <a:off x="1450647" y="2084342"/>
            <a:ext cx="663190" cy="150981"/>
          </a:xfrm>
          <a:prstGeom prst="ellipse">
            <a:avLst/>
          </a:prstGeom>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b="1" dirty="0">
                <a:solidFill>
                  <a:schemeClr val="tx1"/>
                </a:solidFill>
                <a:latin typeface="Gill Sans MT" panose="020B0502020104020203" pitchFamily="34" charset="0"/>
              </a:rPr>
              <a:t>+49%</a:t>
            </a:r>
          </a:p>
        </p:txBody>
      </p:sp>
      <p:cxnSp>
        <p:nvCxnSpPr>
          <p:cNvPr id="52" name="Straight Connector 51">
            <a:extLst>
              <a:ext uri="{FF2B5EF4-FFF2-40B4-BE49-F238E27FC236}">
                <a16:creationId xmlns:a16="http://schemas.microsoft.com/office/drawing/2014/main" id="{9A749D19-E66E-8C66-0DDB-E4041A76F4A7}"/>
              </a:ext>
            </a:extLst>
          </p:cNvPr>
          <p:cNvCxnSpPr>
            <a:cxnSpLocks/>
          </p:cNvCxnSpPr>
          <p:nvPr/>
        </p:nvCxnSpPr>
        <p:spPr>
          <a:xfrm flipV="1">
            <a:off x="2418145" y="1590010"/>
            <a:ext cx="0" cy="84742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0B372A30-1821-D5F6-6CF5-A4E08AFB36E9}"/>
              </a:ext>
            </a:extLst>
          </p:cNvPr>
          <p:cNvCxnSpPr>
            <a:cxnSpLocks/>
          </p:cNvCxnSpPr>
          <p:nvPr/>
        </p:nvCxnSpPr>
        <p:spPr>
          <a:xfrm flipV="1">
            <a:off x="2418145" y="1587459"/>
            <a:ext cx="1063907" cy="2454"/>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5DE2CEA3-0774-435A-3FC2-07157D20C5A9}"/>
              </a:ext>
            </a:extLst>
          </p:cNvPr>
          <p:cNvCxnSpPr>
            <a:cxnSpLocks/>
          </p:cNvCxnSpPr>
          <p:nvPr/>
        </p:nvCxnSpPr>
        <p:spPr>
          <a:xfrm>
            <a:off x="3482052" y="1587459"/>
            <a:ext cx="0" cy="374849"/>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391E2F79-A6D6-493A-01B8-F8C56AD93C0B}"/>
              </a:ext>
            </a:extLst>
          </p:cNvPr>
          <p:cNvSpPr/>
          <p:nvPr/>
        </p:nvSpPr>
        <p:spPr bwMode="gray">
          <a:xfrm>
            <a:off x="2604454" y="1522233"/>
            <a:ext cx="663190" cy="150981"/>
          </a:xfrm>
          <a:prstGeom prst="ellipse">
            <a:avLst/>
          </a:prstGeom>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b="1" dirty="0">
                <a:solidFill>
                  <a:schemeClr val="tx1"/>
                </a:solidFill>
                <a:latin typeface="Gill Sans MT" panose="020B0502020104020203" pitchFamily="34" charset="0"/>
              </a:rPr>
              <a:t>+52%</a:t>
            </a:r>
          </a:p>
        </p:txBody>
      </p:sp>
      <p:cxnSp>
        <p:nvCxnSpPr>
          <p:cNvPr id="74" name="Straight Connector 73">
            <a:extLst>
              <a:ext uri="{FF2B5EF4-FFF2-40B4-BE49-F238E27FC236}">
                <a16:creationId xmlns:a16="http://schemas.microsoft.com/office/drawing/2014/main" id="{1C3DB3F0-9347-30F6-25BC-3B5C786E561D}"/>
              </a:ext>
            </a:extLst>
          </p:cNvPr>
          <p:cNvCxnSpPr>
            <a:cxnSpLocks/>
          </p:cNvCxnSpPr>
          <p:nvPr/>
        </p:nvCxnSpPr>
        <p:spPr>
          <a:xfrm flipV="1">
            <a:off x="4992625" y="2112696"/>
            <a:ext cx="0" cy="57194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2AEAC95A-CCB3-63EC-2AB3-F4D458E4399A}"/>
              </a:ext>
            </a:extLst>
          </p:cNvPr>
          <p:cNvCxnSpPr>
            <a:cxnSpLocks/>
          </p:cNvCxnSpPr>
          <p:nvPr/>
        </p:nvCxnSpPr>
        <p:spPr>
          <a:xfrm flipV="1">
            <a:off x="4986304" y="2112696"/>
            <a:ext cx="994899" cy="3681"/>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2BEBCB52-6499-D8AB-D98A-18498D8ADF7D}"/>
              </a:ext>
            </a:extLst>
          </p:cNvPr>
          <p:cNvCxnSpPr>
            <a:cxnSpLocks/>
          </p:cNvCxnSpPr>
          <p:nvPr/>
        </p:nvCxnSpPr>
        <p:spPr>
          <a:xfrm>
            <a:off x="5978440" y="2112696"/>
            <a:ext cx="0" cy="385433"/>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77" name="Oval 76">
            <a:extLst>
              <a:ext uri="{FF2B5EF4-FFF2-40B4-BE49-F238E27FC236}">
                <a16:creationId xmlns:a16="http://schemas.microsoft.com/office/drawing/2014/main" id="{A64A5B96-5B4F-31E7-D4B7-AC850069229D}"/>
              </a:ext>
            </a:extLst>
          </p:cNvPr>
          <p:cNvSpPr/>
          <p:nvPr/>
        </p:nvSpPr>
        <p:spPr bwMode="gray">
          <a:xfrm>
            <a:off x="5086884" y="2024181"/>
            <a:ext cx="758414" cy="165014"/>
          </a:xfrm>
          <a:prstGeom prst="ellipse">
            <a:avLst/>
          </a:prstGeom>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b="1" dirty="0">
                <a:solidFill>
                  <a:schemeClr val="tx1"/>
                </a:solidFill>
                <a:latin typeface="Gill Sans MT" panose="020B0502020104020203" pitchFamily="34" charset="0"/>
              </a:rPr>
              <a:t>+974%</a:t>
            </a:r>
          </a:p>
        </p:txBody>
      </p:sp>
      <p:cxnSp>
        <p:nvCxnSpPr>
          <p:cNvPr id="78" name="Straight Connector 77">
            <a:extLst>
              <a:ext uri="{FF2B5EF4-FFF2-40B4-BE49-F238E27FC236}">
                <a16:creationId xmlns:a16="http://schemas.microsoft.com/office/drawing/2014/main" id="{93A35994-615E-32F5-AE8C-298844561504}"/>
              </a:ext>
            </a:extLst>
          </p:cNvPr>
          <p:cNvCxnSpPr>
            <a:cxnSpLocks/>
          </p:cNvCxnSpPr>
          <p:nvPr/>
        </p:nvCxnSpPr>
        <p:spPr>
          <a:xfrm flipV="1">
            <a:off x="6075078" y="1574882"/>
            <a:ext cx="0" cy="92324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E2FDCF7E-52FA-43AC-58C0-3B9F3E86B4B3}"/>
              </a:ext>
            </a:extLst>
          </p:cNvPr>
          <p:cNvCxnSpPr>
            <a:cxnSpLocks/>
          </p:cNvCxnSpPr>
          <p:nvPr/>
        </p:nvCxnSpPr>
        <p:spPr>
          <a:xfrm flipV="1">
            <a:off x="6075078" y="1572331"/>
            <a:ext cx="1063907" cy="2454"/>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79B5C415-A153-BCE3-AB44-AEEA72BAF067}"/>
              </a:ext>
            </a:extLst>
          </p:cNvPr>
          <p:cNvCxnSpPr>
            <a:cxnSpLocks/>
          </p:cNvCxnSpPr>
          <p:nvPr/>
        </p:nvCxnSpPr>
        <p:spPr>
          <a:xfrm>
            <a:off x="7138985" y="1572331"/>
            <a:ext cx="0" cy="226144"/>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7C8B24A8-C98B-EDF0-6D19-D32EF141F91B}"/>
              </a:ext>
            </a:extLst>
          </p:cNvPr>
          <p:cNvSpPr/>
          <p:nvPr/>
        </p:nvSpPr>
        <p:spPr bwMode="gray">
          <a:xfrm>
            <a:off x="6210694" y="1489824"/>
            <a:ext cx="758414" cy="165014"/>
          </a:xfrm>
          <a:prstGeom prst="ellipse">
            <a:avLst/>
          </a:prstGeom>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b="1" dirty="0">
                <a:solidFill>
                  <a:schemeClr val="tx1"/>
                </a:solidFill>
                <a:latin typeface="Gill Sans MT" panose="020B0502020104020203" pitchFamily="34" charset="0"/>
              </a:rPr>
              <a:t>+196%</a:t>
            </a:r>
          </a:p>
        </p:txBody>
      </p:sp>
      <p:cxnSp>
        <p:nvCxnSpPr>
          <p:cNvPr id="93" name="Straight Connector 92">
            <a:extLst>
              <a:ext uri="{FF2B5EF4-FFF2-40B4-BE49-F238E27FC236}">
                <a16:creationId xmlns:a16="http://schemas.microsoft.com/office/drawing/2014/main" id="{EAEFDC4C-BEBE-7E91-129D-3A4B0EA7A5D4}"/>
              </a:ext>
            </a:extLst>
          </p:cNvPr>
          <p:cNvCxnSpPr>
            <a:cxnSpLocks/>
          </p:cNvCxnSpPr>
          <p:nvPr/>
        </p:nvCxnSpPr>
        <p:spPr>
          <a:xfrm flipV="1">
            <a:off x="8619077" y="2228391"/>
            <a:ext cx="0" cy="46918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07283F39-46D9-62A5-A8AA-C81E45D66E04}"/>
              </a:ext>
            </a:extLst>
          </p:cNvPr>
          <p:cNvCxnSpPr>
            <a:cxnSpLocks/>
          </p:cNvCxnSpPr>
          <p:nvPr/>
        </p:nvCxnSpPr>
        <p:spPr>
          <a:xfrm flipV="1">
            <a:off x="8615986" y="2221429"/>
            <a:ext cx="994899" cy="3681"/>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2CD3C277-A3F4-4852-0F9C-15EEF0D5C308}"/>
              </a:ext>
            </a:extLst>
          </p:cNvPr>
          <p:cNvCxnSpPr>
            <a:cxnSpLocks/>
          </p:cNvCxnSpPr>
          <p:nvPr/>
        </p:nvCxnSpPr>
        <p:spPr>
          <a:xfrm>
            <a:off x="9610885" y="2219383"/>
            <a:ext cx="0" cy="296762"/>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96" name="Oval 95">
            <a:extLst>
              <a:ext uri="{FF2B5EF4-FFF2-40B4-BE49-F238E27FC236}">
                <a16:creationId xmlns:a16="http://schemas.microsoft.com/office/drawing/2014/main" id="{B5CA4754-397D-542C-5500-9187BC99E6FF}"/>
              </a:ext>
            </a:extLst>
          </p:cNvPr>
          <p:cNvSpPr/>
          <p:nvPr/>
        </p:nvSpPr>
        <p:spPr bwMode="gray">
          <a:xfrm>
            <a:off x="8716566" y="2132914"/>
            <a:ext cx="758414" cy="165014"/>
          </a:xfrm>
          <a:prstGeom prst="ellipse">
            <a:avLst/>
          </a:prstGeom>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b="1" dirty="0">
                <a:solidFill>
                  <a:schemeClr val="tx1"/>
                </a:solidFill>
                <a:latin typeface="Gill Sans MT" panose="020B0502020104020203" pitchFamily="34" charset="0"/>
              </a:rPr>
              <a:t>+330%</a:t>
            </a:r>
          </a:p>
        </p:txBody>
      </p:sp>
      <p:cxnSp>
        <p:nvCxnSpPr>
          <p:cNvPr id="97" name="Straight Connector 96">
            <a:extLst>
              <a:ext uri="{FF2B5EF4-FFF2-40B4-BE49-F238E27FC236}">
                <a16:creationId xmlns:a16="http://schemas.microsoft.com/office/drawing/2014/main" id="{AD551EDA-6D0B-275A-B890-8E651956F0E8}"/>
              </a:ext>
            </a:extLst>
          </p:cNvPr>
          <p:cNvCxnSpPr>
            <a:cxnSpLocks/>
          </p:cNvCxnSpPr>
          <p:nvPr/>
        </p:nvCxnSpPr>
        <p:spPr>
          <a:xfrm flipV="1">
            <a:off x="9704760" y="1592898"/>
            <a:ext cx="0" cy="92324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48EFC120-EC5F-522B-8287-F829D972E2DE}"/>
              </a:ext>
            </a:extLst>
          </p:cNvPr>
          <p:cNvCxnSpPr>
            <a:cxnSpLocks/>
          </p:cNvCxnSpPr>
          <p:nvPr/>
        </p:nvCxnSpPr>
        <p:spPr>
          <a:xfrm flipV="1">
            <a:off x="9704760" y="1590347"/>
            <a:ext cx="1063907" cy="2454"/>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50BA4267-4CD7-4FB3-3018-FA4081EFE92B}"/>
              </a:ext>
            </a:extLst>
          </p:cNvPr>
          <p:cNvCxnSpPr>
            <a:cxnSpLocks/>
          </p:cNvCxnSpPr>
          <p:nvPr/>
        </p:nvCxnSpPr>
        <p:spPr>
          <a:xfrm>
            <a:off x="10768667" y="1590347"/>
            <a:ext cx="0" cy="208128"/>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00" name="Oval 99">
            <a:extLst>
              <a:ext uri="{FF2B5EF4-FFF2-40B4-BE49-F238E27FC236}">
                <a16:creationId xmlns:a16="http://schemas.microsoft.com/office/drawing/2014/main" id="{2A429633-2611-7C66-3510-45B7A19E4FDA}"/>
              </a:ext>
            </a:extLst>
          </p:cNvPr>
          <p:cNvSpPr/>
          <p:nvPr/>
        </p:nvSpPr>
        <p:spPr bwMode="gray">
          <a:xfrm>
            <a:off x="9840376" y="1489824"/>
            <a:ext cx="758414" cy="165014"/>
          </a:xfrm>
          <a:prstGeom prst="ellipse">
            <a:avLst/>
          </a:prstGeom>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b="1" dirty="0">
                <a:solidFill>
                  <a:schemeClr val="tx1"/>
                </a:solidFill>
                <a:latin typeface="Gill Sans MT" panose="020B0502020104020203" pitchFamily="34" charset="0"/>
              </a:rPr>
              <a:t>+200%</a:t>
            </a:r>
          </a:p>
        </p:txBody>
      </p:sp>
      <p:pic>
        <p:nvPicPr>
          <p:cNvPr id="109" name="Graphic 108" descr="Right pointing backhand index with solid fill">
            <a:extLst>
              <a:ext uri="{FF2B5EF4-FFF2-40B4-BE49-F238E27FC236}">
                <a16:creationId xmlns:a16="http://schemas.microsoft.com/office/drawing/2014/main" id="{A07E0987-5801-AB70-218F-0AD630A4218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47448" y="5368039"/>
            <a:ext cx="461050" cy="461050"/>
          </a:xfrm>
          <a:prstGeom prst="rect">
            <a:avLst/>
          </a:prstGeom>
        </p:spPr>
      </p:pic>
      <p:sp>
        <p:nvSpPr>
          <p:cNvPr id="111" name="Rectangle: Rounded Corners 110">
            <a:extLst>
              <a:ext uri="{FF2B5EF4-FFF2-40B4-BE49-F238E27FC236}">
                <a16:creationId xmlns:a16="http://schemas.microsoft.com/office/drawing/2014/main" id="{2405BA5C-C578-B2E3-4133-D58C1C64302E}"/>
              </a:ext>
            </a:extLst>
          </p:cNvPr>
          <p:cNvSpPr/>
          <p:nvPr/>
        </p:nvSpPr>
        <p:spPr bwMode="gray">
          <a:xfrm>
            <a:off x="668694" y="5364288"/>
            <a:ext cx="10914808" cy="1114891"/>
          </a:xfrm>
          <a:prstGeom prst="roundRect">
            <a:avLst/>
          </a:prstGeom>
          <a:solidFill>
            <a:schemeClr val="bg1">
              <a:lumMod val="95000"/>
            </a:schemeClr>
          </a:solidFill>
          <a:ln w="19050" algn="ctr">
            <a:solidFill>
              <a:schemeClr val="tx1"/>
            </a:solidFill>
            <a:miter lim="800000"/>
            <a:headEnd/>
            <a:tailEnd/>
          </a:ln>
        </p:spPr>
        <p:txBody>
          <a:bodyPr wrap="square" lIns="88900" tIns="88900" rIns="88900" bIns="88900" rtlCol="0" anchor="ctr"/>
          <a:lstStyle/>
          <a:p>
            <a:pPr marL="171450" indent="-171450">
              <a:lnSpc>
                <a:spcPct val="106000"/>
              </a:lnSpc>
              <a:spcAft>
                <a:spcPts val="400"/>
              </a:spcAft>
              <a:buFont typeface="Arial" panose="020B0604020202020204" pitchFamily="34" charset="0"/>
              <a:buChar char="•"/>
            </a:pPr>
            <a:r>
              <a:rPr lang="en-US" sz="1200" dirty="0">
                <a:latin typeface="Gill Sans MT" panose="020B0502020104020203" pitchFamily="34" charset="0"/>
              </a:rPr>
              <a:t>For Bhutan, hydro sector contributes to </a:t>
            </a:r>
            <a:r>
              <a:rPr lang="en-US" sz="1200" b="1" dirty="0">
                <a:latin typeface="Gill Sans MT" panose="020B0502020104020203" pitchFamily="34" charset="0"/>
              </a:rPr>
              <a:t>14% of Bhutan’s GDP</a:t>
            </a:r>
            <a:r>
              <a:rPr lang="en-US" sz="1200" dirty="0">
                <a:latin typeface="Gill Sans MT" panose="020B0502020104020203" pitchFamily="34" charset="0"/>
              </a:rPr>
              <a:t> and 26% of total Bhutan’s revenue), thereby forming one of the main pillars supporting Bhutan’s economy</a:t>
            </a:r>
          </a:p>
          <a:p>
            <a:pPr marL="171450" indent="-171450">
              <a:lnSpc>
                <a:spcPct val="106000"/>
              </a:lnSpc>
              <a:spcAft>
                <a:spcPts val="400"/>
              </a:spcAft>
              <a:buFont typeface="Arial" panose="020B0604020202020204" pitchFamily="34" charset="0"/>
              <a:buChar char="•"/>
            </a:pPr>
            <a:r>
              <a:rPr lang="en-US" sz="1200" b="1" dirty="0">
                <a:latin typeface="Gill Sans MT" panose="020B0502020104020203" pitchFamily="34" charset="0"/>
              </a:rPr>
              <a:t>With significant quantum of hydro capacity addition expected in the near future for South Asian countries and due to the substantial investments involved, appropriate insurance protection would be critical to safeguard the sector and the economy at large</a:t>
            </a:r>
          </a:p>
        </p:txBody>
      </p:sp>
      <p:sp>
        <p:nvSpPr>
          <p:cNvPr id="13" name="TextBox 12">
            <a:extLst>
              <a:ext uri="{FF2B5EF4-FFF2-40B4-BE49-F238E27FC236}">
                <a16:creationId xmlns:a16="http://schemas.microsoft.com/office/drawing/2014/main" id="{656A7A21-C244-402B-C642-6BD4C82FB4EF}"/>
              </a:ext>
            </a:extLst>
          </p:cNvPr>
          <p:cNvSpPr txBox="1"/>
          <p:nvPr/>
        </p:nvSpPr>
        <p:spPr>
          <a:xfrm>
            <a:off x="7447619" y="6504030"/>
            <a:ext cx="4263045" cy="276999"/>
          </a:xfrm>
          <a:prstGeom prst="rect">
            <a:avLst/>
          </a:prstGeom>
          <a:noFill/>
        </p:spPr>
        <p:txBody>
          <a:bodyPr wrap="square" lIns="0" tIns="0" rIns="0" bIns="0" rtlCol="0">
            <a:spAutoFit/>
          </a:bodyPr>
          <a:lstStyle/>
          <a:p>
            <a:pPr>
              <a:buSzPct val="100000"/>
            </a:pPr>
            <a:r>
              <a:rPr lang="en-US" sz="900" i="1" dirty="0">
                <a:solidFill>
                  <a:srgbClr val="313131"/>
                </a:solidFill>
                <a:latin typeface="Gill Sans MT" panose="020B0502020104020203" pitchFamily="34" charset="0"/>
              </a:rPr>
              <a:t>*Note: For Nepal, out of 83 GW technically feasible potential, ~42 GW is economically feasible</a:t>
            </a:r>
          </a:p>
          <a:p>
            <a:pPr>
              <a:buSzPct val="100000"/>
            </a:pPr>
            <a:r>
              <a:rPr lang="en-US" sz="900" i="1" dirty="0">
                <a:solidFill>
                  <a:srgbClr val="313131"/>
                </a:solidFill>
                <a:latin typeface="Gill Sans MT" panose="020B0502020104020203" pitchFamily="34" charset="0"/>
              </a:rPr>
              <a:t>**As per </a:t>
            </a:r>
            <a:r>
              <a:rPr lang="en-US" sz="900" i="1" dirty="0" err="1">
                <a:solidFill>
                  <a:srgbClr val="313131"/>
                </a:solidFill>
                <a:latin typeface="Gill Sans MT" panose="020B0502020104020203" pitchFamily="34" charset="0"/>
              </a:rPr>
              <a:t>Globaldata</a:t>
            </a:r>
            <a:endParaRPr lang="en-US" sz="900" i="1" dirty="0">
              <a:solidFill>
                <a:srgbClr val="313131"/>
              </a:solidFill>
              <a:latin typeface="Gill Sans MT" panose="020B0502020104020203" pitchFamily="34" charset="0"/>
            </a:endParaRPr>
          </a:p>
        </p:txBody>
      </p:sp>
      <p:sp>
        <p:nvSpPr>
          <p:cNvPr id="14" name="TextBox 13">
            <a:extLst>
              <a:ext uri="{FF2B5EF4-FFF2-40B4-BE49-F238E27FC236}">
                <a16:creationId xmlns:a16="http://schemas.microsoft.com/office/drawing/2014/main" id="{D3910A0B-88E2-2138-D745-4B277C2B7D88}"/>
              </a:ext>
            </a:extLst>
          </p:cNvPr>
          <p:cNvSpPr txBox="1"/>
          <p:nvPr/>
        </p:nvSpPr>
        <p:spPr>
          <a:xfrm>
            <a:off x="729654" y="6504030"/>
            <a:ext cx="6857486" cy="138499"/>
          </a:xfrm>
          <a:prstGeom prst="rect">
            <a:avLst/>
          </a:prstGeom>
          <a:noFill/>
        </p:spPr>
        <p:txBody>
          <a:bodyPr wrap="square" lIns="0" tIns="0" rIns="0" bIns="0" rtlCol="0">
            <a:spAutoFit/>
          </a:bodyPr>
          <a:lstStyle/>
          <a:p>
            <a:pPr>
              <a:spcBef>
                <a:spcPts val="600"/>
              </a:spcBef>
              <a:buSzPct val="100000"/>
            </a:pPr>
            <a:r>
              <a:rPr lang="en-US" sz="900" i="1" dirty="0">
                <a:solidFill>
                  <a:srgbClr val="313131"/>
                </a:solidFill>
                <a:latin typeface="Gill Sans MT" panose="020B0502020104020203" pitchFamily="34" charset="0"/>
              </a:rPr>
              <a:t>Source: CEA, Deloitte Research </a:t>
            </a:r>
          </a:p>
        </p:txBody>
      </p:sp>
      <p:sp>
        <p:nvSpPr>
          <p:cNvPr id="7" name="Rectangle 6">
            <a:extLst>
              <a:ext uri="{FF2B5EF4-FFF2-40B4-BE49-F238E27FC236}">
                <a16:creationId xmlns:a16="http://schemas.microsoft.com/office/drawing/2014/main" id="{DB9935FA-6C37-9A29-5FB4-36A1ADFD301F}"/>
              </a:ext>
            </a:extLst>
          </p:cNvPr>
          <p:cNvSpPr/>
          <p:nvPr/>
        </p:nvSpPr>
        <p:spPr bwMode="gray">
          <a:xfrm>
            <a:off x="647938" y="3960087"/>
            <a:ext cx="10896123" cy="1267227"/>
          </a:xfrm>
          <a:prstGeom prst="rect">
            <a:avLst/>
          </a:prstGeom>
          <a:solidFill>
            <a:schemeClr val="tx2"/>
          </a:solidFill>
          <a:ln w="19050" algn="ctr">
            <a:solidFill>
              <a:schemeClr val="accent2">
                <a:lumMod val="60000"/>
                <a:lumOff val="40000"/>
              </a:schemeClr>
            </a:solidFill>
            <a:miter lim="800000"/>
            <a:headEnd/>
            <a:tailEnd/>
          </a:ln>
        </p:spPr>
        <p:txBody>
          <a:bodyPr wrap="square" lIns="88900" tIns="88900" rIns="88900" bIns="88900" rtlCol="0" anchor="t"/>
          <a:lstStyle/>
          <a:p>
            <a:pPr>
              <a:lnSpc>
                <a:spcPct val="106000"/>
              </a:lnSpc>
            </a:pPr>
            <a:r>
              <a:rPr lang="en-US" sz="1200" b="1" dirty="0">
                <a:solidFill>
                  <a:schemeClr val="bg1"/>
                </a:solidFill>
                <a:latin typeface="Gill Sans MT" panose="020B0502020104020203" pitchFamily="34" charset="0"/>
              </a:rPr>
              <a:t>For Nepal:</a:t>
            </a:r>
          </a:p>
          <a:p>
            <a:pPr marL="285750" indent="-285750">
              <a:lnSpc>
                <a:spcPct val="106000"/>
              </a:lnSpc>
              <a:buFont typeface="Arial" panose="020B0604020202020204" pitchFamily="34" charset="0"/>
              <a:buChar char="•"/>
            </a:pPr>
            <a:r>
              <a:rPr lang="en-US" sz="1200" b="1" i="1" dirty="0">
                <a:solidFill>
                  <a:schemeClr val="bg1"/>
                </a:solidFill>
                <a:latin typeface="Gill Sans MT" panose="020B0502020104020203" pitchFamily="34" charset="0"/>
              </a:rPr>
              <a:t>Historically, insurance sector has remained below 2% of country’s GDP</a:t>
            </a:r>
            <a:r>
              <a:rPr lang="en-US" sz="1200" i="1" dirty="0">
                <a:solidFill>
                  <a:schemeClr val="bg1"/>
                </a:solidFill>
                <a:latin typeface="Gill Sans MT" panose="020B0502020104020203" pitchFamily="34" charset="0"/>
              </a:rPr>
              <a:t> indicating significant opportunity for growth</a:t>
            </a:r>
          </a:p>
          <a:p>
            <a:pPr marL="285750" indent="-285750">
              <a:lnSpc>
                <a:spcPct val="106000"/>
              </a:lnSpc>
              <a:buFont typeface="Arial" panose="020B0604020202020204" pitchFamily="34" charset="0"/>
              <a:buChar char="•"/>
            </a:pPr>
            <a:r>
              <a:rPr lang="en-US" sz="1200" i="1" dirty="0">
                <a:solidFill>
                  <a:schemeClr val="bg1"/>
                </a:solidFill>
                <a:latin typeface="Gill Sans MT" panose="020B0502020104020203" pitchFamily="34" charset="0"/>
              </a:rPr>
              <a:t>However, based on historical trend (FY 17 to FY 21), </a:t>
            </a:r>
            <a:r>
              <a:rPr lang="en-US" sz="1200" b="1" i="1" dirty="0">
                <a:solidFill>
                  <a:schemeClr val="bg1"/>
                </a:solidFill>
                <a:latin typeface="Gill Sans MT" panose="020B0502020104020203" pitchFamily="34" charset="0"/>
              </a:rPr>
              <a:t>gross written premium is estimated to increase at a CAGR of ~13%** for insurance sector</a:t>
            </a:r>
          </a:p>
          <a:p>
            <a:pPr marL="285750" indent="-285750">
              <a:lnSpc>
                <a:spcPct val="106000"/>
              </a:lnSpc>
              <a:buFont typeface="Arial" panose="020B0604020202020204" pitchFamily="34" charset="0"/>
              <a:buChar char="•"/>
            </a:pPr>
            <a:r>
              <a:rPr lang="en-US" sz="1200" i="1" dirty="0">
                <a:solidFill>
                  <a:schemeClr val="bg1"/>
                </a:solidFill>
                <a:latin typeface="Gill Sans MT" panose="020B0502020104020203" pitchFamily="34" charset="0"/>
              </a:rPr>
              <a:t>W</a:t>
            </a:r>
            <a:r>
              <a:rPr lang="en-US" sz="1200" b="1" i="1" dirty="0">
                <a:solidFill>
                  <a:schemeClr val="bg1"/>
                </a:solidFill>
                <a:latin typeface="Gill Sans MT" panose="020B0502020104020203" pitchFamily="34" charset="0"/>
              </a:rPr>
              <a:t>ith possible realization of economically feasible hydro potential, contribution of hydro sector to growth of insurance sector as well as overall country’s economy can increase to as high as ~10X times</a:t>
            </a:r>
            <a:r>
              <a:rPr lang="en-US" sz="1200" i="1" dirty="0">
                <a:solidFill>
                  <a:schemeClr val="bg1"/>
                </a:solidFill>
                <a:latin typeface="Gill Sans MT" panose="020B0502020104020203" pitchFamily="34" charset="0"/>
              </a:rPr>
              <a:t> of current value</a:t>
            </a:r>
          </a:p>
        </p:txBody>
      </p:sp>
      <p:pic>
        <p:nvPicPr>
          <p:cNvPr id="17" name="Picture 16">
            <a:extLst>
              <a:ext uri="{FF2B5EF4-FFF2-40B4-BE49-F238E27FC236}">
                <a16:creationId xmlns:a16="http://schemas.microsoft.com/office/drawing/2014/main" id="{C740A566-29B9-D76F-E0D5-C4A3570F8E1D}"/>
              </a:ext>
            </a:extLst>
          </p:cNvPr>
          <p:cNvPicPr>
            <a:picLocks noChangeAspect="1"/>
          </p:cNvPicPr>
          <p:nvPr/>
        </p:nvPicPr>
        <p:blipFill>
          <a:blip r:embed="rId12"/>
          <a:stretch>
            <a:fillRect/>
          </a:stretch>
        </p:blipFill>
        <p:spPr>
          <a:xfrm>
            <a:off x="4324593" y="1433324"/>
            <a:ext cx="670517" cy="573963"/>
          </a:xfrm>
          <a:prstGeom prst="rect">
            <a:avLst/>
          </a:prstGeom>
        </p:spPr>
      </p:pic>
    </p:spTree>
    <p:extLst>
      <p:ext uri="{BB962C8B-B14F-4D97-AF65-F5344CB8AC3E}">
        <p14:creationId xmlns:p14="http://schemas.microsoft.com/office/powerpoint/2010/main" val="3717932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268CF-B57A-61BE-E4EA-CD1839DF1678}"/>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3D9238DA-5DD5-930D-D503-4C9B10386D1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3D9238DA-5DD5-930D-D503-4C9B10386D1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51DEE2BE-DDDB-D7D9-3A5E-85AD2D229D47}"/>
              </a:ext>
            </a:extLst>
          </p:cNvPr>
          <p:cNvSpPr txBox="1">
            <a:spLocks/>
          </p:cNvSpPr>
          <p:nvPr/>
        </p:nvSpPr>
        <p:spPr>
          <a:xfrm>
            <a:off x="514664" y="587629"/>
            <a:ext cx="11677336" cy="217153"/>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600" dirty="0">
                <a:solidFill>
                  <a:schemeClr val="bg2">
                    <a:lumMod val="50000"/>
                  </a:schemeClr>
                </a:solidFill>
                <a:latin typeface="Gill Sans MT" panose="020B0502020104020203" pitchFamily="34" charset="0"/>
              </a:rPr>
              <a:t>In South Asia as a whole, thermal generation is dominant in terms of scale; significant potential for hydro to balance mix </a:t>
            </a:r>
          </a:p>
        </p:txBody>
      </p:sp>
      <p:sp>
        <p:nvSpPr>
          <p:cNvPr id="6" name="Title 2">
            <a:extLst>
              <a:ext uri="{FF2B5EF4-FFF2-40B4-BE49-F238E27FC236}">
                <a16:creationId xmlns:a16="http://schemas.microsoft.com/office/drawing/2014/main" id="{FEA6DBBA-48A0-AAEF-2059-DBADB1BE64CE}"/>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dirty="0">
                <a:solidFill>
                  <a:srgbClr val="BA0C2F"/>
                </a:solidFill>
                <a:latin typeface="Gill Sans MT" panose="020B0502020104020203" pitchFamily="34" charset="0"/>
              </a:rPr>
              <a:t>Energy Mix Trend in South Asian Countries</a:t>
            </a:r>
          </a:p>
        </p:txBody>
      </p:sp>
      <p:cxnSp>
        <p:nvCxnSpPr>
          <p:cNvPr id="18" name="Straight Connector 17">
            <a:extLst>
              <a:ext uri="{FF2B5EF4-FFF2-40B4-BE49-F238E27FC236}">
                <a16:creationId xmlns:a16="http://schemas.microsoft.com/office/drawing/2014/main" id="{E6497959-A3B4-3A3B-1EDA-E6EDFD1533D0}"/>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9" name="Chart 8">
            <a:extLst>
              <a:ext uri="{FF2B5EF4-FFF2-40B4-BE49-F238E27FC236}">
                <a16:creationId xmlns:a16="http://schemas.microsoft.com/office/drawing/2014/main" id="{C9D603A1-95EA-D923-977F-CD5D2D13719F}"/>
              </a:ext>
            </a:extLst>
          </p:cNvPr>
          <p:cNvGraphicFramePr/>
          <p:nvPr>
            <p:extLst>
              <p:ext uri="{D42A27DB-BD31-4B8C-83A1-F6EECF244321}">
                <p14:modId xmlns:p14="http://schemas.microsoft.com/office/powerpoint/2010/main" val="3428650343"/>
              </p:ext>
            </p:extLst>
          </p:nvPr>
        </p:nvGraphicFramePr>
        <p:xfrm>
          <a:off x="20391" y="1327200"/>
          <a:ext cx="4465109" cy="2681535"/>
        </p:xfrm>
        <a:graphic>
          <a:graphicData uri="http://schemas.openxmlformats.org/drawingml/2006/chart">
            <c:chart xmlns:c="http://schemas.openxmlformats.org/drawingml/2006/chart" xmlns:r="http://schemas.openxmlformats.org/officeDocument/2006/relationships" r:id="rId5"/>
          </a:graphicData>
        </a:graphic>
      </p:graphicFrame>
      <p:cxnSp>
        <p:nvCxnSpPr>
          <p:cNvPr id="15" name="Straight Connector 14">
            <a:extLst>
              <a:ext uri="{FF2B5EF4-FFF2-40B4-BE49-F238E27FC236}">
                <a16:creationId xmlns:a16="http://schemas.microsoft.com/office/drawing/2014/main" id="{E3950F86-F398-9CE6-F13A-DC372DF68357}"/>
              </a:ext>
            </a:extLst>
          </p:cNvPr>
          <p:cNvCxnSpPr>
            <a:cxnSpLocks/>
          </p:cNvCxnSpPr>
          <p:nvPr/>
        </p:nvCxnSpPr>
        <p:spPr>
          <a:xfrm>
            <a:off x="727636" y="1226304"/>
            <a:ext cx="3030583" cy="0"/>
          </a:xfrm>
          <a:prstGeom prst="line">
            <a:avLst/>
          </a:prstGeom>
        </p:spPr>
        <p:style>
          <a:lnRef idx="1">
            <a:schemeClr val="dk1"/>
          </a:lnRef>
          <a:fillRef idx="0">
            <a:schemeClr val="dk1"/>
          </a:fillRef>
          <a:effectRef idx="0">
            <a:schemeClr val="dk1"/>
          </a:effectRef>
          <a:fontRef idx="minor">
            <a:schemeClr val="tx1"/>
          </a:fontRef>
        </p:style>
      </p:cxnSp>
      <p:sp>
        <p:nvSpPr>
          <p:cNvPr id="16" name="Rectangle 15">
            <a:extLst>
              <a:ext uri="{FF2B5EF4-FFF2-40B4-BE49-F238E27FC236}">
                <a16:creationId xmlns:a16="http://schemas.microsoft.com/office/drawing/2014/main" id="{272B79A4-6AB9-E0F1-F09F-1E4EE5998E9F}"/>
              </a:ext>
            </a:extLst>
          </p:cNvPr>
          <p:cNvSpPr/>
          <p:nvPr/>
        </p:nvSpPr>
        <p:spPr>
          <a:xfrm>
            <a:off x="1365512" y="1086975"/>
            <a:ext cx="1914181" cy="2977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b="1" dirty="0">
                <a:solidFill>
                  <a:srgbClr val="000000"/>
                </a:solidFill>
                <a:latin typeface="Gill Sans MT" panose="020B0502020104020203" pitchFamily="34" charset="0"/>
                <a:ea typeface="Verdana" panose="020B0604030504040204" pitchFamily="34" charset="0"/>
                <a:cs typeface="Verdana" panose="020B0604030504040204" pitchFamily="34" charset="0"/>
              </a:rPr>
              <a:t>Energy Mix in India (GW, %)</a:t>
            </a:r>
            <a:endParaRPr kumimoji="0" lang="en-IN" sz="1000" b="1" i="0" u="none" strike="noStrike" kern="1200" cap="none" spc="0" normalizeH="0" baseline="0" noProof="0" dirty="0">
              <a:ln>
                <a:noFill/>
              </a:ln>
              <a:solidFill>
                <a:srgbClr val="000000"/>
              </a:solidFill>
              <a:effectLst/>
              <a:uLnTx/>
              <a:uFillTx/>
              <a:latin typeface="Gill Sans MT" panose="020B0502020104020203" pitchFamily="34" charset="0"/>
              <a:ea typeface="Verdana" panose="020B0604030504040204" pitchFamily="34" charset="0"/>
              <a:cs typeface="Verdana" panose="020B0604030504040204" pitchFamily="34" charset="0"/>
            </a:endParaRPr>
          </a:p>
        </p:txBody>
      </p:sp>
      <p:graphicFrame>
        <p:nvGraphicFramePr>
          <p:cNvPr id="19" name="Chart 18">
            <a:extLst>
              <a:ext uri="{FF2B5EF4-FFF2-40B4-BE49-F238E27FC236}">
                <a16:creationId xmlns:a16="http://schemas.microsoft.com/office/drawing/2014/main" id="{D329FA48-5F82-AB66-43B5-3954365943D0}"/>
              </a:ext>
            </a:extLst>
          </p:cNvPr>
          <p:cNvGraphicFramePr/>
          <p:nvPr>
            <p:extLst>
              <p:ext uri="{D42A27DB-BD31-4B8C-83A1-F6EECF244321}">
                <p14:modId xmlns:p14="http://schemas.microsoft.com/office/powerpoint/2010/main" val="645788817"/>
              </p:ext>
            </p:extLst>
          </p:nvPr>
        </p:nvGraphicFramePr>
        <p:xfrm>
          <a:off x="3880109" y="1309782"/>
          <a:ext cx="4465109" cy="2681535"/>
        </p:xfrm>
        <a:graphic>
          <a:graphicData uri="http://schemas.openxmlformats.org/drawingml/2006/chart">
            <c:chart xmlns:c="http://schemas.openxmlformats.org/drawingml/2006/chart" xmlns:r="http://schemas.openxmlformats.org/officeDocument/2006/relationships" r:id="rId6"/>
          </a:graphicData>
        </a:graphic>
      </p:graphicFrame>
      <p:cxnSp>
        <p:nvCxnSpPr>
          <p:cNvPr id="21" name="Straight Connector 20">
            <a:extLst>
              <a:ext uri="{FF2B5EF4-FFF2-40B4-BE49-F238E27FC236}">
                <a16:creationId xmlns:a16="http://schemas.microsoft.com/office/drawing/2014/main" id="{8075DC3A-20A5-CC85-B321-6FEA65B79FA0}"/>
              </a:ext>
            </a:extLst>
          </p:cNvPr>
          <p:cNvCxnSpPr>
            <a:cxnSpLocks/>
          </p:cNvCxnSpPr>
          <p:nvPr/>
        </p:nvCxnSpPr>
        <p:spPr>
          <a:xfrm>
            <a:off x="4499617" y="1208886"/>
            <a:ext cx="3030583" cy="0"/>
          </a:xfrm>
          <a:prstGeom prst="line">
            <a:avLst/>
          </a:prstGeom>
        </p:spPr>
        <p:style>
          <a:lnRef idx="1">
            <a:schemeClr val="dk1"/>
          </a:lnRef>
          <a:fillRef idx="0">
            <a:schemeClr val="dk1"/>
          </a:fillRef>
          <a:effectRef idx="0">
            <a:schemeClr val="dk1"/>
          </a:effectRef>
          <a:fontRef idx="minor">
            <a:schemeClr val="tx1"/>
          </a:fontRef>
        </p:style>
      </p:cxnSp>
      <p:sp>
        <p:nvSpPr>
          <p:cNvPr id="24" name="Rectangle 23">
            <a:extLst>
              <a:ext uri="{FF2B5EF4-FFF2-40B4-BE49-F238E27FC236}">
                <a16:creationId xmlns:a16="http://schemas.microsoft.com/office/drawing/2014/main" id="{0701DB4C-543E-E0F4-577E-61DD0BD97E1C}"/>
              </a:ext>
            </a:extLst>
          </p:cNvPr>
          <p:cNvSpPr/>
          <p:nvPr/>
        </p:nvSpPr>
        <p:spPr>
          <a:xfrm>
            <a:off x="4951856" y="998482"/>
            <a:ext cx="2288287" cy="358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b="1" dirty="0">
                <a:solidFill>
                  <a:srgbClr val="000000"/>
                </a:solidFill>
                <a:latin typeface="Gill Sans MT" panose="020B0502020104020203" pitchFamily="34" charset="0"/>
                <a:ea typeface="Verdana" panose="020B0604030504040204" pitchFamily="34" charset="0"/>
                <a:cs typeface="Verdana" panose="020B0604030504040204" pitchFamily="34" charset="0"/>
              </a:rPr>
              <a:t>Energy Mix in Bangladesh (GW, %)</a:t>
            </a:r>
            <a:endParaRPr kumimoji="0" lang="en-IN" sz="1000" b="1" i="0" u="none" strike="noStrike" kern="1200" cap="none" spc="0" normalizeH="0" baseline="0" noProof="0" dirty="0">
              <a:ln>
                <a:noFill/>
              </a:ln>
              <a:solidFill>
                <a:srgbClr val="000000"/>
              </a:solidFill>
              <a:effectLst/>
              <a:uLnTx/>
              <a:uFillTx/>
              <a:latin typeface="Gill Sans MT" panose="020B0502020104020203" pitchFamily="34" charset="0"/>
              <a:ea typeface="Verdana" panose="020B0604030504040204" pitchFamily="34" charset="0"/>
              <a:cs typeface="Verdana" panose="020B0604030504040204" pitchFamily="34" charset="0"/>
            </a:endParaRPr>
          </a:p>
        </p:txBody>
      </p:sp>
      <p:graphicFrame>
        <p:nvGraphicFramePr>
          <p:cNvPr id="26" name="Chart 25">
            <a:extLst>
              <a:ext uri="{FF2B5EF4-FFF2-40B4-BE49-F238E27FC236}">
                <a16:creationId xmlns:a16="http://schemas.microsoft.com/office/drawing/2014/main" id="{C9DE6C65-3A2A-A53E-E19C-A88085BF410F}"/>
              </a:ext>
            </a:extLst>
          </p:cNvPr>
          <p:cNvGraphicFramePr/>
          <p:nvPr>
            <p:extLst>
              <p:ext uri="{D42A27DB-BD31-4B8C-83A1-F6EECF244321}">
                <p14:modId xmlns:p14="http://schemas.microsoft.com/office/powerpoint/2010/main" val="2525943259"/>
              </p:ext>
            </p:extLst>
          </p:nvPr>
        </p:nvGraphicFramePr>
        <p:xfrm>
          <a:off x="7888629" y="1329302"/>
          <a:ext cx="4465109" cy="2681535"/>
        </p:xfrm>
        <a:graphic>
          <a:graphicData uri="http://schemas.openxmlformats.org/drawingml/2006/chart">
            <c:chart xmlns:c="http://schemas.openxmlformats.org/drawingml/2006/chart" xmlns:r="http://schemas.openxmlformats.org/officeDocument/2006/relationships" r:id="rId7"/>
          </a:graphicData>
        </a:graphic>
      </p:graphicFrame>
      <p:cxnSp>
        <p:nvCxnSpPr>
          <p:cNvPr id="27" name="Straight Connector 26">
            <a:extLst>
              <a:ext uri="{FF2B5EF4-FFF2-40B4-BE49-F238E27FC236}">
                <a16:creationId xmlns:a16="http://schemas.microsoft.com/office/drawing/2014/main" id="{C1790220-3731-3022-9967-24B9967BA98F}"/>
              </a:ext>
            </a:extLst>
          </p:cNvPr>
          <p:cNvCxnSpPr>
            <a:cxnSpLocks/>
          </p:cNvCxnSpPr>
          <p:nvPr/>
        </p:nvCxnSpPr>
        <p:spPr>
          <a:xfrm>
            <a:off x="8525045" y="1200778"/>
            <a:ext cx="3030583" cy="0"/>
          </a:xfrm>
          <a:prstGeom prst="line">
            <a:avLst/>
          </a:prstGeom>
        </p:spPr>
        <p:style>
          <a:lnRef idx="1">
            <a:schemeClr val="dk1"/>
          </a:lnRef>
          <a:fillRef idx="0">
            <a:schemeClr val="dk1"/>
          </a:fillRef>
          <a:effectRef idx="0">
            <a:schemeClr val="dk1"/>
          </a:effectRef>
          <a:fontRef idx="minor">
            <a:schemeClr val="tx1"/>
          </a:fontRef>
        </p:style>
      </p:cxnSp>
      <p:sp>
        <p:nvSpPr>
          <p:cNvPr id="28" name="Rectangle 27">
            <a:extLst>
              <a:ext uri="{FF2B5EF4-FFF2-40B4-BE49-F238E27FC236}">
                <a16:creationId xmlns:a16="http://schemas.microsoft.com/office/drawing/2014/main" id="{221EDD86-17BB-6520-8426-3A7F403C33DA}"/>
              </a:ext>
            </a:extLst>
          </p:cNvPr>
          <p:cNvSpPr/>
          <p:nvPr/>
        </p:nvSpPr>
        <p:spPr>
          <a:xfrm>
            <a:off x="9111344" y="1017855"/>
            <a:ext cx="1981200" cy="3587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b="1" dirty="0">
                <a:solidFill>
                  <a:srgbClr val="000000"/>
                </a:solidFill>
                <a:latin typeface="Gill Sans MT" panose="020B0502020104020203" pitchFamily="34" charset="0"/>
                <a:ea typeface="Verdana" panose="020B0604030504040204" pitchFamily="34" charset="0"/>
                <a:cs typeface="Verdana" panose="020B0604030504040204" pitchFamily="34" charset="0"/>
              </a:rPr>
              <a:t>Energy Mix in Nepal (GW, %)</a:t>
            </a:r>
            <a:endParaRPr kumimoji="0" lang="en-IN" sz="1000" b="1" i="0" u="none" strike="noStrike" kern="1200" cap="none" spc="0" normalizeH="0" baseline="0" noProof="0" dirty="0">
              <a:ln>
                <a:noFill/>
              </a:ln>
              <a:solidFill>
                <a:srgbClr val="000000"/>
              </a:solidFill>
              <a:effectLst/>
              <a:uLnTx/>
              <a:uFillTx/>
              <a:latin typeface="Gill Sans MT" panose="020B0502020104020203" pitchFamily="34" charset="0"/>
              <a:ea typeface="Verdana" panose="020B0604030504040204" pitchFamily="34" charset="0"/>
              <a:cs typeface="Verdana" panose="020B0604030504040204" pitchFamily="34" charset="0"/>
            </a:endParaRPr>
          </a:p>
        </p:txBody>
      </p:sp>
      <p:graphicFrame>
        <p:nvGraphicFramePr>
          <p:cNvPr id="29" name="Chart 28">
            <a:extLst>
              <a:ext uri="{FF2B5EF4-FFF2-40B4-BE49-F238E27FC236}">
                <a16:creationId xmlns:a16="http://schemas.microsoft.com/office/drawing/2014/main" id="{D88468F1-0626-1F71-8957-E3B4E2332A38}"/>
              </a:ext>
            </a:extLst>
          </p:cNvPr>
          <p:cNvGraphicFramePr/>
          <p:nvPr>
            <p:extLst>
              <p:ext uri="{D42A27DB-BD31-4B8C-83A1-F6EECF244321}">
                <p14:modId xmlns:p14="http://schemas.microsoft.com/office/powerpoint/2010/main" val="327328903"/>
              </p:ext>
            </p:extLst>
          </p:nvPr>
        </p:nvGraphicFramePr>
        <p:xfrm>
          <a:off x="-28668" y="4290928"/>
          <a:ext cx="4465109" cy="2681535"/>
        </p:xfrm>
        <a:graphic>
          <a:graphicData uri="http://schemas.openxmlformats.org/drawingml/2006/chart">
            <c:chart xmlns:c="http://schemas.openxmlformats.org/drawingml/2006/chart" xmlns:r="http://schemas.openxmlformats.org/officeDocument/2006/relationships" r:id="rId8"/>
          </a:graphicData>
        </a:graphic>
      </p:graphicFrame>
      <p:cxnSp>
        <p:nvCxnSpPr>
          <p:cNvPr id="30" name="Straight Connector 29">
            <a:extLst>
              <a:ext uri="{FF2B5EF4-FFF2-40B4-BE49-F238E27FC236}">
                <a16:creationId xmlns:a16="http://schemas.microsoft.com/office/drawing/2014/main" id="{A5411F86-B761-B6B5-83C7-2D741F4FADCA}"/>
              </a:ext>
            </a:extLst>
          </p:cNvPr>
          <p:cNvCxnSpPr>
            <a:cxnSpLocks/>
          </p:cNvCxnSpPr>
          <p:nvPr/>
        </p:nvCxnSpPr>
        <p:spPr>
          <a:xfrm>
            <a:off x="678577" y="4149392"/>
            <a:ext cx="3030583" cy="0"/>
          </a:xfrm>
          <a:prstGeom prst="line">
            <a:avLst/>
          </a:prstGeom>
        </p:spPr>
        <p:style>
          <a:lnRef idx="1">
            <a:schemeClr val="dk1"/>
          </a:lnRef>
          <a:fillRef idx="0">
            <a:schemeClr val="dk1"/>
          </a:fillRef>
          <a:effectRef idx="0">
            <a:schemeClr val="dk1"/>
          </a:effectRef>
          <a:fontRef idx="minor">
            <a:schemeClr val="tx1"/>
          </a:fontRef>
        </p:style>
      </p:cxnSp>
      <p:sp>
        <p:nvSpPr>
          <p:cNvPr id="31" name="Rectangle 30">
            <a:extLst>
              <a:ext uri="{FF2B5EF4-FFF2-40B4-BE49-F238E27FC236}">
                <a16:creationId xmlns:a16="http://schemas.microsoft.com/office/drawing/2014/main" id="{6F8FA27A-DE7A-1F08-5062-14C35EDA7C16}"/>
              </a:ext>
            </a:extLst>
          </p:cNvPr>
          <p:cNvSpPr/>
          <p:nvPr/>
        </p:nvSpPr>
        <p:spPr>
          <a:xfrm>
            <a:off x="1099457" y="3966470"/>
            <a:ext cx="2146619" cy="3244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50" b="1" dirty="0">
                <a:solidFill>
                  <a:srgbClr val="000000"/>
                </a:solidFill>
                <a:latin typeface="Gill Sans MT" panose="020B0502020104020203" pitchFamily="34" charset="0"/>
                <a:ea typeface="Verdana" panose="020B0604030504040204" pitchFamily="34" charset="0"/>
                <a:cs typeface="Verdana" panose="020B0604030504040204" pitchFamily="34" charset="0"/>
              </a:rPr>
              <a:t>Energy Mix in Bhutan (GW, %)</a:t>
            </a:r>
            <a:endParaRPr kumimoji="0" lang="en-IN" sz="1050" b="1" i="0" u="none" strike="noStrike" kern="1200" cap="none" spc="0" normalizeH="0" baseline="0" noProof="0" dirty="0">
              <a:ln>
                <a:noFill/>
              </a:ln>
              <a:solidFill>
                <a:srgbClr val="000000"/>
              </a:solidFill>
              <a:effectLst/>
              <a:uLnTx/>
              <a:uFillTx/>
              <a:latin typeface="Gill Sans MT" panose="020B0502020104020203" pitchFamily="34" charset="0"/>
              <a:ea typeface="Verdana" panose="020B0604030504040204" pitchFamily="34" charset="0"/>
              <a:cs typeface="Verdana" panose="020B0604030504040204" pitchFamily="34" charset="0"/>
            </a:endParaRPr>
          </a:p>
        </p:txBody>
      </p:sp>
      <p:sp>
        <p:nvSpPr>
          <p:cNvPr id="33" name="Rectangle: Rounded Corners 32">
            <a:extLst>
              <a:ext uri="{FF2B5EF4-FFF2-40B4-BE49-F238E27FC236}">
                <a16:creationId xmlns:a16="http://schemas.microsoft.com/office/drawing/2014/main" id="{2E164BA1-2CB3-4580-BD59-EFB43C730ABF}"/>
              </a:ext>
            </a:extLst>
          </p:cNvPr>
          <p:cNvSpPr/>
          <p:nvPr/>
        </p:nvSpPr>
        <p:spPr bwMode="gray">
          <a:xfrm>
            <a:off x="4061409" y="4172068"/>
            <a:ext cx="7535163" cy="2215083"/>
          </a:xfrm>
          <a:prstGeom prst="roundRect">
            <a:avLst/>
          </a:prstGeom>
          <a:solidFill>
            <a:schemeClr val="bg1">
              <a:lumMod val="95000"/>
            </a:schemeClr>
          </a:solidFill>
          <a:ln w="19050" algn="ctr">
            <a:solidFill>
              <a:schemeClr val="tx1"/>
            </a:solidFill>
            <a:miter lim="800000"/>
            <a:headEnd/>
            <a:tailEnd/>
          </a:ln>
        </p:spPr>
        <p:txBody>
          <a:bodyPr wrap="square" lIns="88900" tIns="88900" rIns="88900" bIns="88900" rtlCol="0" anchor="ctr"/>
          <a:lstStyle/>
          <a:p>
            <a:pPr marL="171450" indent="-171450" algn="just">
              <a:lnSpc>
                <a:spcPct val="106000"/>
              </a:lnSpc>
              <a:spcAft>
                <a:spcPts val="400"/>
              </a:spcAft>
              <a:buFont typeface="Arial" panose="020B0604020202020204" pitchFamily="34" charset="0"/>
              <a:buChar char="•"/>
            </a:pPr>
            <a:r>
              <a:rPr lang="en-US" sz="1300" dirty="0">
                <a:latin typeface="Gill Sans MT" panose="020B0502020104020203" pitchFamily="34" charset="0"/>
              </a:rPr>
              <a:t>As countries are taking considerable steps for greening their energy portfolio and diversifying into cleaner and sustainable generation</a:t>
            </a:r>
            <a:r>
              <a:rPr lang="en-US" sz="1300" b="1" dirty="0">
                <a:latin typeface="Gill Sans MT" panose="020B0502020104020203" pitchFamily="34" charset="0"/>
              </a:rPr>
              <a:t>, for countries like India and Bangladesh, where thermal generation dominates the energy mix, hydro would play a key role towards increasing energy security as well as contributing towards achievement of major NDC targets</a:t>
            </a:r>
          </a:p>
          <a:p>
            <a:pPr marL="171450" indent="-171450" algn="just">
              <a:lnSpc>
                <a:spcPct val="106000"/>
              </a:lnSpc>
              <a:spcAft>
                <a:spcPts val="400"/>
              </a:spcAft>
              <a:buFont typeface="Arial" panose="020B0604020202020204" pitchFamily="34" charset="0"/>
              <a:buChar char="•"/>
            </a:pPr>
            <a:r>
              <a:rPr lang="en-US" sz="1300" b="1" dirty="0">
                <a:latin typeface="Gill Sans MT" panose="020B0502020104020203" pitchFamily="34" charset="0"/>
              </a:rPr>
              <a:t>With many inherent advantages of hydro as detailed in subsequent section</a:t>
            </a:r>
            <a:r>
              <a:rPr lang="en-US" sz="1300" dirty="0">
                <a:latin typeface="Gill Sans MT" panose="020B0502020104020203" pitchFamily="34" charset="0"/>
              </a:rPr>
              <a:t>, especially the fact that hydro power is green stable energy with quick start ability</a:t>
            </a:r>
            <a:r>
              <a:rPr lang="en-US" sz="1300" b="1" dirty="0">
                <a:latin typeface="Gill Sans MT" panose="020B0502020104020203" pitchFamily="34" charset="0"/>
              </a:rPr>
              <a:t>, and also considering the significantly high potential it has</a:t>
            </a:r>
            <a:r>
              <a:rPr lang="en-US" sz="1300" dirty="0">
                <a:latin typeface="Gill Sans MT" panose="020B0502020104020203" pitchFamily="34" charset="0"/>
              </a:rPr>
              <a:t> in countries like India, Nepal and Bhutan</a:t>
            </a:r>
            <a:r>
              <a:rPr lang="en-US" sz="1300" b="1" dirty="0">
                <a:latin typeface="Gill Sans MT" panose="020B0502020104020203" pitchFamily="34" charset="0"/>
              </a:rPr>
              <a:t>, importance of inculcation of hydro in the energy mix to improve overall energy security in South Asia finds significant merit</a:t>
            </a:r>
            <a:r>
              <a:rPr lang="en-US" sz="1300" dirty="0">
                <a:latin typeface="Gill Sans MT" panose="020B0502020104020203" pitchFamily="34" charset="0"/>
              </a:rPr>
              <a:t>. </a:t>
            </a:r>
          </a:p>
        </p:txBody>
      </p:sp>
      <p:pic>
        <p:nvPicPr>
          <p:cNvPr id="38" name="Graphic 37" descr="Right pointing backhand index with solid fill">
            <a:extLst>
              <a:ext uri="{FF2B5EF4-FFF2-40B4-BE49-F238E27FC236}">
                <a16:creationId xmlns:a16="http://schemas.microsoft.com/office/drawing/2014/main" id="{B9405774-6A6C-6D18-9818-B9B0D2B7997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416693" y="4207232"/>
            <a:ext cx="584934" cy="584934"/>
          </a:xfrm>
          <a:prstGeom prst="rect">
            <a:avLst/>
          </a:prstGeom>
        </p:spPr>
      </p:pic>
    </p:spTree>
    <p:extLst>
      <p:ext uri="{BB962C8B-B14F-4D97-AF65-F5344CB8AC3E}">
        <p14:creationId xmlns:p14="http://schemas.microsoft.com/office/powerpoint/2010/main" val="1859791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FBA38-E0A5-F5A3-C87C-4D59C2013CE5}"/>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235E2B1-0334-E134-1E4B-31D3DA802D3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C235E2B1-0334-E134-1E4B-31D3DA802D3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2DCB6888-0E47-08D2-E41C-1AE3499525F3}"/>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600" dirty="0">
                <a:solidFill>
                  <a:schemeClr val="bg2">
                    <a:lumMod val="50000"/>
                  </a:schemeClr>
                </a:solidFill>
                <a:latin typeface="Gill Sans MT" panose="020B0502020104020203" pitchFamily="34" charset="0"/>
              </a:rPr>
              <a:t>Inherent benefits as a clean supply source with grid stabilizing affect makes Hydro essential for the energy mix of a country</a:t>
            </a:r>
          </a:p>
        </p:txBody>
      </p:sp>
      <p:sp>
        <p:nvSpPr>
          <p:cNvPr id="6" name="Title 2">
            <a:extLst>
              <a:ext uri="{FF2B5EF4-FFF2-40B4-BE49-F238E27FC236}">
                <a16:creationId xmlns:a16="http://schemas.microsoft.com/office/drawing/2014/main" id="{26FAE470-C4EE-CBFF-0A48-8DD1F810ED71}"/>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dirty="0">
                <a:solidFill>
                  <a:srgbClr val="BA0C2F"/>
                </a:solidFill>
                <a:latin typeface="Gill Sans MT" panose="020B0502020104020203" pitchFamily="34" charset="0"/>
              </a:rPr>
              <a:t>Why Hydro?</a:t>
            </a:r>
          </a:p>
        </p:txBody>
      </p:sp>
      <p:sp>
        <p:nvSpPr>
          <p:cNvPr id="7" name="TextBox 39">
            <a:extLst>
              <a:ext uri="{FF2B5EF4-FFF2-40B4-BE49-F238E27FC236}">
                <a16:creationId xmlns:a16="http://schemas.microsoft.com/office/drawing/2014/main" id="{D6B3BEE4-B3DA-0DB3-84B7-2FA3C2714108}"/>
              </a:ext>
            </a:extLst>
          </p:cNvPr>
          <p:cNvSpPr txBox="1"/>
          <p:nvPr/>
        </p:nvSpPr>
        <p:spPr>
          <a:xfrm>
            <a:off x="9996697" y="2373098"/>
            <a:ext cx="994786" cy="389145"/>
          </a:xfrm>
          <a:prstGeom prst="rect">
            <a:avLst/>
          </a:prstGeom>
          <a:noFill/>
        </p:spPr>
        <p:txBody>
          <a:bodyPr wrap="square" lIns="0" tIns="0" rIns="0" bIns="0" rtlCol="0">
            <a:spAutoFit/>
          </a:bodyPr>
          <a:lstStyle/>
          <a:p>
            <a:pPr algn="ctr">
              <a:lnSpc>
                <a:spcPct val="120000"/>
              </a:lnSpc>
            </a:pPr>
            <a:r>
              <a:rPr lang="da-DK" altLang="zh-CN" sz="1100" b="1" dirty="0">
                <a:solidFill>
                  <a:srgbClr val="000000"/>
                </a:solidFill>
                <a:latin typeface="Gill Sans MT" panose="020B0502020104020203" pitchFamily="34" charset="0"/>
                <a:sym typeface="Arial" panose="020B0604020202020204" pitchFamily="34" charset="0"/>
              </a:rPr>
              <a:t>Clean Energy Source</a:t>
            </a:r>
            <a:endParaRPr lang="zh-CN" altLang="en-US" sz="1100" b="1" dirty="0">
              <a:solidFill>
                <a:srgbClr val="000000"/>
              </a:solidFill>
              <a:latin typeface="Gill Sans MT" panose="020B0502020104020203" pitchFamily="34" charset="0"/>
              <a:sym typeface="Arial" panose="020B0604020202020204" pitchFamily="34" charset="0"/>
            </a:endParaRPr>
          </a:p>
        </p:txBody>
      </p:sp>
      <p:sp>
        <p:nvSpPr>
          <p:cNvPr id="8" name="TextBox 39">
            <a:extLst>
              <a:ext uri="{FF2B5EF4-FFF2-40B4-BE49-F238E27FC236}">
                <a16:creationId xmlns:a16="http://schemas.microsoft.com/office/drawing/2014/main" id="{53E40FFB-761D-9C33-2361-896293912E53}"/>
              </a:ext>
            </a:extLst>
          </p:cNvPr>
          <p:cNvSpPr txBox="1"/>
          <p:nvPr/>
        </p:nvSpPr>
        <p:spPr>
          <a:xfrm>
            <a:off x="9958194" y="5307278"/>
            <a:ext cx="994786" cy="389145"/>
          </a:xfrm>
          <a:prstGeom prst="rect">
            <a:avLst/>
          </a:prstGeom>
          <a:noFill/>
        </p:spPr>
        <p:txBody>
          <a:bodyPr wrap="square" lIns="0" tIns="0" rIns="0" bIns="0" rtlCol="0">
            <a:spAutoFit/>
          </a:bodyPr>
          <a:lstStyle/>
          <a:p>
            <a:pPr algn="ctr">
              <a:lnSpc>
                <a:spcPct val="120000"/>
              </a:lnSpc>
            </a:pPr>
            <a:r>
              <a:rPr lang="da-DK" altLang="zh-CN" sz="1100" b="1" dirty="0">
                <a:solidFill>
                  <a:srgbClr val="000000"/>
                </a:solidFill>
                <a:latin typeface="Gill Sans MT" panose="020B0502020104020203" pitchFamily="34" charset="0"/>
                <a:sym typeface="Arial" panose="020B0604020202020204" pitchFamily="34" charset="0"/>
              </a:rPr>
              <a:t>Ancillary Services</a:t>
            </a:r>
            <a:endParaRPr lang="zh-CN" altLang="en-US" sz="1100" b="1" dirty="0">
              <a:solidFill>
                <a:srgbClr val="000000"/>
              </a:solidFill>
              <a:latin typeface="Gill Sans MT" panose="020B0502020104020203" pitchFamily="34" charset="0"/>
              <a:sym typeface="Arial" panose="020B0604020202020204" pitchFamily="34" charset="0"/>
            </a:endParaRPr>
          </a:p>
        </p:txBody>
      </p:sp>
      <p:grpSp>
        <p:nvGrpSpPr>
          <p:cNvPr id="9" name="Group 8">
            <a:extLst>
              <a:ext uri="{FF2B5EF4-FFF2-40B4-BE49-F238E27FC236}">
                <a16:creationId xmlns:a16="http://schemas.microsoft.com/office/drawing/2014/main" id="{7DA0488E-92FF-8FBA-0D0B-FD8AEC516002}"/>
              </a:ext>
            </a:extLst>
          </p:cNvPr>
          <p:cNvGrpSpPr/>
          <p:nvPr/>
        </p:nvGrpSpPr>
        <p:grpSpPr>
          <a:xfrm>
            <a:off x="729876" y="1840340"/>
            <a:ext cx="9049283" cy="646074"/>
            <a:chOff x="568540" y="1899030"/>
            <a:chExt cx="9049283" cy="646074"/>
          </a:xfrm>
        </p:grpSpPr>
        <p:sp>
          <p:nvSpPr>
            <p:cNvPr id="13" name="TextBox 12">
              <a:extLst>
                <a:ext uri="{FF2B5EF4-FFF2-40B4-BE49-F238E27FC236}">
                  <a16:creationId xmlns:a16="http://schemas.microsoft.com/office/drawing/2014/main" id="{DDCBC2ED-0121-D3D1-308F-428CBCB4EAFF}"/>
                </a:ext>
              </a:extLst>
            </p:cNvPr>
            <p:cNvSpPr txBox="1"/>
            <p:nvPr/>
          </p:nvSpPr>
          <p:spPr>
            <a:xfrm>
              <a:off x="1236825" y="1899030"/>
              <a:ext cx="8380998" cy="646074"/>
            </a:xfrm>
            <a:prstGeom prst="rect">
              <a:avLst/>
            </a:prstGeom>
            <a:noFill/>
            <a:ln>
              <a:solidFill>
                <a:schemeClr val="bg2"/>
              </a:solidFill>
            </a:ln>
          </p:spPr>
          <p:txBody>
            <a:bodyPr wrap="square" lIns="91440" tIns="0" rIns="91440" bIns="0" rtlCol="0">
              <a:spAutoFit/>
            </a:bodyPr>
            <a:lstStyle/>
            <a:p>
              <a:pPr>
                <a:lnSpc>
                  <a:spcPct val="120000"/>
                </a:lnSpc>
              </a:pPr>
              <a:r>
                <a:rPr lang="da-DK" altLang="zh-CN" sz="1200" b="1" dirty="0">
                  <a:solidFill>
                    <a:schemeClr val="bg2"/>
                  </a:solidFill>
                  <a:latin typeface="Gill Sans MT" panose="020B0502020104020203" pitchFamily="34" charset="0"/>
                  <a:cs typeface="+mn-ea"/>
                  <a:sym typeface="Arial" panose="020B0604020202020204" pitchFamily="34" charset="0"/>
                </a:rPr>
                <a:t>Reduce flooding and manage water resources for the country</a:t>
              </a:r>
            </a:p>
            <a:p>
              <a:pPr>
                <a:lnSpc>
                  <a:spcPct val="120000"/>
                </a:lnSpc>
              </a:pPr>
              <a:r>
                <a:rPr lang="en-US" altLang="zh-CN" sz="1200" dirty="0">
                  <a:latin typeface="Gill Sans MT" panose="020B0502020104020203" pitchFamily="34" charset="0"/>
                  <a:cs typeface="+mn-ea"/>
                  <a:sym typeface="Arial" panose="020B0604020202020204" pitchFamily="34" charset="0"/>
                </a:rPr>
                <a:t>Hydropower projects can reduce impact of environmental damages and assist in conserving precious water resources for the country</a:t>
              </a:r>
              <a:endParaRPr lang="en-GB" sz="1200" dirty="0">
                <a:latin typeface="Gill Sans MT" panose="020B0502020104020203" pitchFamily="34" charset="0"/>
                <a:cs typeface="+mn-ea"/>
                <a:sym typeface="Arial" panose="020B0604020202020204" pitchFamily="34" charset="0"/>
              </a:endParaRPr>
            </a:p>
          </p:txBody>
        </p:sp>
        <p:grpSp>
          <p:nvGrpSpPr>
            <p:cNvPr id="14" name="Graphic 6">
              <a:extLst>
                <a:ext uri="{FF2B5EF4-FFF2-40B4-BE49-F238E27FC236}">
                  <a16:creationId xmlns:a16="http://schemas.microsoft.com/office/drawing/2014/main" id="{B1F41157-8EDB-08DC-89F8-95B13A331CB0}"/>
                </a:ext>
              </a:extLst>
            </p:cNvPr>
            <p:cNvGrpSpPr/>
            <p:nvPr/>
          </p:nvGrpSpPr>
          <p:grpSpPr>
            <a:xfrm>
              <a:off x="568540" y="1950302"/>
              <a:ext cx="548640" cy="548640"/>
              <a:chOff x="10934460" y="1405277"/>
              <a:chExt cx="362309" cy="361971"/>
            </a:xfrm>
            <a:solidFill>
              <a:srgbClr val="43B02A"/>
            </a:solidFill>
          </p:grpSpPr>
          <p:sp>
            <p:nvSpPr>
              <p:cNvPr id="15" name="Graphic 6">
                <a:extLst>
                  <a:ext uri="{FF2B5EF4-FFF2-40B4-BE49-F238E27FC236}">
                    <a16:creationId xmlns:a16="http://schemas.microsoft.com/office/drawing/2014/main" id="{B0F66307-F64A-177E-B6BB-5F862308B751}"/>
                  </a:ext>
                </a:extLst>
              </p:cNvPr>
              <p:cNvSpPr/>
              <p:nvPr/>
            </p:nvSpPr>
            <p:spPr>
              <a:xfrm>
                <a:off x="10934460" y="1405277"/>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181474 w 362309"/>
                  <a:gd name="connsiteY4" fmla="*/ 0 h 361971"/>
                  <a:gd name="connsiteX5" fmla="*/ 181474 w 362309"/>
                  <a:gd name="connsiteY5" fmla="*/ 349204 h 361971"/>
                  <a:gd name="connsiteX6" fmla="*/ 13419 w 362309"/>
                  <a:gd name="connsiteY6" fmla="*/ 180667 h 361971"/>
                  <a:gd name="connsiteX7" fmla="*/ 182113 w 362309"/>
                  <a:gd name="connsiteY7" fmla="*/ 12768 h 361971"/>
                  <a:gd name="connsiteX8" fmla="*/ 350169 w 362309"/>
                  <a:gd name="connsiteY8" fmla="*/ 181305 h 361971"/>
                  <a:gd name="connsiteX9" fmla="*/ 181474 w 362309"/>
                  <a:gd name="connsiteY9"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2309" h="361971">
                    <a:moveTo>
                      <a:pt x="181474" y="0"/>
                    </a:moveTo>
                    <a:cubicBezTo>
                      <a:pt x="81153" y="0"/>
                      <a:pt x="0" y="81077"/>
                      <a:pt x="0" y="180667"/>
                    </a:cubicBezTo>
                    <a:cubicBezTo>
                      <a:pt x="0" y="280895"/>
                      <a:pt x="81153" y="361972"/>
                      <a:pt x="180836" y="361972"/>
                    </a:cubicBezTo>
                    <a:cubicBezTo>
                      <a:pt x="281157" y="361972"/>
                      <a:pt x="362310" y="280895"/>
                      <a:pt x="362310" y="181305"/>
                    </a:cubicBezTo>
                    <a:cubicBezTo>
                      <a:pt x="362310" y="81077"/>
                      <a:pt x="281797" y="0"/>
                      <a:pt x="181474" y="0"/>
                    </a:cubicBezTo>
                    <a:close/>
                    <a:moveTo>
                      <a:pt x="181474" y="349204"/>
                    </a:moveTo>
                    <a:cubicBezTo>
                      <a:pt x="88820" y="349204"/>
                      <a:pt x="13419" y="273873"/>
                      <a:pt x="13419" y="180667"/>
                    </a:cubicBezTo>
                    <a:cubicBezTo>
                      <a:pt x="13419" y="88099"/>
                      <a:pt x="88820" y="12768"/>
                      <a:pt x="182113" y="12768"/>
                    </a:cubicBezTo>
                    <a:cubicBezTo>
                      <a:pt x="274767" y="12768"/>
                      <a:pt x="350169" y="88099"/>
                      <a:pt x="350169" y="181305"/>
                    </a:cubicBezTo>
                    <a:cubicBezTo>
                      <a:pt x="350169" y="274511"/>
                      <a:pt x="274128" y="349204"/>
                      <a:pt x="181474" y="349204"/>
                    </a:cubicBezTo>
                    <a:close/>
                  </a:path>
                </a:pathLst>
              </a:custGeom>
              <a:solidFill>
                <a:schemeClr val="bg2"/>
              </a:solidFill>
              <a:ln w="6390" cap="flat">
                <a:solidFill>
                  <a:schemeClr val="bg2"/>
                </a:solidFill>
                <a:prstDash val="solid"/>
                <a:miter/>
              </a:ln>
            </p:spPr>
            <p:txBody>
              <a:bodyPr rtlCol="0" anchor="ctr"/>
              <a:lstStyle/>
              <a:p>
                <a:endParaRPr lang="en-US" sz="1200">
                  <a:latin typeface="Gill Sans MT" panose="020B0502020104020203" pitchFamily="34" charset="0"/>
                </a:endParaRPr>
              </a:p>
            </p:txBody>
          </p:sp>
          <p:sp>
            <p:nvSpPr>
              <p:cNvPr id="16" name="Graphic 6">
                <a:extLst>
                  <a:ext uri="{FF2B5EF4-FFF2-40B4-BE49-F238E27FC236}">
                    <a16:creationId xmlns:a16="http://schemas.microsoft.com/office/drawing/2014/main" id="{5B7BCB1F-08EC-0E2D-7858-5488AD64B5A0}"/>
                  </a:ext>
                </a:extLst>
              </p:cNvPr>
              <p:cNvSpPr/>
              <p:nvPr/>
            </p:nvSpPr>
            <p:spPr>
              <a:xfrm>
                <a:off x="11049748" y="1479331"/>
                <a:ext cx="130169" cy="213863"/>
              </a:xfrm>
              <a:custGeom>
                <a:avLst/>
                <a:gdLst>
                  <a:gd name="connsiteX0" fmla="*/ 117306 w 130169"/>
                  <a:gd name="connsiteY0" fmla="*/ 100229 h 213863"/>
                  <a:gd name="connsiteX1" fmla="*/ 108360 w 130169"/>
                  <a:gd name="connsiteY1" fmla="*/ 86822 h 213863"/>
                  <a:gd name="connsiteX2" fmla="*/ 78966 w 130169"/>
                  <a:gd name="connsiteY2" fmla="*/ 40219 h 213863"/>
                  <a:gd name="connsiteX3" fmla="*/ 71937 w 130169"/>
                  <a:gd name="connsiteY3" fmla="*/ 5746 h 213863"/>
                  <a:gd name="connsiteX4" fmla="*/ 65547 w 130169"/>
                  <a:gd name="connsiteY4" fmla="*/ 0 h 213863"/>
                  <a:gd name="connsiteX5" fmla="*/ 65547 w 130169"/>
                  <a:gd name="connsiteY5" fmla="*/ 0 h 213863"/>
                  <a:gd name="connsiteX6" fmla="*/ 59157 w 130169"/>
                  <a:gd name="connsiteY6" fmla="*/ 5746 h 213863"/>
                  <a:gd name="connsiteX7" fmla="*/ 41265 w 130169"/>
                  <a:gd name="connsiteY7" fmla="*/ 61286 h 213863"/>
                  <a:gd name="connsiteX8" fmla="*/ 39349 w 130169"/>
                  <a:gd name="connsiteY8" fmla="*/ 63840 h 213863"/>
                  <a:gd name="connsiteX9" fmla="*/ 34236 w 130169"/>
                  <a:gd name="connsiteY9" fmla="*/ 70224 h 213863"/>
                  <a:gd name="connsiteX10" fmla="*/ 8677 w 130169"/>
                  <a:gd name="connsiteY10" fmla="*/ 181305 h 213863"/>
                  <a:gd name="connsiteX11" fmla="*/ 62991 w 130169"/>
                  <a:gd name="connsiteY11" fmla="*/ 213863 h 213863"/>
                  <a:gd name="connsiteX12" fmla="*/ 63630 w 130169"/>
                  <a:gd name="connsiteY12" fmla="*/ 213863 h 213863"/>
                  <a:gd name="connsiteX13" fmla="*/ 112833 w 130169"/>
                  <a:gd name="connsiteY13" fmla="*/ 190881 h 213863"/>
                  <a:gd name="connsiteX14" fmla="*/ 116667 w 130169"/>
                  <a:gd name="connsiteY14" fmla="*/ 102144 h 213863"/>
                  <a:gd name="connsiteX15" fmla="*/ 117306 w 130169"/>
                  <a:gd name="connsiteY15" fmla="*/ 100229 h 213863"/>
                  <a:gd name="connsiteX16" fmla="*/ 104526 w 130169"/>
                  <a:gd name="connsiteY16" fmla="*/ 182582 h 213863"/>
                  <a:gd name="connsiteX17" fmla="*/ 64270 w 130169"/>
                  <a:gd name="connsiteY17" fmla="*/ 200457 h 213863"/>
                  <a:gd name="connsiteX18" fmla="*/ 20818 w 130169"/>
                  <a:gd name="connsiteY18" fmla="*/ 174921 h 213863"/>
                  <a:gd name="connsiteX19" fmla="*/ 44460 w 130169"/>
                  <a:gd name="connsiteY19" fmla="*/ 77246 h 213863"/>
                  <a:gd name="connsiteX20" fmla="*/ 50211 w 130169"/>
                  <a:gd name="connsiteY20" fmla="*/ 70224 h 213863"/>
                  <a:gd name="connsiteX21" fmla="*/ 51490 w 130169"/>
                  <a:gd name="connsiteY21" fmla="*/ 68309 h 213863"/>
                  <a:gd name="connsiteX22" fmla="*/ 65547 w 130169"/>
                  <a:gd name="connsiteY22" fmla="*/ 40219 h 213863"/>
                  <a:gd name="connsiteX23" fmla="*/ 67465 w 130169"/>
                  <a:gd name="connsiteY23" fmla="*/ 44688 h 213863"/>
                  <a:gd name="connsiteX24" fmla="*/ 97497 w 130169"/>
                  <a:gd name="connsiteY24" fmla="*/ 92568 h 213863"/>
                  <a:gd name="connsiteX25" fmla="*/ 105804 w 130169"/>
                  <a:gd name="connsiteY25" fmla="*/ 105336 h 213863"/>
                  <a:gd name="connsiteX26" fmla="*/ 107082 w 130169"/>
                  <a:gd name="connsiteY26" fmla="*/ 107251 h 213863"/>
                  <a:gd name="connsiteX27" fmla="*/ 104526 w 130169"/>
                  <a:gd name="connsiteY27" fmla="*/ 182582 h 21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0169" h="213863">
                    <a:moveTo>
                      <a:pt x="117306" y="100229"/>
                    </a:moveTo>
                    <a:cubicBezTo>
                      <a:pt x="117306" y="99590"/>
                      <a:pt x="116667" y="98952"/>
                      <a:pt x="108360" y="86822"/>
                    </a:cubicBezTo>
                    <a:cubicBezTo>
                      <a:pt x="98775" y="72139"/>
                      <a:pt x="81522" y="44688"/>
                      <a:pt x="78966" y="40219"/>
                    </a:cubicBezTo>
                    <a:cubicBezTo>
                      <a:pt x="75771" y="34473"/>
                      <a:pt x="73215" y="15960"/>
                      <a:pt x="71937" y="5746"/>
                    </a:cubicBezTo>
                    <a:cubicBezTo>
                      <a:pt x="71298" y="2554"/>
                      <a:pt x="68742" y="0"/>
                      <a:pt x="65547" y="0"/>
                    </a:cubicBezTo>
                    <a:lnTo>
                      <a:pt x="65547" y="0"/>
                    </a:lnTo>
                    <a:cubicBezTo>
                      <a:pt x="62352" y="0"/>
                      <a:pt x="59796" y="2554"/>
                      <a:pt x="59157" y="5746"/>
                    </a:cubicBezTo>
                    <a:cubicBezTo>
                      <a:pt x="55324" y="43411"/>
                      <a:pt x="46377" y="54902"/>
                      <a:pt x="41265" y="61286"/>
                    </a:cubicBezTo>
                    <a:cubicBezTo>
                      <a:pt x="40626" y="61925"/>
                      <a:pt x="39988" y="63201"/>
                      <a:pt x="39349" y="63840"/>
                    </a:cubicBezTo>
                    <a:cubicBezTo>
                      <a:pt x="38070" y="65755"/>
                      <a:pt x="36154" y="67670"/>
                      <a:pt x="34236" y="70224"/>
                    </a:cubicBezTo>
                    <a:cubicBezTo>
                      <a:pt x="18900" y="88737"/>
                      <a:pt x="-16244" y="132787"/>
                      <a:pt x="8677" y="181305"/>
                    </a:cubicBezTo>
                    <a:cubicBezTo>
                      <a:pt x="18262" y="200457"/>
                      <a:pt x="40626" y="213225"/>
                      <a:pt x="62991" y="213863"/>
                    </a:cubicBezTo>
                    <a:lnTo>
                      <a:pt x="63630" y="213863"/>
                    </a:lnTo>
                    <a:cubicBezTo>
                      <a:pt x="82161" y="213863"/>
                      <a:pt x="101970" y="204926"/>
                      <a:pt x="112833" y="190881"/>
                    </a:cubicBezTo>
                    <a:cubicBezTo>
                      <a:pt x="142865" y="153216"/>
                      <a:pt x="126891" y="121296"/>
                      <a:pt x="116667" y="102144"/>
                    </a:cubicBezTo>
                    <a:lnTo>
                      <a:pt x="117306" y="100229"/>
                    </a:lnTo>
                    <a:close/>
                    <a:moveTo>
                      <a:pt x="104526" y="182582"/>
                    </a:moveTo>
                    <a:cubicBezTo>
                      <a:pt x="95580" y="193435"/>
                      <a:pt x="79605" y="201095"/>
                      <a:pt x="64270" y="200457"/>
                    </a:cubicBezTo>
                    <a:cubicBezTo>
                      <a:pt x="46377" y="200457"/>
                      <a:pt x="28485" y="190243"/>
                      <a:pt x="20818" y="174921"/>
                    </a:cubicBezTo>
                    <a:cubicBezTo>
                      <a:pt x="-908" y="133425"/>
                      <a:pt x="29764" y="95760"/>
                      <a:pt x="44460" y="77246"/>
                    </a:cubicBezTo>
                    <a:cubicBezTo>
                      <a:pt x="47016" y="74693"/>
                      <a:pt x="48934" y="72139"/>
                      <a:pt x="50211" y="70224"/>
                    </a:cubicBezTo>
                    <a:cubicBezTo>
                      <a:pt x="50850" y="69585"/>
                      <a:pt x="50850" y="68947"/>
                      <a:pt x="51490" y="68309"/>
                    </a:cubicBezTo>
                    <a:cubicBezTo>
                      <a:pt x="54685" y="63840"/>
                      <a:pt x="61075" y="56179"/>
                      <a:pt x="65547" y="40219"/>
                    </a:cubicBezTo>
                    <a:cubicBezTo>
                      <a:pt x="66186" y="42134"/>
                      <a:pt x="66825" y="43411"/>
                      <a:pt x="67465" y="44688"/>
                    </a:cubicBezTo>
                    <a:cubicBezTo>
                      <a:pt x="70020" y="49157"/>
                      <a:pt x="83439" y="70862"/>
                      <a:pt x="97497" y="92568"/>
                    </a:cubicBezTo>
                    <a:cubicBezTo>
                      <a:pt x="101970" y="99590"/>
                      <a:pt x="105165" y="104697"/>
                      <a:pt x="105804" y="105336"/>
                    </a:cubicBezTo>
                    <a:lnTo>
                      <a:pt x="107082" y="107251"/>
                    </a:lnTo>
                    <a:cubicBezTo>
                      <a:pt x="116028" y="126403"/>
                      <a:pt x="129447" y="151939"/>
                      <a:pt x="104526" y="182582"/>
                    </a:cubicBezTo>
                    <a:close/>
                  </a:path>
                </a:pathLst>
              </a:custGeom>
              <a:solidFill>
                <a:schemeClr val="bg2"/>
              </a:solidFill>
              <a:ln w="6390" cap="flat">
                <a:solidFill>
                  <a:schemeClr val="bg2"/>
                </a:solidFill>
                <a:prstDash val="solid"/>
                <a:miter/>
              </a:ln>
            </p:spPr>
            <p:txBody>
              <a:bodyPr rtlCol="0" anchor="ctr"/>
              <a:lstStyle/>
              <a:p>
                <a:endParaRPr lang="en-US" sz="1200" dirty="0">
                  <a:latin typeface="Gill Sans MT" panose="020B0502020104020203" pitchFamily="34" charset="0"/>
                </a:endParaRPr>
              </a:p>
            </p:txBody>
          </p:sp>
          <p:sp>
            <p:nvSpPr>
              <p:cNvPr id="19" name="Graphic 6">
                <a:extLst>
                  <a:ext uri="{FF2B5EF4-FFF2-40B4-BE49-F238E27FC236}">
                    <a16:creationId xmlns:a16="http://schemas.microsoft.com/office/drawing/2014/main" id="{57950F02-6AC4-14AF-B99E-30962C9C852E}"/>
                  </a:ext>
                </a:extLst>
              </p:cNvPr>
              <p:cNvSpPr/>
              <p:nvPr/>
            </p:nvSpPr>
            <p:spPr>
              <a:xfrm>
                <a:off x="11072009" y="1568141"/>
                <a:ext cx="33701" cy="84195"/>
              </a:xfrm>
              <a:custGeom>
                <a:avLst/>
                <a:gdLst>
                  <a:gd name="connsiteX0" fmla="*/ 22839 w 33701"/>
                  <a:gd name="connsiteY0" fmla="*/ 1842 h 84195"/>
                  <a:gd name="connsiteX1" fmla="*/ 6225 w 33701"/>
                  <a:gd name="connsiteY1" fmla="*/ 80365 h 84195"/>
                  <a:gd name="connsiteX2" fmla="*/ 11976 w 33701"/>
                  <a:gd name="connsiteY2" fmla="*/ 84196 h 84195"/>
                  <a:gd name="connsiteX3" fmla="*/ 14532 w 33701"/>
                  <a:gd name="connsiteY3" fmla="*/ 83557 h 84195"/>
                  <a:gd name="connsiteX4" fmla="*/ 17727 w 33701"/>
                  <a:gd name="connsiteY4" fmla="*/ 75258 h 84195"/>
                  <a:gd name="connsiteX5" fmla="*/ 31784 w 33701"/>
                  <a:gd name="connsiteY5" fmla="*/ 11418 h 84195"/>
                  <a:gd name="connsiteX6" fmla="*/ 31784 w 33701"/>
                  <a:gd name="connsiteY6" fmla="*/ 2480 h 84195"/>
                  <a:gd name="connsiteX7" fmla="*/ 22839 w 33701"/>
                  <a:gd name="connsiteY7" fmla="*/ 1842 h 8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701" h="84195">
                    <a:moveTo>
                      <a:pt x="22839" y="1842"/>
                    </a:moveTo>
                    <a:cubicBezTo>
                      <a:pt x="22199" y="2480"/>
                      <a:pt x="-14223" y="38231"/>
                      <a:pt x="6225" y="80365"/>
                    </a:cubicBezTo>
                    <a:cubicBezTo>
                      <a:pt x="7503" y="82919"/>
                      <a:pt x="9420" y="84196"/>
                      <a:pt x="11976" y="84196"/>
                    </a:cubicBezTo>
                    <a:cubicBezTo>
                      <a:pt x="12615" y="84196"/>
                      <a:pt x="13893" y="84196"/>
                      <a:pt x="14532" y="83557"/>
                    </a:cubicBezTo>
                    <a:cubicBezTo>
                      <a:pt x="17727" y="82280"/>
                      <a:pt x="19004" y="78450"/>
                      <a:pt x="17727" y="75258"/>
                    </a:cubicBezTo>
                    <a:cubicBezTo>
                      <a:pt x="1752" y="41423"/>
                      <a:pt x="30507" y="12695"/>
                      <a:pt x="31784" y="11418"/>
                    </a:cubicBezTo>
                    <a:cubicBezTo>
                      <a:pt x="34340" y="8864"/>
                      <a:pt x="34340" y="5034"/>
                      <a:pt x="31784" y="2480"/>
                    </a:cubicBezTo>
                    <a:cubicBezTo>
                      <a:pt x="29229" y="-712"/>
                      <a:pt x="25394" y="-712"/>
                      <a:pt x="22839" y="1842"/>
                    </a:cubicBezTo>
                    <a:close/>
                  </a:path>
                </a:pathLst>
              </a:custGeom>
              <a:solidFill>
                <a:srgbClr val="43B02A"/>
              </a:solidFill>
              <a:ln w="6390" cap="flat">
                <a:solidFill>
                  <a:schemeClr val="bg2"/>
                </a:solidFill>
                <a:prstDash val="solid"/>
                <a:miter/>
              </a:ln>
            </p:spPr>
            <p:txBody>
              <a:bodyPr rtlCol="0" anchor="ctr"/>
              <a:lstStyle/>
              <a:p>
                <a:endParaRPr lang="en-US" sz="1200">
                  <a:latin typeface="Gill Sans MT" panose="020B0502020104020203" pitchFamily="34" charset="0"/>
                </a:endParaRPr>
              </a:p>
            </p:txBody>
          </p:sp>
          <p:sp>
            <p:nvSpPr>
              <p:cNvPr id="21" name="Graphic 6">
                <a:extLst>
                  <a:ext uri="{FF2B5EF4-FFF2-40B4-BE49-F238E27FC236}">
                    <a16:creationId xmlns:a16="http://schemas.microsoft.com/office/drawing/2014/main" id="{6ADB5D2A-FE2E-F42D-1747-A427CAA3D9C8}"/>
                  </a:ext>
                </a:extLst>
              </p:cNvPr>
              <p:cNvSpPr/>
              <p:nvPr/>
            </p:nvSpPr>
            <p:spPr>
              <a:xfrm>
                <a:off x="11085902" y="1653454"/>
                <a:ext cx="12779" cy="12289"/>
              </a:xfrm>
              <a:custGeom>
                <a:avLst/>
                <a:gdLst>
                  <a:gd name="connsiteX0" fmla="*/ 1917 w 12779"/>
                  <a:gd name="connsiteY0" fmla="*/ 1436 h 12289"/>
                  <a:gd name="connsiteX1" fmla="*/ 0 w 12779"/>
                  <a:gd name="connsiteY1" fmla="*/ 5905 h 12289"/>
                  <a:gd name="connsiteX2" fmla="*/ 639 w 12779"/>
                  <a:gd name="connsiteY2" fmla="*/ 8459 h 12289"/>
                  <a:gd name="connsiteX3" fmla="*/ 1917 w 12779"/>
                  <a:gd name="connsiteY3" fmla="*/ 10374 h 12289"/>
                  <a:gd name="connsiteX4" fmla="*/ 6390 w 12779"/>
                  <a:gd name="connsiteY4" fmla="*/ 12289 h 12289"/>
                  <a:gd name="connsiteX5" fmla="*/ 10863 w 12779"/>
                  <a:gd name="connsiteY5" fmla="*/ 10374 h 12289"/>
                  <a:gd name="connsiteX6" fmla="*/ 12780 w 12779"/>
                  <a:gd name="connsiteY6" fmla="*/ 5905 h 12289"/>
                  <a:gd name="connsiteX7" fmla="*/ 10863 w 12779"/>
                  <a:gd name="connsiteY7" fmla="*/ 1436 h 12289"/>
                  <a:gd name="connsiteX8" fmla="*/ 1917 w 12779"/>
                  <a:gd name="connsiteY8" fmla="*/ 1436 h 12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79" h="12289">
                    <a:moveTo>
                      <a:pt x="1917" y="1436"/>
                    </a:moveTo>
                    <a:cubicBezTo>
                      <a:pt x="639" y="2713"/>
                      <a:pt x="0" y="3990"/>
                      <a:pt x="0" y="5905"/>
                    </a:cubicBezTo>
                    <a:cubicBezTo>
                      <a:pt x="0" y="6544"/>
                      <a:pt x="0" y="7820"/>
                      <a:pt x="639" y="8459"/>
                    </a:cubicBezTo>
                    <a:cubicBezTo>
                      <a:pt x="1278" y="9097"/>
                      <a:pt x="1278" y="9736"/>
                      <a:pt x="1917" y="10374"/>
                    </a:cubicBezTo>
                    <a:cubicBezTo>
                      <a:pt x="3195" y="11651"/>
                      <a:pt x="4473" y="12289"/>
                      <a:pt x="6390" y="12289"/>
                    </a:cubicBezTo>
                    <a:cubicBezTo>
                      <a:pt x="8306" y="12289"/>
                      <a:pt x="9585" y="11651"/>
                      <a:pt x="10863" y="10374"/>
                    </a:cubicBezTo>
                    <a:cubicBezTo>
                      <a:pt x="12141" y="9097"/>
                      <a:pt x="12780" y="7820"/>
                      <a:pt x="12780" y="5905"/>
                    </a:cubicBezTo>
                    <a:cubicBezTo>
                      <a:pt x="12780" y="3990"/>
                      <a:pt x="12141" y="2713"/>
                      <a:pt x="10863" y="1436"/>
                    </a:cubicBezTo>
                    <a:cubicBezTo>
                      <a:pt x="8306" y="-479"/>
                      <a:pt x="4473" y="-479"/>
                      <a:pt x="1917" y="1436"/>
                    </a:cubicBezTo>
                    <a:close/>
                  </a:path>
                </a:pathLst>
              </a:custGeom>
              <a:solidFill>
                <a:srgbClr val="43B02A"/>
              </a:solidFill>
              <a:ln w="6390" cap="flat">
                <a:solidFill>
                  <a:schemeClr val="bg2"/>
                </a:solidFill>
                <a:prstDash val="solid"/>
                <a:miter/>
              </a:ln>
            </p:spPr>
            <p:txBody>
              <a:bodyPr rtlCol="0" anchor="ctr"/>
              <a:lstStyle/>
              <a:p>
                <a:endParaRPr lang="en-US" sz="1200">
                  <a:latin typeface="Gill Sans MT" panose="020B0502020104020203" pitchFamily="34" charset="0"/>
                </a:endParaRPr>
              </a:p>
            </p:txBody>
          </p:sp>
        </p:grpSp>
      </p:grpSp>
      <p:grpSp>
        <p:nvGrpSpPr>
          <p:cNvPr id="24" name="Group 23">
            <a:extLst>
              <a:ext uri="{FF2B5EF4-FFF2-40B4-BE49-F238E27FC236}">
                <a16:creationId xmlns:a16="http://schemas.microsoft.com/office/drawing/2014/main" id="{9E8C5E58-3989-F211-F30D-15D3DA35D791}"/>
              </a:ext>
            </a:extLst>
          </p:cNvPr>
          <p:cNvGrpSpPr/>
          <p:nvPr/>
        </p:nvGrpSpPr>
        <p:grpSpPr>
          <a:xfrm>
            <a:off x="729876" y="1009322"/>
            <a:ext cx="9049282" cy="646074"/>
            <a:chOff x="568540" y="1155032"/>
            <a:chExt cx="9049282" cy="646074"/>
          </a:xfrm>
        </p:grpSpPr>
        <p:sp>
          <p:nvSpPr>
            <p:cNvPr id="26" name="TextBox 25">
              <a:extLst>
                <a:ext uri="{FF2B5EF4-FFF2-40B4-BE49-F238E27FC236}">
                  <a16:creationId xmlns:a16="http://schemas.microsoft.com/office/drawing/2014/main" id="{9491FEC5-3265-B3BE-EACE-54DABDA78D2C}"/>
                </a:ext>
              </a:extLst>
            </p:cNvPr>
            <p:cNvSpPr txBox="1"/>
            <p:nvPr/>
          </p:nvSpPr>
          <p:spPr>
            <a:xfrm>
              <a:off x="1236825" y="1155032"/>
              <a:ext cx="8380997" cy="646074"/>
            </a:xfrm>
            <a:prstGeom prst="rect">
              <a:avLst/>
            </a:prstGeom>
            <a:noFill/>
            <a:ln>
              <a:solidFill>
                <a:schemeClr val="accent1"/>
              </a:solidFill>
            </a:ln>
          </p:spPr>
          <p:txBody>
            <a:bodyPr wrap="square" lIns="91440" tIns="0" rIns="91440" bIns="0" rtlCol="0">
              <a:spAutoFit/>
            </a:bodyPr>
            <a:lstStyle/>
            <a:p>
              <a:pPr>
                <a:lnSpc>
                  <a:spcPct val="120000"/>
                </a:lnSpc>
              </a:pPr>
              <a:r>
                <a:rPr lang="da-DK" altLang="zh-CN" sz="1200" b="1" dirty="0">
                  <a:solidFill>
                    <a:schemeClr val="accent1"/>
                  </a:solidFill>
                  <a:latin typeface="Gill Sans MT" panose="020B0502020104020203" pitchFamily="34" charset="0"/>
                  <a:cs typeface="+mn-ea"/>
                  <a:sym typeface="Arial" panose="020B0604020202020204" pitchFamily="34" charset="0"/>
                </a:rPr>
                <a:t>Sustainable Low Carbon Energy Source</a:t>
              </a:r>
            </a:p>
            <a:p>
              <a:pPr>
                <a:lnSpc>
                  <a:spcPct val="120000"/>
                </a:lnSpc>
              </a:pPr>
              <a:r>
                <a:rPr lang="en-US" sz="1200" dirty="0">
                  <a:latin typeface="Gill Sans MT" panose="020B0502020104020203" pitchFamily="34" charset="0"/>
                  <a:cs typeface="+mn-ea"/>
                  <a:sym typeface="Arial" panose="020B0604020202020204" pitchFamily="34" charset="0"/>
                </a:rPr>
                <a:t>Hydro energy can fulfil clean energy targets. While many countries are striving for achievement of net-zero, hydro can be extremely beneficial through its scale and stable output power</a:t>
              </a:r>
            </a:p>
          </p:txBody>
        </p:sp>
        <p:grpSp>
          <p:nvGrpSpPr>
            <p:cNvPr id="27" name="Graphic 6">
              <a:extLst>
                <a:ext uri="{FF2B5EF4-FFF2-40B4-BE49-F238E27FC236}">
                  <a16:creationId xmlns:a16="http://schemas.microsoft.com/office/drawing/2014/main" id="{C8D640E2-679D-9A5A-4CFE-8FC7A8287A95}"/>
                </a:ext>
              </a:extLst>
            </p:cNvPr>
            <p:cNvGrpSpPr/>
            <p:nvPr/>
          </p:nvGrpSpPr>
          <p:grpSpPr>
            <a:xfrm>
              <a:off x="568540" y="1201791"/>
              <a:ext cx="548640" cy="548640"/>
              <a:chOff x="9885871" y="3342177"/>
              <a:chExt cx="362309" cy="361971"/>
            </a:xfrm>
            <a:solidFill>
              <a:schemeClr val="accent1"/>
            </a:solidFill>
          </p:grpSpPr>
          <p:sp>
            <p:nvSpPr>
              <p:cNvPr id="28" name="Graphic 6">
                <a:extLst>
                  <a:ext uri="{FF2B5EF4-FFF2-40B4-BE49-F238E27FC236}">
                    <a16:creationId xmlns:a16="http://schemas.microsoft.com/office/drawing/2014/main" id="{5DCBA39D-38E1-920D-0B53-BC7667E27C00}"/>
                  </a:ext>
                </a:extLst>
              </p:cNvPr>
              <p:cNvSpPr/>
              <p:nvPr/>
            </p:nvSpPr>
            <p:spPr>
              <a:xfrm>
                <a:off x="9885871" y="3342177"/>
                <a:ext cx="362309" cy="361971"/>
              </a:xfrm>
              <a:custGeom>
                <a:avLst/>
                <a:gdLst>
                  <a:gd name="connsiteX0" fmla="*/ 181474 w 362309"/>
                  <a:gd name="connsiteY0" fmla="*/ 0 h 361971"/>
                  <a:gd name="connsiteX1" fmla="*/ 0 w 362309"/>
                  <a:gd name="connsiteY1" fmla="*/ 180667 h 361971"/>
                  <a:gd name="connsiteX2" fmla="*/ 180836 w 362309"/>
                  <a:gd name="connsiteY2" fmla="*/ 361971 h 361971"/>
                  <a:gd name="connsiteX3" fmla="*/ 362310 w 362309"/>
                  <a:gd name="connsiteY3" fmla="*/ 181305 h 361971"/>
                  <a:gd name="connsiteX4" fmla="*/ 181474 w 362309"/>
                  <a:gd name="connsiteY4" fmla="*/ 0 h 361971"/>
                  <a:gd name="connsiteX5" fmla="*/ 181474 w 362309"/>
                  <a:gd name="connsiteY5" fmla="*/ 349204 h 361971"/>
                  <a:gd name="connsiteX6" fmla="*/ 13419 w 362309"/>
                  <a:gd name="connsiteY6" fmla="*/ 180667 h 361971"/>
                  <a:gd name="connsiteX7" fmla="*/ 182113 w 362309"/>
                  <a:gd name="connsiteY7" fmla="*/ 12768 h 361971"/>
                  <a:gd name="connsiteX8" fmla="*/ 350169 w 362309"/>
                  <a:gd name="connsiteY8" fmla="*/ 181305 h 361971"/>
                  <a:gd name="connsiteX9" fmla="*/ 181474 w 362309"/>
                  <a:gd name="connsiteY9"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2309" h="361971">
                    <a:moveTo>
                      <a:pt x="181474" y="0"/>
                    </a:moveTo>
                    <a:cubicBezTo>
                      <a:pt x="81153" y="0"/>
                      <a:pt x="0" y="81076"/>
                      <a:pt x="0" y="180667"/>
                    </a:cubicBezTo>
                    <a:cubicBezTo>
                      <a:pt x="0" y="280257"/>
                      <a:pt x="81153" y="361971"/>
                      <a:pt x="180836" y="361971"/>
                    </a:cubicBezTo>
                    <a:cubicBezTo>
                      <a:pt x="280518" y="361971"/>
                      <a:pt x="362310" y="280895"/>
                      <a:pt x="362310" y="181305"/>
                    </a:cubicBezTo>
                    <a:cubicBezTo>
                      <a:pt x="362310" y="81715"/>
                      <a:pt x="281796" y="0"/>
                      <a:pt x="181474" y="0"/>
                    </a:cubicBezTo>
                    <a:close/>
                    <a:moveTo>
                      <a:pt x="181474" y="349204"/>
                    </a:moveTo>
                    <a:cubicBezTo>
                      <a:pt x="88820" y="349204"/>
                      <a:pt x="13419" y="273873"/>
                      <a:pt x="13419" y="180667"/>
                    </a:cubicBezTo>
                    <a:cubicBezTo>
                      <a:pt x="13419" y="88099"/>
                      <a:pt x="88820" y="12768"/>
                      <a:pt x="182113" y="12768"/>
                    </a:cubicBezTo>
                    <a:cubicBezTo>
                      <a:pt x="275406" y="12768"/>
                      <a:pt x="350169" y="88099"/>
                      <a:pt x="350169" y="181305"/>
                    </a:cubicBezTo>
                    <a:cubicBezTo>
                      <a:pt x="350169" y="273234"/>
                      <a:pt x="274128" y="349204"/>
                      <a:pt x="181474" y="349204"/>
                    </a:cubicBezTo>
                    <a:close/>
                  </a:path>
                </a:pathLst>
              </a:custGeom>
              <a:grpFill/>
              <a:ln w="6390" cap="flat">
                <a:noFill/>
                <a:prstDash val="solid"/>
                <a:miter/>
              </a:ln>
            </p:spPr>
            <p:txBody>
              <a:bodyPr rtlCol="0" anchor="ctr"/>
              <a:lstStyle/>
              <a:p>
                <a:endParaRPr lang="en-US" sz="1200">
                  <a:latin typeface="Gill Sans MT" panose="020B0502020104020203" pitchFamily="34" charset="0"/>
                </a:endParaRPr>
              </a:p>
            </p:txBody>
          </p:sp>
          <p:sp>
            <p:nvSpPr>
              <p:cNvPr id="29" name="Graphic 6">
                <a:extLst>
                  <a:ext uri="{FF2B5EF4-FFF2-40B4-BE49-F238E27FC236}">
                    <a16:creationId xmlns:a16="http://schemas.microsoft.com/office/drawing/2014/main" id="{9F9C6156-8110-0E6B-B836-B4DE69424B24}"/>
                  </a:ext>
                </a:extLst>
              </p:cNvPr>
              <p:cNvSpPr/>
              <p:nvPr/>
            </p:nvSpPr>
            <p:spPr>
              <a:xfrm>
                <a:off x="9957439" y="3412401"/>
                <a:ext cx="221730" cy="132148"/>
              </a:xfrm>
              <a:custGeom>
                <a:avLst/>
                <a:gdLst>
                  <a:gd name="connsiteX0" fmla="*/ 184669 w 221730"/>
                  <a:gd name="connsiteY0" fmla="*/ 59371 h 132148"/>
                  <a:gd name="connsiteX1" fmla="*/ 180835 w 221730"/>
                  <a:gd name="connsiteY1" fmla="*/ 59371 h 132148"/>
                  <a:gd name="connsiteX2" fmla="*/ 180835 w 221730"/>
                  <a:gd name="connsiteY2" fmla="*/ 58732 h 132148"/>
                  <a:gd name="connsiteX3" fmla="*/ 122048 w 221730"/>
                  <a:gd name="connsiteY3" fmla="*/ 0 h 132148"/>
                  <a:gd name="connsiteX4" fmla="*/ 65816 w 221730"/>
                  <a:gd name="connsiteY4" fmla="*/ 38942 h 132148"/>
                  <a:gd name="connsiteX5" fmla="*/ 48563 w 221730"/>
                  <a:gd name="connsiteY5" fmla="*/ 35112 h 132148"/>
                  <a:gd name="connsiteX6" fmla="*/ 0 w 221730"/>
                  <a:gd name="connsiteY6" fmla="*/ 83630 h 132148"/>
                  <a:gd name="connsiteX7" fmla="*/ 48563 w 221730"/>
                  <a:gd name="connsiteY7" fmla="*/ 132148 h 132148"/>
                  <a:gd name="connsiteX8" fmla="*/ 185308 w 221730"/>
                  <a:gd name="connsiteY8" fmla="*/ 132148 h 132148"/>
                  <a:gd name="connsiteX9" fmla="*/ 221731 w 221730"/>
                  <a:gd name="connsiteY9" fmla="*/ 95760 h 132148"/>
                  <a:gd name="connsiteX10" fmla="*/ 184669 w 221730"/>
                  <a:gd name="connsiteY10" fmla="*/ 59371 h 132148"/>
                  <a:gd name="connsiteX11" fmla="*/ 184669 w 221730"/>
                  <a:gd name="connsiteY11" fmla="*/ 118742 h 132148"/>
                  <a:gd name="connsiteX12" fmla="*/ 47925 w 221730"/>
                  <a:gd name="connsiteY12" fmla="*/ 118742 h 132148"/>
                  <a:gd name="connsiteX13" fmla="*/ 12140 w 221730"/>
                  <a:gd name="connsiteY13" fmla="*/ 82992 h 132148"/>
                  <a:gd name="connsiteX14" fmla="*/ 47925 w 221730"/>
                  <a:gd name="connsiteY14" fmla="*/ 47241 h 132148"/>
                  <a:gd name="connsiteX15" fmla="*/ 65177 w 221730"/>
                  <a:gd name="connsiteY15" fmla="*/ 52987 h 132148"/>
                  <a:gd name="connsiteX16" fmla="*/ 70928 w 221730"/>
                  <a:gd name="connsiteY16" fmla="*/ 53625 h 132148"/>
                  <a:gd name="connsiteX17" fmla="*/ 74762 w 221730"/>
                  <a:gd name="connsiteY17" fmla="*/ 49156 h 132148"/>
                  <a:gd name="connsiteX18" fmla="*/ 120769 w 221730"/>
                  <a:gd name="connsiteY18" fmla="*/ 12129 h 132148"/>
                  <a:gd name="connsiteX19" fmla="*/ 166777 w 221730"/>
                  <a:gd name="connsiteY19" fmla="*/ 58094 h 132148"/>
                  <a:gd name="connsiteX20" fmla="*/ 166138 w 221730"/>
                  <a:gd name="connsiteY20" fmla="*/ 63840 h 132148"/>
                  <a:gd name="connsiteX21" fmla="*/ 166138 w 221730"/>
                  <a:gd name="connsiteY21" fmla="*/ 64478 h 132148"/>
                  <a:gd name="connsiteX22" fmla="*/ 168055 w 221730"/>
                  <a:gd name="connsiteY22" fmla="*/ 73416 h 132148"/>
                  <a:gd name="connsiteX23" fmla="*/ 175723 w 221730"/>
                  <a:gd name="connsiteY23" fmla="*/ 73416 h 132148"/>
                  <a:gd name="connsiteX24" fmla="*/ 178279 w 221730"/>
                  <a:gd name="connsiteY24" fmla="*/ 71500 h 132148"/>
                  <a:gd name="connsiteX25" fmla="*/ 183391 w 221730"/>
                  <a:gd name="connsiteY25" fmla="*/ 70862 h 132148"/>
                  <a:gd name="connsiteX26" fmla="*/ 207033 w 221730"/>
                  <a:gd name="connsiteY26" fmla="*/ 94483 h 132148"/>
                  <a:gd name="connsiteX27" fmla="*/ 184669 w 221730"/>
                  <a:gd name="connsiteY27" fmla="*/ 118742 h 132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1730" h="132148">
                    <a:moveTo>
                      <a:pt x="184669" y="59371"/>
                    </a:moveTo>
                    <a:cubicBezTo>
                      <a:pt x="183391" y="59371"/>
                      <a:pt x="182113" y="59371"/>
                      <a:pt x="180835" y="59371"/>
                    </a:cubicBezTo>
                    <a:lnTo>
                      <a:pt x="180835" y="58732"/>
                    </a:lnTo>
                    <a:cubicBezTo>
                      <a:pt x="180835" y="26174"/>
                      <a:pt x="154636" y="0"/>
                      <a:pt x="122048" y="0"/>
                    </a:cubicBezTo>
                    <a:cubicBezTo>
                      <a:pt x="96488" y="0"/>
                      <a:pt x="74123" y="15960"/>
                      <a:pt x="65816" y="38942"/>
                    </a:cubicBezTo>
                    <a:cubicBezTo>
                      <a:pt x="60704" y="36388"/>
                      <a:pt x="55592" y="35112"/>
                      <a:pt x="48563" y="35112"/>
                    </a:cubicBezTo>
                    <a:cubicBezTo>
                      <a:pt x="21725" y="35112"/>
                      <a:pt x="0" y="56817"/>
                      <a:pt x="0" y="83630"/>
                    </a:cubicBezTo>
                    <a:cubicBezTo>
                      <a:pt x="0" y="110443"/>
                      <a:pt x="21725" y="132148"/>
                      <a:pt x="48563" y="132148"/>
                    </a:cubicBezTo>
                    <a:lnTo>
                      <a:pt x="185308" y="132148"/>
                    </a:lnTo>
                    <a:cubicBezTo>
                      <a:pt x="205117" y="132148"/>
                      <a:pt x="221731" y="116188"/>
                      <a:pt x="221731" y="95760"/>
                    </a:cubicBezTo>
                    <a:cubicBezTo>
                      <a:pt x="220453" y="75969"/>
                      <a:pt x="204478" y="59371"/>
                      <a:pt x="184669" y="59371"/>
                    </a:cubicBezTo>
                    <a:close/>
                    <a:moveTo>
                      <a:pt x="184669" y="118742"/>
                    </a:moveTo>
                    <a:lnTo>
                      <a:pt x="47925" y="118742"/>
                    </a:lnTo>
                    <a:cubicBezTo>
                      <a:pt x="28115" y="118742"/>
                      <a:pt x="12140" y="102782"/>
                      <a:pt x="12140" y="82992"/>
                    </a:cubicBezTo>
                    <a:cubicBezTo>
                      <a:pt x="12140" y="63201"/>
                      <a:pt x="28115" y="47241"/>
                      <a:pt x="47925" y="47241"/>
                    </a:cubicBezTo>
                    <a:cubicBezTo>
                      <a:pt x="54953" y="47241"/>
                      <a:pt x="59426" y="49156"/>
                      <a:pt x="65177" y="52987"/>
                    </a:cubicBezTo>
                    <a:cubicBezTo>
                      <a:pt x="67094" y="54264"/>
                      <a:pt x="69011" y="54264"/>
                      <a:pt x="70928" y="53625"/>
                    </a:cubicBezTo>
                    <a:cubicBezTo>
                      <a:pt x="72845" y="52987"/>
                      <a:pt x="74123" y="51072"/>
                      <a:pt x="74762" y="49156"/>
                    </a:cubicBezTo>
                    <a:cubicBezTo>
                      <a:pt x="79235" y="28089"/>
                      <a:pt x="99044" y="12129"/>
                      <a:pt x="120769" y="12129"/>
                    </a:cubicBezTo>
                    <a:cubicBezTo>
                      <a:pt x="146329" y="12129"/>
                      <a:pt x="166777" y="32558"/>
                      <a:pt x="166777" y="58094"/>
                    </a:cubicBezTo>
                    <a:cubicBezTo>
                      <a:pt x="166777" y="60009"/>
                      <a:pt x="166777" y="61924"/>
                      <a:pt x="166138" y="63840"/>
                    </a:cubicBezTo>
                    <a:lnTo>
                      <a:pt x="166138" y="64478"/>
                    </a:lnTo>
                    <a:cubicBezTo>
                      <a:pt x="165499" y="66393"/>
                      <a:pt x="164221" y="70862"/>
                      <a:pt x="168055" y="73416"/>
                    </a:cubicBezTo>
                    <a:cubicBezTo>
                      <a:pt x="169972" y="75331"/>
                      <a:pt x="173806" y="74692"/>
                      <a:pt x="175723" y="73416"/>
                    </a:cubicBezTo>
                    <a:cubicBezTo>
                      <a:pt x="177001" y="72777"/>
                      <a:pt x="177640" y="72139"/>
                      <a:pt x="178279" y="71500"/>
                    </a:cubicBezTo>
                    <a:cubicBezTo>
                      <a:pt x="180196" y="70862"/>
                      <a:pt x="181474" y="70862"/>
                      <a:pt x="183391" y="70862"/>
                    </a:cubicBezTo>
                    <a:cubicBezTo>
                      <a:pt x="196171" y="70862"/>
                      <a:pt x="207033" y="81076"/>
                      <a:pt x="207033" y="94483"/>
                    </a:cubicBezTo>
                    <a:cubicBezTo>
                      <a:pt x="207673" y="108528"/>
                      <a:pt x="197448" y="118742"/>
                      <a:pt x="184669" y="118742"/>
                    </a:cubicBezTo>
                    <a:close/>
                  </a:path>
                </a:pathLst>
              </a:custGeom>
              <a:grpFill/>
              <a:ln w="6390" cap="flat">
                <a:noFill/>
                <a:prstDash val="solid"/>
                <a:miter/>
              </a:ln>
            </p:spPr>
            <p:txBody>
              <a:bodyPr rtlCol="0" anchor="ctr"/>
              <a:lstStyle/>
              <a:p>
                <a:endParaRPr lang="en-US" sz="1200">
                  <a:latin typeface="Gill Sans MT" panose="020B0502020104020203" pitchFamily="34" charset="0"/>
                </a:endParaRPr>
              </a:p>
            </p:txBody>
          </p:sp>
          <p:sp>
            <p:nvSpPr>
              <p:cNvPr id="30" name="Graphic 6">
                <a:extLst>
                  <a:ext uri="{FF2B5EF4-FFF2-40B4-BE49-F238E27FC236}">
                    <a16:creationId xmlns:a16="http://schemas.microsoft.com/office/drawing/2014/main" id="{80EB21D4-AA2D-EF4A-6F65-994246DB4317}"/>
                  </a:ext>
                </a:extLst>
              </p:cNvPr>
              <p:cNvSpPr/>
              <p:nvPr/>
            </p:nvSpPr>
            <p:spPr>
              <a:xfrm>
                <a:off x="9994378" y="3561025"/>
                <a:ext cx="27296" cy="71623"/>
              </a:xfrm>
              <a:custGeom>
                <a:avLst/>
                <a:gdLst>
                  <a:gd name="connsiteX0" fmla="*/ 22487 w 27296"/>
                  <a:gd name="connsiteY0" fmla="*/ 122 h 71623"/>
                  <a:gd name="connsiteX1" fmla="*/ 14820 w 27296"/>
                  <a:gd name="connsiteY1" fmla="*/ 4591 h 71623"/>
                  <a:gd name="connsiteX2" fmla="*/ 122 w 27296"/>
                  <a:gd name="connsiteY2" fmla="*/ 63962 h 71623"/>
                  <a:gd name="connsiteX3" fmla="*/ 4596 w 27296"/>
                  <a:gd name="connsiteY3" fmla="*/ 71623 h 71623"/>
                  <a:gd name="connsiteX4" fmla="*/ 5873 w 27296"/>
                  <a:gd name="connsiteY4" fmla="*/ 71623 h 71623"/>
                  <a:gd name="connsiteX5" fmla="*/ 12263 w 27296"/>
                  <a:gd name="connsiteY5" fmla="*/ 66516 h 71623"/>
                  <a:gd name="connsiteX6" fmla="*/ 26961 w 27296"/>
                  <a:gd name="connsiteY6" fmla="*/ 7145 h 71623"/>
                  <a:gd name="connsiteX7" fmla="*/ 22487 w 27296"/>
                  <a:gd name="connsiteY7" fmla="*/ 122 h 71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296" h="71623">
                    <a:moveTo>
                      <a:pt x="22487" y="122"/>
                    </a:moveTo>
                    <a:cubicBezTo>
                      <a:pt x="19292" y="-516"/>
                      <a:pt x="15458" y="1399"/>
                      <a:pt x="14820" y="4591"/>
                    </a:cubicBezTo>
                    <a:lnTo>
                      <a:pt x="122" y="63962"/>
                    </a:lnTo>
                    <a:cubicBezTo>
                      <a:pt x="-516" y="67154"/>
                      <a:pt x="1401" y="70984"/>
                      <a:pt x="4596" y="71623"/>
                    </a:cubicBezTo>
                    <a:cubicBezTo>
                      <a:pt x="5235" y="71623"/>
                      <a:pt x="5873" y="71623"/>
                      <a:pt x="5873" y="71623"/>
                    </a:cubicBezTo>
                    <a:cubicBezTo>
                      <a:pt x="8430" y="71623"/>
                      <a:pt x="11625" y="69708"/>
                      <a:pt x="12263" y="66516"/>
                    </a:cubicBezTo>
                    <a:lnTo>
                      <a:pt x="26961" y="7145"/>
                    </a:lnTo>
                    <a:cubicBezTo>
                      <a:pt x="28238" y="4591"/>
                      <a:pt x="25682" y="1399"/>
                      <a:pt x="22487" y="122"/>
                    </a:cubicBezTo>
                    <a:close/>
                  </a:path>
                </a:pathLst>
              </a:custGeom>
              <a:grpFill/>
              <a:ln w="6390" cap="flat">
                <a:noFill/>
                <a:prstDash val="solid"/>
                <a:miter/>
              </a:ln>
            </p:spPr>
            <p:txBody>
              <a:bodyPr rtlCol="0" anchor="ctr"/>
              <a:lstStyle/>
              <a:p>
                <a:endParaRPr lang="en-US" sz="1200">
                  <a:latin typeface="Gill Sans MT" panose="020B0502020104020203" pitchFamily="34" charset="0"/>
                </a:endParaRPr>
              </a:p>
            </p:txBody>
          </p:sp>
          <p:sp>
            <p:nvSpPr>
              <p:cNvPr id="31" name="Graphic 6">
                <a:extLst>
                  <a:ext uri="{FF2B5EF4-FFF2-40B4-BE49-F238E27FC236}">
                    <a16:creationId xmlns:a16="http://schemas.microsoft.com/office/drawing/2014/main" id="{C105566E-ED38-B3E9-A50D-3AEB07BF2135}"/>
                  </a:ext>
                </a:extLst>
              </p:cNvPr>
              <p:cNvSpPr/>
              <p:nvPr/>
            </p:nvSpPr>
            <p:spPr>
              <a:xfrm>
                <a:off x="10046775" y="3561025"/>
                <a:ext cx="27082" cy="71623"/>
              </a:xfrm>
              <a:custGeom>
                <a:avLst/>
                <a:gdLst>
                  <a:gd name="connsiteX0" fmla="*/ 22487 w 27082"/>
                  <a:gd name="connsiteY0" fmla="*/ 122 h 71623"/>
                  <a:gd name="connsiteX1" fmla="*/ 14819 w 27082"/>
                  <a:gd name="connsiteY1" fmla="*/ 4591 h 71623"/>
                  <a:gd name="connsiteX2" fmla="*/ 123 w 27082"/>
                  <a:gd name="connsiteY2" fmla="*/ 63962 h 71623"/>
                  <a:gd name="connsiteX3" fmla="*/ 4595 w 27082"/>
                  <a:gd name="connsiteY3" fmla="*/ 71623 h 71623"/>
                  <a:gd name="connsiteX4" fmla="*/ 5873 w 27082"/>
                  <a:gd name="connsiteY4" fmla="*/ 71623 h 71623"/>
                  <a:gd name="connsiteX5" fmla="*/ 12263 w 27082"/>
                  <a:gd name="connsiteY5" fmla="*/ 66516 h 71623"/>
                  <a:gd name="connsiteX6" fmla="*/ 26960 w 27082"/>
                  <a:gd name="connsiteY6" fmla="*/ 7145 h 71623"/>
                  <a:gd name="connsiteX7" fmla="*/ 22487 w 27082"/>
                  <a:gd name="connsiteY7" fmla="*/ 122 h 71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82" h="71623">
                    <a:moveTo>
                      <a:pt x="22487" y="122"/>
                    </a:moveTo>
                    <a:cubicBezTo>
                      <a:pt x="19292" y="-516"/>
                      <a:pt x="15458" y="1399"/>
                      <a:pt x="14819" y="4591"/>
                    </a:cubicBezTo>
                    <a:lnTo>
                      <a:pt x="123" y="63962"/>
                    </a:lnTo>
                    <a:cubicBezTo>
                      <a:pt x="-517" y="67154"/>
                      <a:pt x="1400" y="70984"/>
                      <a:pt x="4595" y="71623"/>
                    </a:cubicBezTo>
                    <a:cubicBezTo>
                      <a:pt x="5234" y="71623"/>
                      <a:pt x="5873" y="71623"/>
                      <a:pt x="5873" y="71623"/>
                    </a:cubicBezTo>
                    <a:cubicBezTo>
                      <a:pt x="8429" y="71623"/>
                      <a:pt x="11624" y="69708"/>
                      <a:pt x="12263" y="66516"/>
                    </a:cubicBezTo>
                    <a:lnTo>
                      <a:pt x="26960" y="7145"/>
                    </a:lnTo>
                    <a:cubicBezTo>
                      <a:pt x="27599" y="4591"/>
                      <a:pt x="25682" y="1399"/>
                      <a:pt x="22487" y="122"/>
                    </a:cubicBezTo>
                    <a:close/>
                  </a:path>
                </a:pathLst>
              </a:custGeom>
              <a:grpFill/>
              <a:ln w="6390" cap="flat">
                <a:noFill/>
                <a:prstDash val="solid"/>
                <a:miter/>
              </a:ln>
            </p:spPr>
            <p:txBody>
              <a:bodyPr rtlCol="0" anchor="ctr"/>
              <a:lstStyle/>
              <a:p>
                <a:endParaRPr lang="en-US" sz="1200">
                  <a:latin typeface="Gill Sans MT" panose="020B0502020104020203" pitchFamily="34" charset="0"/>
                </a:endParaRPr>
              </a:p>
            </p:txBody>
          </p:sp>
          <p:sp>
            <p:nvSpPr>
              <p:cNvPr id="33" name="Graphic 6">
                <a:extLst>
                  <a:ext uri="{FF2B5EF4-FFF2-40B4-BE49-F238E27FC236}">
                    <a16:creationId xmlns:a16="http://schemas.microsoft.com/office/drawing/2014/main" id="{7F8601ED-AAC3-4FBD-4AA7-F5E4F9672F90}"/>
                  </a:ext>
                </a:extLst>
              </p:cNvPr>
              <p:cNvSpPr/>
              <p:nvPr/>
            </p:nvSpPr>
            <p:spPr>
              <a:xfrm>
                <a:off x="10098534" y="3561025"/>
                <a:ext cx="27296" cy="71623"/>
              </a:xfrm>
              <a:custGeom>
                <a:avLst/>
                <a:gdLst>
                  <a:gd name="connsiteX0" fmla="*/ 22487 w 27296"/>
                  <a:gd name="connsiteY0" fmla="*/ 122 h 71623"/>
                  <a:gd name="connsiteX1" fmla="*/ 14819 w 27296"/>
                  <a:gd name="connsiteY1" fmla="*/ 4591 h 71623"/>
                  <a:gd name="connsiteX2" fmla="*/ 122 w 27296"/>
                  <a:gd name="connsiteY2" fmla="*/ 63962 h 71623"/>
                  <a:gd name="connsiteX3" fmla="*/ 4595 w 27296"/>
                  <a:gd name="connsiteY3" fmla="*/ 71623 h 71623"/>
                  <a:gd name="connsiteX4" fmla="*/ 5874 w 27296"/>
                  <a:gd name="connsiteY4" fmla="*/ 71623 h 71623"/>
                  <a:gd name="connsiteX5" fmla="*/ 12263 w 27296"/>
                  <a:gd name="connsiteY5" fmla="*/ 66516 h 71623"/>
                  <a:gd name="connsiteX6" fmla="*/ 26960 w 27296"/>
                  <a:gd name="connsiteY6" fmla="*/ 7145 h 71623"/>
                  <a:gd name="connsiteX7" fmla="*/ 22487 w 27296"/>
                  <a:gd name="connsiteY7" fmla="*/ 122 h 71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296" h="71623">
                    <a:moveTo>
                      <a:pt x="22487" y="122"/>
                    </a:moveTo>
                    <a:cubicBezTo>
                      <a:pt x="19292" y="-516"/>
                      <a:pt x="15458" y="1399"/>
                      <a:pt x="14819" y="4591"/>
                    </a:cubicBezTo>
                    <a:lnTo>
                      <a:pt x="122" y="63962"/>
                    </a:lnTo>
                    <a:cubicBezTo>
                      <a:pt x="-516" y="67154"/>
                      <a:pt x="1400" y="70984"/>
                      <a:pt x="4595" y="71623"/>
                    </a:cubicBezTo>
                    <a:cubicBezTo>
                      <a:pt x="5234" y="71623"/>
                      <a:pt x="5874" y="71623"/>
                      <a:pt x="5874" y="71623"/>
                    </a:cubicBezTo>
                    <a:cubicBezTo>
                      <a:pt x="8429" y="71623"/>
                      <a:pt x="11624" y="69708"/>
                      <a:pt x="12263" y="66516"/>
                    </a:cubicBezTo>
                    <a:lnTo>
                      <a:pt x="26960" y="7145"/>
                    </a:lnTo>
                    <a:cubicBezTo>
                      <a:pt x="28238" y="4591"/>
                      <a:pt x="25682" y="1399"/>
                      <a:pt x="22487" y="122"/>
                    </a:cubicBezTo>
                    <a:close/>
                  </a:path>
                </a:pathLst>
              </a:custGeom>
              <a:grpFill/>
              <a:ln w="6390" cap="flat">
                <a:noFill/>
                <a:prstDash val="solid"/>
                <a:miter/>
              </a:ln>
            </p:spPr>
            <p:txBody>
              <a:bodyPr rtlCol="0" anchor="ctr"/>
              <a:lstStyle/>
              <a:p>
                <a:endParaRPr lang="en-US" sz="1200">
                  <a:latin typeface="Gill Sans MT" panose="020B0502020104020203" pitchFamily="34" charset="0"/>
                </a:endParaRPr>
              </a:p>
            </p:txBody>
          </p:sp>
        </p:grpSp>
      </p:grpSp>
      <p:grpSp>
        <p:nvGrpSpPr>
          <p:cNvPr id="34" name="Group 33">
            <a:extLst>
              <a:ext uri="{FF2B5EF4-FFF2-40B4-BE49-F238E27FC236}">
                <a16:creationId xmlns:a16="http://schemas.microsoft.com/office/drawing/2014/main" id="{E9BD5936-3CA4-2253-D83E-DB54CDE4763A}"/>
              </a:ext>
            </a:extLst>
          </p:cNvPr>
          <p:cNvGrpSpPr/>
          <p:nvPr/>
        </p:nvGrpSpPr>
        <p:grpSpPr>
          <a:xfrm>
            <a:off x="729876" y="2587735"/>
            <a:ext cx="9045066" cy="646074"/>
            <a:chOff x="568540" y="3405484"/>
            <a:chExt cx="9045066" cy="646074"/>
          </a:xfrm>
        </p:grpSpPr>
        <p:sp>
          <p:nvSpPr>
            <p:cNvPr id="35" name="TextBox 34">
              <a:extLst>
                <a:ext uri="{FF2B5EF4-FFF2-40B4-BE49-F238E27FC236}">
                  <a16:creationId xmlns:a16="http://schemas.microsoft.com/office/drawing/2014/main" id="{45BC1162-2586-47C6-85CE-6203A8295799}"/>
                </a:ext>
              </a:extLst>
            </p:cNvPr>
            <p:cNvSpPr txBox="1"/>
            <p:nvPr/>
          </p:nvSpPr>
          <p:spPr>
            <a:xfrm>
              <a:off x="1232610" y="3405484"/>
              <a:ext cx="8380996" cy="646074"/>
            </a:xfrm>
            <a:prstGeom prst="rect">
              <a:avLst/>
            </a:prstGeom>
            <a:noFill/>
            <a:ln>
              <a:solidFill>
                <a:schemeClr val="accent4"/>
              </a:solidFill>
            </a:ln>
          </p:spPr>
          <p:txBody>
            <a:bodyPr wrap="square" lIns="91440" tIns="0" rIns="91440" bIns="0" rtlCol="0">
              <a:spAutoFit/>
            </a:bodyPr>
            <a:lstStyle/>
            <a:p>
              <a:pPr>
                <a:lnSpc>
                  <a:spcPct val="120000"/>
                </a:lnSpc>
              </a:pPr>
              <a:r>
                <a:rPr lang="da-DK" altLang="zh-CN" sz="1200" b="1" dirty="0">
                  <a:solidFill>
                    <a:schemeClr val="accent4"/>
                  </a:solidFill>
                  <a:latin typeface="Gill Sans MT" panose="020B0502020104020203" pitchFamily="34" charset="0"/>
                  <a:cs typeface="+mn-ea"/>
                  <a:sym typeface="Arial" panose="020B0604020202020204" pitchFamily="34" charset="0"/>
                </a:rPr>
                <a:t>Quick Start / Black Start Capability</a:t>
              </a:r>
            </a:p>
            <a:p>
              <a:pPr>
                <a:lnSpc>
                  <a:spcPct val="120000"/>
                </a:lnSpc>
              </a:pPr>
              <a:r>
                <a:rPr lang="en-US" altLang="zh-CN" sz="1200" dirty="0">
                  <a:latin typeface="Gill Sans MT" panose="020B0502020104020203" pitchFamily="34" charset="0"/>
                  <a:cs typeface="+mn-ea"/>
                  <a:sym typeface="Arial" panose="020B0604020202020204" pitchFamily="34" charset="0"/>
                </a:rPr>
                <a:t>Hydropower’s quick-start capability and the capability to run at a zero load. When loads increase, additional power can be delivered rapidly to the system in order to meet demand</a:t>
              </a:r>
              <a:endParaRPr lang="da-DK" altLang="zh-CN" sz="1200" b="1" dirty="0">
                <a:solidFill>
                  <a:schemeClr val="accent4"/>
                </a:solidFill>
                <a:latin typeface="Gill Sans MT" panose="020B0502020104020203" pitchFamily="34" charset="0"/>
                <a:cs typeface="+mn-ea"/>
                <a:sym typeface="Arial" panose="020B0604020202020204" pitchFamily="34" charset="0"/>
              </a:endParaRPr>
            </a:p>
          </p:txBody>
        </p:sp>
        <p:grpSp>
          <p:nvGrpSpPr>
            <p:cNvPr id="36" name="Group 35">
              <a:extLst>
                <a:ext uri="{FF2B5EF4-FFF2-40B4-BE49-F238E27FC236}">
                  <a16:creationId xmlns:a16="http://schemas.microsoft.com/office/drawing/2014/main" id="{2B4A04AB-910C-B14B-1C6D-BDD1BFB28491}"/>
                </a:ext>
              </a:extLst>
            </p:cNvPr>
            <p:cNvGrpSpPr/>
            <p:nvPr/>
          </p:nvGrpSpPr>
          <p:grpSpPr>
            <a:xfrm>
              <a:off x="568540" y="3493694"/>
              <a:ext cx="548640" cy="548640"/>
              <a:chOff x="619543" y="3616250"/>
              <a:chExt cx="548640" cy="548640"/>
            </a:xfrm>
          </p:grpSpPr>
          <p:sp>
            <p:nvSpPr>
              <p:cNvPr id="37" name="Graphic 4">
                <a:extLst>
                  <a:ext uri="{FF2B5EF4-FFF2-40B4-BE49-F238E27FC236}">
                    <a16:creationId xmlns:a16="http://schemas.microsoft.com/office/drawing/2014/main" id="{752B13C0-F600-5FFF-15B3-2823B327172D}"/>
                  </a:ext>
                </a:extLst>
              </p:cNvPr>
              <p:cNvSpPr/>
              <p:nvPr/>
            </p:nvSpPr>
            <p:spPr>
              <a:xfrm>
                <a:off x="619543" y="3616250"/>
                <a:ext cx="548640" cy="548640"/>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180835 w 361670"/>
                  <a:gd name="connsiteY5" fmla="*/ 349204 h 361333"/>
                  <a:gd name="connsiteX6" fmla="*/ 12780 w 361670"/>
                  <a:gd name="connsiteY6" fmla="*/ 181305 h 361333"/>
                  <a:gd name="connsiteX7" fmla="*/ 180835 w 361670"/>
                  <a:gd name="connsiteY7" fmla="*/ 13406 h 361333"/>
                  <a:gd name="connsiteX8" fmla="*/ 348890 w 361670"/>
                  <a:gd name="connsiteY8" fmla="*/ 181305 h 361333"/>
                  <a:gd name="connsiteX9" fmla="*/ 180835 w 361670"/>
                  <a:gd name="connsiteY9" fmla="*/ 349204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1670" h="361333">
                    <a:moveTo>
                      <a:pt x="180835" y="0"/>
                    </a:moveTo>
                    <a:cubicBezTo>
                      <a:pt x="80513" y="0"/>
                      <a:pt x="0" y="81077"/>
                      <a:pt x="0" y="180667"/>
                    </a:cubicBezTo>
                    <a:cubicBezTo>
                      <a:pt x="0" y="280257"/>
                      <a:pt x="81152" y="361333"/>
                      <a:pt x="180835" y="361333"/>
                    </a:cubicBezTo>
                    <a:cubicBezTo>
                      <a:pt x="281157" y="361333"/>
                      <a:pt x="361670" y="280257"/>
                      <a:pt x="361670" y="180667"/>
                    </a:cubicBezTo>
                    <a:cubicBezTo>
                      <a:pt x="361670" y="81077"/>
                      <a:pt x="281157" y="0"/>
                      <a:pt x="180835" y="0"/>
                    </a:cubicBezTo>
                    <a:close/>
                    <a:moveTo>
                      <a:pt x="180835" y="349204"/>
                    </a:moveTo>
                    <a:cubicBezTo>
                      <a:pt x="88181" y="349204"/>
                      <a:pt x="12780" y="273873"/>
                      <a:pt x="12780" y="181305"/>
                    </a:cubicBezTo>
                    <a:cubicBezTo>
                      <a:pt x="12780" y="88737"/>
                      <a:pt x="88181" y="13406"/>
                      <a:pt x="180835" y="13406"/>
                    </a:cubicBezTo>
                    <a:cubicBezTo>
                      <a:pt x="273489" y="13406"/>
                      <a:pt x="348890" y="88737"/>
                      <a:pt x="348890" y="181305"/>
                    </a:cubicBezTo>
                    <a:cubicBezTo>
                      <a:pt x="349530" y="273873"/>
                      <a:pt x="273489" y="349204"/>
                      <a:pt x="180835" y="349204"/>
                    </a:cubicBezTo>
                    <a:close/>
                  </a:path>
                </a:pathLst>
              </a:custGeom>
              <a:solidFill>
                <a:schemeClr val="accent4"/>
              </a:solidFill>
              <a:ln w="6390" cap="flat">
                <a:noFill/>
                <a:prstDash val="solid"/>
                <a:miter/>
              </a:ln>
            </p:spPr>
            <p:txBody>
              <a:bodyPr rtlCol="0" anchor="ctr"/>
              <a:lstStyle/>
              <a:p>
                <a:endParaRPr lang="en-US" sz="1200">
                  <a:latin typeface="Gill Sans MT" panose="020B0502020104020203" pitchFamily="34" charset="0"/>
                </a:endParaRPr>
              </a:p>
            </p:txBody>
          </p:sp>
          <p:sp>
            <p:nvSpPr>
              <p:cNvPr id="38" name="Graphic 4">
                <a:extLst>
                  <a:ext uri="{FF2B5EF4-FFF2-40B4-BE49-F238E27FC236}">
                    <a16:creationId xmlns:a16="http://schemas.microsoft.com/office/drawing/2014/main" id="{5EC0189C-F70B-C5F7-6CBE-FAA2ECA4EA1B}"/>
                  </a:ext>
                </a:extLst>
              </p:cNvPr>
              <p:cNvSpPr/>
              <p:nvPr/>
            </p:nvSpPr>
            <p:spPr>
              <a:xfrm>
                <a:off x="727138" y="3747385"/>
                <a:ext cx="170141" cy="107319"/>
              </a:xfrm>
              <a:custGeom>
                <a:avLst/>
                <a:gdLst>
                  <a:gd name="connsiteX0" fmla="*/ 107351 w 112159"/>
                  <a:gd name="connsiteY0" fmla="*/ 70680 h 70680"/>
                  <a:gd name="connsiteX1" fmla="*/ 111824 w 112159"/>
                  <a:gd name="connsiteY1" fmla="*/ 63019 h 70680"/>
                  <a:gd name="connsiteX2" fmla="*/ 88181 w 112159"/>
                  <a:gd name="connsiteY2" fmla="*/ 22162 h 70680"/>
                  <a:gd name="connsiteX3" fmla="*/ 53675 w 112159"/>
                  <a:gd name="connsiteY3" fmla="*/ 1095 h 70680"/>
                  <a:gd name="connsiteX4" fmla="*/ 1917 w 112159"/>
                  <a:gd name="connsiteY4" fmla="*/ 17693 h 70680"/>
                  <a:gd name="connsiteX5" fmla="*/ 1917 w 112159"/>
                  <a:gd name="connsiteY5" fmla="*/ 26631 h 70680"/>
                  <a:gd name="connsiteX6" fmla="*/ 10863 w 112159"/>
                  <a:gd name="connsiteY6" fmla="*/ 26631 h 70680"/>
                  <a:gd name="connsiteX7" fmla="*/ 51119 w 112159"/>
                  <a:gd name="connsiteY7" fmla="*/ 13224 h 70680"/>
                  <a:gd name="connsiteX8" fmla="*/ 78596 w 112159"/>
                  <a:gd name="connsiteY8" fmla="*/ 29823 h 70680"/>
                  <a:gd name="connsiteX9" fmla="*/ 99044 w 112159"/>
                  <a:gd name="connsiteY9" fmla="*/ 64935 h 70680"/>
                  <a:gd name="connsiteX10" fmla="*/ 105434 w 112159"/>
                  <a:gd name="connsiteY10" fmla="*/ 70042 h 70680"/>
                  <a:gd name="connsiteX11" fmla="*/ 107351 w 112159"/>
                  <a:gd name="connsiteY11" fmla="*/ 70680 h 70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2159" h="70680">
                    <a:moveTo>
                      <a:pt x="107351" y="70680"/>
                    </a:moveTo>
                    <a:cubicBezTo>
                      <a:pt x="110546" y="70042"/>
                      <a:pt x="113102" y="66211"/>
                      <a:pt x="111824" y="63019"/>
                    </a:cubicBezTo>
                    <a:cubicBezTo>
                      <a:pt x="107351" y="45144"/>
                      <a:pt x="97766" y="32376"/>
                      <a:pt x="88181" y="22162"/>
                    </a:cubicBezTo>
                    <a:cubicBezTo>
                      <a:pt x="77957" y="11309"/>
                      <a:pt x="66455" y="3648"/>
                      <a:pt x="53675" y="1095"/>
                    </a:cubicBezTo>
                    <a:cubicBezTo>
                      <a:pt x="35784" y="-2736"/>
                      <a:pt x="16614" y="3648"/>
                      <a:pt x="1917" y="17693"/>
                    </a:cubicBezTo>
                    <a:cubicBezTo>
                      <a:pt x="-639" y="20247"/>
                      <a:pt x="-639" y="24077"/>
                      <a:pt x="1917" y="26631"/>
                    </a:cubicBezTo>
                    <a:cubicBezTo>
                      <a:pt x="4473" y="29184"/>
                      <a:pt x="8307" y="29184"/>
                      <a:pt x="10863" y="26631"/>
                    </a:cubicBezTo>
                    <a:cubicBezTo>
                      <a:pt x="22365" y="15778"/>
                      <a:pt x="37701" y="10671"/>
                      <a:pt x="51119" y="13224"/>
                    </a:cubicBezTo>
                    <a:cubicBezTo>
                      <a:pt x="60704" y="15139"/>
                      <a:pt x="70289" y="20885"/>
                      <a:pt x="78596" y="29823"/>
                    </a:cubicBezTo>
                    <a:cubicBezTo>
                      <a:pt x="90098" y="42591"/>
                      <a:pt x="95849" y="52805"/>
                      <a:pt x="99044" y="64935"/>
                    </a:cubicBezTo>
                    <a:cubicBezTo>
                      <a:pt x="99683" y="68127"/>
                      <a:pt x="102239" y="70042"/>
                      <a:pt x="105434" y="70042"/>
                    </a:cubicBezTo>
                    <a:cubicBezTo>
                      <a:pt x="106073" y="70680"/>
                      <a:pt x="106712" y="70680"/>
                      <a:pt x="107351" y="70680"/>
                    </a:cubicBezTo>
                    <a:close/>
                  </a:path>
                </a:pathLst>
              </a:custGeom>
              <a:solidFill>
                <a:schemeClr val="accent4"/>
              </a:solidFill>
              <a:ln w="6390" cap="flat">
                <a:noFill/>
                <a:prstDash val="solid"/>
                <a:miter/>
              </a:ln>
            </p:spPr>
            <p:txBody>
              <a:bodyPr rtlCol="0" anchor="ctr"/>
              <a:lstStyle/>
              <a:p>
                <a:endParaRPr lang="en-US" sz="1200">
                  <a:latin typeface="Gill Sans MT" panose="020B0502020104020203" pitchFamily="34" charset="0"/>
                </a:endParaRPr>
              </a:p>
            </p:txBody>
          </p:sp>
          <p:sp>
            <p:nvSpPr>
              <p:cNvPr id="39" name="Graphic 4">
                <a:extLst>
                  <a:ext uri="{FF2B5EF4-FFF2-40B4-BE49-F238E27FC236}">
                    <a16:creationId xmlns:a16="http://schemas.microsoft.com/office/drawing/2014/main" id="{7A134E9B-0D5A-AA8C-4A27-51C1282FC767}"/>
                  </a:ext>
                </a:extLst>
              </p:cNvPr>
              <p:cNvSpPr/>
              <p:nvPr/>
            </p:nvSpPr>
            <p:spPr>
              <a:xfrm>
                <a:off x="899169" y="3924956"/>
                <a:ext cx="169173" cy="111982"/>
              </a:xfrm>
              <a:custGeom>
                <a:avLst/>
                <a:gdLst>
                  <a:gd name="connsiteX0" fmla="*/ 100658 w 111521"/>
                  <a:gd name="connsiteY0" fmla="*/ 45024 h 73751"/>
                  <a:gd name="connsiteX1" fmla="*/ 60401 w 111521"/>
                  <a:gd name="connsiteY1" fmla="*/ 59068 h 73751"/>
                  <a:gd name="connsiteX2" fmla="*/ 32925 w 111521"/>
                  <a:gd name="connsiteY2" fmla="*/ 41832 h 73751"/>
                  <a:gd name="connsiteX3" fmla="*/ 12477 w 111521"/>
                  <a:gd name="connsiteY3" fmla="*/ 4805 h 73751"/>
                  <a:gd name="connsiteX4" fmla="*/ 4809 w 111521"/>
                  <a:gd name="connsiteY4" fmla="*/ 336 h 73751"/>
                  <a:gd name="connsiteX5" fmla="*/ 336 w 111521"/>
                  <a:gd name="connsiteY5" fmla="*/ 7997 h 73751"/>
                  <a:gd name="connsiteX6" fmla="*/ 23340 w 111521"/>
                  <a:gd name="connsiteY6" fmla="*/ 50769 h 73751"/>
                  <a:gd name="connsiteX7" fmla="*/ 57846 w 111521"/>
                  <a:gd name="connsiteY7" fmla="*/ 72475 h 73751"/>
                  <a:gd name="connsiteX8" fmla="*/ 68069 w 111521"/>
                  <a:gd name="connsiteY8" fmla="*/ 73752 h 73751"/>
                  <a:gd name="connsiteX9" fmla="*/ 109604 w 111521"/>
                  <a:gd name="connsiteY9" fmla="*/ 55238 h 73751"/>
                  <a:gd name="connsiteX10" fmla="*/ 109604 w 111521"/>
                  <a:gd name="connsiteY10" fmla="*/ 46301 h 73751"/>
                  <a:gd name="connsiteX11" fmla="*/ 100658 w 111521"/>
                  <a:gd name="connsiteY11" fmla="*/ 45024 h 73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1521" h="73751">
                    <a:moveTo>
                      <a:pt x="100658" y="45024"/>
                    </a:moveTo>
                    <a:cubicBezTo>
                      <a:pt x="89156" y="56515"/>
                      <a:pt x="73820" y="61622"/>
                      <a:pt x="60401" y="59068"/>
                    </a:cubicBezTo>
                    <a:cubicBezTo>
                      <a:pt x="50816" y="57153"/>
                      <a:pt x="41232" y="50769"/>
                      <a:pt x="32925" y="41832"/>
                    </a:cubicBezTo>
                    <a:cubicBezTo>
                      <a:pt x="21423" y="28425"/>
                      <a:pt x="15672" y="17573"/>
                      <a:pt x="12477" y="4805"/>
                    </a:cubicBezTo>
                    <a:cubicBezTo>
                      <a:pt x="11838" y="1613"/>
                      <a:pt x="8004" y="-941"/>
                      <a:pt x="4809" y="336"/>
                    </a:cubicBezTo>
                    <a:cubicBezTo>
                      <a:pt x="1614" y="974"/>
                      <a:pt x="-942" y="4805"/>
                      <a:pt x="336" y="7997"/>
                    </a:cubicBezTo>
                    <a:cubicBezTo>
                      <a:pt x="4809" y="26510"/>
                      <a:pt x="14394" y="39917"/>
                      <a:pt x="23340" y="50769"/>
                    </a:cubicBezTo>
                    <a:cubicBezTo>
                      <a:pt x="33564" y="62260"/>
                      <a:pt x="45066" y="69921"/>
                      <a:pt x="57846" y="72475"/>
                    </a:cubicBezTo>
                    <a:cubicBezTo>
                      <a:pt x="61041" y="73113"/>
                      <a:pt x="64874" y="73752"/>
                      <a:pt x="68069" y="73752"/>
                    </a:cubicBezTo>
                    <a:cubicBezTo>
                      <a:pt x="82766" y="73752"/>
                      <a:pt x="97463" y="67368"/>
                      <a:pt x="109604" y="55238"/>
                    </a:cubicBezTo>
                    <a:cubicBezTo>
                      <a:pt x="112160" y="52684"/>
                      <a:pt x="112160" y="48854"/>
                      <a:pt x="109604" y="46301"/>
                    </a:cubicBezTo>
                    <a:cubicBezTo>
                      <a:pt x="107048" y="43109"/>
                      <a:pt x="103214" y="43109"/>
                      <a:pt x="100658" y="45024"/>
                    </a:cubicBezTo>
                    <a:close/>
                  </a:path>
                </a:pathLst>
              </a:custGeom>
              <a:solidFill>
                <a:schemeClr val="accent4"/>
              </a:solidFill>
              <a:ln w="6390" cap="flat">
                <a:noFill/>
                <a:prstDash val="solid"/>
                <a:miter/>
              </a:ln>
            </p:spPr>
            <p:txBody>
              <a:bodyPr rtlCol="0" anchor="ctr"/>
              <a:lstStyle/>
              <a:p>
                <a:endParaRPr lang="en-US" sz="1200">
                  <a:latin typeface="Gill Sans MT" panose="020B0502020104020203" pitchFamily="34" charset="0"/>
                </a:endParaRPr>
              </a:p>
            </p:txBody>
          </p:sp>
          <p:sp>
            <p:nvSpPr>
              <p:cNvPr id="40" name="Graphic 4">
                <a:extLst>
                  <a:ext uri="{FF2B5EF4-FFF2-40B4-BE49-F238E27FC236}">
                    <a16:creationId xmlns:a16="http://schemas.microsoft.com/office/drawing/2014/main" id="{CDC068C1-FEC1-A267-A6DD-E4D4F332A478}"/>
                  </a:ext>
                </a:extLst>
              </p:cNvPr>
              <p:cNvSpPr/>
              <p:nvPr/>
            </p:nvSpPr>
            <p:spPr>
              <a:xfrm>
                <a:off x="720353" y="3881846"/>
                <a:ext cx="19385" cy="19385"/>
              </a:xfrm>
              <a:custGeom>
                <a:avLst/>
                <a:gdLst>
                  <a:gd name="connsiteX0" fmla="*/ 6390 w 12779"/>
                  <a:gd name="connsiteY0" fmla="*/ 0 h 12767"/>
                  <a:gd name="connsiteX1" fmla="*/ 6390 w 12779"/>
                  <a:gd name="connsiteY1" fmla="*/ 0 h 12767"/>
                  <a:gd name="connsiteX2" fmla="*/ 0 w 12779"/>
                  <a:gd name="connsiteY2" fmla="*/ 6384 h 12767"/>
                  <a:gd name="connsiteX3" fmla="*/ 6390 w 12779"/>
                  <a:gd name="connsiteY3" fmla="*/ 12768 h 12767"/>
                  <a:gd name="connsiteX4" fmla="*/ 12780 w 12779"/>
                  <a:gd name="connsiteY4" fmla="*/ 6384 h 12767"/>
                  <a:gd name="connsiteX5" fmla="*/ 6390 w 12779"/>
                  <a:gd name="connsiteY5" fmla="*/ 0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79" h="12767">
                    <a:moveTo>
                      <a:pt x="6390" y="0"/>
                    </a:moveTo>
                    <a:lnTo>
                      <a:pt x="6390" y="0"/>
                    </a:lnTo>
                    <a:cubicBezTo>
                      <a:pt x="2556" y="0"/>
                      <a:pt x="0" y="2554"/>
                      <a:pt x="0" y="6384"/>
                    </a:cubicBezTo>
                    <a:cubicBezTo>
                      <a:pt x="0" y="10214"/>
                      <a:pt x="3195" y="12768"/>
                      <a:pt x="6390" y="12768"/>
                    </a:cubicBezTo>
                    <a:cubicBezTo>
                      <a:pt x="9585" y="12768"/>
                      <a:pt x="12780" y="10214"/>
                      <a:pt x="12780" y="6384"/>
                    </a:cubicBezTo>
                    <a:cubicBezTo>
                      <a:pt x="12780" y="2554"/>
                      <a:pt x="9585" y="0"/>
                      <a:pt x="6390" y="0"/>
                    </a:cubicBezTo>
                    <a:close/>
                  </a:path>
                </a:pathLst>
              </a:custGeom>
              <a:solidFill>
                <a:schemeClr val="accent4"/>
              </a:solidFill>
              <a:ln w="6390" cap="flat">
                <a:noFill/>
                <a:prstDash val="solid"/>
                <a:miter/>
              </a:ln>
            </p:spPr>
            <p:txBody>
              <a:bodyPr rtlCol="0" anchor="ctr"/>
              <a:lstStyle/>
              <a:p>
                <a:endParaRPr lang="en-US" sz="1200">
                  <a:latin typeface="Gill Sans MT" panose="020B0502020104020203" pitchFamily="34" charset="0"/>
                </a:endParaRPr>
              </a:p>
            </p:txBody>
          </p:sp>
          <p:sp>
            <p:nvSpPr>
              <p:cNvPr id="41" name="Graphic 4">
                <a:extLst>
                  <a:ext uri="{FF2B5EF4-FFF2-40B4-BE49-F238E27FC236}">
                    <a16:creationId xmlns:a16="http://schemas.microsoft.com/office/drawing/2014/main" id="{2F48E2B1-F9E8-B624-A644-E4F8BFC17664}"/>
                  </a:ext>
                </a:extLst>
              </p:cNvPr>
              <p:cNvSpPr/>
              <p:nvPr/>
            </p:nvSpPr>
            <p:spPr>
              <a:xfrm>
                <a:off x="966562" y="3881846"/>
                <a:ext cx="20356" cy="19385"/>
              </a:xfrm>
              <a:custGeom>
                <a:avLst/>
                <a:gdLst>
                  <a:gd name="connsiteX0" fmla="*/ 6390 w 13419"/>
                  <a:gd name="connsiteY0" fmla="*/ 12768 h 12767"/>
                  <a:gd name="connsiteX1" fmla="*/ 7029 w 13419"/>
                  <a:gd name="connsiteY1" fmla="*/ 12768 h 12767"/>
                  <a:gd name="connsiteX2" fmla="*/ 13419 w 13419"/>
                  <a:gd name="connsiteY2" fmla="*/ 6384 h 12767"/>
                  <a:gd name="connsiteX3" fmla="*/ 7029 w 13419"/>
                  <a:gd name="connsiteY3" fmla="*/ 0 h 12767"/>
                  <a:gd name="connsiteX4" fmla="*/ 6390 w 13419"/>
                  <a:gd name="connsiteY4" fmla="*/ 0 h 12767"/>
                  <a:gd name="connsiteX5" fmla="*/ 0 w 13419"/>
                  <a:gd name="connsiteY5" fmla="*/ 6384 h 12767"/>
                  <a:gd name="connsiteX6" fmla="*/ 6390 w 13419"/>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19" h="12767">
                    <a:moveTo>
                      <a:pt x="6390" y="12768"/>
                    </a:moveTo>
                    <a:lnTo>
                      <a:pt x="7029" y="12768"/>
                    </a:lnTo>
                    <a:cubicBezTo>
                      <a:pt x="10863" y="12768"/>
                      <a:pt x="13419" y="10214"/>
                      <a:pt x="13419" y="6384"/>
                    </a:cubicBezTo>
                    <a:cubicBezTo>
                      <a:pt x="13419" y="2554"/>
                      <a:pt x="10863" y="0"/>
                      <a:pt x="7029" y="0"/>
                    </a:cubicBezTo>
                    <a:lnTo>
                      <a:pt x="6390" y="0"/>
                    </a:lnTo>
                    <a:cubicBezTo>
                      <a:pt x="2556" y="0"/>
                      <a:pt x="0" y="2554"/>
                      <a:pt x="0" y="6384"/>
                    </a:cubicBezTo>
                    <a:cubicBezTo>
                      <a:pt x="0" y="10214"/>
                      <a:pt x="2556" y="12768"/>
                      <a:pt x="6390" y="12768"/>
                    </a:cubicBezTo>
                    <a:close/>
                  </a:path>
                </a:pathLst>
              </a:custGeom>
              <a:solidFill>
                <a:schemeClr val="accent4"/>
              </a:solidFill>
              <a:ln w="6390" cap="flat">
                <a:noFill/>
                <a:prstDash val="solid"/>
                <a:miter/>
              </a:ln>
            </p:spPr>
            <p:txBody>
              <a:bodyPr rtlCol="0" anchor="ctr"/>
              <a:lstStyle/>
              <a:p>
                <a:endParaRPr lang="en-US" sz="1200">
                  <a:latin typeface="Gill Sans MT" panose="020B0502020104020203" pitchFamily="34" charset="0"/>
                </a:endParaRPr>
              </a:p>
            </p:txBody>
          </p:sp>
          <p:sp>
            <p:nvSpPr>
              <p:cNvPr id="44" name="Graphic 4">
                <a:extLst>
                  <a:ext uri="{FF2B5EF4-FFF2-40B4-BE49-F238E27FC236}">
                    <a16:creationId xmlns:a16="http://schemas.microsoft.com/office/drawing/2014/main" id="{967D84BE-207E-FDAF-64BE-110EF06A9C05}"/>
                  </a:ext>
                </a:extLst>
              </p:cNvPr>
              <p:cNvSpPr/>
              <p:nvPr/>
            </p:nvSpPr>
            <p:spPr>
              <a:xfrm>
                <a:off x="884170" y="3881846"/>
                <a:ext cx="20356" cy="19385"/>
              </a:xfrm>
              <a:custGeom>
                <a:avLst/>
                <a:gdLst>
                  <a:gd name="connsiteX0" fmla="*/ 13419 w 13419"/>
                  <a:gd name="connsiteY0" fmla="*/ 6384 h 12767"/>
                  <a:gd name="connsiteX1" fmla="*/ 7029 w 13419"/>
                  <a:gd name="connsiteY1" fmla="*/ 0 h 12767"/>
                  <a:gd name="connsiteX2" fmla="*/ 6390 w 13419"/>
                  <a:gd name="connsiteY2" fmla="*/ 0 h 12767"/>
                  <a:gd name="connsiteX3" fmla="*/ 0 w 13419"/>
                  <a:gd name="connsiteY3" fmla="*/ 6384 h 12767"/>
                  <a:gd name="connsiteX4" fmla="*/ 6390 w 13419"/>
                  <a:gd name="connsiteY4" fmla="*/ 12768 h 12767"/>
                  <a:gd name="connsiteX5" fmla="*/ 7029 w 13419"/>
                  <a:gd name="connsiteY5" fmla="*/ 12768 h 12767"/>
                  <a:gd name="connsiteX6" fmla="*/ 13419 w 13419"/>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19" h="12767">
                    <a:moveTo>
                      <a:pt x="13419" y="6384"/>
                    </a:moveTo>
                    <a:cubicBezTo>
                      <a:pt x="13419" y="2554"/>
                      <a:pt x="10863" y="0"/>
                      <a:pt x="7029" y="0"/>
                    </a:cubicBezTo>
                    <a:lnTo>
                      <a:pt x="6390" y="0"/>
                    </a:lnTo>
                    <a:cubicBezTo>
                      <a:pt x="2556" y="0"/>
                      <a:pt x="0" y="2554"/>
                      <a:pt x="0" y="6384"/>
                    </a:cubicBezTo>
                    <a:cubicBezTo>
                      <a:pt x="0" y="10214"/>
                      <a:pt x="2556" y="12768"/>
                      <a:pt x="6390" y="12768"/>
                    </a:cubicBezTo>
                    <a:lnTo>
                      <a:pt x="7029" y="12768"/>
                    </a:lnTo>
                    <a:cubicBezTo>
                      <a:pt x="10224" y="12768"/>
                      <a:pt x="13419" y="9576"/>
                      <a:pt x="13419" y="6384"/>
                    </a:cubicBezTo>
                    <a:close/>
                  </a:path>
                </a:pathLst>
              </a:custGeom>
              <a:solidFill>
                <a:schemeClr val="accent4"/>
              </a:solidFill>
              <a:ln w="6390" cap="flat">
                <a:noFill/>
                <a:prstDash val="solid"/>
                <a:miter/>
              </a:ln>
            </p:spPr>
            <p:txBody>
              <a:bodyPr rtlCol="0" anchor="ctr"/>
              <a:lstStyle/>
              <a:p>
                <a:endParaRPr lang="en-US" sz="1200">
                  <a:latin typeface="Gill Sans MT" panose="020B0502020104020203" pitchFamily="34" charset="0"/>
                </a:endParaRPr>
              </a:p>
            </p:txBody>
          </p:sp>
          <p:sp>
            <p:nvSpPr>
              <p:cNvPr id="45" name="Graphic 4">
                <a:extLst>
                  <a:ext uri="{FF2B5EF4-FFF2-40B4-BE49-F238E27FC236}">
                    <a16:creationId xmlns:a16="http://schemas.microsoft.com/office/drawing/2014/main" id="{A67C4535-BBC8-7139-52EC-95EA6CBFE9D7}"/>
                  </a:ext>
                </a:extLst>
              </p:cNvPr>
              <p:cNvSpPr/>
              <p:nvPr/>
            </p:nvSpPr>
            <p:spPr>
              <a:xfrm>
                <a:off x="801776" y="3881846"/>
                <a:ext cx="20356" cy="19385"/>
              </a:xfrm>
              <a:custGeom>
                <a:avLst/>
                <a:gdLst>
                  <a:gd name="connsiteX0" fmla="*/ 7029 w 13419"/>
                  <a:gd name="connsiteY0" fmla="*/ 0 h 12767"/>
                  <a:gd name="connsiteX1" fmla="*/ 6390 w 13419"/>
                  <a:gd name="connsiteY1" fmla="*/ 0 h 12767"/>
                  <a:gd name="connsiteX2" fmla="*/ 0 w 13419"/>
                  <a:gd name="connsiteY2" fmla="*/ 6384 h 12767"/>
                  <a:gd name="connsiteX3" fmla="*/ 6390 w 13419"/>
                  <a:gd name="connsiteY3" fmla="*/ 12768 h 12767"/>
                  <a:gd name="connsiteX4" fmla="*/ 7029 w 13419"/>
                  <a:gd name="connsiteY4" fmla="*/ 12768 h 12767"/>
                  <a:gd name="connsiteX5" fmla="*/ 13419 w 13419"/>
                  <a:gd name="connsiteY5" fmla="*/ 6384 h 12767"/>
                  <a:gd name="connsiteX6" fmla="*/ 7029 w 13419"/>
                  <a:gd name="connsiteY6" fmla="*/ 0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19" h="12767">
                    <a:moveTo>
                      <a:pt x="7029" y="0"/>
                    </a:moveTo>
                    <a:lnTo>
                      <a:pt x="6390" y="0"/>
                    </a:lnTo>
                    <a:cubicBezTo>
                      <a:pt x="2556" y="0"/>
                      <a:pt x="0" y="2554"/>
                      <a:pt x="0" y="6384"/>
                    </a:cubicBezTo>
                    <a:cubicBezTo>
                      <a:pt x="0" y="10214"/>
                      <a:pt x="2556" y="12768"/>
                      <a:pt x="6390" y="12768"/>
                    </a:cubicBezTo>
                    <a:lnTo>
                      <a:pt x="7029" y="12768"/>
                    </a:lnTo>
                    <a:cubicBezTo>
                      <a:pt x="10863" y="12768"/>
                      <a:pt x="13419" y="10214"/>
                      <a:pt x="13419" y="6384"/>
                    </a:cubicBezTo>
                    <a:cubicBezTo>
                      <a:pt x="13419" y="2554"/>
                      <a:pt x="10224" y="0"/>
                      <a:pt x="7029" y="0"/>
                    </a:cubicBezTo>
                    <a:close/>
                  </a:path>
                </a:pathLst>
              </a:custGeom>
              <a:solidFill>
                <a:schemeClr val="accent4"/>
              </a:solidFill>
              <a:ln w="6390" cap="flat">
                <a:noFill/>
                <a:prstDash val="solid"/>
                <a:miter/>
              </a:ln>
            </p:spPr>
            <p:txBody>
              <a:bodyPr rtlCol="0" anchor="ctr"/>
              <a:lstStyle/>
              <a:p>
                <a:endParaRPr lang="en-US" sz="1200">
                  <a:latin typeface="Gill Sans MT" panose="020B0502020104020203" pitchFamily="34" charset="0"/>
                </a:endParaRPr>
              </a:p>
            </p:txBody>
          </p:sp>
          <p:sp>
            <p:nvSpPr>
              <p:cNvPr id="48" name="Graphic 4">
                <a:extLst>
                  <a:ext uri="{FF2B5EF4-FFF2-40B4-BE49-F238E27FC236}">
                    <a16:creationId xmlns:a16="http://schemas.microsoft.com/office/drawing/2014/main" id="{F44D4F31-36AE-97CB-4CDA-1B09C73B9C5E}"/>
                  </a:ext>
                </a:extLst>
              </p:cNvPr>
              <p:cNvSpPr/>
              <p:nvPr/>
            </p:nvSpPr>
            <p:spPr>
              <a:xfrm>
                <a:off x="1048956" y="3881846"/>
                <a:ext cx="19385" cy="19385"/>
              </a:xfrm>
              <a:custGeom>
                <a:avLst/>
                <a:gdLst>
                  <a:gd name="connsiteX0" fmla="*/ 6390 w 12779"/>
                  <a:gd name="connsiteY0" fmla="*/ 12768 h 12767"/>
                  <a:gd name="connsiteX1" fmla="*/ 12780 w 12779"/>
                  <a:gd name="connsiteY1" fmla="*/ 6384 h 12767"/>
                  <a:gd name="connsiteX2" fmla="*/ 6390 w 12779"/>
                  <a:gd name="connsiteY2" fmla="*/ 0 h 12767"/>
                  <a:gd name="connsiteX3" fmla="*/ 6390 w 12779"/>
                  <a:gd name="connsiteY3" fmla="*/ 0 h 12767"/>
                  <a:gd name="connsiteX4" fmla="*/ 0 w 12779"/>
                  <a:gd name="connsiteY4" fmla="*/ 6384 h 12767"/>
                  <a:gd name="connsiteX5" fmla="*/ 6390 w 12779"/>
                  <a:gd name="connsiteY5"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79" h="12767">
                    <a:moveTo>
                      <a:pt x="6390" y="12768"/>
                    </a:moveTo>
                    <a:cubicBezTo>
                      <a:pt x="10224" y="12768"/>
                      <a:pt x="12780" y="10214"/>
                      <a:pt x="12780" y="6384"/>
                    </a:cubicBezTo>
                    <a:cubicBezTo>
                      <a:pt x="12780" y="2554"/>
                      <a:pt x="10224" y="0"/>
                      <a:pt x="6390" y="0"/>
                    </a:cubicBezTo>
                    <a:lnTo>
                      <a:pt x="6390" y="0"/>
                    </a:lnTo>
                    <a:cubicBezTo>
                      <a:pt x="2556" y="0"/>
                      <a:pt x="0" y="2554"/>
                      <a:pt x="0" y="6384"/>
                    </a:cubicBezTo>
                    <a:cubicBezTo>
                      <a:pt x="0" y="10214"/>
                      <a:pt x="3195" y="12768"/>
                      <a:pt x="6390" y="12768"/>
                    </a:cubicBezTo>
                    <a:close/>
                  </a:path>
                </a:pathLst>
              </a:custGeom>
              <a:solidFill>
                <a:schemeClr val="accent4"/>
              </a:solidFill>
              <a:ln w="6390" cap="flat">
                <a:noFill/>
                <a:prstDash val="solid"/>
                <a:miter/>
              </a:ln>
            </p:spPr>
            <p:txBody>
              <a:bodyPr rtlCol="0" anchor="ctr"/>
              <a:lstStyle/>
              <a:p>
                <a:endParaRPr lang="en-US" sz="1200">
                  <a:latin typeface="Gill Sans MT" panose="020B0502020104020203" pitchFamily="34" charset="0"/>
                </a:endParaRPr>
              </a:p>
            </p:txBody>
          </p:sp>
        </p:grpSp>
      </p:grpSp>
      <p:grpSp>
        <p:nvGrpSpPr>
          <p:cNvPr id="49" name="Group 48">
            <a:extLst>
              <a:ext uri="{FF2B5EF4-FFF2-40B4-BE49-F238E27FC236}">
                <a16:creationId xmlns:a16="http://schemas.microsoft.com/office/drawing/2014/main" id="{C29885F6-5EDA-90CD-1A77-77E83495455C}"/>
              </a:ext>
            </a:extLst>
          </p:cNvPr>
          <p:cNvGrpSpPr/>
          <p:nvPr/>
        </p:nvGrpSpPr>
        <p:grpSpPr>
          <a:xfrm>
            <a:off x="729876" y="3394102"/>
            <a:ext cx="9043587" cy="867673"/>
            <a:chOff x="568540" y="4145389"/>
            <a:chExt cx="9043587" cy="867673"/>
          </a:xfrm>
        </p:grpSpPr>
        <p:sp>
          <p:nvSpPr>
            <p:cNvPr id="50" name="TextBox 49">
              <a:extLst>
                <a:ext uri="{FF2B5EF4-FFF2-40B4-BE49-F238E27FC236}">
                  <a16:creationId xmlns:a16="http://schemas.microsoft.com/office/drawing/2014/main" id="{97AB7793-BD66-4FDF-80AE-69460BC65736}"/>
                </a:ext>
              </a:extLst>
            </p:cNvPr>
            <p:cNvSpPr txBox="1"/>
            <p:nvPr/>
          </p:nvSpPr>
          <p:spPr>
            <a:xfrm>
              <a:off x="1210962" y="4145389"/>
              <a:ext cx="8401165" cy="867673"/>
            </a:xfrm>
            <a:prstGeom prst="rect">
              <a:avLst/>
            </a:prstGeom>
            <a:noFill/>
            <a:ln>
              <a:solidFill>
                <a:schemeClr val="accent2"/>
              </a:solidFill>
            </a:ln>
          </p:spPr>
          <p:txBody>
            <a:bodyPr wrap="square" lIns="91440" tIns="0" rIns="91440" bIns="0" rtlCol="0">
              <a:spAutoFit/>
            </a:bodyPr>
            <a:lstStyle/>
            <a:p>
              <a:pPr>
                <a:lnSpc>
                  <a:spcPct val="120000"/>
                </a:lnSpc>
              </a:pPr>
              <a:r>
                <a:rPr lang="da-DK" altLang="zh-CN" sz="1200" b="1" dirty="0">
                  <a:solidFill>
                    <a:schemeClr val="accent2"/>
                  </a:solidFill>
                  <a:latin typeface="Gill Sans MT" panose="020B0502020104020203" pitchFamily="34" charset="0"/>
                  <a:cs typeface="+mn-ea"/>
                  <a:sym typeface="Arial" panose="020B0604020202020204" pitchFamily="34" charset="0"/>
                </a:rPr>
                <a:t>Regulation and Frequency Response</a:t>
              </a:r>
            </a:p>
            <a:p>
              <a:pPr>
                <a:lnSpc>
                  <a:spcPct val="120000"/>
                </a:lnSpc>
              </a:pPr>
              <a:r>
                <a:rPr lang="en-US" altLang="zh-CN" sz="1200" dirty="0">
                  <a:latin typeface="Gill Sans MT" panose="020B0502020104020203" pitchFamily="34" charset="0"/>
                  <a:cs typeface="+mn-ea"/>
                  <a:sym typeface="Arial" panose="020B0604020202020204" pitchFamily="34" charset="0"/>
                </a:rPr>
                <a:t>Hydro plants can assist in maintaining the frequency through continuous modulation of active power and to address moment-to moment fluctuations in system power requirements. Their fast response ability makes it especially valuable in covering steep load gradients (ramp rates) through its fast load-following. </a:t>
              </a:r>
            </a:p>
          </p:txBody>
        </p:sp>
        <p:grpSp>
          <p:nvGrpSpPr>
            <p:cNvPr id="51" name="Graphic 4">
              <a:extLst>
                <a:ext uri="{FF2B5EF4-FFF2-40B4-BE49-F238E27FC236}">
                  <a16:creationId xmlns:a16="http://schemas.microsoft.com/office/drawing/2014/main" id="{3F5FDD80-2D65-9EDF-7B51-F80737715DD7}"/>
                </a:ext>
              </a:extLst>
            </p:cNvPr>
            <p:cNvGrpSpPr/>
            <p:nvPr/>
          </p:nvGrpSpPr>
          <p:grpSpPr>
            <a:xfrm>
              <a:off x="568540" y="4293662"/>
              <a:ext cx="548640" cy="548640"/>
              <a:chOff x="3607758" y="3339623"/>
              <a:chExt cx="361674" cy="361333"/>
            </a:xfrm>
            <a:solidFill>
              <a:schemeClr val="accent5"/>
            </a:solidFill>
          </p:grpSpPr>
          <p:sp>
            <p:nvSpPr>
              <p:cNvPr id="53" name="Graphic 4">
                <a:extLst>
                  <a:ext uri="{FF2B5EF4-FFF2-40B4-BE49-F238E27FC236}">
                    <a16:creationId xmlns:a16="http://schemas.microsoft.com/office/drawing/2014/main" id="{E3E5366F-F881-3A15-750A-DCDA37783193}"/>
                  </a:ext>
                </a:extLst>
              </p:cNvPr>
              <p:cNvSpPr/>
              <p:nvPr/>
            </p:nvSpPr>
            <p:spPr>
              <a:xfrm>
                <a:off x="3607758" y="3339623"/>
                <a:ext cx="361674" cy="361333"/>
              </a:xfrm>
              <a:custGeom>
                <a:avLst/>
                <a:gdLst>
                  <a:gd name="connsiteX0" fmla="*/ 180836 w 361674"/>
                  <a:gd name="connsiteY0" fmla="*/ 0 h 361333"/>
                  <a:gd name="connsiteX1" fmla="*/ 0 w 361674"/>
                  <a:gd name="connsiteY1" fmla="*/ 180667 h 361333"/>
                  <a:gd name="connsiteX2" fmla="*/ 180836 w 361674"/>
                  <a:gd name="connsiteY2" fmla="*/ 361333 h 361333"/>
                  <a:gd name="connsiteX3" fmla="*/ 361671 w 361674"/>
                  <a:gd name="connsiteY3" fmla="*/ 180667 h 361333"/>
                  <a:gd name="connsiteX4" fmla="*/ 180836 w 361674"/>
                  <a:gd name="connsiteY4" fmla="*/ 0 h 361333"/>
                  <a:gd name="connsiteX5" fmla="*/ 180836 w 361674"/>
                  <a:gd name="connsiteY5" fmla="*/ 349204 h 361333"/>
                  <a:gd name="connsiteX6" fmla="*/ 12780 w 361674"/>
                  <a:gd name="connsiteY6" fmla="*/ 181305 h 361333"/>
                  <a:gd name="connsiteX7" fmla="*/ 180836 w 361674"/>
                  <a:gd name="connsiteY7" fmla="*/ 13406 h 361333"/>
                  <a:gd name="connsiteX8" fmla="*/ 348891 w 361674"/>
                  <a:gd name="connsiteY8" fmla="*/ 181305 h 361333"/>
                  <a:gd name="connsiteX9" fmla="*/ 180836 w 361674"/>
                  <a:gd name="connsiteY9" fmla="*/ 349204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1674" h="361333">
                    <a:moveTo>
                      <a:pt x="180836" y="0"/>
                    </a:moveTo>
                    <a:cubicBezTo>
                      <a:pt x="80513" y="0"/>
                      <a:pt x="0" y="81077"/>
                      <a:pt x="0" y="180667"/>
                    </a:cubicBezTo>
                    <a:cubicBezTo>
                      <a:pt x="0" y="280895"/>
                      <a:pt x="81152" y="361333"/>
                      <a:pt x="180836" y="361333"/>
                    </a:cubicBezTo>
                    <a:cubicBezTo>
                      <a:pt x="280518" y="361333"/>
                      <a:pt x="361671" y="280257"/>
                      <a:pt x="361671" y="180667"/>
                    </a:cubicBezTo>
                    <a:cubicBezTo>
                      <a:pt x="362310" y="81077"/>
                      <a:pt x="281157" y="0"/>
                      <a:pt x="180836" y="0"/>
                    </a:cubicBezTo>
                    <a:close/>
                    <a:moveTo>
                      <a:pt x="180836" y="349204"/>
                    </a:moveTo>
                    <a:cubicBezTo>
                      <a:pt x="88181" y="349204"/>
                      <a:pt x="12780" y="273873"/>
                      <a:pt x="12780" y="181305"/>
                    </a:cubicBezTo>
                    <a:cubicBezTo>
                      <a:pt x="12780" y="88738"/>
                      <a:pt x="88181" y="13406"/>
                      <a:pt x="180836" y="13406"/>
                    </a:cubicBezTo>
                    <a:cubicBezTo>
                      <a:pt x="273490" y="13406"/>
                      <a:pt x="348891" y="88738"/>
                      <a:pt x="348891" y="181305"/>
                    </a:cubicBezTo>
                    <a:cubicBezTo>
                      <a:pt x="349530" y="273873"/>
                      <a:pt x="274128" y="349204"/>
                      <a:pt x="180836" y="349204"/>
                    </a:cubicBezTo>
                    <a:close/>
                  </a:path>
                </a:pathLst>
              </a:custGeom>
              <a:grpFill/>
              <a:ln w="6390" cap="flat">
                <a:solidFill>
                  <a:schemeClr val="accent2"/>
                </a:solidFill>
                <a:prstDash val="solid"/>
                <a:miter/>
              </a:ln>
            </p:spPr>
            <p:txBody>
              <a:bodyPr rtlCol="0" anchor="ctr"/>
              <a:lstStyle/>
              <a:p>
                <a:endParaRPr lang="en-US" sz="1200">
                  <a:latin typeface="Gill Sans MT" panose="020B0502020104020203" pitchFamily="34" charset="0"/>
                </a:endParaRPr>
              </a:p>
            </p:txBody>
          </p:sp>
          <p:sp>
            <p:nvSpPr>
              <p:cNvPr id="57" name="Graphic 4">
                <a:extLst>
                  <a:ext uri="{FF2B5EF4-FFF2-40B4-BE49-F238E27FC236}">
                    <a16:creationId xmlns:a16="http://schemas.microsoft.com/office/drawing/2014/main" id="{9A76AF7D-A309-FF54-9405-CFF9FBC2350E}"/>
                  </a:ext>
                </a:extLst>
              </p:cNvPr>
              <p:cNvSpPr/>
              <p:nvPr/>
            </p:nvSpPr>
            <p:spPr>
              <a:xfrm>
                <a:off x="3680603" y="3444959"/>
                <a:ext cx="217257" cy="151938"/>
              </a:xfrm>
              <a:custGeom>
                <a:avLst/>
                <a:gdLst>
                  <a:gd name="connsiteX0" fmla="*/ 189142 w 217257"/>
                  <a:gd name="connsiteY0" fmla="*/ 0 h 151938"/>
                  <a:gd name="connsiteX1" fmla="*/ 161027 w 217257"/>
                  <a:gd name="connsiteY1" fmla="*/ 28090 h 151938"/>
                  <a:gd name="connsiteX2" fmla="*/ 169333 w 217257"/>
                  <a:gd name="connsiteY2" fmla="*/ 48518 h 151938"/>
                  <a:gd name="connsiteX3" fmla="*/ 139301 w 217257"/>
                  <a:gd name="connsiteY3" fmla="*/ 97037 h 151938"/>
                  <a:gd name="connsiteX4" fmla="*/ 130355 w 217257"/>
                  <a:gd name="connsiteY4" fmla="*/ 95760 h 151938"/>
                  <a:gd name="connsiteX5" fmla="*/ 122687 w 217257"/>
                  <a:gd name="connsiteY5" fmla="*/ 97037 h 151938"/>
                  <a:gd name="connsiteX6" fmla="*/ 97766 w 217257"/>
                  <a:gd name="connsiteY6" fmla="*/ 50434 h 151938"/>
                  <a:gd name="connsiteX7" fmla="*/ 107351 w 217257"/>
                  <a:gd name="connsiteY7" fmla="*/ 29366 h 151938"/>
                  <a:gd name="connsiteX8" fmla="*/ 79235 w 217257"/>
                  <a:gd name="connsiteY8" fmla="*/ 1277 h 151938"/>
                  <a:gd name="connsiteX9" fmla="*/ 51119 w 217257"/>
                  <a:gd name="connsiteY9" fmla="*/ 29366 h 151938"/>
                  <a:gd name="connsiteX10" fmla="*/ 60704 w 217257"/>
                  <a:gd name="connsiteY10" fmla="*/ 50434 h 151938"/>
                  <a:gd name="connsiteX11" fmla="*/ 35783 w 217257"/>
                  <a:gd name="connsiteY11" fmla="*/ 97037 h 151938"/>
                  <a:gd name="connsiteX12" fmla="*/ 28116 w 217257"/>
                  <a:gd name="connsiteY12" fmla="*/ 95760 h 151938"/>
                  <a:gd name="connsiteX13" fmla="*/ 0 w 217257"/>
                  <a:gd name="connsiteY13" fmla="*/ 123849 h 151938"/>
                  <a:gd name="connsiteX14" fmla="*/ 28116 w 217257"/>
                  <a:gd name="connsiteY14" fmla="*/ 151939 h 151938"/>
                  <a:gd name="connsiteX15" fmla="*/ 56231 w 217257"/>
                  <a:gd name="connsiteY15" fmla="*/ 123849 h 151938"/>
                  <a:gd name="connsiteX16" fmla="*/ 46646 w 217257"/>
                  <a:gd name="connsiteY16" fmla="*/ 102782 h 151938"/>
                  <a:gd name="connsiteX17" fmla="*/ 71567 w 217257"/>
                  <a:gd name="connsiteY17" fmla="*/ 56179 h 151938"/>
                  <a:gd name="connsiteX18" fmla="*/ 79235 w 217257"/>
                  <a:gd name="connsiteY18" fmla="*/ 57456 h 151938"/>
                  <a:gd name="connsiteX19" fmla="*/ 86903 w 217257"/>
                  <a:gd name="connsiteY19" fmla="*/ 56179 h 151938"/>
                  <a:gd name="connsiteX20" fmla="*/ 111824 w 217257"/>
                  <a:gd name="connsiteY20" fmla="*/ 102782 h 151938"/>
                  <a:gd name="connsiteX21" fmla="*/ 102239 w 217257"/>
                  <a:gd name="connsiteY21" fmla="*/ 123849 h 151938"/>
                  <a:gd name="connsiteX22" fmla="*/ 130355 w 217257"/>
                  <a:gd name="connsiteY22" fmla="*/ 151939 h 151938"/>
                  <a:gd name="connsiteX23" fmla="*/ 158470 w 217257"/>
                  <a:gd name="connsiteY23" fmla="*/ 123849 h 151938"/>
                  <a:gd name="connsiteX24" fmla="*/ 150164 w 217257"/>
                  <a:gd name="connsiteY24" fmla="*/ 103421 h 151938"/>
                  <a:gd name="connsiteX25" fmla="*/ 180196 w 217257"/>
                  <a:gd name="connsiteY25" fmla="*/ 54902 h 151938"/>
                  <a:gd name="connsiteX26" fmla="*/ 189142 w 217257"/>
                  <a:gd name="connsiteY26" fmla="*/ 56179 h 151938"/>
                  <a:gd name="connsiteX27" fmla="*/ 217258 w 217257"/>
                  <a:gd name="connsiteY27" fmla="*/ 28090 h 151938"/>
                  <a:gd name="connsiteX28" fmla="*/ 189142 w 217257"/>
                  <a:gd name="connsiteY28" fmla="*/ 0 h 151938"/>
                  <a:gd name="connsiteX29" fmla="*/ 27477 w 217257"/>
                  <a:gd name="connsiteY29" fmla="*/ 139171 h 151938"/>
                  <a:gd name="connsiteX30" fmla="*/ 12141 w 217257"/>
                  <a:gd name="connsiteY30" fmla="*/ 123849 h 151938"/>
                  <a:gd name="connsiteX31" fmla="*/ 27477 w 217257"/>
                  <a:gd name="connsiteY31" fmla="*/ 108528 h 151938"/>
                  <a:gd name="connsiteX32" fmla="*/ 42813 w 217257"/>
                  <a:gd name="connsiteY32" fmla="*/ 123849 h 151938"/>
                  <a:gd name="connsiteX33" fmla="*/ 27477 w 217257"/>
                  <a:gd name="connsiteY33" fmla="*/ 139171 h 151938"/>
                  <a:gd name="connsiteX34" fmla="*/ 63261 w 217257"/>
                  <a:gd name="connsiteY34" fmla="*/ 28090 h 151938"/>
                  <a:gd name="connsiteX35" fmla="*/ 78596 w 217257"/>
                  <a:gd name="connsiteY35" fmla="*/ 12768 h 151938"/>
                  <a:gd name="connsiteX36" fmla="*/ 93932 w 217257"/>
                  <a:gd name="connsiteY36" fmla="*/ 28090 h 151938"/>
                  <a:gd name="connsiteX37" fmla="*/ 78596 w 217257"/>
                  <a:gd name="connsiteY37" fmla="*/ 43411 h 151938"/>
                  <a:gd name="connsiteX38" fmla="*/ 63261 w 217257"/>
                  <a:gd name="connsiteY38" fmla="*/ 28090 h 151938"/>
                  <a:gd name="connsiteX39" fmla="*/ 130355 w 217257"/>
                  <a:gd name="connsiteY39" fmla="*/ 139171 h 151938"/>
                  <a:gd name="connsiteX40" fmla="*/ 115019 w 217257"/>
                  <a:gd name="connsiteY40" fmla="*/ 123849 h 151938"/>
                  <a:gd name="connsiteX41" fmla="*/ 130355 w 217257"/>
                  <a:gd name="connsiteY41" fmla="*/ 108528 h 151938"/>
                  <a:gd name="connsiteX42" fmla="*/ 145690 w 217257"/>
                  <a:gd name="connsiteY42" fmla="*/ 123849 h 151938"/>
                  <a:gd name="connsiteX43" fmla="*/ 130355 w 217257"/>
                  <a:gd name="connsiteY43" fmla="*/ 139171 h 151938"/>
                  <a:gd name="connsiteX44" fmla="*/ 189142 w 217257"/>
                  <a:gd name="connsiteY44" fmla="*/ 44050 h 151938"/>
                  <a:gd name="connsiteX45" fmla="*/ 173806 w 217257"/>
                  <a:gd name="connsiteY45" fmla="*/ 28728 h 151938"/>
                  <a:gd name="connsiteX46" fmla="*/ 189142 w 217257"/>
                  <a:gd name="connsiteY46" fmla="*/ 13406 h 151938"/>
                  <a:gd name="connsiteX47" fmla="*/ 204478 w 217257"/>
                  <a:gd name="connsiteY47" fmla="*/ 28728 h 151938"/>
                  <a:gd name="connsiteX48" fmla="*/ 189142 w 217257"/>
                  <a:gd name="connsiteY48" fmla="*/ 44050 h 151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217257" h="151938">
                    <a:moveTo>
                      <a:pt x="189142" y="0"/>
                    </a:moveTo>
                    <a:cubicBezTo>
                      <a:pt x="173167" y="0"/>
                      <a:pt x="161027" y="12768"/>
                      <a:pt x="161027" y="28090"/>
                    </a:cubicBezTo>
                    <a:cubicBezTo>
                      <a:pt x="161027" y="35750"/>
                      <a:pt x="164221" y="43411"/>
                      <a:pt x="169333" y="48518"/>
                    </a:cubicBezTo>
                    <a:lnTo>
                      <a:pt x="139301" y="97037"/>
                    </a:lnTo>
                    <a:cubicBezTo>
                      <a:pt x="136745" y="96398"/>
                      <a:pt x="133550" y="95760"/>
                      <a:pt x="130355" y="95760"/>
                    </a:cubicBezTo>
                    <a:cubicBezTo>
                      <a:pt x="127799" y="95760"/>
                      <a:pt x="125243" y="96398"/>
                      <a:pt x="122687" y="97037"/>
                    </a:cubicBezTo>
                    <a:lnTo>
                      <a:pt x="97766" y="50434"/>
                    </a:lnTo>
                    <a:cubicBezTo>
                      <a:pt x="103517" y="45326"/>
                      <a:pt x="107351" y="37666"/>
                      <a:pt x="107351" y="29366"/>
                    </a:cubicBezTo>
                    <a:cubicBezTo>
                      <a:pt x="107351" y="13406"/>
                      <a:pt x="94571" y="1277"/>
                      <a:pt x="79235" y="1277"/>
                    </a:cubicBezTo>
                    <a:cubicBezTo>
                      <a:pt x="63899" y="1277"/>
                      <a:pt x="51119" y="14045"/>
                      <a:pt x="51119" y="29366"/>
                    </a:cubicBezTo>
                    <a:cubicBezTo>
                      <a:pt x="51119" y="37666"/>
                      <a:pt x="54953" y="45326"/>
                      <a:pt x="60704" y="50434"/>
                    </a:cubicBezTo>
                    <a:lnTo>
                      <a:pt x="35783" y="97037"/>
                    </a:lnTo>
                    <a:cubicBezTo>
                      <a:pt x="33228" y="96398"/>
                      <a:pt x="30672" y="95760"/>
                      <a:pt x="28116" y="95760"/>
                    </a:cubicBezTo>
                    <a:cubicBezTo>
                      <a:pt x="12141" y="95760"/>
                      <a:pt x="0" y="108528"/>
                      <a:pt x="0" y="123849"/>
                    </a:cubicBezTo>
                    <a:cubicBezTo>
                      <a:pt x="0" y="139171"/>
                      <a:pt x="12780" y="151939"/>
                      <a:pt x="28116" y="151939"/>
                    </a:cubicBezTo>
                    <a:cubicBezTo>
                      <a:pt x="43451" y="151939"/>
                      <a:pt x="56231" y="139171"/>
                      <a:pt x="56231" y="123849"/>
                    </a:cubicBezTo>
                    <a:cubicBezTo>
                      <a:pt x="56231" y="115550"/>
                      <a:pt x="52398" y="107889"/>
                      <a:pt x="46646" y="102782"/>
                    </a:cubicBezTo>
                    <a:lnTo>
                      <a:pt x="71567" y="56179"/>
                    </a:lnTo>
                    <a:cubicBezTo>
                      <a:pt x="74123" y="56818"/>
                      <a:pt x="76679" y="57456"/>
                      <a:pt x="79235" y="57456"/>
                    </a:cubicBezTo>
                    <a:cubicBezTo>
                      <a:pt x="81791" y="57456"/>
                      <a:pt x="84347" y="56818"/>
                      <a:pt x="86903" y="56179"/>
                    </a:cubicBezTo>
                    <a:lnTo>
                      <a:pt x="111824" y="102782"/>
                    </a:lnTo>
                    <a:cubicBezTo>
                      <a:pt x="106073" y="107889"/>
                      <a:pt x="102239" y="115550"/>
                      <a:pt x="102239" y="123849"/>
                    </a:cubicBezTo>
                    <a:cubicBezTo>
                      <a:pt x="102239" y="139809"/>
                      <a:pt x="115019" y="151939"/>
                      <a:pt x="130355" y="151939"/>
                    </a:cubicBezTo>
                    <a:cubicBezTo>
                      <a:pt x="145690" y="151939"/>
                      <a:pt x="158470" y="139171"/>
                      <a:pt x="158470" y="123849"/>
                    </a:cubicBezTo>
                    <a:cubicBezTo>
                      <a:pt x="158470" y="116189"/>
                      <a:pt x="155275" y="108528"/>
                      <a:pt x="150164" y="103421"/>
                    </a:cubicBezTo>
                    <a:lnTo>
                      <a:pt x="180196" y="54902"/>
                    </a:lnTo>
                    <a:cubicBezTo>
                      <a:pt x="182752" y="55541"/>
                      <a:pt x="185947" y="56179"/>
                      <a:pt x="189142" y="56179"/>
                    </a:cubicBezTo>
                    <a:cubicBezTo>
                      <a:pt x="204478" y="56179"/>
                      <a:pt x="217258" y="43411"/>
                      <a:pt x="217258" y="28090"/>
                    </a:cubicBezTo>
                    <a:cubicBezTo>
                      <a:pt x="217258" y="12768"/>
                      <a:pt x="204478" y="0"/>
                      <a:pt x="189142" y="0"/>
                    </a:cubicBezTo>
                    <a:close/>
                    <a:moveTo>
                      <a:pt x="27477" y="139171"/>
                    </a:moveTo>
                    <a:cubicBezTo>
                      <a:pt x="19170" y="139171"/>
                      <a:pt x="12141" y="132149"/>
                      <a:pt x="12141" y="123849"/>
                    </a:cubicBezTo>
                    <a:cubicBezTo>
                      <a:pt x="12141" y="115550"/>
                      <a:pt x="19170" y="108528"/>
                      <a:pt x="27477" y="108528"/>
                    </a:cubicBezTo>
                    <a:cubicBezTo>
                      <a:pt x="35783" y="108528"/>
                      <a:pt x="42813" y="115550"/>
                      <a:pt x="42813" y="123849"/>
                    </a:cubicBezTo>
                    <a:cubicBezTo>
                      <a:pt x="42813" y="132149"/>
                      <a:pt x="36423" y="139171"/>
                      <a:pt x="27477" y="139171"/>
                    </a:cubicBezTo>
                    <a:close/>
                    <a:moveTo>
                      <a:pt x="63261" y="28090"/>
                    </a:moveTo>
                    <a:cubicBezTo>
                      <a:pt x="63261" y="19790"/>
                      <a:pt x="70289" y="12768"/>
                      <a:pt x="78596" y="12768"/>
                    </a:cubicBezTo>
                    <a:cubicBezTo>
                      <a:pt x="86903" y="12768"/>
                      <a:pt x="93932" y="19790"/>
                      <a:pt x="93932" y="28090"/>
                    </a:cubicBezTo>
                    <a:cubicBezTo>
                      <a:pt x="93932" y="36389"/>
                      <a:pt x="86903" y="43411"/>
                      <a:pt x="78596" y="43411"/>
                    </a:cubicBezTo>
                    <a:cubicBezTo>
                      <a:pt x="70289" y="43411"/>
                      <a:pt x="63261" y="37027"/>
                      <a:pt x="63261" y="28090"/>
                    </a:cubicBezTo>
                    <a:close/>
                    <a:moveTo>
                      <a:pt x="130355" y="139171"/>
                    </a:moveTo>
                    <a:cubicBezTo>
                      <a:pt x="122048" y="139171"/>
                      <a:pt x="115019" y="132149"/>
                      <a:pt x="115019" y="123849"/>
                    </a:cubicBezTo>
                    <a:cubicBezTo>
                      <a:pt x="115019" y="115550"/>
                      <a:pt x="122048" y="108528"/>
                      <a:pt x="130355" y="108528"/>
                    </a:cubicBezTo>
                    <a:cubicBezTo>
                      <a:pt x="138662" y="108528"/>
                      <a:pt x="145690" y="115550"/>
                      <a:pt x="145690" y="123849"/>
                    </a:cubicBezTo>
                    <a:cubicBezTo>
                      <a:pt x="145690" y="132149"/>
                      <a:pt x="138662" y="139171"/>
                      <a:pt x="130355" y="139171"/>
                    </a:cubicBezTo>
                    <a:close/>
                    <a:moveTo>
                      <a:pt x="189142" y="44050"/>
                    </a:moveTo>
                    <a:cubicBezTo>
                      <a:pt x="180835" y="44050"/>
                      <a:pt x="173806" y="37027"/>
                      <a:pt x="173806" y="28728"/>
                    </a:cubicBezTo>
                    <a:cubicBezTo>
                      <a:pt x="173806" y="20429"/>
                      <a:pt x="180835" y="13406"/>
                      <a:pt x="189142" y="13406"/>
                    </a:cubicBezTo>
                    <a:cubicBezTo>
                      <a:pt x="197449" y="13406"/>
                      <a:pt x="204478" y="20429"/>
                      <a:pt x="204478" y="28728"/>
                    </a:cubicBezTo>
                    <a:cubicBezTo>
                      <a:pt x="204478" y="37027"/>
                      <a:pt x="197449" y="44050"/>
                      <a:pt x="189142" y="44050"/>
                    </a:cubicBezTo>
                    <a:close/>
                  </a:path>
                </a:pathLst>
              </a:custGeom>
              <a:grpFill/>
              <a:ln w="6390" cap="flat">
                <a:solidFill>
                  <a:schemeClr val="accent2"/>
                </a:solidFill>
                <a:prstDash val="solid"/>
                <a:miter/>
              </a:ln>
            </p:spPr>
            <p:txBody>
              <a:bodyPr rtlCol="0" anchor="ctr"/>
              <a:lstStyle/>
              <a:p>
                <a:endParaRPr lang="en-US" sz="1200">
                  <a:latin typeface="Gill Sans MT" panose="020B0502020104020203" pitchFamily="34" charset="0"/>
                </a:endParaRPr>
              </a:p>
            </p:txBody>
          </p:sp>
        </p:grpSp>
      </p:grpSp>
      <p:grpSp>
        <p:nvGrpSpPr>
          <p:cNvPr id="58" name="Group 57">
            <a:extLst>
              <a:ext uri="{FF2B5EF4-FFF2-40B4-BE49-F238E27FC236}">
                <a16:creationId xmlns:a16="http://schemas.microsoft.com/office/drawing/2014/main" id="{B3E93020-AC34-008E-4417-9300D2F78ED8}"/>
              </a:ext>
            </a:extLst>
          </p:cNvPr>
          <p:cNvGrpSpPr/>
          <p:nvPr/>
        </p:nvGrpSpPr>
        <p:grpSpPr>
          <a:xfrm>
            <a:off x="716063" y="4332571"/>
            <a:ext cx="9057400" cy="646074"/>
            <a:chOff x="554727" y="5079194"/>
            <a:chExt cx="9057400" cy="646074"/>
          </a:xfrm>
        </p:grpSpPr>
        <p:sp>
          <p:nvSpPr>
            <p:cNvPr id="59" name="TextBox 58">
              <a:extLst>
                <a:ext uri="{FF2B5EF4-FFF2-40B4-BE49-F238E27FC236}">
                  <a16:creationId xmlns:a16="http://schemas.microsoft.com/office/drawing/2014/main" id="{480529AA-64AA-040A-944B-CCD96D33AEC9}"/>
                </a:ext>
              </a:extLst>
            </p:cNvPr>
            <p:cNvSpPr txBox="1"/>
            <p:nvPr/>
          </p:nvSpPr>
          <p:spPr>
            <a:xfrm>
              <a:off x="1210962" y="5079194"/>
              <a:ext cx="8401165" cy="646074"/>
            </a:xfrm>
            <a:prstGeom prst="rect">
              <a:avLst/>
            </a:prstGeom>
            <a:noFill/>
            <a:ln>
              <a:solidFill>
                <a:schemeClr val="tx1"/>
              </a:solidFill>
            </a:ln>
          </p:spPr>
          <p:txBody>
            <a:bodyPr wrap="square" lIns="91440" tIns="0" rIns="91440" bIns="0" rtlCol="0">
              <a:spAutoFit/>
            </a:bodyPr>
            <a:lstStyle/>
            <a:p>
              <a:pPr>
                <a:lnSpc>
                  <a:spcPct val="120000"/>
                </a:lnSpc>
              </a:pPr>
              <a:r>
                <a:rPr lang="da-DK" altLang="zh-CN" sz="1200" b="1" dirty="0">
                  <a:latin typeface="Gill Sans MT" panose="020B0502020104020203" pitchFamily="34" charset="0"/>
                  <a:cs typeface="+mn-ea"/>
                  <a:sym typeface="Arial" panose="020B0604020202020204" pitchFamily="34" charset="0"/>
                </a:rPr>
                <a:t>Voltage Support</a:t>
              </a:r>
            </a:p>
            <a:p>
              <a:pPr>
                <a:lnSpc>
                  <a:spcPct val="120000"/>
                </a:lnSpc>
              </a:pPr>
              <a:r>
                <a:rPr lang="en-US" altLang="zh-CN" sz="1200" dirty="0">
                  <a:latin typeface="Gill Sans MT" panose="020B0502020104020203" pitchFamily="34" charset="0"/>
                  <a:cs typeface="+mn-ea"/>
                  <a:sym typeface="Arial" panose="020B0604020202020204" pitchFamily="34" charset="0"/>
                </a:rPr>
                <a:t>Hydropower plants have the ability to control reactive power, thereby ensuring that power will flow from generation to load. They also contribute to maintain voltage by injecting or absorbing reactive power to the system/Grid. </a:t>
              </a:r>
            </a:p>
          </p:txBody>
        </p:sp>
        <p:grpSp>
          <p:nvGrpSpPr>
            <p:cNvPr id="60" name="Graphic 4">
              <a:extLst>
                <a:ext uri="{FF2B5EF4-FFF2-40B4-BE49-F238E27FC236}">
                  <a16:creationId xmlns:a16="http://schemas.microsoft.com/office/drawing/2014/main" id="{A1EB3B51-49EF-E3C6-7B6F-FD98C485818B}"/>
                </a:ext>
              </a:extLst>
            </p:cNvPr>
            <p:cNvGrpSpPr/>
            <p:nvPr/>
          </p:nvGrpSpPr>
          <p:grpSpPr>
            <a:xfrm>
              <a:off x="554727" y="5122267"/>
              <a:ext cx="548640" cy="548640"/>
              <a:chOff x="4660820" y="918179"/>
              <a:chExt cx="362312" cy="361971"/>
            </a:xfrm>
            <a:solidFill>
              <a:srgbClr val="00B0F0"/>
            </a:solidFill>
          </p:grpSpPr>
          <p:sp>
            <p:nvSpPr>
              <p:cNvPr id="61" name="Graphic 4">
                <a:extLst>
                  <a:ext uri="{FF2B5EF4-FFF2-40B4-BE49-F238E27FC236}">
                    <a16:creationId xmlns:a16="http://schemas.microsoft.com/office/drawing/2014/main" id="{948E8CD5-4CE0-D57A-D91F-374CF1C09686}"/>
                  </a:ext>
                </a:extLst>
              </p:cNvPr>
              <p:cNvSpPr/>
              <p:nvPr/>
            </p:nvSpPr>
            <p:spPr>
              <a:xfrm>
                <a:off x="4660820" y="918179"/>
                <a:ext cx="362312" cy="361971"/>
              </a:xfrm>
              <a:custGeom>
                <a:avLst/>
                <a:gdLst>
                  <a:gd name="connsiteX0" fmla="*/ 181474 w 362312"/>
                  <a:gd name="connsiteY0" fmla="*/ 0 h 361971"/>
                  <a:gd name="connsiteX1" fmla="*/ 0 w 362312"/>
                  <a:gd name="connsiteY1" fmla="*/ 180667 h 361971"/>
                  <a:gd name="connsiteX2" fmla="*/ 180835 w 362312"/>
                  <a:gd name="connsiteY2" fmla="*/ 361972 h 361971"/>
                  <a:gd name="connsiteX3" fmla="*/ 362309 w 362312"/>
                  <a:gd name="connsiteY3" fmla="*/ 181305 h 361971"/>
                  <a:gd name="connsiteX4" fmla="*/ 362309 w 362312"/>
                  <a:gd name="connsiteY4" fmla="*/ 181305 h 361971"/>
                  <a:gd name="connsiteX5" fmla="*/ 181474 w 362312"/>
                  <a:gd name="connsiteY5" fmla="*/ 0 h 361971"/>
                  <a:gd name="connsiteX6" fmla="*/ 181474 w 362312"/>
                  <a:gd name="connsiteY6" fmla="*/ 349204 h 361971"/>
                  <a:gd name="connsiteX7" fmla="*/ 12780 w 362312"/>
                  <a:gd name="connsiteY7" fmla="*/ 181305 h 361971"/>
                  <a:gd name="connsiteX8" fmla="*/ 180835 w 362312"/>
                  <a:gd name="connsiteY8" fmla="*/ 12768 h 361971"/>
                  <a:gd name="connsiteX9" fmla="*/ 349529 w 362312"/>
                  <a:gd name="connsiteY9" fmla="*/ 180667 h 361971"/>
                  <a:gd name="connsiteX10" fmla="*/ 349529 w 362312"/>
                  <a:gd name="connsiteY10" fmla="*/ 180667 h 361971"/>
                  <a:gd name="connsiteX11" fmla="*/ 181474 w 362312"/>
                  <a:gd name="connsiteY11"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12" h="361971">
                    <a:moveTo>
                      <a:pt x="181474" y="0"/>
                    </a:moveTo>
                    <a:cubicBezTo>
                      <a:pt x="81152" y="0"/>
                      <a:pt x="0" y="81077"/>
                      <a:pt x="0" y="180667"/>
                    </a:cubicBezTo>
                    <a:cubicBezTo>
                      <a:pt x="0" y="280257"/>
                      <a:pt x="81152" y="361972"/>
                      <a:pt x="180835" y="361972"/>
                    </a:cubicBezTo>
                    <a:cubicBezTo>
                      <a:pt x="280518" y="361972"/>
                      <a:pt x="362309" y="280895"/>
                      <a:pt x="362309" y="181305"/>
                    </a:cubicBezTo>
                    <a:cubicBezTo>
                      <a:pt x="362309" y="181305"/>
                      <a:pt x="362309" y="181305"/>
                      <a:pt x="362309" y="181305"/>
                    </a:cubicBezTo>
                    <a:cubicBezTo>
                      <a:pt x="362948" y="81077"/>
                      <a:pt x="281796" y="0"/>
                      <a:pt x="181474" y="0"/>
                    </a:cubicBezTo>
                    <a:close/>
                    <a:moveTo>
                      <a:pt x="181474" y="349204"/>
                    </a:moveTo>
                    <a:cubicBezTo>
                      <a:pt x="88181" y="349204"/>
                      <a:pt x="12780" y="273873"/>
                      <a:pt x="12780" y="181305"/>
                    </a:cubicBezTo>
                    <a:cubicBezTo>
                      <a:pt x="12780" y="88737"/>
                      <a:pt x="88181" y="12768"/>
                      <a:pt x="180835" y="12768"/>
                    </a:cubicBezTo>
                    <a:cubicBezTo>
                      <a:pt x="274128" y="12768"/>
                      <a:pt x="349529" y="88099"/>
                      <a:pt x="349529" y="180667"/>
                    </a:cubicBezTo>
                    <a:cubicBezTo>
                      <a:pt x="349529" y="180667"/>
                      <a:pt x="349529" y="180667"/>
                      <a:pt x="349529" y="180667"/>
                    </a:cubicBezTo>
                    <a:cubicBezTo>
                      <a:pt x="349529" y="273873"/>
                      <a:pt x="274767" y="348565"/>
                      <a:pt x="181474" y="349204"/>
                    </a:cubicBezTo>
                    <a:close/>
                  </a:path>
                </a:pathLst>
              </a:custGeom>
              <a:grpFill/>
              <a:ln w="6390" cap="flat">
                <a:solidFill>
                  <a:schemeClr val="tx1"/>
                </a:solidFill>
                <a:prstDash val="solid"/>
                <a:miter/>
              </a:ln>
            </p:spPr>
            <p:txBody>
              <a:bodyPr rtlCol="0" anchor="ctr"/>
              <a:lstStyle/>
              <a:p>
                <a:endParaRPr lang="en-US" sz="1200">
                  <a:latin typeface="Gill Sans MT" panose="020B0502020104020203" pitchFamily="34" charset="0"/>
                </a:endParaRPr>
              </a:p>
            </p:txBody>
          </p:sp>
          <p:sp>
            <p:nvSpPr>
              <p:cNvPr id="62" name="Graphic 4">
                <a:extLst>
                  <a:ext uri="{FF2B5EF4-FFF2-40B4-BE49-F238E27FC236}">
                    <a16:creationId xmlns:a16="http://schemas.microsoft.com/office/drawing/2014/main" id="{0720DA20-2A10-59F3-BDD9-03A6D722DBA5}"/>
                  </a:ext>
                </a:extLst>
              </p:cNvPr>
              <p:cNvSpPr/>
              <p:nvPr/>
            </p:nvSpPr>
            <p:spPr>
              <a:xfrm>
                <a:off x="4734932" y="990805"/>
                <a:ext cx="216142" cy="217217"/>
              </a:xfrm>
              <a:custGeom>
                <a:avLst/>
                <a:gdLst>
                  <a:gd name="connsiteX0" fmla="*/ 151452 w 216142"/>
                  <a:gd name="connsiteY0" fmla="*/ 83781 h 217217"/>
                  <a:gd name="connsiteX1" fmla="*/ 210879 w 216142"/>
                  <a:gd name="connsiteY1" fmla="*/ 63991 h 217217"/>
                  <a:gd name="connsiteX2" fmla="*/ 191070 w 216142"/>
                  <a:gd name="connsiteY2" fmla="*/ 4620 h 217217"/>
                  <a:gd name="connsiteX3" fmla="*/ 131643 w 216142"/>
                  <a:gd name="connsiteY3" fmla="*/ 24410 h 217217"/>
                  <a:gd name="connsiteX4" fmla="*/ 127171 w 216142"/>
                  <a:gd name="connsiteY4" fmla="*/ 44201 h 217217"/>
                  <a:gd name="connsiteX5" fmla="*/ 132283 w 216142"/>
                  <a:gd name="connsiteY5" fmla="*/ 63991 h 217217"/>
                  <a:gd name="connsiteX6" fmla="*/ 108640 w 216142"/>
                  <a:gd name="connsiteY6" fmla="*/ 72290 h 217217"/>
                  <a:gd name="connsiteX7" fmla="*/ 108640 w 216142"/>
                  <a:gd name="connsiteY7" fmla="*/ 72290 h 217217"/>
                  <a:gd name="connsiteX8" fmla="*/ 84358 w 216142"/>
                  <a:gd name="connsiteY8" fmla="*/ 63353 h 217217"/>
                  <a:gd name="connsiteX9" fmla="*/ 88831 w 216142"/>
                  <a:gd name="connsiteY9" fmla="*/ 44201 h 217217"/>
                  <a:gd name="connsiteX10" fmla="*/ 44740 w 216142"/>
                  <a:gd name="connsiteY10" fmla="*/ 151 h 217217"/>
                  <a:gd name="connsiteX11" fmla="*/ 650 w 216142"/>
                  <a:gd name="connsiteY11" fmla="*/ 44201 h 217217"/>
                  <a:gd name="connsiteX12" fmla="*/ 44740 w 216142"/>
                  <a:gd name="connsiteY12" fmla="*/ 88250 h 217217"/>
                  <a:gd name="connsiteX13" fmla="*/ 44740 w 216142"/>
                  <a:gd name="connsiteY13" fmla="*/ 88250 h 217217"/>
                  <a:gd name="connsiteX14" fmla="*/ 65188 w 216142"/>
                  <a:gd name="connsiteY14" fmla="*/ 83143 h 217217"/>
                  <a:gd name="connsiteX15" fmla="*/ 73495 w 216142"/>
                  <a:gd name="connsiteY15" fmla="*/ 106764 h 217217"/>
                  <a:gd name="connsiteX16" fmla="*/ 63910 w 216142"/>
                  <a:gd name="connsiteY16" fmla="*/ 132300 h 217217"/>
                  <a:gd name="connsiteX17" fmla="*/ 4484 w 216142"/>
                  <a:gd name="connsiteY17" fmla="*/ 153367 h 217217"/>
                  <a:gd name="connsiteX18" fmla="*/ 25571 w 216142"/>
                  <a:gd name="connsiteY18" fmla="*/ 212738 h 217217"/>
                  <a:gd name="connsiteX19" fmla="*/ 84997 w 216142"/>
                  <a:gd name="connsiteY19" fmla="*/ 191671 h 217217"/>
                  <a:gd name="connsiteX20" fmla="*/ 84358 w 216142"/>
                  <a:gd name="connsiteY20" fmla="*/ 152729 h 217217"/>
                  <a:gd name="connsiteX21" fmla="*/ 108640 w 216142"/>
                  <a:gd name="connsiteY21" fmla="*/ 143791 h 217217"/>
                  <a:gd name="connsiteX22" fmla="*/ 108640 w 216142"/>
                  <a:gd name="connsiteY22" fmla="*/ 143791 h 217217"/>
                  <a:gd name="connsiteX23" fmla="*/ 132283 w 216142"/>
                  <a:gd name="connsiteY23" fmla="*/ 152090 h 217217"/>
                  <a:gd name="connsiteX24" fmla="*/ 152091 w 216142"/>
                  <a:gd name="connsiteY24" fmla="*/ 211461 h 217217"/>
                  <a:gd name="connsiteX25" fmla="*/ 211518 w 216142"/>
                  <a:gd name="connsiteY25" fmla="*/ 191671 h 217217"/>
                  <a:gd name="connsiteX26" fmla="*/ 191709 w 216142"/>
                  <a:gd name="connsiteY26" fmla="*/ 132300 h 217217"/>
                  <a:gd name="connsiteX27" fmla="*/ 171900 w 216142"/>
                  <a:gd name="connsiteY27" fmla="*/ 127831 h 217217"/>
                  <a:gd name="connsiteX28" fmla="*/ 152731 w 216142"/>
                  <a:gd name="connsiteY28" fmla="*/ 132300 h 217217"/>
                  <a:gd name="connsiteX29" fmla="*/ 143784 w 216142"/>
                  <a:gd name="connsiteY29" fmla="*/ 106764 h 217217"/>
                  <a:gd name="connsiteX30" fmla="*/ 151452 w 216142"/>
                  <a:gd name="connsiteY30" fmla="*/ 83781 h 217217"/>
                  <a:gd name="connsiteX31" fmla="*/ 139311 w 216142"/>
                  <a:gd name="connsiteY31" fmla="*/ 44201 h 217217"/>
                  <a:gd name="connsiteX32" fmla="*/ 170622 w 216142"/>
                  <a:gd name="connsiteY32" fmla="*/ 11642 h 217217"/>
                  <a:gd name="connsiteX33" fmla="*/ 203211 w 216142"/>
                  <a:gd name="connsiteY33" fmla="*/ 42924 h 217217"/>
                  <a:gd name="connsiteX34" fmla="*/ 171900 w 216142"/>
                  <a:gd name="connsiteY34" fmla="*/ 75482 h 217217"/>
                  <a:gd name="connsiteX35" fmla="*/ 157842 w 216142"/>
                  <a:gd name="connsiteY35" fmla="*/ 72290 h 217217"/>
                  <a:gd name="connsiteX36" fmla="*/ 171261 w 216142"/>
                  <a:gd name="connsiteY36" fmla="*/ 53777 h 217217"/>
                  <a:gd name="connsiteX37" fmla="*/ 177012 w 216142"/>
                  <a:gd name="connsiteY37" fmla="*/ 60799 h 217217"/>
                  <a:gd name="connsiteX38" fmla="*/ 182124 w 216142"/>
                  <a:gd name="connsiteY38" fmla="*/ 63353 h 217217"/>
                  <a:gd name="connsiteX39" fmla="*/ 186597 w 216142"/>
                  <a:gd name="connsiteY39" fmla="*/ 62076 h 217217"/>
                  <a:gd name="connsiteX40" fmla="*/ 187236 w 216142"/>
                  <a:gd name="connsiteY40" fmla="*/ 53138 h 217217"/>
                  <a:gd name="connsiteX41" fmla="*/ 187236 w 216142"/>
                  <a:gd name="connsiteY41" fmla="*/ 53138 h 217217"/>
                  <a:gd name="connsiteX42" fmla="*/ 180846 w 216142"/>
                  <a:gd name="connsiteY42" fmla="*/ 45478 h 217217"/>
                  <a:gd name="connsiteX43" fmla="*/ 188514 w 216142"/>
                  <a:gd name="connsiteY43" fmla="*/ 38455 h 217217"/>
                  <a:gd name="connsiteX44" fmla="*/ 189153 w 216142"/>
                  <a:gd name="connsiteY44" fmla="*/ 29518 h 217217"/>
                  <a:gd name="connsiteX45" fmla="*/ 180207 w 216142"/>
                  <a:gd name="connsiteY45" fmla="*/ 28879 h 217217"/>
                  <a:gd name="connsiteX46" fmla="*/ 172539 w 216142"/>
                  <a:gd name="connsiteY46" fmla="*/ 35902 h 217217"/>
                  <a:gd name="connsiteX47" fmla="*/ 166149 w 216142"/>
                  <a:gd name="connsiteY47" fmla="*/ 28241 h 217217"/>
                  <a:gd name="connsiteX48" fmla="*/ 157203 w 216142"/>
                  <a:gd name="connsiteY48" fmla="*/ 27602 h 217217"/>
                  <a:gd name="connsiteX49" fmla="*/ 156564 w 216142"/>
                  <a:gd name="connsiteY49" fmla="*/ 36540 h 217217"/>
                  <a:gd name="connsiteX50" fmla="*/ 162954 w 216142"/>
                  <a:gd name="connsiteY50" fmla="*/ 44201 h 217217"/>
                  <a:gd name="connsiteX51" fmla="*/ 155286 w 216142"/>
                  <a:gd name="connsiteY51" fmla="*/ 51223 h 217217"/>
                  <a:gd name="connsiteX52" fmla="*/ 155286 w 216142"/>
                  <a:gd name="connsiteY52" fmla="*/ 51223 h 217217"/>
                  <a:gd name="connsiteX53" fmla="*/ 143784 w 216142"/>
                  <a:gd name="connsiteY53" fmla="*/ 58884 h 217217"/>
                  <a:gd name="connsiteX54" fmla="*/ 139311 w 216142"/>
                  <a:gd name="connsiteY54" fmla="*/ 44201 h 217217"/>
                  <a:gd name="connsiteX55" fmla="*/ 139311 w 216142"/>
                  <a:gd name="connsiteY55" fmla="*/ 44201 h 217217"/>
                  <a:gd name="connsiteX56" fmla="*/ 43462 w 216142"/>
                  <a:gd name="connsiteY56" fmla="*/ 75482 h 217217"/>
                  <a:gd name="connsiteX57" fmla="*/ 11513 w 216142"/>
                  <a:gd name="connsiteY57" fmla="*/ 44201 h 217217"/>
                  <a:gd name="connsiteX58" fmla="*/ 42824 w 216142"/>
                  <a:gd name="connsiteY58" fmla="*/ 12281 h 217217"/>
                  <a:gd name="connsiteX59" fmla="*/ 74773 w 216142"/>
                  <a:gd name="connsiteY59" fmla="*/ 43562 h 217217"/>
                  <a:gd name="connsiteX60" fmla="*/ 72217 w 216142"/>
                  <a:gd name="connsiteY60" fmla="*/ 56330 h 217217"/>
                  <a:gd name="connsiteX61" fmla="*/ 53686 w 216142"/>
                  <a:gd name="connsiteY61" fmla="*/ 42924 h 217217"/>
                  <a:gd name="connsiteX62" fmla="*/ 60076 w 216142"/>
                  <a:gd name="connsiteY62" fmla="*/ 37817 h 217217"/>
                  <a:gd name="connsiteX63" fmla="*/ 60715 w 216142"/>
                  <a:gd name="connsiteY63" fmla="*/ 28879 h 217217"/>
                  <a:gd name="connsiteX64" fmla="*/ 51769 w 216142"/>
                  <a:gd name="connsiteY64" fmla="*/ 28241 h 217217"/>
                  <a:gd name="connsiteX65" fmla="*/ 44102 w 216142"/>
                  <a:gd name="connsiteY65" fmla="*/ 35263 h 217217"/>
                  <a:gd name="connsiteX66" fmla="*/ 37712 w 216142"/>
                  <a:gd name="connsiteY66" fmla="*/ 27602 h 217217"/>
                  <a:gd name="connsiteX67" fmla="*/ 28766 w 216142"/>
                  <a:gd name="connsiteY67" fmla="*/ 26326 h 217217"/>
                  <a:gd name="connsiteX68" fmla="*/ 27488 w 216142"/>
                  <a:gd name="connsiteY68" fmla="*/ 35263 h 217217"/>
                  <a:gd name="connsiteX69" fmla="*/ 28127 w 216142"/>
                  <a:gd name="connsiteY69" fmla="*/ 35902 h 217217"/>
                  <a:gd name="connsiteX70" fmla="*/ 34517 w 216142"/>
                  <a:gd name="connsiteY70" fmla="*/ 43562 h 217217"/>
                  <a:gd name="connsiteX71" fmla="*/ 26849 w 216142"/>
                  <a:gd name="connsiteY71" fmla="*/ 50585 h 217217"/>
                  <a:gd name="connsiteX72" fmla="*/ 26209 w 216142"/>
                  <a:gd name="connsiteY72" fmla="*/ 59522 h 217217"/>
                  <a:gd name="connsiteX73" fmla="*/ 35156 w 216142"/>
                  <a:gd name="connsiteY73" fmla="*/ 60161 h 217217"/>
                  <a:gd name="connsiteX74" fmla="*/ 42824 w 216142"/>
                  <a:gd name="connsiteY74" fmla="*/ 53138 h 217217"/>
                  <a:gd name="connsiteX75" fmla="*/ 49213 w 216142"/>
                  <a:gd name="connsiteY75" fmla="*/ 60799 h 217217"/>
                  <a:gd name="connsiteX76" fmla="*/ 49852 w 216142"/>
                  <a:gd name="connsiteY76" fmla="*/ 61438 h 217217"/>
                  <a:gd name="connsiteX77" fmla="*/ 56881 w 216142"/>
                  <a:gd name="connsiteY77" fmla="*/ 72290 h 217217"/>
                  <a:gd name="connsiteX78" fmla="*/ 43462 w 216142"/>
                  <a:gd name="connsiteY78" fmla="*/ 75482 h 217217"/>
                  <a:gd name="connsiteX79" fmla="*/ 43462 w 216142"/>
                  <a:gd name="connsiteY79" fmla="*/ 75482 h 217217"/>
                  <a:gd name="connsiteX80" fmla="*/ 75412 w 216142"/>
                  <a:gd name="connsiteY80" fmla="*/ 171880 h 217217"/>
                  <a:gd name="connsiteX81" fmla="*/ 44102 w 216142"/>
                  <a:gd name="connsiteY81" fmla="*/ 203162 h 217217"/>
                  <a:gd name="connsiteX82" fmla="*/ 12791 w 216142"/>
                  <a:gd name="connsiteY82" fmla="*/ 171880 h 217217"/>
                  <a:gd name="connsiteX83" fmla="*/ 44102 w 216142"/>
                  <a:gd name="connsiteY83" fmla="*/ 140599 h 217217"/>
                  <a:gd name="connsiteX84" fmla="*/ 56242 w 216142"/>
                  <a:gd name="connsiteY84" fmla="*/ 143153 h 217217"/>
                  <a:gd name="connsiteX85" fmla="*/ 43462 w 216142"/>
                  <a:gd name="connsiteY85" fmla="*/ 161028 h 217217"/>
                  <a:gd name="connsiteX86" fmla="*/ 38350 w 216142"/>
                  <a:gd name="connsiteY86" fmla="*/ 155282 h 217217"/>
                  <a:gd name="connsiteX87" fmla="*/ 29404 w 216142"/>
                  <a:gd name="connsiteY87" fmla="*/ 154005 h 217217"/>
                  <a:gd name="connsiteX88" fmla="*/ 28127 w 216142"/>
                  <a:gd name="connsiteY88" fmla="*/ 162943 h 217217"/>
                  <a:gd name="connsiteX89" fmla="*/ 28766 w 216142"/>
                  <a:gd name="connsiteY89" fmla="*/ 163581 h 217217"/>
                  <a:gd name="connsiteX90" fmla="*/ 35156 w 216142"/>
                  <a:gd name="connsiteY90" fmla="*/ 171242 h 217217"/>
                  <a:gd name="connsiteX91" fmla="*/ 27488 w 216142"/>
                  <a:gd name="connsiteY91" fmla="*/ 177626 h 217217"/>
                  <a:gd name="connsiteX92" fmla="*/ 26849 w 216142"/>
                  <a:gd name="connsiteY92" fmla="*/ 186564 h 217217"/>
                  <a:gd name="connsiteX93" fmla="*/ 35794 w 216142"/>
                  <a:gd name="connsiteY93" fmla="*/ 187202 h 217217"/>
                  <a:gd name="connsiteX94" fmla="*/ 43462 w 216142"/>
                  <a:gd name="connsiteY94" fmla="*/ 180180 h 217217"/>
                  <a:gd name="connsiteX95" fmla="*/ 49852 w 216142"/>
                  <a:gd name="connsiteY95" fmla="*/ 187840 h 217217"/>
                  <a:gd name="connsiteX96" fmla="*/ 58798 w 216142"/>
                  <a:gd name="connsiteY96" fmla="*/ 188479 h 217217"/>
                  <a:gd name="connsiteX97" fmla="*/ 59437 w 216142"/>
                  <a:gd name="connsiteY97" fmla="*/ 179541 h 217217"/>
                  <a:gd name="connsiteX98" fmla="*/ 53047 w 216142"/>
                  <a:gd name="connsiteY98" fmla="*/ 171880 h 217217"/>
                  <a:gd name="connsiteX99" fmla="*/ 53686 w 216142"/>
                  <a:gd name="connsiteY99" fmla="*/ 171242 h 217217"/>
                  <a:gd name="connsiteX100" fmla="*/ 72856 w 216142"/>
                  <a:gd name="connsiteY100" fmla="*/ 157836 h 217217"/>
                  <a:gd name="connsiteX101" fmla="*/ 75412 w 216142"/>
                  <a:gd name="connsiteY101" fmla="*/ 171880 h 217217"/>
                  <a:gd name="connsiteX102" fmla="*/ 75412 w 216142"/>
                  <a:gd name="connsiteY102" fmla="*/ 171880 h 217217"/>
                  <a:gd name="connsiteX103" fmla="*/ 171261 w 216142"/>
                  <a:gd name="connsiteY103" fmla="*/ 140599 h 217217"/>
                  <a:gd name="connsiteX104" fmla="*/ 203850 w 216142"/>
                  <a:gd name="connsiteY104" fmla="*/ 171880 h 217217"/>
                  <a:gd name="connsiteX105" fmla="*/ 172539 w 216142"/>
                  <a:gd name="connsiteY105" fmla="*/ 204439 h 217217"/>
                  <a:gd name="connsiteX106" fmla="*/ 139951 w 216142"/>
                  <a:gd name="connsiteY106" fmla="*/ 173157 h 217217"/>
                  <a:gd name="connsiteX107" fmla="*/ 143146 w 216142"/>
                  <a:gd name="connsiteY107" fmla="*/ 159112 h 217217"/>
                  <a:gd name="connsiteX108" fmla="*/ 161676 w 216142"/>
                  <a:gd name="connsiteY108" fmla="*/ 172519 h 217217"/>
                  <a:gd name="connsiteX109" fmla="*/ 155286 w 216142"/>
                  <a:gd name="connsiteY109" fmla="*/ 178264 h 217217"/>
                  <a:gd name="connsiteX110" fmla="*/ 154647 w 216142"/>
                  <a:gd name="connsiteY110" fmla="*/ 187202 h 217217"/>
                  <a:gd name="connsiteX111" fmla="*/ 159759 w 216142"/>
                  <a:gd name="connsiteY111" fmla="*/ 189756 h 217217"/>
                  <a:gd name="connsiteX112" fmla="*/ 164232 w 216142"/>
                  <a:gd name="connsiteY112" fmla="*/ 188479 h 217217"/>
                  <a:gd name="connsiteX113" fmla="*/ 171900 w 216142"/>
                  <a:gd name="connsiteY113" fmla="*/ 181456 h 217217"/>
                  <a:gd name="connsiteX114" fmla="*/ 178290 w 216142"/>
                  <a:gd name="connsiteY114" fmla="*/ 189117 h 217217"/>
                  <a:gd name="connsiteX115" fmla="*/ 187236 w 216142"/>
                  <a:gd name="connsiteY115" fmla="*/ 190394 h 217217"/>
                  <a:gd name="connsiteX116" fmla="*/ 188514 w 216142"/>
                  <a:gd name="connsiteY116" fmla="*/ 181456 h 217217"/>
                  <a:gd name="connsiteX117" fmla="*/ 187875 w 216142"/>
                  <a:gd name="connsiteY117" fmla="*/ 180818 h 217217"/>
                  <a:gd name="connsiteX118" fmla="*/ 181485 w 216142"/>
                  <a:gd name="connsiteY118" fmla="*/ 173157 h 217217"/>
                  <a:gd name="connsiteX119" fmla="*/ 189153 w 216142"/>
                  <a:gd name="connsiteY119" fmla="*/ 166135 h 217217"/>
                  <a:gd name="connsiteX120" fmla="*/ 189792 w 216142"/>
                  <a:gd name="connsiteY120" fmla="*/ 157197 h 217217"/>
                  <a:gd name="connsiteX121" fmla="*/ 180846 w 216142"/>
                  <a:gd name="connsiteY121" fmla="*/ 156559 h 217217"/>
                  <a:gd name="connsiteX122" fmla="*/ 180846 w 216142"/>
                  <a:gd name="connsiteY122" fmla="*/ 156559 h 217217"/>
                  <a:gd name="connsiteX123" fmla="*/ 173178 w 216142"/>
                  <a:gd name="connsiteY123" fmla="*/ 162943 h 217217"/>
                  <a:gd name="connsiteX124" fmla="*/ 159120 w 216142"/>
                  <a:gd name="connsiteY124" fmla="*/ 143153 h 217217"/>
                  <a:gd name="connsiteX125" fmla="*/ 171261 w 216142"/>
                  <a:gd name="connsiteY125" fmla="*/ 140599 h 217217"/>
                  <a:gd name="connsiteX126" fmla="*/ 171261 w 216142"/>
                  <a:gd name="connsiteY126" fmla="*/ 140599 h 217217"/>
                  <a:gd name="connsiteX127" fmla="*/ 139311 w 216142"/>
                  <a:gd name="connsiteY127" fmla="*/ 141876 h 217217"/>
                  <a:gd name="connsiteX128" fmla="*/ 76690 w 216142"/>
                  <a:gd name="connsiteY128" fmla="*/ 141876 h 217217"/>
                  <a:gd name="connsiteX129" fmla="*/ 73495 w 216142"/>
                  <a:gd name="connsiteY129" fmla="*/ 139322 h 217217"/>
                  <a:gd name="connsiteX130" fmla="*/ 84997 w 216142"/>
                  <a:gd name="connsiteY130" fmla="*/ 107402 h 217217"/>
                  <a:gd name="connsiteX131" fmla="*/ 74773 w 216142"/>
                  <a:gd name="connsiteY131" fmla="*/ 76121 h 217217"/>
                  <a:gd name="connsiteX132" fmla="*/ 76690 w 216142"/>
                  <a:gd name="connsiteY132" fmla="*/ 74205 h 217217"/>
                  <a:gd name="connsiteX133" fmla="*/ 108001 w 216142"/>
                  <a:gd name="connsiteY133" fmla="*/ 85697 h 217217"/>
                  <a:gd name="connsiteX134" fmla="*/ 108001 w 216142"/>
                  <a:gd name="connsiteY134" fmla="*/ 85697 h 217217"/>
                  <a:gd name="connsiteX135" fmla="*/ 138673 w 216142"/>
                  <a:gd name="connsiteY135" fmla="*/ 75482 h 217217"/>
                  <a:gd name="connsiteX136" fmla="*/ 139951 w 216142"/>
                  <a:gd name="connsiteY136" fmla="*/ 76759 h 217217"/>
                  <a:gd name="connsiteX137" fmla="*/ 129088 w 216142"/>
                  <a:gd name="connsiteY137" fmla="*/ 107402 h 217217"/>
                  <a:gd name="connsiteX138" fmla="*/ 140589 w 216142"/>
                  <a:gd name="connsiteY138" fmla="*/ 139961 h 217217"/>
                  <a:gd name="connsiteX139" fmla="*/ 139311 w 216142"/>
                  <a:gd name="connsiteY139" fmla="*/ 141876 h 217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216142" h="217217">
                    <a:moveTo>
                      <a:pt x="151452" y="83781"/>
                    </a:moveTo>
                    <a:cubicBezTo>
                      <a:pt x="173178" y="94634"/>
                      <a:pt x="200016" y="85697"/>
                      <a:pt x="210879" y="63991"/>
                    </a:cubicBezTo>
                    <a:cubicBezTo>
                      <a:pt x="221742" y="42286"/>
                      <a:pt x="212796" y="15473"/>
                      <a:pt x="191070" y="4620"/>
                    </a:cubicBezTo>
                    <a:cubicBezTo>
                      <a:pt x="169344" y="-6233"/>
                      <a:pt x="142506" y="2705"/>
                      <a:pt x="131643" y="24410"/>
                    </a:cubicBezTo>
                    <a:cubicBezTo>
                      <a:pt x="128448" y="30794"/>
                      <a:pt x="127171" y="37178"/>
                      <a:pt x="127171" y="44201"/>
                    </a:cubicBezTo>
                    <a:cubicBezTo>
                      <a:pt x="127171" y="51223"/>
                      <a:pt x="129088" y="58246"/>
                      <a:pt x="132283" y="63991"/>
                    </a:cubicBezTo>
                    <a:cubicBezTo>
                      <a:pt x="125253" y="68460"/>
                      <a:pt x="116947" y="71014"/>
                      <a:pt x="108640" y="72290"/>
                    </a:cubicBezTo>
                    <a:lnTo>
                      <a:pt x="108640" y="72290"/>
                    </a:lnTo>
                    <a:cubicBezTo>
                      <a:pt x="99694" y="71014"/>
                      <a:pt x="91387" y="67822"/>
                      <a:pt x="84358" y="63353"/>
                    </a:cubicBezTo>
                    <a:cubicBezTo>
                      <a:pt x="87553" y="57607"/>
                      <a:pt x="88831" y="50585"/>
                      <a:pt x="88831" y="44201"/>
                    </a:cubicBezTo>
                    <a:cubicBezTo>
                      <a:pt x="88831" y="19942"/>
                      <a:pt x="69022" y="151"/>
                      <a:pt x="44740" y="151"/>
                    </a:cubicBezTo>
                    <a:cubicBezTo>
                      <a:pt x="20459" y="151"/>
                      <a:pt x="650" y="19942"/>
                      <a:pt x="650" y="44201"/>
                    </a:cubicBezTo>
                    <a:cubicBezTo>
                      <a:pt x="650" y="68460"/>
                      <a:pt x="20459" y="88250"/>
                      <a:pt x="44740" y="88250"/>
                    </a:cubicBezTo>
                    <a:cubicBezTo>
                      <a:pt x="44740" y="88250"/>
                      <a:pt x="44740" y="88250"/>
                      <a:pt x="44740" y="88250"/>
                    </a:cubicBezTo>
                    <a:cubicBezTo>
                      <a:pt x="51769" y="88250"/>
                      <a:pt x="58798" y="86335"/>
                      <a:pt x="65188" y="83143"/>
                    </a:cubicBezTo>
                    <a:cubicBezTo>
                      <a:pt x="69661" y="90165"/>
                      <a:pt x="72217" y="98465"/>
                      <a:pt x="73495" y="106764"/>
                    </a:cubicBezTo>
                    <a:cubicBezTo>
                      <a:pt x="72217" y="115701"/>
                      <a:pt x="69022" y="124639"/>
                      <a:pt x="63910" y="132300"/>
                    </a:cubicBezTo>
                    <a:cubicBezTo>
                      <a:pt x="41545" y="121447"/>
                      <a:pt x="14708" y="131023"/>
                      <a:pt x="4484" y="153367"/>
                    </a:cubicBezTo>
                    <a:cubicBezTo>
                      <a:pt x="-6379" y="175711"/>
                      <a:pt x="3206" y="202524"/>
                      <a:pt x="25571" y="212738"/>
                    </a:cubicBezTo>
                    <a:cubicBezTo>
                      <a:pt x="47935" y="223591"/>
                      <a:pt x="74773" y="214015"/>
                      <a:pt x="84997" y="191671"/>
                    </a:cubicBezTo>
                    <a:cubicBezTo>
                      <a:pt x="90748" y="179541"/>
                      <a:pt x="90748" y="164858"/>
                      <a:pt x="84358" y="152729"/>
                    </a:cubicBezTo>
                    <a:cubicBezTo>
                      <a:pt x="92026" y="148260"/>
                      <a:pt x="100333" y="145068"/>
                      <a:pt x="108640" y="143791"/>
                    </a:cubicBezTo>
                    <a:lnTo>
                      <a:pt x="108640" y="143791"/>
                    </a:lnTo>
                    <a:cubicBezTo>
                      <a:pt x="116947" y="145068"/>
                      <a:pt x="125253" y="147621"/>
                      <a:pt x="132283" y="152090"/>
                    </a:cubicBezTo>
                    <a:cubicBezTo>
                      <a:pt x="121420" y="173796"/>
                      <a:pt x="130366" y="200608"/>
                      <a:pt x="152091" y="211461"/>
                    </a:cubicBezTo>
                    <a:cubicBezTo>
                      <a:pt x="173817" y="222314"/>
                      <a:pt x="200655" y="213376"/>
                      <a:pt x="211518" y="191671"/>
                    </a:cubicBezTo>
                    <a:cubicBezTo>
                      <a:pt x="222381" y="169965"/>
                      <a:pt x="213435" y="143153"/>
                      <a:pt x="191709" y="132300"/>
                    </a:cubicBezTo>
                    <a:cubicBezTo>
                      <a:pt x="185319" y="129108"/>
                      <a:pt x="178929" y="127831"/>
                      <a:pt x="171900" y="127831"/>
                    </a:cubicBezTo>
                    <a:cubicBezTo>
                      <a:pt x="165510" y="127831"/>
                      <a:pt x="158481" y="129108"/>
                      <a:pt x="152731" y="132300"/>
                    </a:cubicBezTo>
                    <a:cubicBezTo>
                      <a:pt x="147618" y="124639"/>
                      <a:pt x="144423" y="115701"/>
                      <a:pt x="143784" y="106764"/>
                    </a:cubicBezTo>
                    <a:cubicBezTo>
                      <a:pt x="143784" y="98465"/>
                      <a:pt x="146341" y="90804"/>
                      <a:pt x="151452" y="83781"/>
                    </a:cubicBezTo>
                    <a:close/>
                    <a:moveTo>
                      <a:pt x="139311" y="44201"/>
                    </a:moveTo>
                    <a:cubicBezTo>
                      <a:pt x="139311" y="26326"/>
                      <a:pt x="153369" y="12281"/>
                      <a:pt x="170622" y="11642"/>
                    </a:cubicBezTo>
                    <a:cubicBezTo>
                      <a:pt x="188514" y="11642"/>
                      <a:pt x="202572" y="25687"/>
                      <a:pt x="203211" y="42924"/>
                    </a:cubicBezTo>
                    <a:cubicBezTo>
                      <a:pt x="203211" y="60799"/>
                      <a:pt x="189153" y="74844"/>
                      <a:pt x="171900" y="75482"/>
                    </a:cubicBezTo>
                    <a:cubicBezTo>
                      <a:pt x="166788" y="75482"/>
                      <a:pt x="162315" y="74205"/>
                      <a:pt x="157842" y="72290"/>
                    </a:cubicBezTo>
                    <a:cubicBezTo>
                      <a:pt x="162315" y="65268"/>
                      <a:pt x="167427" y="58884"/>
                      <a:pt x="171261" y="53777"/>
                    </a:cubicBezTo>
                    <a:lnTo>
                      <a:pt x="177012" y="60799"/>
                    </a:lnTo>
                    <a:cubicBezTo>
                      <a:pt x="178290" y="62076"/>
                      <a:pt x="180207" y="63353"/>
                      <a:pt x="182124" y="63353"/>
                    </a:cubicBezTo>
                    <a:cubicBezTo>
                      <a:pt x="183402" y="63353"/>
                      <a:pt x="185319" y="62714"/>
                      <a:pt x="186597" y="62076"/>
                    </a:cubicBezTo>
                    <a:cubicBezTo>
                      <a:pt x="189153" y="59522"/>
                      <a:pt x="189792" y="55692"/>
                      <a:pt x="187236" y="53138"/>
                    </a:cubicBezTo>
                    <a:cubicBezTo>
                      <a:pt x="187236" y="53138"/>
                      <a:pt x="187236" y="53138"/>
                      <a:pt x="187236" y="53138"/>
                    </a:cubicBezTo>
                    <a:lnTo>
                      <a:pt x="180846" y="45478"/>
                    </a:lnTo>
                    <a:lnTo>
                      <a:pt x="188514" y="38455"/>
                    </a:lnTo>
                    <a:cubicBezTo>
                      <a:pt x="191070" y="35902"/>
                      <a:pt x="191709" y="32071"/>
                      <a:pt x="189153" y="29518"/>
                    </a:cubicBezTo>
                    <a:cubicBezTo>
                      <a:pt x="186597" y="26964"/>
                      <a:pt x="182763" y="26326"/>
                      <a:pt x="180207" y="28879"/>
                    </a:cubicBezTo>
                    <a:lnTo>
                      <a:pt x="172539" y="35902"/>
                    </a:lnTo>
                    <a:lnTo>
                      <a:pt x="166149" y="28241"/>
                    </a:lnTo>
                    <a:cubicBezTo>
                      <a:pt x="163593" y="25687"/>
                      <a:pt x="159759" y="25049"/>
                      <a:pt x="157203" y="27602"/>
                    </a:cubicBezTo>
                    <a:cubicBezTo>
                      <a:pt x="154647" y="30156"/>
                      <a:pt x="154008" y="33986"/>
                      <a:pt x="156564" y="36540"/>
                    </a:cubicBezTo>
                    <a:lnTo>
                      <a:pt x="162954" y="44201"/>
                    </a:lnTo>
                    <a:lnTo>
                      <a:pt x="155286" y="51223"/>
                    </a:lnTo>
                    <a:lnTo>
                      <a:pt x="155286" y="51223"/>
                    </a:lnTo>
                    <a:cubicBezTo>
                      <a:pt x="152091" y="53777"/>
                      <a:pt x="148257" y="56330"/>
                      <a:pt x="143784" y="58884"/>
                    </a:cubicBezTo>
                    <a:cubicBezTo>
                      <a:pt x="141228" y="53777"/>
                      <a:pt x="139951" y="48670"/>
                      <a:pt x="139311" y="44201"/>
                    </a:cubicBezTo>
                    <a:lnTo>
                      <a:pt x="139311" y="44201"/>
                    </a:lnTo>
                    <a:close/>
                    <a:moveTo>
                      <a:pt x="43462" y="75482"/>
                    </a:moveTo>
                    <a:cubicBezTo>
                      <a:pt x="26209" y="75482"/>
                      <a:pt x="12152" y="61438"/>
                      <a:pt x="11513" y="44201"/>
                    </a:cubicBezTo>
                    <a:cubicBezTo>
                      <a:pt x="11513" y="26964"/>
                      <a:pt x="25571" y="12919"/>
                      <a:pt x="42824" y="12281"/>
                    </a:cubicBezTo>
                    <a:cubicBezTo>
                      <a:pt x="60076" y="12281"/>
                      <a:pt x="74134" y="26326"/>
                      <a:pt x="74773" y="43562"/>
                    </a:cubicBezTo>
                    <a:cubicBezTo>
                      <a:pt x="74773" y="48031"/>
                      <a:pt x="74134" y="51862"/>
                      <a:pt x="72217" y="56330"/>
                    </a:cubicBezTo>
                    <a:cubicBezTo>
                      <a:pt x="65188" y="51862"/>
                      <a:pt x="58798" y="47393"/>
                      <a:pt x="53686" y="42924"/>
                    </a:cubicBezTo>
                    <a:lnTo>
                      <a:pt x="60076" y="37817"/>
                    </a:lnTo>
                    <a:cubicBezTo>
                      <a:pt x="62632" y="35263"/>
                      <a:pt x="63271" y="31433"/>
                      <a:pt x="60715" y="28879"/>
                    </a:cubicBezTo>
                    <a:cubicBezTo>
                      <a:pt x="58159" y="26326"/>
                      <a:pt x="54325" y="25687"/>
                      <a:pt x="51769" y="28241"/>
                    </a:cubicBezTo>
                    <a:lnTo>
                      <a:pt x="44102" y="35263"/>
                    </a:lnTo>
                    <a:lnTo>
                      <a:pt x="37712" y="27602"/>
                    </a:lnTo>
                    <a:cubicBezTo>
                      <a:pt x="35794" y="25049"/>
                      <a:pt x="31961" y="24410"/>
                      <a:pt x="28766" y="26326"/>
                    </a:cubicBezTo>
                    <a:cubicBezTo>
                      <a:pt x="26209" y="28241"/>
                      <a:pt x="25571" y="32071"/>
                      <a:pt x="27488" y="35263"/>
                    </a:cubicBezTo>
                    <a:cubicBezTo>
                      <a:pt x="27488" y="35263"/>
                      <a:pt x="28127" y="35902"/>
                      <a:pt x="28127" y="35902"/>
                    </a:cubicBezTo>
                    <a:lnTo>
                      <a:pt x="34517" y="43562"/>
                    </a:lnTo>
                    <a:lnTo>
                      <a:pt x="26849" y="50585"/>
                    </a:lnTo>
                    <a:cubicBezTo>
                      <a:pt x="24293" y="53138"/>
                      <a:pt x="23654" y="56969"/>
                      <a:pt x="26209" y="59522"/>
                    </a:cubicBezTo>
                    <a:cubicBezTo>
                      <a:pt x="28766" y="62076"/>
                      <a:pt x="32599" y="62714"/>
                      <a:pt x="35156" y="60161"/>
                    </a:cubicBezTo>
                    <a:lnTo>
                      <a:pt x="42824" y="53138"/>
                    </a:lnTo>
                    <a:lnTo>
                      <a:pt x="49213" y="60799"/>
                    </a:lnTo>
                    <a:cubicBezTo>
                      <a:pt x="49213" y="60799"/>
                      <a:pt x="49852" y="60799"/>
                      <a:pt x="49852" y="61438"/>
                    </a:cubicBezTo>
                    <a:cubicBezTo>
                      <a:pt x="52408" y="64630"/>
                      <a:pt x="54964" y="68460"/>
                      <a:pt x="56881" y="72290"/>
                    </a:cubicBezTo>
                    <a:cubicBezTo>
                      <a:pt x="53047" y="74205"/>
                      <a:pt x="48574" y="75482"/>
                      <a:pt x="43462" y="75482"/>
                    </a:cubicBezTo>
                    <a:lnTo>
                      <a:pt x="43462" y="75482"/>
                    </a:lnTo>
                    <a:close/>
                    <a:moveTo>
                      <a:pt x="75412" y="171880"/>
                    </a:moveTo>
                    <a:cubicBezTo>
                      <a:pt x="75412" y="189117"/>
                      <a:pt x="61354" y="203162"/>
                      <a:pt x="44102" y="203162"/>
                    </a:cubicBezTo>
                    <a:cubicBezTo>
                      <a:pt x="26849" y="203162"/>
                      <a:pt x="12791" y="189117"/>
                      <a:pt x="12791" y="171880"/>
                    </a:cubicBezTo>
                    <a:cubicBezTo>
                      <a:pt x="12791" y="154644"/>
                      <a:pt x="26849" y="140599"/>
                      <a:pt x="44102" y="140599"/>
                    </a:cubicBezTo>
                    <a:cubicBezTo>
                      <a:pt x="48574" y="140599"/>
                      <a:pt x="52408" y="141237"/>
                      <a:pt x="56242" y="143153"/>
                    </a:cubicBezTo>
                    <a:cubicBezTo>
                      <a:pt x="51769" y="150175"/>
                      <a:pt x="46657" y="156559"/>
                      <a:pt x="43462" y="161028"/>
                    </a:cubicBezTo>
                    <a:lnTo>
                      <a:pt x="38350" y="155282"/>
                    </a:lnTo>
                    <a:cubicBezTo>
                      <a:pt x="36434" y="152729"/>
                      <a:pt x="32599" y="152090"/>
                      <a:pt x="29404" y="154005"/>
                    </a:cubicBezTo>
                    <a:cubicBezTo>
                      <a:pt x="26849" y="155920"/>
                      <a:pt x="26209" y="159751"/>
                      <a:pt x="28127" y="162943"/>
                    </a:cubicBezTo>
                    <a:cubicBezTo>
                      <a:pt x="28127" y="162943"/>
                      <a:pt x="28766" y="163581"/>
                      <a:pt x="28766" y="163581"/>
                    </a:cubicBezTo>
                    <a:lnTo>
                      <a:pt x="35156" y="171242"/>
                    </a:lnTo>
                    <a:lnTo>
                      <a:pt x="27488" y="177626"/>
                    </a:lnTo>
                    <a:cubicBezTo>
                      <a:pt x="24932" y="180180"/>
                      <a:pt x="24293" y="184010"/>
                      <a:pt x="26849" y="186564"/>
                    </a:cubicBezTo>
                    <a:cubicBezTo>
                      <a:pt x="29404" y="189117"/>
                      <a:pt x="33239" y="189756"/>
                      <a:pt x="35794" y="187202"/>
                    </a:cubicBezTo>
                    <a:lnTo>
                      <a:pt x="43462" y="180180"/>
                    </a:lnTo>
                    <a:lnTo>
                      <a:pt x="49852" y="187840"/>
                    </a:lnTo>
                    <a:cubicBezTo>
                      <a:pt x="52408" y="190394"/>
                      <a:pt x="56242" y="191032"/>
                      <a:pt x="58798" y="188479"/>
                    </a:cubicBezTo>
                    <a:cubicBezTo>
                      <a:pt x="61354" y="185925"/>
                      <a:pt x="61993" y="182095"/>
                      <a:pt x="59437" y="179541"/>
                    </a:cubicBezTo>
                    <a:lnTo>
                      <a:pt x="53047" y="171880"/>
                    </a:lnTo>
                    <a:lnTo>
                      <a:pt x="53686" y="171242"/>
                    </a:lnTo>
                    <a:cubicBezTo>
                      <a:pt x="58798" y="167412"/>
                      <a:pt x="65188" y="162304"/>
                      <a:pt x="72856" y="157836"/>
                    </a:cubicBezTo>
                    <a:cubicBezTo>
                      <a:pt x="74134" y="162943"/>
                      <a:pt x="75412" y="167412"/>
                      <a:pt x="75412" y="171880"/>
                    </a:cubicBezTo>
                    <a:lnTo>
                      <a:pt x="75412" y="171880"/>
                    </a:lnTo>
                    <a:close/>
                    <a:moveTo>
                      <a:pt x="171261" y="140599"/>
                    </a:moveTo>
                    <a:cubicBezTo>
                      <a:pt x="189153" y="140599"/>
                      <a:pt x="203211" y="154644"/>
                      <a:pt x="203850" y="171880"/>
                    </a:cubicBezTo>
                    <a:cubicBezTo>
                      <a:pt x="203850" y="189756"/>
                      <a:pt x="189792" y="203800"/>
                      <a:pt x="172539" y="204439"/>
                    </a:cubicBezTo>
                    <a:cubicBezTo>
                      <a:pt x="155286" y="205077"/>
                      <a:pt x="140589" y="190394"/>
                      <a:pt x="139951" y="173157"/>
                    </a:cubicBezTo>
                    <a:cubicBezTo>
                      <a:pt x="139951" y="168688"/>
                      <a:pt x="140589" y="163581"/>
                      <a:pt x="143146" y="159112"/>
                    </a:cubicBezTo>
                    <a:cubicBezTo>
                      <a:pt x="150174" y="163581"/>
                      <a:pt x="156564" y="168050"/>
                      <a:pt x="161676" y="172519"/>
                    </a:cubicBezTo>
                    <a:lnTo>
                      <a:pt x="155286" y="178264"/>
                    </a:lnTo>
                    <a:cubicBezTo>
                      <a:pt x="152731" y="180818"/>
                      <a:pt x="152091" y="184648"/>
                      <a:pt x="154647" y="187202"/>
                    </a:cubicBezTo>
                    <a:cubicBezTo>
                      <a:pt x="155925" y="188479"/>
                      <a:pt x="157842" y="189117"/>
                      <a:pt x="159759" y="189756"/>
                    </a:cubicBezTo>
                    <a:cubicBezTo>
                      <a:pt x="161037" y="189756"/>
                      <a:pt x="162954" y="189117"/>
                      <a:pt x="164232" y="188479"/>
                    </a:cubicBezTo>
                    <a:lnTo>
                      <a:pt x="171900" y="181456"/>
                    </a:lnTo>
                    <a:lnTo>
                      <a:pt x="178290" y="189117"/>
                    </a:lnTo>
                    <a:cubicBezTo>
                      <a:pt x="180207" y="191671"/>
                      <a:pt x="184041" y="192309"/>
                      <a:pt x="187236" y="190394"/>
                    </a:cubicBezTo>
                    <a:cubicBezTo>
                      <a:pt x="189792" y="188479"/>
                      <a:pt x="190431" y="184648"/>
                      <a:pt x="188514" y="181456"/>
                    </a:cubicBezTo>
                    <a:cubicBezTo>
                      <a:pt x="188514" y="181456"/>
                      <a:pt x="187875" y="180818"/>
                      <a:pt x="187875" y="180818"/>
                    </a:cubicBezTo>
                    <a:lnTo>
                      <a:pt x="181485" y="173157"/>
                    </a:lnTo>
                    <a:lnTo>
                      <a:pt x="189153" y="166135"/>
                    </a:lnTo>
                    <a:cubicBezTo>
                      <a:pt x="191709" y="164220"/>
                      <a:pt x="192348" y="159751"/>
                      <a:pt x="189792" y="157197"/>
                    </a:cubicBezTo>
                    <a:cubicBezTo>
                      <a:pt x="187875" y="154644"/>
                      <a:pt x="183402" y="154005"/>
                      <a:pt x="180846" y="156559"/>
                    </a:cubicBezTo>
                    <a:cubicBezTo>
                      <a:pt x="180846" y="156559"/>
                      <a:pt x="180846" y="156559"/>
                      <a:pt x="180846" y="156559"/>
                    </a:cubicBezTo>
                    <a:lnTo>
                      <a:pt x="173178" y="162943"/>
                    </a:lnTo>
                    <a:cubicBezTo>
                      <a:pt x="169344" y="157836"/>
                      <a:pt x="164232" y="150813"/>
                      <a:pt x="159120" y="143153"/>
                    </a:cubicBezTo>
                    <a:cubicBezTo>
                      <a:pt x="162954" y="141876"/>
                      <a:pt x="166788" y="140599"/>
                      <a:pt x="171261" y="140599"/>
                    </a:cubicBezTo>
                    <a:lnTo>
                      <a:pt x="171261" y="140599"/>
                    </a:lnTo>
                    <a:close/>
                    <a:moveTo>
                      <a:pt x="139311" y="141876"/>
                    </a:moveTo>
                    <a:cubicBezTo>
                      <a:pt x="120781" y="127193"/>
                      <a:pt x="95221" y="127193"/>
                      <a:pt x="76690" y="141876"/>
                    </a:cubicBezTo>
                    <a:cubicBezTo>
                      <a:pt x="76051" y="140599"/>
                      <a:pt x="74773" y="139961"/>
                      <a:pt x="73495" y="139322"/>
                    </a:cubicBezTo>
                    <a:cubicBezTo>
                      <a:pt x="79885" y="129746"/>
                      <a:pt x="83719" y="118893"/>
                      <a:pt x="84997" y="107402"/>
                    </a:cubicBezTo>
                    <a:cubicBezTo>
                      <a:pt x="83719" y="96549"/>
                      <a:pt x="80524" y="85697"/>
                      <a:pt x="74773" y="76121"/>
                    </a:cubicBezTo>
                    <a:lnTo>
                      <a:pt x="76690" y="74205"/>
                    </a:lnTo>
                    <a:cubicBezTo>
                      <a:pt x="86275" y="80589"/>
                      <a:pt x="97138" y="84420"/>
                      <a:pt x="108001" y="85697"/>
                    </a:cubicBezTo>
                    <a:lnTo>
                      <a:pt x="108001" y="85697"/>
                    </a:lnTo>
                    <a:cubicBezTo>
                      <a:pt x="118864" y="84420"/>
                      <a:pt x="129727" y="81228"/>
                      <a:pt x="138673" y="75482"/>
                    </a:cubicBezTo>
                    <a:cubicBezTo>
                      <a:pt x="139311" y="76121"/>
                      <a:pt x="139951" y="76759"/>
                      <a:pt x="139951" y="76759"/>
                    </a:cubicBezTo>
                    <a:cubicBezTo>
                      <a:pt x="134200" y="85697"/>
                      <a:pt x="130366" y="96549"/>
                      <a:pt x="129088" y="107402"/>
                    </a:cubicBezTo>
                    <a:cubicBezTo>
                      <a:pt x="130366" y="118893"/>
                      <a:pt x="134200" y="130385"/>
                      <a:pt x="140589" y="139961"/>
                    </a:cubicBezTo>
                    <a:lnTo>
                      <a:pt x="139311" y="141876"/>
                    </a:lnTo>
                    <a:close/>
                  </a:path>
                </a:pathLst>
              </a:custGeom>
              <a:solidFill>
                <a:schemeClr val="tx1"/>
              </a:solidFill>
              <a:ln w="6390" cap="flat">
                <a:solidFill>
                  <a:schemeClr val="tx1"/>
                </a:solidFill>
                <a:prstDash val="solid"/>
                <a:miter/>
              </a:ln>
            </p:spPr>
            <p:txBody>
              <a:bodyPr rtlCol="0" anchor="ctr"/>
              <a:lstStyle/>
              <a:p>
                <a:endParaRPr lang="en-US" sz="1200" dirty="0">
                  <a:latin typeface="Gill Sans MT" panose="020B0502020104020203" pitchFamily="34" charset="0"/>
                </a:endParaRPr>
              </a:p>
            </p:txBody>
          </p:sp>
        </p:grpSp>
      </p:grpSp>
      <p:grpSp>
        <p:nvGrpSpPr>
          <p:cNvPr id="63" name="Group 62">
            <a:extLst>
              <a:ext uri="{FF2B5EF4-FFF2-40B4-BE49-F238E27FC236}">
                <a16:creationId xmlns:a16="http://schemas.microsoft.com/office/drawing/2014/main" id="{AF7E3314-62C2-5F0E-71A3-080B517E9413}"/>
              </a:ext>
            </a:extLst>
          </p:cNvPr>
          <p:cNvGrpSpPr/>
          <p:nvPr/>
        </p:nvGrpSpPr>
        <p:grpSpPr>
          <a:xfrm>
            <a:off x="729876" y="5159904"/>
            <a:ext cx="9043587" cy="656924"/>
            <a:chOff x="568540" y="5808248"/>
            <a:chExt cx="9043587" cy="656924"/>
          </a:xfrm>
        </p:grpSpPr>
        <p:sp>
          <p:nvSpPr>
            <p:cNvPr id="64" name="TextBox 63">
              <a:extLst>
                <a:ext uri="{FF2B5EF4-FFF2-40B4-BE49-F238E27FC236}">
                  <a16:creationId xmlns:a16="http://schemas.microsoft.com/office/drawing/2014/main" id="{B011353D-A97B-F0A2-4789-452A54C573EC}"/>
                </a:ext>
              </a:extLst>
            </p:cNvPr>
            <p:cNvSpPr txBox="1"/>
            <p:nvPr/>
          </p:nvSpPr>
          <p:spPr>
            <a:xfrm>
              <a:off x="1210962" y="5819098"/>
              <a:ext cx="8401165" cy="646074"/>
            </a:xfrm>
            <a:prstGeom prst="rect">
              <a:avLst/>
            </a:prstGeom>
            <a:noFill/>
            <a:ln>
              <a:solidFill>
                <a:schemeClr val="tx2"/>
              </a:solidFill>
            </a:ln>
          </p:spPr>
          <p:txBody>
            <a:bodyPr wrap="square" lIns="91440" tIns="0" rIns="91440" bIns="0" rtlCol="0">
              <a:spAutoFit/>
            </a:bodyPr>
            <a:lstStyle/>
            <a:p>
              <a:pPr>
                <a:lnSpc>
                  <a:spcPct val="120000"/>
                </a:lnSpc>
              </a:pPr>
              <a:r>
                <a:rPr lang="da-DK" altLang="zh-CN" sz="1200" b="1" dirty="0">
                  <a:solidFill>
                    <a:schemeClr val="tx2"/>
                  </a:solidFill>
                  <a:latin typeface="Gill Sans MT" panose="020B0502020104020203" pitchFamily="34" charset="0"/>
                  <a:cs typeface="+mn-ea"/>
                  <a:sym typeface="Arial" panose="020B0604020202020204" pitchFamily="34" charset="0"/>
                </a:rPr>
                <a:t>Spinning Reserve</a:t>
              </a:r>
            </a:p>
            <a:p>
              <a:pPr>
                <a:lnSpc>
                  <a:spcPct val="120000"/>
                </a:lnSpc>
              </a:pPr>
              <a:r>
                <a:rPr lang="en-US" altLang="zh-CN" sz="1200" dirty="0">
                  <a:latin typeface="Gill Sans MT" panose="020B0502020104020203" pitchFamily="34" charset="0"/>
                  <a:cs typeface="+mn-ea"/>
                  <a:sym typeface="Arial" panose="020B0604020202020204" pitchFamily="34" charset="0"/>
                </a:rPr>
                <a:t>Hydropower plants can provide spinning reserve – additional power supply that can be made available to the transmission system within a few seconds in case of unexpected load changes in the grid.</a:t>
              </a:r>
            </a:p>
          </p:txBody>
        </p:sp>
        <p:grpSp>
          <p:nvGrpSpPr>
            <p:cNvPr id="65" name="Graphic 4">
              <a:extLst>
                <a:ext uri="{FF2B5EF4-FFF2-40B4-BE49-F238E27FC236}">
                  <a16:creationId xmlns:a16="http://schemas.microsoft.com/office/drawing/2014/main" id="{E8EB8312-5EEA-14CC-994B-0D57C04C39AE}"/>
                </a:ext>
              </a:extLst>
            </p:cNvPr>
            <p:cNvGrpSpPr>
              <a:grpSpLocks noChangeAspect="1"/>
            </p:cNvGrpSpPr>
            <p:nvPr/>
          </p:nvGrpSpPr>
          <p:grpSpPr>
            <a:xfrm>
              <a:off x="568540" y="5808248"/>
              <a:ext cx="548640" cy="549090"/>
              <a:chOff x="6753524" y="2855717"/>
              <a:chExt cx="361674" cy="361971"/>
            </a:xfrm>
            <a:solidFill>
              <a:schemeClr val="accent6"/>
            </a:solidFill>
          </p:grpSpPr>
          <p:sp>
            <p:nvSpPr>
              <p:cNvPr id="66" name="Graphic 4">
                <a:extLst>
                  <a:ext uri="{FF2B5EF4-FFF2-40B4-BE49-F238E27FC236}">
                    <a16:creationId xmlns:a16="http://schemas.microsoft.com/office/drawing/2014/main" id="{2A1FB716-091B-5CD6-9BB4-102A6013AA40}"/>
                  </a:ext>
                </a:extLst>
              </p:cNvPr>
              <p:cNvSpPr/>
              <p:nvPr/>
            </p:nvSpPr>
            <p:spPr>
              <a:xfrm>
                <a:off x="6753524" y="2855717"/>
                <a:ext cx="361674" cy="361971"/>
              </a:xfrm>
              <a:custGeom>
                <a:avLst/>
                <a:gdLst>
                  <a:gd name="connsiteX0" fmla="*/ 180835 w 361674"/>
                  <a:gd name="connsiteY0" fmla="*/ 0 h 361971"/>
                  <a:gd name="connsiteX1" fmla="*/ 0 w 361674"/>
                  <a:gd name="connsiteY1" fmla="*/ 180667 h 361971"/>
                  <a:gd name="connsiteX2" fmla="*/ 180835 w 361674"/>
                  <a:gd name="connsiteY2" fmla="*/ 361972 h 361971"/>
                  <a:gd name="connsiteX3" fmla="*/ 361670 w 361674"/>
                  <a:gd name="connsiteY3" fmla="*/ 181305 h 361971"/>
                  <a:gd name="connsiteX4" fmla="*/ 361670 w 361674"/>
                  <a:gd name="connsiteY4" fmla="*/ 181305 h 361971"/>
                  <a:gd name="connsiteX5" fmla="*/ 180835 w 361674"/>
                  <a:gd name="connsiteY5" fmla="*/ 0 h 361971"/>
                  <a:gd name="connsiteX6" fmla="*/ 180835 w 361674"/>
                  <a:gd name="connsiteY6" fmla="*/ 0 h 361971"/>
                  <a:gd name="connsiteX7" fmla="*/ 180835 w 361674"/>
                  <a:gd name="connsiteY7" fmla="*/ 349204 h 361971"/>
                  <a:gd name="connsiteX8" fmla="*/ 12780 w 361674"/>
                  <a:gd name="connsiteY8" fmla="*/ 181305 h 361971"/>
                  <a:gd name="connsiteX9" fmla="*/ 180835 w 361674"/>
                  <a:gd name="connsiteY9" fmla="*/ 12768 h 361971"/>
                  <a:gd name="connsiteX10" fmla="*/ 348890 w 361674"/>
                  <a:gd name="connsiteY10" fmla="*/ 180667 h 361971"/>
                  <a:gd name="connsiteX11" fmla="*/ 348890 w 361674"/>
                  <a:gd name="connsiteY11" fmla="*/ 180667 h 361971"/>
                  <a:gd name="connsiteX12" fmla="*/ 180835 w 361674"/>
                  <a:gd name="connsiteY12"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1674" h="361971">
                    <a:moveTo>
                      <a:pt x="180835" y="0"/>
                    </a:moveTo>
                    <a:cubicBezTo>
                      <a:pt x="80513" y="0"/>
                      <a:pt x="0" y="81076"/>
                      <a:pt x="0" y="180667"/>
                    </a:cubicBezTo>
                    <a:cubicBezTo>
                      <a:pt x="0" y="280895"/>
                      <a:pt x="81152" y="361972"/>
                      <a:pt x="180835" y="361972"/>
                    </a:cubicBezTo>
                    <a:cubicBezTo>
                      <a:pt x="281157" y="361972"/>
                      <a:pt x="361670" y="280895"/>
                      <a:pt x="361670" y="181305"/>
                    </a:cubicBezTo>
                    <a:cubicBezTo>
                      <a:pt x="361670" y="181305"/>
                      <a:pt x="361670" y="181305"/>
                      <a:pt x="361670" y="181305"/>
                    </a:cubicBezTo>
                    <a:cubicBezTo>
                      <a:pt x="362309" y="80438"/>
                      <a:pt x="281157" y="0"/>
                      <a:pt x="180835" y="0"/>
                    </a:cubicBezTo>
                    <a:cubicBezTo>
                      <a:pt x="181474" y="0"/>
                      <a:pt x="181474" y="0"/>
                      <a:pt x="180835" y="0"/>
                    </a:cubicBezTo>
                    <a:close/>
                    <a:moveTo>
                      <a:pt x="180835" y="349204"/>
                    </a:moveTo>
                    <a:cubicBezTo>
                      <a:pt x="87542" y="349204"/>
                      <a:pt x="12780" y="273873"/>
                      <a:pt x="12780" y="181305"/>
                    </a:cubicBezTo>
                    <a:cubicBezTo>
                      <a:pt x="12780" y="88099"/>
                      <a:pt x="88181" y="12768"/>
                      <a:pt x="180835" y="12768"/>
                    </a:cubicBezTo>
                    <a:cubicBezTo>
                      <a:pt x="274128" y="12768"/>
                      <a:pt x="348890" y="88099"/>
                      <a:pt x="348890" y="180667"/>
                    </a:cubicBezTo>
                    <a:cubicBezTo>
                      <a:pt x="348890" y="180667"/>
                      <a:pt x="348890" y="180667"/>
                      <a:pt x="348890" y="180667"/>
                    </a:cubicBezTo>
                    <a:cubicBezTo>
                      <a:pt x="349529" y="273234"/>
                      <a:pt x="274128" y="348565"/>
                      <a:pt x="180835" y="349204"/>
                    </a:cubicBezTo>
                    <a:close/>
                  </a:path>
                </a:pathLst>
              </a:custGeom>
              <a:grpFill/>
              <a:ln w="6390" cap="flat">
                <a:solidFill>
                  <a:schemeClr val="tx2"/>
                </a:solidFill>
                <a:prstDash val="solid"/>
                <a:miter/>
              </a:ln>
            </p:spPr>
            <p:txBody>
              <a:bodyPr rtlCol="0" anchor="ctr"/>
              <a:lstStyle/>
              <a:p>
                <a:endParaRPr lang="en-US" sz="1200">
                  <a:latin typeface="Gill Sans MT" panose="020B0502020104020203" pitchFamily="34" charset="0"/>
                </a:endParaRPr>
              </a:p>
            </p:txBody>
          </p:sp>
          <p:sp>
            <p:nvSpPr>
              <p:cNvPr id="67" name="Graphic 4">
                <a:extLst>
                  <a:ext uri="{FF2B5EF4-FFF2-40B4-BE49-F238E27FC236}">
                    <a16:creationId xmlns:a16="http://schemas.microsoft.com/office/drawing/2014/main" id="{4309AA2C-8237-4292-57EC-487B14147662}"/>
                  </a:ext>
                </a:extLst>
              </p:cNvPr>
              <p:cNvSpPr/>
              <p:nvPr/>
            </p:nvSpPr>
            <p:spPr>
              <a:xfrm>
                <a:off x="6824652" y="2912535"/>
                <a:ext cx="220334" cy="246421"/>
              </a:xfrm>
              <a:custGeom>
                <a:avLst/>
                <a:gdLst>
                  <a:gd name="connsiteX0" fmla="*/ 217058 w 220334"/>
                  <a:gd name="connsiteY0" fmla="*/ 72777 h 246421"/>
                  <a:gd name="connsiteX1" fmla="*/ 208751 w 220334"/>
                  <a:gd name="connsiteY1" fmla="*/ 75331 h 246421"/>
                  <a:gd name="connsiteX2" fmla="*/ 208751 w 220334"/>
                  <a:gd name="connsiteY2" fmla="*/ 75331 h 246421"/>
                  <a:gd name="connsiteX3" fmla="*/ 199806 w 220334"/>
                  <a:gd name="connsiteY3" fmla="*/ 93844 h 246421"/>
                  <a:gd name="connsiteX4" fmla="*/ 112263 w 220334"/>
                  <a:gd name="connsiteY4" fmla="*/ 25536 h 246421"/>
                  <a:gd name="connsiteX5" fmla="*/ 112263 w 220334"/>
                  <a:gd name="connsiteY5" fmla="*/ 6384 h 246421"/>
                  <a:gd name="connsiteX6" fmla="*/ 105873 w 220334"/>
                  <a:gd name="connsiteY6" fmla="*/ 0 h 246421"/>
                  <a:gd name="connsiteX7" fmla="*/ 99483 w 220334"/>
                  <a:gd name="connsiteY7" fmla="*/ 6384 h 246421"/>
                  <a:gd name="connsiteX8" fmla="*/ 99483 w 220334"/>
                  <a:gd name="connsiteY8" fmla="*/ 98952 h 246421"/>
                  <a:gd name="connsiteX9" fmla="*/ 100122 w 220334"/>
                  <a:gd name="connsiteY9" fmla="*/ 101505 h 246421"/>
                  <a:gd name="connsiteX10" fmla="*/ 82870 w 220334"/>
                  <a:gd name="connsiteY10" fmla="*/ 123849 h 246421"/>
                  <a:gd name="connsiteX11" fmla="*/ 84147 w 220334"/>
                  <a:gd name="connsiteY11" fmla="*/ 130233 h 246421"/>
                  <a:gd name="connsiteX12" fmla="*/ 29833 w 220334"/>
                  <a:gd name="connsiteY12" fmla="*/ 162792 h 246421"/>
                  <a:gd name="connsiteX13" fmla="*/ 42613 w 220334"/>
                  <a:gd name="connsiteY13" fmla="*/ 65755 h 246421"/>
                  <a:gd name="connsiteX14" fmla="*/ 43891 w 220334"/>
                  <a:gd name="connsiteY14" fmla="*/ 85545 h 246421"/>
                  <a:gd name="connsiteX15" fmla="*/ 50281 w 220334"/>
                  <a:gd name="connsiteY15" fmla="*/ 91291 h 246421"/>
                  <a:gd name="connsiteX16" fmla="*/ 50920 w 220334"/>
                  <a:gd name="connsiteY16" fmla="*/ 91291 h 246421"/>
                  <a:gd name="connsiteX17" fmla="*/ 56671 w 220334"/>
                  <a:gd name="connsiteY17" fmla="*/ 84268 h 246421"/>
                  <a:gd name="connsiteX18" fmla="*/ 56671 w 220334"/>
                  <a:gd name="connsiteY18" fmla="*/ 84268 h 246421"/>
                  <a:gd name="connsiteX19" fmla="*/ 54754 w 220334"/>
                  <a:gd name="connsiteY19" fmla="*/ 48518 h 246421"/>
                  <a:gd name="connsiteX20" fmla="*/ 47725 w 220334"/>
                  <a:gd name="connsiteY20" fmla="*/ 42773 h 246421"/>
                  <a:gd name="connsiteX21" fmla="*/ 11941 w 220334"/>
                  <a:gd name="connsiteY21" fmla="*/ 45326 h 246421"/>
                  <a:gd name="connsiteX22" fmla="*/ 5551 w 220334"/>
                  <a:gd name="connsiteY22" fmla="*/ 51710 h 246421"/>
                  <a:gd name="connsiteX23" fmla="*/ 11941 w 220334"/>
                  <a:gd name="connsiteY23" fmla="*/ 58094 h 246421"/>
                  <a:gd name="connsiteX24" fmla="*/ 12580 w 220334"/>
                  <a:gd name="connsiteY24" fmla="*/ 58094 h 246421"/>
                  <a:gd name="connsiteX25" fmla="*/ 33028 w 220334"/>
                  <a:gd name="connsiteY25" fmla="*/ 56817 h 246421"/>
                  <a:gd name="connsiteX26" fmla="*/ 18331 w 220334"/>
                  <a:gd name="connsiteY26" fmla="*/ 168537 h 246421"/>
                  <a:gd name="connsiteX27" fmla="*/ 2995 w 220334"/>
                  <a:gd name="connsiteY27" fmla="*/ 177475 h 246421"/>
                  <a:gd name="connsiteX28" fmla="*/ 1078 w 220334"/>
                  <a:gd name="connsiteY28" fmla="*/ 186412 h 246421"/>
                  <a:gd name="connsiteX29" fmla="*/ 6829 w 220334"/>
                  <a:gd name="connsiteY29" fmla="*/ 189604 h 246421"/>
                  <a:gd name="connsiteX30" fmla="*/ 10024 w 220334"/>
                  <a:gd name="connsiteY30" fmla="*/ 188966 h 246421"/>
                  <a:gd name="connsiteX31" fmla="*/ 91177 w 220334"/>
                  <a:gd name="connsiteY31" fmla="*/ 140448 h 246421"/>
                  <a:gd name="connsiteX32" fmla="*/ 121848 w 220334"/>
                  <a:gd name="connsiteY32" fmla="*/ 139809 h 246421"/>
                  <a:gd name="connsiteX33" fmla="*/ 176162 w 220334"/>
                  <a:gd name="connsiteY33" fmla="*/ 172368 h 246421"/>
                  <a:gd name="connsiteX34" fmla="*/ 105873 w 220334"/>
                  <a:gd name="connsiteY34" fmla="*/ 208756 h 246421"/>
                  <a:gd name="connsiteX35" fmla="*/ 87342 w 220334"/>
                  <a:gd name="connsiteY35" fmla="*/ 206841 h 246421"/>
                  <a:gd name="connsiteX36" fmla="*/ 103957 w 220334"/>
                  <a:gd name="connsiteY36" fmla="*/ 195988 h 246421"/>
                  <a:gd name="connsiteX37" fmla="*/ 105873 w 220334"/>
                  <a:gd name="connsiteY37" fmla="*/ 187051 h 246421"/>
                  <a:gd name="connsiteX38" fmla="*/ 105873 w 220334"/>
                  <a:gd name="connsiteY38" fmla="*/ 187051 h 246421"/>
                  <a:gd name="connsiteX39" fmla="*/ 96927 w 220334"/>
                  <a:gd name="connsiteY39" fmla="*/ 185135 h 246421"/>
                  <a:gd name="connsiteX40" fmla="*/ 66895 w 220334"/>
                  <a:gd name="connsiteY40" fmla="*/ 204926 h 246421"/>
                  <a:gd name="connsiteX41" fmla="*/ 64977 w 220334"/>
                  <a:gd name="connsiteY41" fmla="*/ 213863 h 246421"/>
                  <a:gd name="connsiteX42" fmla="*/ 84787 w 220334"/>
                  <a:gd name="connsiteY42" fmla="*/ 243230 h 246421"/>
                  <a:gd name="connsiteX43" fmla="*/ 89898 w 220334"/>
                  <a:gd name="connsiteY43" fmla="*/ 246422 h 246421"/>
                  <a:gd name="connsiteX44" fmla="*/ 93732 w 220334"/>
                  <a:gd name="connsiteY44" fmla="*/ 245145 h 246421"/>
                  <a:gd name="connsiteX45" fmla="*/ 95649 w 220334"/>
                  <a:gd name="connsiteY45" fmla="*/ 236207 h 246421"/>
                  <a:gd name="connsiteX46" fmla="*/ 95649 w 220334"/>
                  <a:gd name="connsiteY46" fmla="*/ 236207 h 246421"/>
                  <a:gd name="connsiteX47" fmla="*/ 84147 w 220334"/>
                  <a:gd name="connsiteY47" fmla="*/ 219609 h 246421"/>
                  <a:gd name="connsiteX48" fmla="*/ 186386 w 220334"/>
                  <a:gd name="connsiteY48" fmla="*/ 179390 h 246421"/>
                  <a:gd name="connsiteX49" fmla="*/ 203001 w 220334"/>
                  <a:gd name="connsiteY49" fmla="*/ 188966 h 246421"/>
                  <a:gd name="connsiteX50" fmla="*/ 206196 w 220334"/>
                  <a:gd name="connsiteY50" fmla="*/ 189604 h 246421"/>
                  <a:gd name="connsiteX51" fmla="*/ 212586 w 220334"/>
                  <a:gd name="connsiteY51" fmla="*/ 183220 h 246421"/>
                  <a:gd name="connsiteX52" fmla="*/ 209391 w 220334"/>
                  <a:gd name="connsiteY52" fmla="*/ 177475 h 246421"/>
                  <a:gd name="connsiteX53" fmla="*/ 127599 w 220334"/>
                  <a:gd name="connsiteY53" fmla="*/ 130233 h 246421"/>
                  <a:gd name="connsiteX54" fmla="*/ 128238 w 220334"/>
                  <a:gd name="connsiteY54" fmla="*/ 124488 h 246421"/>
                  <a:gd name="connsiteX55" fmla="*/ 110347 w 220334"/>
                  <a:gd name="connsiteY55" fmla="*/ 102144 h 246421"/>
                  <a:gd name="connsiteX56" fmla="*/ 110985 w 220334"/>
                  <a:gd name="connsiteY56" fmla="*/ 99590 h 246421"/>
                  <a:gd name="connsiteX57" fmla="*/ 110985 w 220334"/>
                  <a:gd name="connsiteY57" fmla="*/ 38942 h 246421"/>
                  <a:gd name="connsiteX58" fmla="*/ 186386 w 220334"/>
                  <a:gd name="connsiteY58" fmla="*/ 98313 h 246421"/>
                  <a:gd name="connsiteX59" fmla="*/ 168495 w 220334"/>
                  <a:gd name="connsiteY59" fmla="*/ 89376 h 246421"/>
                  <a:gd name="connsiteX60" fmla="*/ 159549 w 220334"/>
                  <a:gd name="connsiteY60" fmla="*/ 91929 h 246421"/>
                  <a:gd name="connsiteX61" fmla="*/ 162105 w 220334"/>
                  <a:gd name="connsiteY61" fmla="*/ 100867 h 246421"/>
                  <a:gd name="connsiteX62" fmla="*/ 162744 w 220334"/>
                  <a:gd name="connsiteY62" fmla="*/ 100867 h 246421"/>
                  <a:gd name="connsiteX63" fmla="*/ 194693 w 220334"/>
                  <a:gd name="connsiteY63" fmla="*/ 116827 h 246421"/>
                  <a:gd name="connsiteX64" fmla="*/ 197250 w 220334"/>
                  <a:gd name="connsiteY64" fmla="*/ 117465 h 246421"/>
                  <a:gd name="connsiteX65" fmla="*/ 203001 w 220334"/>
                  <a:gd name="connsiteY65" fmla="*/ 114273 h 246421"/>
                  <a:gd name="connsiteX66" fmla="*/ 218975 w 220334"/>
                  <a:gd name="connsiteY66" fmla="*/ 82353 h 246421"/>
                  <a:gd name="connsiteX67" fmla="*/ 217058 w 220334"/>
                  <a:gd name="connsiteY67" fmla="*/ 72777 h 246421"/>
                  <a:gd name="connsiteX68" fmla="*/ 217058 w 220334"/>
                  <a:gd name="connsiteY68" fmla="*/ 72777 h 246421"/>
                  <a:gd name="connsiteX69" fmla="*/ 116097 w 220334"/>
                  <a:gd name="connsiteY69" fmla="*/ 123849 h 246421"/>
                  <a:gd name="connsiteX70" fmla="*/ 105873 w 220334"/>
                  <a:gd name="connsiteY70" fmla="*/ 134064 h 246421"/>
                  <a:gd name="connsiteX71" fmla="*/ 95649 w 220334"/>
                  <a:gd name="connsiteY71" fmla="*/ 123849 h 246421"/>
                  <a:gd name="connsiteX72" fmla="*/ 105873 w 220334"/>
                  <a:gd name="connsiteY72" fmla="*/ 113635 h 246421"/>
                  <a:gd name="connsiteX73" fmla="*/ 116097 w 220334"/>
                  <a:gd name="connsiteY73" fmla="*/ 123849 h 246421"/>
                  <a:gd name="connsiteX74" fmla="*/ 116097 w 220334"/>
                  <a:gd name="connsiteY74" fmla="*/ 123849 h 246421"/>
                  <a:gd name="connsiteX75" fmla="*/ 116097 w 220334"/>
                  <a:gd name="connsiteY75" fmla="*/ 123849 h 246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220334" h="246421">
                    <a:moveTo>
                      <a:pt x="217058" y="72777"/>
                    </a:moveTo>
                    <a:cubicBezTo>
                      <a:pt x="213863" y="70862"/>
                      <a:pt x="210029" y="72139"/>
                      <a:pt x="208751" y="75331"/>
                    </a:cubicBezTo>
                    <a:cubicBezTo>
                      <a:pt x="208751" y="75331"/>
                      <a:pt x="208751" y="75331"/>
                      <a:pt x="208751" y="75331"/>
                    </a:cubicBezTo>
                    <a:lnTo>
                      <a:pt x="199806" y="93844"/>
                    </a:lnTo>
                    <a:cubicBezTo>
                      <a:pt x="187665" y="54902"/>
                      <a:pt x="152520" y="28089"/>
                      <a:pt x="112263" y="25536"/>
                    </a:cubicBezTo>
                    <a:lnTo>
                      <a:pt x="112263" y="6384"/>
                    </a:lnTo>
                    <a:cubicBezTo>
                      <a:pt x="112263" y="2554"/>
                      <a:pt x="109707" y="0"/>
                      <a:pt x="105873" y="0"/>
                    </a:cubicBezTo>
                    <a:cubicBezTo>
                      <a:pt x="102039" y="0"/>
                      <a:pt x="99483" y="2554"/>
                      <a:pt x="99483" y="6384"/>
                    </a:cubicBezTo>
                    <a:lnTo>
                      <a:pt x="99483" y="98952"/>
                    </a:lnTo>
                    <a:cubicBezTo>
                      <a:pt x="99483" y="100228"/>
                      <a:pt x="99483" y="100867"/>
                      <a:pt x="100122" y="101505"/>
                    </a:cubicBezTo>
                    <a:cubicBezTo>
                      <a:pt x="89898" y="104059"/>
                      <a:pt x="82870" y="113635"/>
                      <a:pt x="82870" y="123849"/>
                    </a:cubicBezTo>
                    <a:cubicBezTo>
                      <a:pt x="82870" y="125764"/>
                      <a:pt x="83508" y="128318"/>
                      <a:pt x="84147" y="130233"/>
                    </a:cubicBezTo>
                    <a:lnTo>
                      <a:pt x="29833" y="162792"/>
                    </a:lnTo>
                    <a:cubicBezTo>
                      <a:pt x="13219" y="130872"/>
                      <a:pt x="18331" y="92568"/>
                      <a:pt x="42613" y="65755"/>
                    </a:cubicBezTo>
                    <a:lnTo>
                      <a:pt x="43891" y="85545"/>
                    </a:lnTo>
                    <a:cubicBezTo>
                      <a:pt x="43891" y="88737"/>
                      <a:pt x="47086" y="91291"/>
                      <a:pt x="50281" y="91291"/>
                    </a:cubicBezTo>
                    <a:lnTo>
                      <a:pt x="50920" y="91291"/>
                    </a:lnTo>
                    <a:cubicBezTo>
                      <a:pt x="54754" y="91291"/>
                      <a:pt x="57310" y="88099"/>
                      <a:pt x="56671" y="84268"/>
                    </a:cubicBezTo>
                    <a:cubicBezTo>
                      <a:pt x="56671" y="84268"/>
                      <a:pt x="56671" y="84268"/>
                      <a:pt x="56671" y="84268"/>
                    </a:cubicBezTo>
                    <a:lnTo>
                      <a:pt x="54754" y="48518"/>
                    </a:lnTo>
                    <a:cubicBezTo>
                      <a:pt x="54754" y="45326"/>
                      <a:pt x="51559" y="42134"/>
                      <a:pt x="47725" y="42773"/>
                    </a:cubicBezTo>
                    <a:lnTo>
                      <a:pt x="11941" y="45326"/>
                    </a:lnTo>
                    <a:cubicBezTo>
                      <a:pt x="8108" y="45326"/>
                      <a:pt x="5551" y="48518"/>
                      <a:pt x="5551" y="51710"/>
                    </a:cubicBezTo>
                    <a:cubicBezTo>
                      <a:pt x="5551" y="54902"/>
                      <a:pt x="8746" y="58094"/>
                      <a:pt x="11941" y="58094"/>
                    </a:cubicBezTo>
                    <a:lnTo>
                      <a:pt x="12580" y="58094"/>
                    </a:lnTo>
                    <a:lnTo>
                      <a:pt x="33028" y="56817"/>
                    </a:lnTo>
                    <a:cubicBezTo>
                      <a:pt x="4913" y="87460"/>
                      <a:pt x="-839" y="132148"/>
                      <a:pt x="18331" y="168537"/>
                    </a:cubicBezTo>
                    <a:lnTo>
                      <a:pt x="2995" y="177475"/>
                    </a:lnTo>
                    <a:cubicBezTo>
                      <a:pt x="-200" y="179390"/>
                      <a:pt x="-839" y="183220"/>
                      <a:pt x="1078" y="186412"/>
                    </a:cubicBezTo>
                    <a:cubicBezTo>
                      <a:pt x="2356" y="188327"/>
                      <a:pt x="4273" y="189604"/>
                      <a:pt x="6829" y="189604"/>
                    </a:cubicBezTo>
                    <a:cubicBezTo>
                      <a:pt x="8108" y="189604"/>
                      <a:pt x="9385" y="189604"/>
                      <a:pt x="10024" y="188966"/>
                    </a:cubicBezTo>
                    <a:lnTo>
                      <a:pt x="91177" y="140448"/>
                    </a:lnTo>
                    <a:cubicBezTo>
                      <a:pt x="100122" y="148108"/>
                      <a:pt x="113542" y="148108"/>
                      <a:pt x="121848" y="139809"/>
                    </a:cubicBezTo>
                    <a:lnTo>
                      <a:pt x="176162" y="172368"/>
                    </a:lnTo>
                    <a:cubicBezTo>
                      <a:pt x="160188" y="195350"/>
                      <a:pt x="133989" y="208756"/>
                      <a:pt x="105873" y="208756"/>
                    </a:cubicBezTo>
                    <a:cubicBezTo>
                      <a:pt x="99483" y="208756"/>
                      <a:pt x="93732" y="208118"/>
                      <a:pt x="87342" y="206841"/>
                    </a:cubicBezTo>
                    <a:lnTo>
                      <a:pt x="103957" y="195988"/>
                    </a:lnTo>
                    <a:cubicBezTo>
                      <a:pt x="107152" y="194073"/>
                      <a:pt x="107790" y="190243"/>
                      <a:pt x="105873" y="187051"/>
                    </a:cubicBezTo>
                    <a:cubicBezTo>
                      <a:pt x="105873" y="187051"/>
                      <a:pt x="105873" y="187051"/>
                      <a:pt x="105873" y="187051"/>
                    </a:cubicBezTo>
                    <a:cubicBezTo>
                      <a:pt x="103957" y="183859"/>
                      <a:pt x="100122" y="183220"/>
                      <a:pt x="96927" y="185135"/>
                    </a:cubicBezTo>
                    <a:lnTo>
                      <a:pt x="66895" y="204926"/>
                    </a:lnTo>
                    <a:cubicBezTo>
                      <a:pt x="63700" y="206841"/>
                      <a:pt x="63061" y="210671"/>
                      <a:pt x="64977" y="213863"/>
                    </a:cubicBezTo>
                    <a:lnTo>
                      <a:pt x="84787" y="243230"/>
                    </a:lnTo>
                    <a:cubicBezTo>
                      <a:pt x="86064" y="245145"/>
                      <a:pt x="87982" y="245783"/>
                      <a:pt x="89898" y="246422"/>
                    </a:cubicBezTo>
                    <a:cubicBezTo>
                      <a:pt x="91177" y="246422"/>
                      <a:pt x="92454" y="245783"/>
                      <a:pt x="93732" y="245145"/>
                    </a:cubicBezTo>
                    <a:cubicBezTo>
                      <a:pt x="96927" y="243230"/>
                      <a:pt x="97567" y="239399"/>
                      <a:pt x="95649" y="236207"/>
                    </a:cubicBezTo>
                    <a:cubicBezTo>
                      <a:pt x="95649" y="236207"/>
                      <a:pt x="95649" y="236207"/>
                      <a:pt x="95649" y="236207"/>
                    </a:cubicBezTo>
                    <a:lnTo>
                      <a:pt x="84147" y="219609"/>
                    </a:lnTo>
                    <a:cubicBezTo>
                      <a:pt x="123126" y="228546"/>
                      <a:pt x="164021" y="212587"/>
                      <a:pt x="186386" y="179390"/>
                    </a:cubicBezTo>
                    <a:lnTo>
                      <a:pt x="203001" y="188966"/>
                    </a:lnTo>
                    <a:cubicBezTo>
                      <a:pt x="204278" y="189604"/>
                      <a:pt x="204917" y="189604"/>
                      <a:pt x="206196" y="189604"/>
                    </a:cubicBezTo>
                    <a:cubicBezTo>
                      <a:pt x="210029" y="189604"/>
                      <a:pt x="212586" y="187051"/>
                      <a:pt x="212586" y="183220"/>
                    </a:cubicBezTo>
                    <a:cubicBezTo>
                      <a:pt x="212586" y="180667"/>
                      <a:pt x="211307" y="178752"/>
                      <a:pt x="209391" y="177475"/>
                    </a:cubicBezTo>
                    <a:lnTo>
                      <a:pt x="127599" y="130233"/>
                    </a:lnTo>
                    <a:cubicBezTo>
                      <a:pt x="128238" y="128318"/>
                      <a:pt x="128238" y="126403"/>
                      <a:pt x="128238" y="124488"/>
                    </a:cubicBezTo>
                    <a:cubicBezTo>
                      <a:pt x="128238" y="113635"/>
                      <a:pt x="121209" y="104697"/>
                      <a:pt x="110347" y="102144"/>
                    </a:cubicBezTo>
                    <a:cubicBezTo>
                      <a:pt x="110985" y="101505"/>
                      <a:pt x="110985" y="100228"/>
                      <a:pt x="110985" y="99590"/>
                    </a:cubicBezTo>
                    <a:lnTo>
                      <a:pt x="110985" y="38942"/>
                    </a:lnTo>
                    <a:cubicBezTo>
                      <a:pt x="146130" y="41496"/>
                      <a:pt x="176162" y="65117"/>
                      <a:pt x="186386" y="98313"/>
                    </a:cubicBezTo>
                    <a:lnTo>
                      <a:pt x="168495" y="89376"/>
                    </a:lnTo>
                    <a:cubicBezTo>
                      <a:pt x="165300" y="87460"/>
                      <a:pt x="161466" y="88737"/>
                      <a:pt x="159549" y="91929"/>
                    </a:cubicBezTo>
                    <a:cubicBezTo>
                      <a:pt x="157631" y="95121"/>
                      <a:pt x="158910" y="98952"/>
                      <a:pt x="162105" y="100867"/>
                    </a:cubicBezTo>
                    <a:cubicBezTo>
                      <a:pt x="162105" y="100867"/>
                      <a:pt x="162105" y="100867"/>
                      <a:pt x="162744" y="100867"/>
                    </a:cubicBezTo>
                    <a:lnTo>
                      <a:pt x="194693" y="116827"/>
                    </a:lnTo>
                    <a:cubicBezTo>
                      <a:pt x="195332" y="117465"/>
                      <a:pt x="196611" y="117465"/>
                      <a:pt x="197250" y="117465"/>
                    </a:cubicBezTo>
                    <a:cubicBezTo>
                      <a:pt x="199806" y="117465"/>
                      <a:pt x="201722" y="116188"/>
                      <a:pt x="203001" y="114273"/>
                    </a:cubicBezTo>
                    <a:lnTo>
                      <a:pt x="218975" y="82353"/>
                    </a:lnTo>
                    <a:cubicBezTo>
                      <a:pt x="221531" y="78523"/>
                      <a:pt x="220253" y="74692"/>
                      <a:pt x="217058" y="72777"/>
                    </a:cubicBezTo>
                    <a:cubicBezTo>
                      <a:pt x="217058" y="73416"/>
                      <a:pt x="217058" y="73416"/>
                      <a:pt x="217058" y="72777"/>
                    </a:cubicBezTo>
                    <a:close/>
                    <a:moveTo>
                      <a:pt x="116097" y="123849"/>
                    </a:moveTo>
                    <a:cubicBezTo>
                      <a:pt x="116097" y="129595"/>
                      <a:pt x="111624" y="134064"/>
                      <a:pt x="105873" y="134064"/>
                    </a:cubicBezTo>
                    <a:cubicBezTo>
                      <a:pt x="100122" y="134064"/>
                      <a:pt x="95649" y="129595"/>
                      <a:pt x="95649" y="123849"/>
                    </a:cubicBezTo>
                    <a:cubicBezTo>
                      <a:pt x="95649" y="118104"/>
                      <a:pt x="100122" y="113635"/>
                      <a:pt x="105873" y="113635"/>
                    </a:cubicBezTo>
                    <a:cubicBezTo>
                      <a:pt x="110985" y="113635"/>
                      <a:pt x="116097" y="118742"/>
                      <a:pt x="116097" y="123849"/>
                    </a:cubicBezTo>
                    <a:lnTo>
                      <a:pt x="116097" y="123849"/>
                    </a:lnTo>
                    <a:lnTo>
                      <a:pt x="116097" y="123849"/>
                    </a:lnTo>
                    <a:close/>
                  </a:path>
                </a:pathLst>
              </a:custGeom>
              <a:grpFill/>
              <a:ln w="6390" cap="flat">
                <a:solidFill>
                  <a:schemeClr val="tx2"/>
                </a:solidFill>
                <a:prstDash val="solid"/>
                <a:miter/>
              </a:ln>
            </p:spPr>
            <p:txBody>
              <a:bodyPr rtlCol="0" anchor="ctr"/>
              <a:lstStyle/>
              <a:p>
                <a:endParaRPr lang="en-US" sz="1200">
                  <a:latin typeface="Gill Sans MT" panose="020B0502020104020203" pitchFamily="34" charset="0"/>
                </a:endParaRPr>
              </a:p>
            </p:txBody>
          </p:sp>
        </p:grpSp>
      </p:grpSp>
      <p:sp>
        <p:nvSpPr>
          <p:cNvPr id="68" name="Freeform 5">
            <a:extLst>
              <a:ext uri="{FF2B5EF4-FFF2-40B4-BE49-F238E27FC236}">
                <a16:creationId xmlns:a16="http://schemas.microsoft.com/office/drawing/2014/main" id="{65D2C331-51A2-B845-335E-684480043102}"/>
              </a:ext>
            </a:extLst>
          </p:cNvPr>
          <p:cNvSpPr>
            <a:spLocks/>
          </p:cNvSpPr>
          <p:nvPr/>
        </p:nvSpPr>
        <p:spPr bwMode="auto">
          <a:xfrm>
            <a:off x="11072311" y="996534"/>
            <a:ext cx="88503" cy="4936437"/>
          </a:xfrm>
          <a:custGeom>
            <a:avLst/>
            <a:gdLst>
              <a:gd name="T0" fmla="*/ 0 w 60"/>
              <a:gd name="T1" fmla="*/ 1459 h 1489"/>
              <a:gd name="T2" fmla="*/ 0 w 60"/>
              <a:gd name="T3" fmla="*/ 30 h 1489"/>
              <a:gd name="T4" fmla="*/ 30 w 60"/>
              <a:gd name="T5" fmla="*/ 0 h 1489"/>
              <a:gd name="T6" fmla="*/ 30 w 60"/>
              <a:gd name="T7" fmla="*/ 0 h 1489"/>
              <a:gd name="T8" fmla="*/ 60 w 60"/>
              <a:gd name="T9" fmla="*/ 30 h 1489"/>
              <a:gd name="T10" fmla="*/ 60 w 60"/>
              <a:gd name="T11" fmla="*/ 1459 h 1489"/>
              <a:gd name="T12" fmla="*/ 30 w 60"/>
              <a:gd name="T13" fmla="*/ 1489 h 1489"/>
              <a:gd name="T14" fmla="*/ 30 w 60"/>
              <a:gd name="T15" fmla="*/ 1489 h 1489"/>
              <a:gd name="T16" fmla="*/ 0 w 60"/>
              <a:gd name="T17" fmla="*/ 1459 h 1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1489">
                <a:moveTo>
                  <a:pt x="0" y="1459"/>
                </a:moveTo>
                <a:cubicBezTo>
                  <a:pt x="0" y="30"/>
                  <a:pt x="0" y="30"/>
                  <a:pt x="0" y="30"/>
                </a:cubicBezTo>
                <a:cubicBezTo>
                  <a:pt x="0" y="13"/>
                  <a:pt x="13" y="0"/>
                  <a:pt x="30" y="0"/>
                </a:cubicBezTo>
                <a:cubicBezTo>
                  <a:pt x="30" y="0"/>
                  <a:pt x="30" y="0"/>
                  <a:pt x="30" y="0"/>
                </a:cubicBezTo>
                <a:cubicBezTo>
                  <a:pt x="47" y="0"/>
                  <a:pt x="60" y="13"/>
                  <a:pt x="60" y="30"/>
                </a:cubicBezTo>
                <a:cubicBezTo>
                  <a:pt x="60" y="1459"/>
                  <a:pt x="60" y="1459"/>
                  <a:pt x="60" y="1459"/>
                </a:cubicBezTo>
                <a:cubicBezTo>
                  <a:pt x="60" y="1475"/>
                  <a:pt x="47" y="1489"/>
                  <a:pt x="30" y="1489"/>
                </a:cubicBezTo>
                <a:cubicBezTo>
                  <a:pt x="30" y="1489"/>
                  <a:pt x="30" y="1489"/>
                  <a:pt x="30" y="1489"/>
                </a:cubicBezTo>
                <a:cubicBezTo>
                  <a:pt x="13" y="1489"/>
                  <a:pt x="0" y="1475"/>
                  <a:pt x="0" y="1459"/>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sz="1400">
              <a:latin typeface="Gill Sans MT" panose="020B0502020104020203" pitchFamily="34" charset="0"/>
            </a:endParaRPr>
          </a:p>
        </p:txBody>
      </p:sp>
      <p:sp>
        <p:nvSpPr>
          <p:cNvPr id="69" name="Freeform 6">
            <a:extLst>
              <a:ext uri="{FF2B5EF4-FFF2-40B4-BE49-F238E27FC236}">
                <a16:creationId xmlns:a16="http://schemas.microsoft.com/office/drawing/2014/main" id="{73C762EC-6C25-8BF6-762E-F633D7AD3FD6}"/>
              </a:ext>
            </a:extLst>
          </p:cNvPr>
          <p:cNvSpPr>
            <a:spLocks/>
          </p:cNvSpPr>
          <p:nvPr/>
        </p:nvSpPr>
        <p:spPr bwMode="auto">
          <a:xfrm>
            <a:off x="11016646" y="2774860"/>
            <a:ext cx="201310" cy="146765"/>
          </a:xfrm>
          <a:custGeom>
            <a:avLst/>
            <a:gdLst>
              <a:gd name="T0" fmla="*/ 67 w 88"/>
              <a:gd name="T1" fmla="*/ 43 h 43"/>
              <a:gd name="T2" fmla="*/ 21 w 88"/>
              <a:gd name="T3" fmla="*/ 43 h 43"/>
              <a:gd name="T4" fmla="*/ 0 w 88"/>
              <a:gd name="T5" fmla="*/ 22 h 43"/>
              <a:gd name="T6" fmla="*/ 0 w 88"/>
              <a:gd name="T7" fmla="*/ 22 h 43"/>
              <a:gd name="T8" fmla="*/ 21 w 88"/>
              <a:gd name="T9" fmla="*/ 0 h 43"/>
              <a:gd name="T10" fmla="*/ 67 w 88"/>
              <a:gd name="T11" fmla="*/ 0 h 43"/>
              <a:gd name="T12" fmla="*/ 88 w 88"/>
              <a:gd name="T13" fmla="*/ 22 h 43"/>
              <a:gd name="T14" fmla="*/ 88 w 88"/>
              <a:gd name="T15" fmla="*/ 22 h 43"/>
              <a:gd name="T16" fmla="*/ 67 w 88"/>
              <a:gd name="T17"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8" h="43">
                <a:moveTo>
                  <a:pt x="67" y="43"/>
                </a:moveTo>
                <a:cubicBezTo>
                  <a:pt x="21" y="43"/>
                  <a:pt x="21" y="43"/>
                  <a:pt x="21" y="43"/>
                </a:cubicBezTo>
                <a:cubicBezTo>
                  <a:pt x="9" y="43"/>
                  <a:pt x="0" y="34"/>
                  <a:pt x="0" y="22"/>
                </a:cubicBezTo>
                <a:cubicBezTo>
                  <a:pt x="0" y="22"/>
                  <a:pt x="0" y="22"/>
                  <a:pt x="0" y="22"/>
                </a:cubicBezTo>
                <a:cubicBezTo>
                  <a:pt x="0" y="10"/>
                  <a:pt x="9" y="0"/>
                  <a:pt x="21" y="0"/>
                </a:cubicBezTo>
                <a:cubicBezTo>
                  <a:pt x="67" y="0"/>
                  <a:pt x="67" y="0"/>
                  <a:pt x="67" y="0"/>
                </a:cubicBezTo>
                <a:cubicBezTo>
                  <a:pt x="79" y="0"/>
                  <a:pt x="88" y="10"/>
                  <a:pt x="88" y="22"/>
                </a:cubicBezTo>
                <a:cubicBezTo>
                  <a:pt x="88" y="22"/>
                  <a:pt x="88" y="22"/>
                  <a:pt x="88" y="22"/>
                </a:cubicBezTo>
                <a:cubicBezTo>
                  <a:pt x="88" y="34"/>
                  <a:pt x="79" y="43"/>
                  <a:pt x="67" y="43"/>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zh-CN" altLang="en-US" sz="1400">
              <a:latin typeface="Gill Sans MT" panose="020B0502020104020203" pitchFamily="34" charset="0"/>
            </a:endParaRPr>
          </a:p>
        </p:txBody>
      </p:sp>
      <p:sp>
        <p:nvSpPr>
          <p:cNvPr id="70" name="Freeform 8">
            <a:extLst>
              <a:ext uri="{FF2B5EF4-FFF2-40B4-BE49-F238E27FC236}">
                <a16:creationId xmlns:a16="http://schemas.microsoft.com/office/drawing/2014/main" id="{87DE3EB7-5928-C3A1-4302-BD860E5C6205}"/>
              </a:ext>
            </a:extLst>
          </p:cNvPr>
          <p:cNvSpPr>
            <a:spLocks/>
          </p:cNvSpPr>
          <p:nvPr/>
        </p:nvSpPr>
        <p:spPr bwMode="auto">
          <a:xfrm>
            <a:off x="11016646" y="5705647"/>
            <a:ext cx="201310" cy="146765"/>
          </a:xfrm>
          <a:custGeom>
            <a:avLst/>
            <a:gdLst>
              <a:gd name="T0" fmla="*/ 67 w 88"/>
              <a:gd name="T1" fmla="*/ 43 h 43"/>
              <a:gd name="T2" fmla="*/ 21 w 88"/>
              <a:gd name="T3" fmla="*/ 43 h 43"/>
              <a:gd name="T4" fmla="*/ 0 w 88"/>
              <a:gd name="T5" fmla="*/ 22 h 43"/>
              <a:gd name="T6" fmla="*/ 0 w 88"/>
              <a:gd name="T7" fmla="*/ 22 h 43"/>
              <a:gd name="T8" fmla="*/ 21 w 88"/>
              <a:gd name="T9" fmla="*/ 0 h 43"/>
              <a:gd name="T10" fmla="*/ 67 w 88"/>
              <a:gd name="T11" fmla="*/ 0 h 43"/>
              <a:gd name="T12" fmla="*/ 88 w 88"/>
              <a:gd name="T13" fmla="*/ 22 h 43"/>
              <a:gd name="T14" fmla="*/ 88 w 88"/>
              <a:gd name="T15" fmla="*/ 22 h 43"/>
              <a:gd name="T16" fmla="*/ 67 w 88"/>
              <a:gd name="T17"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8" h="43">
                <a:moveTo>
                  <a:pt x="67" y="43"/>
                </a:moveTo>
                <a:cubicBezTo>
                  <a:pt x="21" y="43"/>
                  <a:pt x="21" y="43"/>
                  <a:pt x="21" y="43"/>
                </a:cubicBezTo>
                <a:cubicBezTo>
                  <a:pt x="9" y="43"/>
                  <a:pt x="0" y="34"/>
                  <a:pt x="0" y="22"/>
                </a:cubicBezTo>
                <a:cubicBezTo>
                  <a:pt x="0" y="22"/>
                  <a:pt x="0" y="22"/>
                  <a:pt x="0" y="22"/>
                </a:cubicBezTo>
                <a:cubicBezTo>
                  <a:pt x="0" y="10"/>
                  <a:pt x="9" y="0"/>
                  <a:pt x="21" y="0"/>
                </a:cubicBezTo>
                <a:cubicBezTo>
                  <a:pt x="67" y="0"/>
                  <a:pt x="67" y="0"/>
                  <a:pt x="67" y="0"/>
                </a:cubicBezTo>
                <a:cubicBezTo>
                  <a:pt x="79" y="0"/>
                  <a:pt x="88" y="10"/>
                  <a:pt x="88" y="22"/>
                </a:cubicBezTo>
                <a:cubicBezTo>
                  <a:pt x="88" y="22"/>
                  <a:pt x="88" y="22"/>
                  <a:pt x="88" y="22"/>
                </a:cubicBezTo>
                <a:cubicBezTo>
                  <a:pt x="88" y="34"/>
                  <a:pt x="79" y="43"/>
                  <a:pt x="67" y="43"/>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zh-CN" altLang="en-US" sz="1400">
              <a:latin typeface="Gill Sans MT" panose="020B0502020104020203" pitchFamily="34" charset="0"/>
            </a:endParaRPr>
          </a:p>
        </p:txBody>
      </p:sp>
      <p:sp>
        <p:nvSpPr>
          <p:cNvPr id="71" name="Freeform 9">
            <a:extLst>
              <a:ext uri="{FF2B5EF4-FFF2-40B4-BE49-F238E27FC236}">
                <a16:creationId xmlns:a16="http://schemas.microsoft.com/office/drawing/2014/main" id="{6A04E2D0-7580-5243-2876-C0AC4BA645BD}"/>
              </a:ext>
            </a:extLst>
          </p:cNvPr>
          <p:cNvSpPr>
            <a:spLocks/>
          </p:cNvSpPr>
          <p:nvPr/>
        </p:nvSpPr>
        <p:spPr bwMode="auto">
          <a:xfrm>
            <a:off x="9958194" y="2565876"/>
            <a:ext cx="1058453" cy="281287"/>
          </a:xfrm>
          <a:custGeom>
            <a:avLst/>
            <a:gdLst>
              <a:gd name="T0" fmla="*/ 0 w 737"/>
              <a:gd name="T1" fmla="*/ 0 h 154"/>
              <a:gd name="T2" fmla="*/ 578 w 737"/>
              <a:gd name="T3" fmla="*/ 0 h 154"/>
              <a:gd name="T4" fmla="*/ 737 w 737"/>
              <a:gd name="T5" fmla="*/ 154 h 154"/>
            </a:gdLst>
            <a:ahLst/>
            <a:cxnLst>
              <a:cxn ang="0">
                <a:pos x="T0" y="T1"/>
              </a:cxn>
              <a:cxn ang="0">
                <a:pos x="T2" y="T3"/>
              </a:cxn>
              <a:cxn ang="0">
                <a:pos x="T4" y="T5"/>
              </a:cxn>
            </a:cxnLst>
            <a:rect l="0" t="0" r="r" b="b"/>
            <a:pathLst>
              <a:path w="737" h="154">
                <a:moveTo>
                  <a:pt x="0" y="0"/>
                </a:moveTo>
                <a:lnTo>
                  <a:pt x="578" y="0"/>
                </a:lnTo>
                <a:lnTo>
                  <a:pt x="737" y="154"/>
                </a:lnTo>
              </a:path>
            </a:pathLst>
          </a:custGeom>
          <a:noFill/>
          <a:ln w="12700" cap="flat">
            <a:solidFill>
              <a:srgbClr val="0097A9"/>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400">
              <a:latin typeface="Gill Sans MT" panose="020B0502020104020203" pitchFamily="34" charset="0"/>
            </a:endParaRPr>
          </a:p>
        </p:txBody>
      </p:sp>
      <p:sp>
        <p:nvSpPr>
          <p:cNvPr id="72" name="Oval 10">
            <a:extLst>
              <a:ext uri="{FF2B5EF4-FFF2-40B4-BE49-F238E27FC236}">
                <a16:creationId xmlns:a16="http://schemas.microsoft.com/office/drawing/2014/main" id="{22056351-CB89-54F8-6B71-B917094A3A18}"/>
              </a:ext>
            </a:extLst>
          </p:cNvPr>
          <p:cNvSpPr>
            <a:spLocks noChangeArrowheads="1"/>
          </p:cNvSpPr>
          <p:nvPr/>
        </p:nvSpPr>
        <p:spPr bwMode="auto">
          <a:xfrm>
            <a:off x="10207103" y="2112149"/>
            <a:ext cx="66714" cy="99590"/>
          </a:xfrm>
          <a:prstGeom prst="ellipse">
            <a:avLst/>
          </a:prstGeom>
          <a:solidFill>
            <a:srgbClr val="0097A9"/>
          </a:solidFill>
          <a:ln>
            <a:solidFill>
              <a:schemeClr val="bg2"/>
            </a:solidFill>
          </a:ln>
        </p:spPr>
        <p:txBody>
          <a:bodyPr vert="horz" wrap="square" lIns="91440" tIns="45720" rIns="91440" bIns="45720" numCol="1" anchor="t" anchorCtr="0" compatLnSpc="1">
            <a:prstTxWarp prst="textNoShape">
              <a:avLst/>
            </a:prstTxWarp>
          </a:bodyPr>
          <a:lstStyle/>
          <a:p>
            <a:endParaRPr lang="zh-CN" altLang="en-US" sz="1400">
              <a:latin typeface="Gill Sans MT" panose="020B0502020104020203" pitchFamily="34" charset="0"/>
            </a:endParaRPr>
          </a:p>
        </p:txBody>
      </p:sp>
      <p:sp>
        <p:nvSpPr>
          <p:cNvPr id="81" name="Freeform 13">
            <a:extLst>
              <a:ext uri="{FF2B5EF4-FFF2-40B4-BE49-F238E27FC236}">
                <a16:creationId xmlns:a16="http://schemas.microsoft.com/office/drawing/2014/main" id="{A325DC04-0181-8A67-8394-6352E7EABF10}"/>
              </a:ext>
            </a:extLst>
          </p:cNvPr>
          <p:cNvSpPr>
            <a:spLocks/>
          </p:cNvSpPr>
          <p:nvPr/>
        </p:nvSpPr>
        <p:spPr bwMode="auto">
          <a:xfrm>
            <a:off x="9958194" y="5496823"/>
            <a:ext cx="1058453" cy="277633"/>
          </a:xfrm>
          <a:custGeom>
            <a:avLst/>
            <a:gdLst>
              <a:gd name="T0" fmla="*/ 0 w 737"/>
              <a:gd name="T1" fmla="*/ 0 h 152"/>
              <a:gd name="T2" fmla="*/ 578 w 737"/>
              <a:gd name="T3" fmla="*/ 0 h 152"/>
              <a:gd name="T4" fmla="*/ 737 w 737"/>
              <a:gd name="T5" fmla="*/ 152 h 152"/>
            </a:gdLst>
            <a:ahLst/>
            <a:cxnLst>
              <a:cxn ang="0">
                <a:pos x="T0" y="T1"/>
              </a:cxn>
              <a:cxn ang="0">
                <a:pos x="T2" y="T3"/>
              </a:cxn>
              <a:cxn ang="0">
                <a:pos x="T4" y="T5"/>
              </a:cxn>
            </a:cxnLst>
            <a:rect l="0" t="0" r="r" b="b"/>
            <a:pathLst>
              <a:path w="737" h="152">
                <a:moveTo>
                  <a:pt x="0" y="0"/>
                </a:moveTo>
                <a:lnTo>
                  <a:pt x="578" y="0"/>
                </a:lnTo>
                <a:lnTo>
                  <a:pt x="737" y="152"/>
                </a:lnTo>
              </a:path>
            </a:pathLst>
          </a:custGeom>
          <a:noFill/>
          <a:ln w="12700" cap="flat">
            <a:solidFill>
              <a:srgbClr val="0097A9"/>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400">
              <a:latin typeface="Gill Sans MT" panose="020B0502020104020203" pitchFamily="34" charset="0"/>
            </a:endParaRPr>
          </a:p>
        </p:txBody>
      </p:sp>
      <p:sp>
        <p:nvSpPr>
          <p:cNvPr id="83" name="Freeform 21">
            <a:extLst>
              <a:ext uri="{FF2B5EF4-FFF2-40B4-BE49-F238E27FC236}">
                <a16:creationId xmlns:a16="http://schemas.microsoft.com/office/drawing/2014/main" id="{D94D3844-A048-1037-F2AA-696F0789E9B6}"/>
              </a:ext>
            </a:extLst>
          </p:cNvPr>
          <p:cNvSpPr>
            <a:spLocks/>
          </p:cNvSpPr>
          <p:nvPr/>
        </p:nvSpPr>
        <p:spPr bwMode="auto">
          <a:xfrm>
            <a:off x="11299885" y="2257690"/>
            <a:ext cx="499765" cy="667430"/>
          </a:xfrm>
          <a:custGeom>
            <a:avLst/>
            <a:gdLst>
              <a:gd name="T0" fmla="*/ 203 w 203"/>
              <a:gd name="T1" fmla="*/ 0 h 181"/>
              <a:gd name="T2" fmla="*/ 117 w 203"/>
              <a:gd name="T3" fmla="*/ 0 h 181"/>
              <a:gd name="T4" fmla="*/ 0 w 203"/>
              <a:gd name="T5" fmla="*/ 117 h 181"/>
              <a:gd name="T6" fmla="*/ 0 w 203"/>
              <a:gd name="T7" fmla="*/ 181 h 181"/>
              <a:gd name="T8" fmla="*/ 86 w 203"/>
              <a:gd name="T9" fmla="*/ 181 h 181"/>
              <a:gd name="T10" fmla="*/ 203 w 203"/>
              <a:gd name="T11" fmla="*/ 64 h 181"/>
              <a:gd name="T12" fmla="*/ 203 w 203"/>
              <a:gd name="T13" fmla="*/ 0 h 181"/>
            </a:gdLst>
            <a:ahLst/>
            <a:cxnLst>
              <a:cxn ang="0">
                <a:pos x="T0" y="T1"/>
              </a:cxn>
              <a:cxn ang="0">
                <a:pos x="T2" y="T3"/>
              </a:cxn>
              <a:cxn ang="0">
                <a:pos x="T4" y="T5"/>
              </a:cxn>
              <a:cxn ang="0">
                <a:pos x="T6" y="T7"/>
              </a:cxn>
              <a:cxn ang="0">
                <a:pos x="T8" y="T9"/>
              </a:cxn>
              <a:cxn ang="0">
                <a:pos x="T10" y="T11"/>
              </a:cxn>
              <a:cxn ang="0">
                <a:pos x="T12" y="T13"/>
              </a:cxn>
            </a:cxnLst>
            <a:rect l="0" t="0" r="r" b="b"/>
            <a:pathLst>
              <a:path w="203" h="181">
                <a:moveTo>
                  <a:pt x="203" y="0"/>
                </a:moveTo>
                <a:cubicBezTo>
                  <a:pt x="117" y="0"/>
                  <a:pt x="117" y="0"/>
                  <a:pt x="117" y="0"/>
                </a:cubicBezTo>
                <a:cubicBezTo>
                  <a:pt x="52" y="0"/>
                  <a:pt x="0" y="53"/>
                  <a:pt x="0" y="117"/>
                </a:cubicBezTo>
                <a:cubicBezTo>
                  <a:pt x="0" y="181"/>
                  <a:pt x="0" y="181"/>
                  <a:pt x="0" y="181"/>
                </a:cubicBezTo>
                <a:cubicBezTo>
                  <a:pt x="86" y="181"/>
                  <a:pt x="86" y="181"/>
                  <a:pt x="86" y="181"/>
                </a:cubicBezTo>
                <a:cubicBezTo>
                  <a:pt x="150" y="181"/>
                  <a:pt x="203" y="129"/>
                  <a:pt x="203" y="64"/>
                </a:cubicBezTo>
                <a:lnTo>
                  <a:pt x="203" y="0"/>
                </a:lnTo>
                <a:close/>
              </a:path>
            </a:pathLst>
          </a:custGeom>
          <a:solidFill>
            <a:schemeClr val="bg2"/>
          </a:solidFill>
          <a:ln>
            <a:noFill/>
          </a:ln>
        </p:spPr>
        <p:txBody>
          <a:bodyPr vert="horz" wrap="square" lIns="91440" tIns="45720" rIns="91440" bIns="45720" numCol="1" anchor="ctr" anchorCtr="0" compatLnSpc="1">
            <a:prstTxWarp prst="textNoShape">
              <a:avLst/>
            </a:prstTxWarp>
          </a:bodyPr>
          <a:lstStyle/>
          <a:p>
            <a:pPr algn="ctr"/>
            <a:r>
              <a:rPr lang="en-US" altLang="zh-CN" sz="1400" dirty="0">
                <a:solidFill>
                  <a:srgbClr val="FFFFFF"/>
                </a:solidFill>
                <a:latin typeface="Gill Sans MT" panose="020B0502020104020203" pitchFamily="34" charset="0"/>
              </a:rPr>
              <a:t>A</a:t>
            </a:r>
            <a:endParaRPr lang="zh-CN" altLang="en-US" sz="1400" dirty="0">
              <a:solidFill>
                <a:srgbClr val="FFFFFF"/>
              </a:solidFill>
              <a:latin typeface="Gill Sans MT" panose="020B0502020104020203" pitchFamily="34" charset="0"/>
            </a:endParaRPr>
          </a:p>
        </p:txBody>
      </p:sp>
      <p:sp>
        <p:nvSpPr>
          <p:cNvPr id="84" name="Freeform 21">
            <a:extLst>
              <a:ext uri="{FF2B5EF4-FFF2-40B4-BE49-F238E27FC236}">
                <a16:creationId xmlns:a16="http://schemas.microsoft.com/office/drawing/2014/main" id="{CDD32C9A-94DA-67F0-4D8C-1CE76657A362}"/>
              </a:ext>
            </a:extLst>
          </p:cNvPr>
          <p:cNvSpPr>
            <a:spLocks/>
          </p:cNvSpPr>
          <p:nvPr/>
        </p:nvSpPr>
        <p:spPr bwMode="auto">
          <a:xfrm>
            <a:off x="11299885" y="5184981"/>
            <a:ext cx="499765" cy="667430"/>
          </a:xfrm>
          <a:custGeom>
            <a:avLst/>
            <a:gdLst>
              <a:gd name="T0" fmla="*/ 203 w 203"/>
              <a:gd name="T1" fmla="*/ 0 h 181"/>
              <a:gd name="T2" fmla="*/ 117 w 203"/>
              <a:gd name="T3" fmla="*/ 0 h 181"/>
              <a:gd name="T4" fmla="*/ 0 w 203"/>
              <a:gd name="T5" fmla="*/ 117 h 181"/>
              <a:gd name="T6" fmla="*/ 0 w 203"/>
              <a:gd name="T7" fmla="*/ 181 h 181"/>
              <a:gd name="T8" fmla="*/ 86 w 203"/>
              <a:gd name="T9" fmla="*/ 181 h 181"/>
              <a:gd name="T10" fmla="*/ 203 w 203"/>
              <a:gd name="T11" fmla="*/ 64 h 181"/>
              <a:gd name="T12" fmla="*/ 203 w 203"/>
              <a:gd name="T13" fmla="*/ 0 h 181"/>
            </a:gdLst>
            <a:ahLst/>
            <a:cxnLst>
              <a:cxn ang="0">
                <a:pos x="T0" y="T1"/>
              </a:cxn>
              <a:cxn ang="0">
                <a:pos x="T2" y="T3"/>
              </a:cxn>
              <a:cxn ang="0">
                <a:pos x="T4" y="T5"/>
              </a:cxn>
              <a:cxn ang="0">
                <a:pos x="T6" y="T7"/>
              </a:cxn>
              <a:cxn ang="0">
                <a:pos x="T8" y="T9"/>
              </a:cxn>
              <a:cxn ang="0">
                <a:pos x="T10" y="T11"/>
              </a:cxn>
              <a:cxn ang="0">
                <a:pos x="T12" y="T13"/>
              </a:cxn>
            </a:cxnLst>
            <a:rect l="0" t="0" r="r" b="b"/>
            <a:pathLst>
              <a:path w="203" h="181">
                <a:moveTo>
                  <a:pt x="203" y="0"/>
                </a:moveTo>
                <a:cubicBezTo>
                  <a:pt x="117" y="0"/>
                  <a:pt x="117" y="0"/>
                  <a:pt x="117" y="0"/>
                </a:cubicBezTo>
                <a:cubicBezTo>
                  <a:pt x="52" y="0"/>
                  <a:pt x="0" y="53"/>
                  <a:pt x="0" y="117"/>
                </a:cubicBezTo>
                <a:cubicBezTo>
                  <a:pt x="0" y="181"/>
                  <a:pt x="0" y="181"/>
                  <a:pt x="0" y="181"/>
                </a:cubicBezTo>
                <a:cubicBezTo>
                  <a:pt x="86" y="181"/>
                  <a:pt x="86" y="181"/>
                  <a:pt x="86" y="181"/>
                </a:cubicBezTo>
                <a:cubicBezTo>
                  <a:pt x="150" y="181"/>
                  <a:pt x="203" y="129"/>
                  <a:pt x="203" y="64"/>
                </a:cubicBezTo>
                <a:lnTo>
                  <a:pt x="203" y="0"/>
                </a:lnTo>
                <a:close/>
              </a:path>
            </a:pathLst>
          </a:custGeom>
          <a:solidFill>
            <a:schemeClr val="tx1"/>
          </a:solidFill>
          <a:ln>
            <a:noFill/>
          </a:ln>
        </p:spPr>
        <p:txBody>
          <a:bodyPr vert="horz" wrap="square" lIns="91440" tIns="45720" rIns="91440" bIns="45720" numCol="1" anchor="ctr" anchorCtr="0" compatLnSpc="1">
            <a:prstTxWarp prst="textNoShape">
              <a:avLst/>
            </a:prstTxWarp>
          </a:bodyPr>
          <a:lstStyle/>
          <a:p>
            <a:pPr algn="ctr"/>
            <a:r>
              <a:rPr lang="en-US" altLang="zh-CN" sz="1400" b="1" dirty="0">
                <a:solidFill>
                  <a:srgbClr val="FFFFFF"/>
                </a:solidFill>
                <a:latin typeface="Gill Sans MT" panose="020B0502020104020203" pitchFamily="34" charset="0"/>
              </a:rPr>
              <a:t>B</a:t>
            </a:r>
            <a:endParaRPr lang="zh-CN" altLang="en-US" sz="1400" b="1" dirty="0">
              <a:solidFill>
                <a:srgbClr val="FFFFFF"/>
              </a:solidFill>
              <a:latin typeface="Gill Sans MT" panose="020B0502020104020203" pitchFamily="34" charset="0"/>
            </a:endParaRPr>
          </a:p>
        </p:txBody>
      </p:sp>
      <p:sp>
        <p:nvSpPr>
          <p:cNvPr id="85" name="椭圆 3071">
            <a:extLst>
              <a:ext uri="{FF2B5EF4-FFF2-40B4-BE49-F238E27FC236}">
                <a16:creationId xmlns:a16="http://schemas.microsoft.com/office/drawing/2014/main" id="{54D78D88-429F-F338-6D90-8840C3FDEA09}"/>
              </a:ext>
            </a:extLst>
          </p:cNvPr>
          <p:cNvSpPr/>
          <p:nvPr/>
        </p:nvSpPr>
        <p:spPr bwMode="gray">
          <a:xfrm>
            <a:off x="10154055" y="1724071"/>
            <a:ext cx="593046" cy="592944"/>
          </a:xfrm>
          <a:prstGeom prst="ellipse">
            <a:avLst/>
          </a:prstGeom>
          <a:solidFill>
            <a:schemeClr val="bg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CN" altLang="en-US" sz="1200" b="1" dirty="0">
              <a:solidFill>
                <a:schemeClr val="bg1"/>
              </a:solidFill>
              <a:latin typeface="Gill Sans MT" panose="020B0502020104020203" pitchFamily="34" charset="0"/>
            </a:endParaRPr>
          </a:p>
        </p:txBody>
      </p:sp>
      <p:sp>
        <p:nvSpPr>
          <p:cNvPr id="86" name="椭圆 880">
            <a:extLst>
              <a:ext uri="{FF2B5EF4-FFF2-40B4-BE49-F238E27FC236}">
                <a16:creationId xmlns:a16="http://schemas.microsoft.com/office/drawing/2014/main" id="{092263AB-05C7-F2A2-9919-EFC4EE886094}"/>
              </a:ext>
            </a:extLst>
          </p:cNvPr>
          <p:cNvSpPr/>
          <p:nvPr/>
        </p:nvSpPr>
        <p:spPr bwMode="gray">
          <a:xfrm>
            <a:off x="10166354" y="4619338"/>
            <a:ext cx="593046" cy="592944"/>
          </a:xfrm>
          <a:prstGeom prst="ellipse">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CN" altLang="en-US" sz="1200" b="1" dirty="0">
              <a:solidFill>
                <a:schemeClr val="bg1"/>
              </a:solidFill>
              <a:latin typeface="Gill Sans MT" panose="020B0502020104020203" pitchFamily="34" charset="0"/>
            </a:endParaRPr>
          </a:p>
        </p:txBody>
      </p:sp>
      <p:sp>
        <p:nvSpPr>
          <p:cNvPr id="87" name="Freeform 603">
            <a:extLst>
              <a:ext uri="{FF2B5EF4-FFF2-40B4-BE49-F238E27FC236}">
                <a16:creationId xmlns:a16="http://schemas.microsoft.com/office/drawing/2014/main" id="{BEFCD094-D3E9-65B6-6E37-95C7EDDA9B3E}"/>
              </a:ext>
            </a:extLst>
          </p:cNvPr>
          <p:cNvSpPr>
            <a:spLocks noChangeAspect="1" noEditPoints="1"/>
          </p:cNvSpPr>
          <p:nvPr/>
        </p:nvSpPr>
        <p:spPr bwMode="auto">
          <a:xfrm>
            <a:off x="10248559" y="1813832"/>
            <a:ext cx="396285" cy="396215"/>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05 w 512"/>
              <a:gd name="T11" fmla="*/ 362 h 512"/>
              <a:gd name="T12" fmla="*/ 106 w 512"/>
              <a:gd name="T13" fmla="*/ 362 h 512"/>
              <a:gd name="T14" fmla="*/ 96 w 512"/>
              <a:gd name="T15" fmla="*/ 352 h 512"/>
              <a:gd name="T16" fmla="*/ 106 w 512"/>
              <a:gd name="T17" fmla="*/ 341 h 512"/>
              <a:gd name="T18" fmla="*/ 405 w 512"/>
              <a:gd name="T19" fmla="*/ 341 h 512"/>
              <a:gd name="T20" fmla="*/ 416 w 512"/>
              <a:gd name="T21" fmla="*/ 352 h 512"/>
              <a:gd name="T22" fmla="*/ 405 w 512"/>
              <a:gd name="T23" fmla="*/ 362 h 512"/>
              <a:gd name="T24" fmla="*/ 405 w 512"/>
              <a:gd name="T25" fmla="*/ 298 h 512"/>
              <a:gd name="T26" fmla="*/ 106 w 512"/>
              <a:gd name="T27" fmla="*/ 298 h 512"/>
              <a:gd name="T28" fmla="*/ 96 w 512"/>
              <a:gd name="T29" fmla="*/ 288 h 512"/>
              <a:gd name="T30" fmla="*/ 106 w 512"/>
              <a:gd name="T31" fmla="*/ 277 h 512"/>
              <a:gd name="T32" fmla="*/ 405 w 512"/>
              <a:gd name="T33" fmla="*/ 277 h 512"/>
              <a:gd name="T34" fmla="*/ 416 w 512"/>
              <a:gd name="T35" fmla="*/ 288 h 512"/>
              <a:gd name="T36" fmla="*/ 405 w 512"/>
              <a:gd name="T37" fmla="*/ 298 h 512"/>
              <a:gd name="T38" fmla="*/ 405 w 512"/>
              <a:gd name="T39" fmla="*/ 234 h 512"/>
              <a:gd name="T40" fmla="*/ 106 w 512"/>
              <a:gd name="T41" fmla="*/ 234 h 512"/>
              <a:gd name="T42" fmla="*/ 96 w 512"/>
              <a:gd name="T43" fmla="*/ 224 h 512"/>
              <a:gd name="T44" fmla="*/ 106 w 512"/>
              <a:gd name="T45" fmla="*/ 213 h 512"/>
              <a:gd name="T46" fmla="*/ 405 w 512"/>
              <a:gd name="T47" fmla="*/ 213 h 512"/>
              <a:gd name="T48" fmla="*/ 416 w 512"/>
              <a:gd name="T49" fmla="*/ 224 h 512"/>
              <a:gd name="T50" fmla="*/ 405 w 512"/>
              <a:gd name="T51" fmla="*/ 234 h 512"/>
              <a:gd name="T52" fmla="*/ 405 w 512"/>
              <a:gd name="T53" fmla="*/ 170 h 512"/>
              <a:gd name="T54" fmla="*/ 106 w 512"/>
              <a:gd name="T55" fmla="*/ 170 h 512"/>
              <a:gd name="T56" fmla="*/ 96 w 512"/>
              <a:gd name="T57" fmla="*/ 160 h 512"/>
              <a:gd name="T58" fmla="*/ 106 w 512"/>
              <a:gd name="T59" fmla="*/ 149 h 512"/>
              <a:gd name="T60" fmla="*/ 405 w 512"/>
              <a:gd name="T61" fmla="*/ 149 h 512"/>
              <a:gd name="T62" fmla="*/ 416 w 512"/>
              <a:gd name="T63" fmla="*/ 160 h 512"/>
              <a:gd name="T64" fmla="*/ 405 w 512"/>
              <a:gd name="T65" fmla="*/ 17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362"/>
                </a:moveTo>
                <a:cubicBezTo>
                  <a:pt x="106" y="362"/>
                  <a:pt x="106" y="362"/>
                  <a:pt x="106" y="362"/>
                </a:cubicBezTo>
                <a:cubicBezTo>
                  <a:pt x="100" y="362"/>
                  <a:pt x="96" y="358"/>
                  <a:pt x="96" y="352"/>
                </a:cubicBezTo>
                <a:cubicBezTo>
                  <a:pt x="96" y="346"/>
                  <a:pt x="100" y="341"/>
                  <a:pt x="106" y="341"/>
                </a:cubicBezTo>
                <a:cubicBezTo>
                  <a:pt x="405" y="341"/>
                  <a:pt x="405" y="341"/>
                  <a:pt x="405" y="341"/>
                </a:cubicBezTo>
                <a:cubicBezTo>
                  <a:pt x="411" y="341"/>
                  <a:pt x="416" y="346"/>
                  <a:pt x="416" y="352"/>
                </a:cubicBezTo>
                <a:cubicBezTo>
                  <a:pt x="416" y="358"/>
                  <a:pt x="411" y="362"/>
                  <a:pt x="405" y="362"/>
                </a:cubicBezTo>
                <a:close/>
                <a:moveTo>
                  <a:pt x="405" y="298"/>
                </a:moveTo>
                <a:cubicBezTo>
                  <a:pt x="106" y="298"/>
                  <a:pt x="106" y="298"/>
                  <a:pt x="106" y="298"/>
                </a:cubicBezTo>
                <a:cubicBezTo>
                  <a:pt x="100" y="298"/>
                  <a:pt x="96" y="294"/>
                  <a:pt x="96" y="288"/>
                </a:cubicBezTo>
                <a:cubicBezTo>
                  <a:pt x="96" y="282"/>
                  <a:pt x="100" y="277"/>
                  <a:pt x="106" y="277"/>
                </a:cubicBezTo>
                <a:cubicBezTo>
                  <a:pt x="405" y="277"/>
                  <a:pt x="405" y="277"/>
                  <a:pt x="405" y="277"/>
                </a:cubicBezTo>
                <a:cubicBezTo>
                  <a:pt x="411" y="277"/>
                  <a:pt x="416" y="282"/>
                  <a:pt x="416" y="288"/>
                </a:cubicBezTo>
                <a:cubicBezTo>
                  <a:pt x="416" y="294"/>
                  <a:pt x="411" y="298"/>
                  <a:pt x="405" y="298"/>
                </a:cubicBezTo>
                <a:close/>
                <a:moveTo>
                  <a:pt x="405" y="234"/>
                </a:moveTo>
                <a:cubicBezTo>
                  <a:pt x="106" y="234"/>
                  <a:pt x="106" y="234"/>
                  <a:pt x="106" y="234"/>
                </a:cubicBezTo>
                <a:cubicBezTo>
                  <a:pt x="100" y="234"/>
                  <a:pt x="96" y="230"/>
                  <a:pt x="96" y="224"/>
                </a:cubicBezTo>
                <a:cubicBezTo>
                  <a:pt x="96" y="218"/>
                  <a:pt x="100" y="213"/>
                  <a:pt x="106" y="213"/>
                </a:cubicBezTo>
                <a:cubicBezTo>
                  <a:pt x="405" y="213"/>
                  <a:pt x="405" y="213"/>
                  <a:pt x="405" y="213"/>
                </a:cubicBezTo>
                <a:cubicBezTo>
                  <a:pt x="411" y="213"/>
                  <a:pt x="416" y="218"/>
                  <a:pt x="416" y="224"/>
                </a:cubicBezTo>
                <a:cubicBezTo>
                  <a:pt x="416" y="230"/>
                  <a:pt x="411" y="234"/>
                  <a:pt x="405" y="234"/>
                </a:cubicBezTo>
                <a:close/>
                <a:moveTo>
                  <a:pt x="405" y="170"/>
                </a:moveTo>
                <a:cubicBezTo>
                  <a:pt x="106" y="170"/>
                  <a:pt x="106" y="170"/>
                  <a:pt x="106" y="170"/>
                </a:cubicBezTo>
                <a:cubicBezTo>
                  <a:pt x="100" y="170"/>
                  <a:pt x="96" y="166"/>
                  <a:pt x="96" y="160"/>
                </a:cubicBezTo>
                <a:cubicBezTo>
                  <a:pt x="96" y="154"/>
                  <a:pt x="100" y="149"/>
                  <a:pt x="106" y="149"/>
                </a:cubicBezTo>
                <a:cubicBezTo>
                  <a:pt x="405" y="149"/>
                  <a:pt x="405" y="149"/>
                  <a:pt x="405" y="149"/>
                </a:cubicBezTo>
                <a:cubicBezTo>
                  <a:pt x="411" y="149"/>
                  <a:pt x="416" y="154"/>
                  <a:pt x="416" y="160"/>
                </a:cubicBezTo>
                <a:cubicBezTo>
                  <a:pt x="416" y="166"/>
                  <a:pt x="411" y="170"/>
                  <a:pt x="405" y="17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sz="1400">
              <a:latin typeface="Gill Sans MT" panose="020B0502020104020203" pitchFamily="34" charset="0"/>
              <a:ea typeface="华文细黑" panose="02010600040101010101" pitchFamily="2" charset="-122"/>
            </a:endParaRPr>
          </a:p>
        </p:txBody>
      </p:sp>
      <p:sp>
        <p:nvSpPr>
          <p:cNvPr id="90" name="Freeform 232">
            <a:extLst>
              <a:ext uri="{FF2B5EF4-FFF2-40B4-BE49-F238E27FC236}">
                <a16:creationId xmlns:a16="http://schemas.microsoft.com/office/drawing/2014/main" id="{C6ECABC1-AB9B-6CAB-8DD4-9A88A56086A2}"/>
              </a:ext>
            </a:extLst>
          </p:cNvPr>
          <p:cNvSpPr>
            <a:spLocks noChangeAspect="1" noEditPoints="1"/>
          </p:cNvSpPr>
          <p:nvPr/>
        </p:nvSpPr>
        <p:spPr bwMode="auto">
          <a:xfrm>
            <a:off x="10260858" y="4713501"/>
            <a:ext cx="396285" cy="396215"/>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384 w 512"/>
              <a:gd name="T11" fmla="*/ 373 h 512"/>
              <a:gd name="T12" fmla="*/ 373 w 512"/>
              <a:gd name="T13" fmla="*/ 384 h 512"/>
              <a:gd name="T14" fmla="*/ 138 w 512"/>
              <a:gd name="T15" fmla="*/ 384 h 512"/>
              <a:gd name="T16" fmla="*/ 128 w 512"/>
              <a:gd name="T17" fmla="*/ 373 h 512"/>
              <a:gd name="T18" fmla="*/ 128 w 512"/>
              <a:gd name="T19" fmla="*/ 138 h 512"/>
              <a:gd name="T20" fmla="*/ 138 w 512"/>
              <a:gd name="T21" fmla="*/ 128 h 512"/>
              <a:gd name="T22" fmla="*/ 373 w 512"/>
              <a:gd name="T23" fmla="*/ 128 h 512"/>
              <a:gd name="T24" fmla="*/ 384 w 512"/>
              <a:gd name="T25" fmla="*/ 138 h 512"/>
              <a:gd name="T26" fmla="*/ 384 w 512"/>
              <a:gd name="T27" fmla="*/ 373 h 512"/>
              <a:gd name="T28" fmla="*/ 149 w 512"/>
              <a:gd name="T29" fmla="*/ 362 h 512"/>
              <a:gd name="T30" fmla="*/ 362 w 512"/>
              <a:gd name="T31" fmla="*/ 362 h 512"/>
              <a:gd name="T32" fmla="*/ 362 w 512"/>
              <a:gd name="T33" fmla="*/ 149 h 512"/>
              <a:gd name="T34" fmla="*/ 149 w 512"/>
              <a:gd name="T35" fmla="*/ 149 h 512"/>
              <a:gd name="T36" fmla="*/ 149 w 512"/>
              <a:gd name="T37" fmla="*/ 362 h 512"/>
              <a:gd name="T38" fmla="*/ 309 w 512"/>
              <a:gd name="T39" fmla="*/ 170 h 512"/>
              <a:gd name="T40" fmla="*/ 330 w 512"/>
              <a:gd name="T41" fmla="*/ 192 h 512"/>
              <a:gd name="T42" fmla="*/ 309 w 512"/>
              <a:gd name="T43" fmla="*/ 213 h 512"/>
              <a:gd name="T44" fmla="*/ 288 w 512"/>
              <a:gd name="T45" fmla="*/ 192 h 512"/>
              <a:gd name="T46" fmla="*/ 309 w 512"/>
              <a:gd name="T47" fmla="*/ 170 h 512"/>
              <a:gd name="T48" fmla="*/ 309 w 512"/>
              <a:gd name="T49" fmla="*/ 234 h 512"/>
              <a:gd name="T50" fmla="*/ 330 w 512"/>
              <a:gd name="T51" fmla="*/ 256 h 512"/>
              <a:gd name="T52" fmla="*/ 309 w 512"/>
              <a:gd name="T53" fmla="*/ 277 h 512"/>
              <a:gd name="T54" fmla="*/ 288 w 512"/>
              <a:gd name="T55" fmla="*/ 256 h 512"/>
              <a:gd name="T56" fmla="*/ 309 w 512"/>
              <a:gd name="T57" fmla="*/ 234 h 512"/>
              <a:gd name="T58" fmla="*/ 309 w 512"/>
              <a:gd name="T59" fmla="*/ 298 h 512"/>
              <a:gd name="T60" fmla="*/ 330 w 512"/>
              <a:gd name="T61" fmla="*/ 320 h 512"/>
              <a:gd name="T62" fmla="*/ 309 w 512"/>
              <a:gd name="T63" fmla="*/ 341 h 512"/>
              <a:gd name="T64" fmla="*/ 288 w 512"/>
              <a:gd name="T65" fmla="*/ 320 h 512"/>
              <a:gd name="T66" fmla="*/ 309 w 512"/>
              <a:gd name="T67" fmla="*/ 298 h 512"/>
              <a:gd name="T68" fmla="*/ 202 w 512"/>
              <a:gd name="T69" fmla="*/ 170 h 512"/>
              <a:gd name="T70" fmla="*/ 224 w 512"/>
              <a:gd name="T71" fmla="*/ 192 h 512"/>
              <a:gd name="T72" fmla="*/ 202 w 512"/>
              <a:gd name="T73" fmla="*/ 213 h 512"/>
              <a:gd name="T74" fmla="*/ 181 w 512"/>
              <a:gd name="T75" fmla="*/ 192 h 512"/>
              <a:gd name="T76" fmla="*/ 202 w 512"/>
              <a:gd name="T77" fmla="*/ 170 h 512"/>
              <a:gd name="T78" fmla="*/ 202 w 512"/>
              <a:gd name="T79" fmla="*/ 234 h 512"/>
              <a:gd name="T80" fmla="*/ 224 w 512"/>
              <a:gd name="T81" fmla="*/ 256 h 512"/>
              <a:gd name="T82" fmla="*/ 202 w 512"/>
              <a:gd name="T83" fmla="*/ 277 h 512"/>
              <a:gd name="T84" fmla="*/ 181 w 512"/>
              <a:gd name="T85" fmla="*/ 256 h 512"/>
              <a:gd name="T86" fmla="*/ 202 w 512"/>
              <a:gd name="T87" fmla="*/ 234 h 512"/>
              <a:gd name="T88" fmla="*/ 202 w 512"/>
              <a:gd name="T89" fmla="*/ 298 h 512"/>
              <a:gd name="T90" fmla="*/ 224 w 512"/>
              <a:gd name="T91" fmla="*/ 320 h 512"/>
              <a:gd name="T92" fmla="*/ 202 w 512"/>
              <a:gd name="T93" fmla="*/ 341 h 512"/>
              <a:gd name="T94" fmla="*/ 181 w 512"/>
              <a:gd name="T95" fmla="*/ 320 h 512"/>
              <a:gd name="T96" fmla="*/ 202 w 512"/>
              <a:gd name="T97" fmla="*/ 29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384" y="373"/>
                </a:moveTo>
                <a:cubicBezTo>
                  <a:pt x="384" y="379"/>
                  <a:pt x="379" y="384"/>
                  <a:pt x="373" y="384"/>
                </a:cubicBezTo>
                <a:cubicBezTo>
                  <a:pt x="138" y="384"/>
                  <a:pt x="138" y="384"/>
                  <a:pt x="138" y="384"/>
                </a:cubicBezTo>
                <a:cubicBezTo>
                  <a:pt x="132" y="384"/>
                  <a:pt x="128" y="379"/>
                  <a:pt x="128" y="373"/>
                </a:cubicBezTo>
                <a:cubicBezTo>
                  <a:pt x="128" y="138"/>
                  <a:pt x="128" y="138"/>
                  <a:pt x="128" y="138"/>
                </a:cubicBezTo>
                <a:cubicBezTo>
                  <a:pt x="128" y="132"/>
                  <a:pt x="132" y="128"/>
                  <a:pt x="138" y="128"/>
                </a:cubicBezTo>
                <a:cubicBezTo>
                  <a:pt x="373" y="128"/>
                  <a:pt x="373" y="128"/>
                  <a:pt x="373" y="128"/>
                </a:cubicBezTo>
                <a:cubicBezTo>
                  <a:pt x="379" y="128"/>
                  <a:pt x="384" y="132"/>
                  <a:pt x="384" y="138"/>
                </a:cubicBezTo>
                <a:lnTo>
                  <a:pt x="384" y="373"/>
                </a:lnTo>
                <a:close/>
                <a:moveTo>
                  <a:pt x="149" y="362"/>
                </a:moveTo>
                <a:cubicBezTo>
                  <a:pt x="362" y="362"/>
                  <a:pt x="362" y="362"/>
                  <a:pt x="362" y="362"/>
                </a:cubicBezTo>
                <a:cubicBezTo>
                  <a:pt x="362" y="149"/>
                  <a:pt x="362" y="149"/>
                  <a:pt x="362" y="149"/>
                </a:cubicBezTo>
                <a:cubicBezTo>
                  <a:pt x="149" y="149"/>
                  <a:pt x="149" y="149"/>
                  <a:pt x="149" y="149"/>
                </a:cubicBezTo>
                <a:lnTo>
                  <a:pt x="149" y="362"/>
                </a:lnTo>
                <a:close/>
                <a:moveTo>
                  <a:pt x="309" y="170"/>
                </a:moveTo>
                <a:cubicBezTo>
                  <a:pt x="321" y="170"/>
                  <a:pt x="330" y="180"/>
                  <a:pt x="330" y="192"/>
                </a:cubicBezTo>
                <a:cubicBezTo>
                  <a:pt x="330" y="203"/>
                  <a:pt x="321" y="213"/>
                  <a:pt x="309" y="213"/>
                </a:cubicBezTo>
                <a:cubicBezTo>
                  <a:pt x="297" y="213"/>
                  <a:pt x="288" y="203"/>
                  <a:pt x="288" y="192"/>
                </a:cubicBezTo>
                <a:cubicBezTo>
                  <a:pt x="288" y="180"/>
                  <a:pt x="297" y="170"/>
                  <a:pt x="309" y="170"/>
                </a:cubicBezTo>
                <a:close/>
                <a:moveTo>
                  <a:pt x="309" y="234"/>
                </a:moveTo>
                <a:cubicBezTo>
                  <a:pt x="321" y="234"/>
                  <a:pt x="330" y="244"/>
                  <a:pt x="330" y="256"/>
                </a:cubicBezTo>
                <a:cubicBezTo>
                  <a:pt x="330" y="267"/>
                  <a:pt x="321" y="277"/>
                  <a:pt x="309" y="277"/>
                </a:cubicBezTo>
                <a:cubicBezTo>
                  <a:pt x="297" y="277"/>
                  <a:pt x="288" y="267"/>
                  <a:pt x="288" y="256"/>
                </a:cubicBezTo>
                <a:cubicBezTo>
                  <a:pt x="288" y="244"/>
                  <a:pt x="297" y="234"/>
                  <a:pt x="309" y="234"/>
                </a:cubicBezTo>
                <a:close/>
                <a:moveTo>
                  <a:pt x="309" y="298"/>
                </a:moveTo>
                <a:cubicBezTo>
                  <a:pt x="321" y="298"/>
                  <a:pt x="330" y="308"/>
                  <a:pt x="330" y="320"/>
                </a:cubicBezTo>
                <a:cubicBezTo>
                  <a:pt x="330" y="331"/>
                  <a:pt x="321" y="341"/>
                  <a:pt x="309" y="341"/>
                </a:cubicBezTo>
                <a:cubicBezTo>
                  <a:pt x="297" y="341"/>
                  <a:pt x="288" y="331"/>
                  <a:pt x="288" y="320"/>
                </a:cubicBezTo>
                <a:cubicBezTo>
                  <a:pt x="288" y="308"/>
                  <a:pt x="297" y="298"/>
                  <a:pt x="309" y="298"/>
                </a:cubicBezTo>
                <a:close/>
                <a:moveTo>
                  <a:pt x="202" y="170"/>
                </a:moveTo>
                <a:cubicBezTo>
                  <a:pt x="214" y="170"/>
                  <a:pt x="224" y="180"/>
                  <a:pt x="224" y="192"/>
                </a:cubicBezTo>
                <a:cubicBezTo>
                  <a:pt x="224" y="203"/>
                  <a:pt x="214" y="213"/>
                  <a:pt x="202" y="213"/>
                </a:cubicBezTo>
                <a:cubicBezTo>
                  <a:pt x="191" y="213"/>
                  <a:pt x="181" y="203"/>
                  <a:pt x="181" y="192"/>
                </a:cubicBezTo>
                <a:cubicBezTo>
                  <a:pt x="181" y="180"/>
                  <a:pt x="191" y="170"/>
                  <a:pt x="202" y="170"/>
                </a:cubicBezTo>
                <a:close/>
                <a:moveTo>
                  <a:pt x="202" y="234"/>
                </a:moveTo>
                <a:cubicBezTo>
                  <a:pt x="214" y="234"/>
                  <a:pt x="224" y="244"/>
                  <a:pt x="224" y="256"/>
                </a:cubicBezTo>
                <a:cubicBezTo>
                  <a:pt x="224" y="267"/>
                  <a:pt x="214" y="277"/>
                  <a:pt x="202" y="277"/>
                </a:cubicBezTo>
                <a:cubicBezTo>
                  <a:pt x="191" y="277"/>
                  <a:pt x="181" y="267"/>
                  <a:pt x="181" y="256"/>
                </a:cubicBezTo>
                <a:cubicBezTo>
                  <a:pt x="181" y="244"/>
                  <a:pt x="191" y="234"/>
                  <a:pt x="202" y="234"/>
                </a:cubicBezTo>
                <a:close/>
                <a:moveTo>
                  <a:pt x="202" y="298"/>
                </a:moveTo>
                <a:cubicBezTo>
                  <a:pt x="214" y="298"/>
                  <a:pt x="224" y="308"/>
                  <a:pt x="224" y="320"/>
                </a:cubicBezTo>
                <a:cubicBezTo>
                  <a:pt x="224" y="331"/>
                  <a:pt x="214" y="341"/>
                  <a:pt x="202" y="341"/>
                </a:cubicBezTo>
                <a:cubicBezTo>
                  <a:pt x="191" y="341"/>
                  <a:pt x="181" y="331"/>
                  <a:pt x="181" y="320"/>
                </a:cubicBezTo>
                <a:cubicBezTo>
                  <a:pt x="181" y="308"/>
                  <a:pt x="191" y="298"/>
                  <a:pt x="202" y="298"/>
                </a:cubicBezTo>
                <a:close/>
              </a:path>
            </a:pathLst>
          </a:custGeom>
          <a:solidFill>
            <a:srgbClr val="FFFFFF"/>
          </a:solidFill>
          <a:ln>
            <a:solidFill>
              <a:schemeClr val="tx1"/>
            </a:solidFill>
          </a:ln>
        </p:spPr>
        <p:txBody>
          <a:bodyPr vert="horz" wrap="square" lIns="91440" tIns="45720" rIns="91440" bIns="45720" numCol="1" anchor="t" anchorCtr="0" compatLnSpc="1">
            <a:prstTxWarp prst="textNoShape">
              <a:avLst/>
            </a:prstTxWarp>
          </a:bodyPr>
          <a:lstStyle/>
          <a:p>
            <a:endParaRPr lang="en-GB" sz="1400">
              <a:latin typeface="Gill Sans MT" panose="020B0502020104020203" pitchFamily="34" charset="0"/>
              <a:ea typeface="华文细黑" panose="02010600040101010101" pitchFamily="2" charset="-122"/>
            </a:endParaRPr>
          </a:p>
        </p:txBody>
      </p:sp>
      <p:cxnSp>
        <p:nvCxnSpPr>
          <p:cNvPr id="92" name="Straight Connector 91">
            <a:extLst>
              <a:ext uri="{FF2B5EF4-FFF2-40B4-BE49-F238E27FC236}">
                <a16:creationId xmlns:a16="http://schemas.microsoft.com/office/drawing/2014/main" id="{E8B1EB5F-1CD7-4E1A-B3D8-43BEE5FBE4F3}"/>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Rectangle: Rounded Corners 1">
            <a:extLst>
              <a:ext uri="{FF2B5EF4-FFF2-40B4-BE49-F238E27FC236}">
                <a16:creationId xmlns:a16="http://schemas.microsoft.com/office/drawing/2014/main" id="{4A967533-7080-E716-582F-04497CC2A4A0}"/>
              </a:ext>
            </a:extLst>
          </p:cNvPr>
          <p:cNvSpPr/>
          <p:nvPr/>
        </p:nvSpPr>
        <p:spPr bwMode="gray">
          <a:xfrm>
            <a:off x="1372296" y="6039379"/>
            <a:ext cx="8401165" cy="461050"/>
          </a:xfrm>
          <a:prstGeom prst="roundRect">
            <a:avLst/>
          </a:prstGeom>
          <a:solidFill>
            <a:schemeClr val="bg1">
              <a:lumMod val="95000"/>
            </a:schemeClr>
          </a:solidFill>
          <a:ln w="19050" algn="ctr">
            <a:solidFill>
              <a:schemeClr val="tx1"/>
            </a:solidFill>
            <a:miter lim="800000"/>
            <a:headEnd/>
            <a:tailEnd/>
          </a:ln>
        </p:spPr>
        <p:txBody>
          <a:bodyPr wrap="square" lIns="88900" tIns="88900" rIns="88900" bIns="88900" rtlCol="0" anchor="ctr"/>
          <a:lstStyle/>
          <a:p>
            <a:pPr>
              <a:lnSpc>
                <a:spcPct val="106000"/>
              </a:lnSpc>
              <a:spcAft>
                <a:spcPts val="400"/>
              </a:spcAft>
            </a:pPr>
            <a:r>
              <a:rPr lang="en-US" sz="1300" b="1" dirty="0">
                <a:latin typeface="Gill Sans MT" panose="020B0502020104020203" pitchFamily="34" charset="0"/>
              </a:rPr>
              <a:t>Further, South Asian countries especially like India, Nepal and Bhutan are naturally endowed in terms of Hydro power generation potential</a:t>
            </a:r>
            <a:endParaRPr lang="en-US" sz="1300" dirty="0">
              <a:latin typeface="Gill Sans MT" panose="020B0502020104020203" pitchFamily="34" charset="0"/>
            </a:endParaRPr>
          </a:p>
        </p:txBody>
      </p:sp>
      <p:pic>
        <p:nvPicPr>
          <p:cNvPr id="3" name="Graphic 2" descr="Right pointing backhand index with solid fill">
            <a:extLst>
              <a:ext uri="{FF2B5EF4-FFF2-40B4-BE49-F238E27FC236}">
                <a16:creationId xmlns:a16="http://schemas.microsoft.com/office/drawing/2014/main" id="{6BEFD0EB-2F73-1D7A-EE8A-F6B2B1C15F4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8289" y="6039379"/>
            <a:ext cx="461050" cy="461050"/>
          </a:xfrm>
          <a:prstGeom prst="rect">
            <a:avLst/>
          </a:prstGeom>
        </p:spPr>
      </p:pic>
    </p:spTree>
    <p:extLst>
      <p:ext uri="{BB962C8B-B14F-4D97-AF65-F5344CB8AC3E}">
        <p14:creationId xmlns:p14="http://schemas.microsoft.com/office/powerpoint/2010/main" val="2963200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04CCD-FF3A-DBB6-CEB9-819808912075}"/>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98DEDD4-FCB0-016A-9426-C4FEF4BC9E8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1" imgW="415" imgH="416" progId="TCLayout.ActiveDocument.1">
                  <p:embed/>
                </p:oleObj>
              </mc:Choice>
              <mc:Fallback>
                <p:oleObj name="think-cell Slide" r:id="rId21" imgW="415" imgH="416" progId="TCLayout.ActiveDocument.1">
                  <p:embed/>
                  <p:pic>
                    <p:nvPicPr>
                      <p:cNvPr id="5" name="think-cell data - do not delete" hidden="1">
                        <a:extLst>
                          <a:ext uri="{FF2B5EF4-FFF2-40B4-BE49-F238E27FC236}">
                            <a16:creationId xmlns:a16="http://schemas.microsoft.com/office/drawing/2014/main" id="{C98DEDD4-FCB0-016A-9426-C4FEF4BC9E85}"/>
                          </a:ext>
                        </a:extLst>
                      </p:cNvPr>
                      <p:cNvPicPr/>
                      <p:nvPr/>
                    </p:nvPicPr>
                    <p:blipFill>
                      <a:blip r:embed="rId22"/>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8E076B4A-0FE0-9FDC-707B-099097FABAA7}"/>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600" dirty="0">
                <a:solidFill>
                  <a:schemeClr val="bg2">
                    <a:lumMod val="50000"/>
                  </a:schemeClr>
                </a:solidFill>
                <a:latin typeface="Gill Sans MT" panose="020B0502020104020203" pitchFamily="34" charset="0"/>
              </a:rPr>
              <a:t>Major factors like risks of natural disasters along with financing issues and/or R&amp;R can severely impact hydro projects</a:t>
            </a:r>
          </a:p>
        </p:txBody>
      </p:sp>
      <p:sp>
        <p:nvSpPr>
          <p:cNvPr id="6" name="Title 2">
            <a:extLst>
              <a:ext uri="{FF2B5EF4-FFF2-40B4-BE49-F238E27FC236}">
                <a16:creationId xmlns:a16="http://schemas.microsoft.com/office/drawing/2014/main" id="{725B4B46-7719-C250-A7D7-25C316A6A8AB}"/>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dirty="0">
                <a:solidFill>
                  <a:srgbClr val="BA0C2F"/>
                </a:solidFill>
                <a:latin typeface="Gill Sans MT" panose="020B0502020104020203" pitchFamily="34" charset="0"/>
              </a:rPr>
              <a:t>Challenges in Hydro Power Sector</a:t>
            </a:r>
          </a:p>
        </p:txBody>
      </p:sp>
      <p:cxnSp>
        <p:nvCxnSpPr>
          <p:cNvPr id="18" name="Straight Connector 17">
            <a:extLst>
              <a:ext uri="{FF2B5EF4-FFF2-40B4-BE49-F238E27FC236}">
                <a16:creationId xmlns:a16="http://schemas.microsoft.com/office/drawing/2014/main" id="{CB8BC3A3-0EE4-FA47-9A25-C6999B9EA8FF}"/>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00DF28F-5D8F-BBD8-8FA9-ECD582F6058B}"/>
              </a:ext>
            </a:extLst>
          </p:cNvPr>
          <p:cNvCxnSpPr>
            <a:cxnSpLocks/>
          </p:cNvCxnSpPr>
          <p:nvPr/>
        </p:nvCxnSpPr>
        <p:spPr>
          <a:xfrm>
            <a:off x="468313" y="1111854"/>
            <a:ext cx="5627687"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0" name="TextBox 31">
            <a:extLst>
              <a:ext uri="{FF2B5EF4-FFF2-40B4-BE49-F238E27FC236}">
                <a16:creationId xmlns:a16="http://schemas.microsoft.com/office/drawing/2014/main" id="{9D436CCF-85D1-1FDE-E379-BE2F74F6C346}"/>
              </a:ext>
            </a:extLst>
          </p:cNvPr>
          <p:cNvSpPr txBox="1">
            <a:spLocks noChangeArrowheads="1"/>
          </p:cNvSpPr>
          <p:nvPr/>
        </p:nvSpPr>
        <p:spPr bwMode="auto">
          <a:xfrm>
            <a:off x="373599" y="1282701"/>
            <a:ext cx="5722401" cy="253916"/>
          </a:xfrm>
          <a:prstGeom prst="rect">
            <a:avLst/>
          </a:prstGeom>
          <a:solidFill>
            <a:schemeClr val="bg1"/>
          </a:solidFill>
          <a:ln>
            <a:noFill/>
          </a:ln>
        </p:spPr>
        <p:txBody>
          <a:bodyPr wrap="squar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tabLst>
                <a:tab pos="1033463" algn="l"/>
              </a:tabLst>
            </a:pPr>
            <a:r>
              <a:rPr lang="en-US" sz="1050" b="1" i="1" dirty="0">
                <a:latin typeface="Gill Sans MT" panose="020B0502020104020203" pitchFamily="34" charset="0"/>
                <a:ea typeface="Lato Black" pitchFamily="34" charset="0"/>
                <a:cs typeface="Lato Black" pitchFamily="34" charset="0"/>
              </a:rPr>
              <a:t>Reason for Slippages in 12</a:t>
            </a:r>
            <a:r>
              <a:rPr lang="en-US" sz="1050" b="1" i="1" baseline="30000" dirty="0">
                <a:latin typeface="Gill Sans MT" panose="020B0502020104020203" pitchFamily="34" charset="0"/>
                <a:ea typeface="Lato Black" pitchFamily="34" charset="0"/>
                <a:cs typeface="Lato Black" pitchFamily="34" charset="0"/>
              </a:rPr>
              <a:t>th</a:t>
            </a:r>
            <a:r>
              <a:rPr lang="en-US" sz="1050" b="1" i="1" dirty="0">
                <a:latin typeface="Gill Sans MT" panose="020B0502020104020203" pitchFamily="34" charset="0"/>
                <a:ea typeface="Lato Black" pitchFamily="34" charset="0"/>
                <a:cs typeface="Lato Black" pitchFamily="34" charset="0"/>
              </a:rPr>
              <a:t> Plan Hydro Projects</a:t>
            </a:r>
            <a:endParaRPr lang="id-ID" sz="1050" b="1" i="1" dirty="0">
              <a:latin typeface="Gill Sans MT" panose="020B0502020104020203" pitchFamily="34" charset="0"/>
              <a:ea typeface="Lato Black" pitchFamily="34" charset="0"/>
              <a:cs typeface="Lato Black" pitchFamily="34" charset="0"/>
            </a:endParaRPr>
          </a:p>
        </p:txBody>
      </p:sp>
      <p:cxnSp>
        <p:nvCxnSpPr>
          <p:cNvPr id="31" name="Straight Connector 30">
            <a:extLst>
              <a:ext uri="{FF2B5EF4-FFF2-40B4-BE49-F238E27FC236}">
                <a16:creationId xmlns:a16="http://schemas.microsoft.com/office/drawing/2014/main" id="{92E3993F-19AA-C41C-1AE2-BD93C94571C0}"/>
              </a:ext>
            </a:extLst>
          </p:cNvPr>
          <p:cNvCxnSpPr/>
          <p:nvPr>
            <p:custDataLst>
              <p:tags r:id="rId2"/>
            </p:custDataLst>
          </p:nvPr>
        </p:nvCxnSpPr>
        <p:spPr bwMode="auto">
          <a:xfrm>
            <a:off x="1551526" y="3376106"/>
            <a:ext cx="295275" cy="0"/>
          </a:xfrm>
          <a:prstGeom prst="line">
            <a:avLst/>
          </a:prstGeom>
          <a:ln w="3175" cap="flat" cmpd="sng" algn="ctr">
            <a:solidFill>
              <a:schemeClr val="tx1"/>
            </a:solidFill>
            <a:prstDash val="lgDash"/>
            <a:round/>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6E0B631F-39DF-2122-2B2B-7AB5A2EFC8B1}"/>
              </a:ext>
            </a:extLst>
          </p:cNvPr>
          <p:cNvCxnSpPr/>
          <p:nvPr>
            <p:custDataLst>
              <p:tags r:id="rId3"/>
            </p:custDataLst>
          </p:nvPr>
        </p:nvCxnSpPr>
        <p:spPr bwMode="auto">
          <a:xfrm>
            <a:off x="4220114" y="2304544"/>
            <a:ext cx="295275" cy="0"/>
          </a:xfrm>
          <a:prstGeom prst="line">
            <a:avLst/>
          </a:prstGeom>
          <a:ln w="3175" cap="flat" cmpd="sng" algn="ctr">
            <a:solidFill>
              <a:schemeClr val="tx1"/>
            </a:solidFill>
            <a:prstDash val="lgDash"/>
            <a:round/>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FCAFDA00-7CC4-9532-3528-DBB6E1E86148}"/>
              </a:ext>
            </a:extLst>
          </p:cNvPr>
          <p:cNvCxnSpPr/>
          <p:nvPr>
            <p:custDataLst>
              <p:tags r:id="rId4"/>
            </p:custDataLst>
          </p:nvPr>
        </p:nvCxnSpPr>
        <p:spPr bwMode="auto">
          <a:xfrm>
            <a:off x="884776" y="3809494"/>
            <a:ext cx="295275" cy="0"/>
          </a:xfrm>
          <a:prstGeom prst="line">
            <a:avLst/>
          </a:prstGeom>
          <a:ln w="3175" cap="flat" cmpd="sng" algn="ctr">
            <a:solidFill>
              <a:schemeClr val="tx1"/>
            </a:solidFill>
            <a:prstDash val="lgDash"/>
            <a:round/>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48A4F18C-04F4-B10F-0BF6-46D431B28076}"/>
              </a:ext>
            </a:extLst>
          </p:cNvPr>
          <p:cNvCxnSpPr/>
          <p:nvPr>
            <p:custDataLst>
              <p:tags r:id="rId5"/>
            </p:custDataLst>
          </p:nvPr>
        </p:nvCxnSpPr>
        <p:spPr bwMode="auto">
          <a:xfrm>
            <a:off x="2218276" y="3020506"/>
            <a:ext cx="295275" cy="0"/>
          </a:xfrm>
          <a:prstGeom prst="line">
            <a:avLst/>
          </a:prstGeom>
          <a:ln w="3175" cap="flat" cmpd="sng" algn="ctr">
            <a:solidFill>
              <a:schemeClr val="tx1"/>
            </a:solidFill>
            <a:prstDash val="lgDash"/>
            <a:round/>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F8BFD11B-5CE6-4451-5F3C-3CA1CC23FB46}"/>
              </a:ext>
            </a:extLst>
          </p:cNvPr>
          <p:cNvCxnSpPr/>
          <p:nvPr>
            <p:custDataLst>
              <p:tags r:id="rId6"/>
            </p:custDataLst>
          </p:nvPr>
        </p:nvCxnSpPr>
        <p:spPr bwMode="auto">
          <a:xfrm>
            <a:off x="2885026" y="2752219"/>
            <a:ext cx="295275" cy="0"/>
          </a:xfrm>
          <a:prstGeom prst="line">
            <a:avLst/>
          </a:prstGeom>
          <a:ln w="3175" cap="flat" cmpd="sng" algn="ctr">
            <a:solidFill>
              <a:schemeClr val="tx1"/>
            </a:solidFill>
            <a:prstDash val="lgDash"/>
            <a:round/>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10D83067-92EA-87F9-94BD-506E76EFD4F7}"/>
              </a:ext>
            </a:extLst>
          </p:cNvPr>
          <p:cNvCxnSpPr/>
          <p:nvPr>
            <p:custDataLst>
              <p:tags r:id="rId7"/>
            </p:custDataLst>
          </p:nvPr>
        </p:nvCxnSpPr>
        <p:spPr bwMode="auto">
          <a:xfrm>
            <a:off x="3551776" y="2514094"/>
            <a:ext cx="296863" cy="0"/>
          </a:xfrm>
          <a:prstGeom prst="line">
            <a:avLst/>
          </a:prstGeom>
          <a:ln w="3175" cap="flat" cmpd="sng" algn="ctr">
            <a:solidFill>
              <a:schemeClr val="tx1"/>
            </a:solidFill>
            <a:prstDash val="lgDash"/>
            <a:round/>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4485665A-ABB9-95A0-2FF9-B87255834E22}"/>
              </a:ext>
            </a:extLst>
          </p:cNvPr>
          <p:cNvCxnSpPr/>
          <p:nvPr>
            <p:custDataLst>
              <p:tags r:id="rId8"/>
            </p:custDataLst>
          </p:nvPr>
        </p:nvCxnSpPr>
        <p:spPr bwMode="auto">
          <a:xfrm>
            <a:off x="4886864" y="2093406"/>
            <a:ext cx="295275" cy="0"/>
          </a:xfrm>
          <a:prstGeom prst="line">
            <a:avLst/>
          </a:prstGeom>
          <a:ln w="3175" cap="flat" cmpd="sng" algn="ctr">
            <a:solidFill>
              <a:schemeClr val="tx1"/>
            </a:solidFill>
            <a:prstDash val="lgDash"/>
            <a:round/>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FF8F822F-6ED3-81BF-B06D-D99E51A65081}"/>
              </a:ext>
            </a:extLst>
          </p:cNvPr>
          <p:cNvCxnSpPr/>
          <p:nvPr>
            <p:custDataLst>
              <p:tags r:id="rId9"/>
            </p:custDataLst>
          </p:nvPr>
        </p:nvCxnSpPr>
        <p:spPr bwMode="auto">
          <a:xfrm>
            <a:off x="5553614" y="1882269"/>
            <a:ext cx="295275" cy="0"/>
          </a:xfrm>
          <a:prstGeom prst="line">
            <a:avLst/>
          </a:prstGeom>
          <a:ln w="3175" cap="flat" cmpd="sng" algn="ctr">
            <a:solidFill>
              <a:schemeClr val="tx1"/>
            </a:solidFill>
            <a:prstDash val="lgDash"/>
            <a:round/>
            <a:headEnd type="none" w="med" len="med"/>
            <a:tailEnd type="none" w="med" len="med"/>
          </a:ln>
        </p:spPr>
        <p:style>
          <a:lnRef idx="1">
            <a:schemeClr val="dk1"/>
          </a:lnRef>
          <a:fillRef idx="0">
            <a:schemeClr val="dk1"/>
          </a:fillRef>
          <a:effectRef idx="0">
            <a:schemeClr val="dk1"/>
          </a:effectRef>
          <a:fontRef idx="minor">
            <a:schemeClr val="tx1"/>
          </a:fontRef>
        </p:style>
      </p:cxnSp>
      <p:graphicFrame>
        <p:nvGraphicFramePr>
          <p:cNvPr id="45" name="Chart 44">
            <a:extLst>
              <a:ext uri="{FF2B5EF4-FFF2-40B4-BE49-F238E27FC236}">
                <a16:creationId xmlns:a16="http://schemas.microsoft.com/office/drawing/2014/main" id="{75E1FC32-9F0F-F6FD-C729-6C19A14A10EC}"/>
              </a:ext>
            </a:extLst>
          </p:cNvPr>
          <p:cNvGraphicFramePr/>
          <p:nvPr>
            <p:custDataLst>
              <p:tags r:id="rId10"/>
            </p:custDataLst>
            <p:extLst>
              <p:ext uri="{D42A27DB-BD31-4B8C-83A1-F6EECF244321}">
                <p14:modId xmlns:p14="http://schemas.microsoft.com/office/powerpoint/2010/main" val="3039351003"/>
              </p:ext>
            </p:extLst>
          </p:nvPr>
        </p:nvGraphicFramePr>
        <p:xfrm>
          <a:off x="283113" y="1682244"/>
          <a:ext cx="6167437" cy="2947987"/>
        </p:xfrm>
        <a:graphic>
          <a:graphicData uri="http://schemas.openxmlformats.org/drawingml/2006/chart">
            <c:chart xmlns:c="http://schemas.openxmlformats.org/drawingml/2006/chart" xmlns:r="http://schemas.openxmlformats.org/officeDocument/2006/relationships" r:id="rId23"/>
          </a:graphicData>
        </a:graphic>
      </p:graphicFrame>
      <p:sp>
        <p:nvSpPr>
          <p:cNvPr id="46" name="Text Placeholder 18">
            <a:extLst>
              <a:ext uri="{FF2B5EF4-FFF2-40B4-BE49-F238E27FC236}">
                <a16:creationId xmlns:a16="http://schemas.microsoft.com/office/drawing/2014/main" id="{F1647A2D-1E21-7716-FFE2-6AFE5F7DA9DC}"/>
              </a:ext>
            </a:extLst>
          </p:cNvPr>
          <p:cNvSpPr>
            <a:spLocks noGrp="1"/>
          </p:cNvSpPr>
          <p:nvPr>
            <p:custDataLst>
              <p:tags r:id="rId11"/>
            </p:custDataLst>
          </p:nvPr>
        </p:nvSpPr>
        <p:spPr bwMode="auto">
          <a:xfrm>
            <a:off x="259300" y="4633406"/>
            <a:ext cx="650875" cy="914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square" lIns="0" tIns="0" rIns="0" bIns="0" numCol="1" spcCol="0" rtlCol="0" anchor="t" anchorCtr="0">
            <a:noAutofit/>
          </a:bodyPr>
          <a:lstStyle>
            <a:lvl1pPr marL="0" indent="0" algn="l" defTabSz="990570" rtl="0" eaLnBrk="1" latinLnBrk="0" hangingPunct="1">
              <a:spcBef>
                <a:spcPts val="0"/>
              </a:spcBef>
              <a:spcAft>
                <a:spcPts val="1083"/>
              </a:spcAft>
              <a:buSzPct val="100000"/>
              <a:buFont typeface="Arial" panose="020B0604020202020204" pitchFamily="34" charset="0"/>
              <a:buNone/>
              <a:defRPr sz="1300" b="0" kern="1200">
                <a:solidFill>
                  <a:schemeClr val="tx1"/>
                </a:solidFill>
                <a:latin typeface="+mn-lt"/>
                <a:ea typeface="+mn-ea"/>
                <a:cs typeface="+mn-cs"/>
              </a:defRPr>
            </a:lvl1pPr>
            <a:lvl2pPr marL="0" indent="0" algn="l" defTabSz="990570" rtl="0" eaLnBrk="1" latinLnBrk="0" hangingPunct="1">
              <a:spcBef>
                <a:spcPts val="0"/>
              </a:spcBef>
              <a:spcAft>
                <a:spcPts val="1083"/>
              </a:spcAft>
              <a:buClrTx/>
              <a:buSzPct val="100000"/>
              <a:buFont typeface="Arial"/>
              <a:buNone/>
              <a:defRPr lang="en-US" sz="1300" b="1" kern="1200" dirty="0" smtClean="0">
                <a:solidFill>
                  <a:schemeClr val="tx1"/>
                </a:solidFill>
                <a:latin typeface="+mn-lt"/>
                <a:ea typeface="+mn-ea"/>
                <a:cs typeface="+mn-cs"/>
              </a:defRPr>
            </a:lvl2pPr>
            <a:lvl3pPr marL="191094" indent="-191094" algn="l" defTabSz="990570" rtl="0" eaLnBrk="1" latinLnBrk="0" hangingPunct="1">
              <a:spcBef>
                <a:spcPts val="0"/>
              </a:spcBef>
              <a:spcAft>
                <a:spcPts val="1083"/>
              </a:spcAft>
              <a:buClrTx/>
              <a:buSzPct val="100000"/>
              <a:buFont typeface="Arial" panose="020B0604020202020204" pitchFamily="34" charset="0"/>
              <a:buChar char="•"/>
              <a:defRPr lang="en-US" sz="1300" kern="1200" dirty="0" smtClean="0">
                <a:solidFill>
                  <a:schemeClr val="tx1"/>
                </a:solidFill>
                <a:latin typeface="+mn-lt"/>
                <a:ea typeface="+mn-ea"/>
                <a:cs typeface="+mn-cs"/>
              </a:defRPr>
            </a:lvl3pPr>
            <a:lvl4pPr marL="386088" indent="-191094" algn="l" defTabSz="990570" rtl="0" eaLnBrk="1" latinLnBrk="0" hangingPunct="1">
              <a:spcBef>
                <a:spcPts val="0"/>
              </a:spcBef>
              <a:spcAft>
                <a:spcPts val="1083"/>
              </a:spcAft>
              <a:buClrTx/>
              <a:buSzPct val="100000"/>
              <a:buFont typeface="Verdana" panose="020B0604030504040204" pitchFamily="34" charset="0"/>
              <a:buChar char="−"/>
              <a:defRPr lang="en-US" sz="1300" kern="1200" baseline="0" dirty="0" smtClean="0">
                <a:solidFill>
                  <a:schemeClr val="tx1"/>
                </a:solidFill>
                <a:latin typeface="+mn-lt"/>
                <a:ea typeface="+mn-ea"/>
                <a:cs typeface="+mn-cs"/>
              </a:defRPr>
            </a:lvl4pPr>
            <a:lvl5pPr marL="577182" indent="-191094" algn="l" defTabSz="865029" rtl="0" eaLnBrk="1" latinLnBrk="0" hangingPunct="1">
              <a:spcBef>
                <a:spcPts val="0"/>
              </a:spcBef>
              <a:spcAft>
                <a:spcPts val="1083"/>
              </a:spcAft>
              <a:buClrTx/>
              <a:buSzPct val="100000"/>
              <a:buFont typeface="Verdana" panose="020B0604030504040204" pitchFamily="34" charset="0"/>
              <a:buChar char="−"/>
              <a:tabLst/>
              <a:defRPr lang="en-US" sz="1300" kern="1200" baseline="0" dirty="0" smtClean="0">
                <a:solidFill>
                  <a:schemeClr val="tx1"/>
                </a:solidFill>
                <a:latin typeface="+mn-lt"/>
                <a:ea typeface="+mn-ea"/>
                <a:cs typeface="+mn-cs"/>
              </a:defRPr>
            </a:lvl5pPr>
            <a:lvl6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6pPr>
            <a:lvl7pPr marL="577182" indent="-191094" algn="l" defTabSz="990570" rtl="0" eaLnBrk="1" latinLnBrk="0" hangingPunct="1">
              <a:spcBef>
                <a:spcPts val="0"/>
              </a:spcBef>
              <a:spcAft>
                <a:spcPts val="1083"/>
              </a:spcAft>
              <a:buFont typeface="Verdana" panose="020B0604030504040204" pitchFamily="34" charset="0"/>
              <a:buChar char="−"/>
              <a:defRPr sz="1300" kern="1200">
                <a:solidFill>
                  <a:schemeClr val="tx1"/>
                </a:solidFill>
                <a:latin typeface="+mn-lt"/>
                <a:ea typeface="+mn-ea"/>
                <a:cs typeface="+mn-cs"/>
              </a:defRPr>
            </a:lvl7pPr>
            <a:lvl8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8pPr>
            <a:lvl9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9pPr>
          </a:lstStyle>
          <a:p>
            <a:pPr algn="ctr">
              <a:spcBef>
                <a:spcPct val="0"/>
              </a:spcBef>
              <a:spcAft>
                <a:spcPct val="0"/>
              </a:spcAft>
            </a:pPr>
            <a:fld id="{86FEB3B0-0E58-4729-A043-639B20132ABF}" type="datetime'Delay in ''Clearance / Inv. Decision / Financial Clo''s''ure'">
              <a:rPr lang="en-US" altLang="en-US" sz="1000" smtClean="0">
                <a:latin typeface="Gill Sans MT" panose="020B0502020104020203" pitchFamily="34" charset="0"/>
              </a:rPr>
              <a:pPr/>
              <a:t>Delay in Clearance / Inv. Decision / Financial Closure</a:t>
            </a:fld>
            <a:endParaRPr lang="en-US" sz="1000" noProof="0" dirty="0">
              <a:latin typeface="Gill Sans MT" panose="020B0502020104020203" pitchFamily="34" charset="0"/>
            </a:endParaRPr>
          </a:p>
        </p:txBody>
      </p:sp>
      <p:sp>
        <p:nvSpPr>
          <p:cNvPr id="47" name="Text Placeholder 18">
            <a:extLst>
              <a:ext uri="{FF2B5EF4-FFF2-40B4-BE49-F238E27FC236}">
                <a16:creationId xmlns:a16="http://schemas.microsoft.com/office/drawing/2014/main" id="{E87FA144-D323-06D8-3E0E-D5186E6C41AD}"/>
              </a:ext>
            </a:extLst>
          </p:cNvPr>
          <p:cNvSpPr>
            <a:spLocks noGrp="1"/>
          </p:cNvSpPr>
          <p:nvPr>
            <p:custDataLst>
              <p:tags r:id="rId12"/>
            </p:custDataLst>
          </p:nvPr>
        </p:nvSpPr>
        <p:spPr bwMode="auto">
          <a:xfrm>
            <a:off x="1038763" y="4633405"/>
            <a:ext cx="577850" cy="4572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square" lIns="0" tIns="0" rIns="0" bIns="0" numCol="1" spcCol="0" rtlCol="0" anchor="t" anchorCtr="0">
            <a:noAutofit/>
          </a:bodyPr>
          <a:lstStyle>
            <a:lvl1pPr marL="0" indent="0" algn="l" defTabSz="990570" rtl="0" eaLnBrk="1" latinLnBrk="0" hangingPunct="1">
              <a:spcBef>
                <a:spcPts val="0"/>
              </a:spcBef>
              <a:spcAft>
                <a:spcPts val="1083"/>
              </a:spcAft>
              <a:buSzPct val="100000"/>
              <a:buFont typeface="Arial" panose="020B0604020202020204" pitchFamily="34" charset="0"/>
              <a:buNone/>
              <a:defRPr sz="1300" b="0" kern="1200">
                <a:solidFill>
                  <a:schemeClr val="tx1"/>
                </a:solidFill>
                <a:latin typeface="+mn-lt"/>
                <a:ea typeface="+mn-ea"/>
                <a:cs typeface="+mn-cs"/>
              </a:defRPr>
            </a:lvl1pPr>
            <a:lvl2pPr marL="0" indent="0" algn="l" defTabSz="990570" rtl="0" eaLnBrk="1" latinLnBrk="0" hangingPunct="1">
              <a:spcBef>
                <a:spcPts val="0"/>
              </a:spcBef>
              <a:spcAft>
                <a:spcPts val="1083"/>
              </a:spcAft>
              <a:buClrTx/>
              <a:buSzPct val="100000"/>
              <a:buFont typeface="Arial"/>
              <a:buNone/>
              <a:defRPr lang="en-US" sz="1300" b="1" kern="1200" dirty="0" smtClean="0">
                <a:solidFill>
                  <a:schemeClr val="tx1"/>
                </a:solidFill>
                <a:latin typeface="+mn-lt"/>
                <a:ea typeface="+mn-ea"/>
                <a:cs typeface="+mn-cs"/>
              </a:defRPr>
            </a:lvl2pPr>
            <a:lvl3pPr marL="191094" indent="-191094" algn="l" defTabSz="990570" rtl="0" eaLnBrk="1" latinLnBrk="0" hangingPunct="1">
              <a:spcBef>
                <a:spcPts val="0"/>
              </a:spcBef>
              <a:spcAft>
                <a:spcPts val="1083"/>
              </a:spcAft>
              <a:buClrTx/>
              <a:buSzPct val="100000"/>
              <a:buFont typeface="Arial" panose="020B0604020202020204" pitchFamily="34" charset="0"/>
              <a:buChar char="•"/>
              <a:defRPr lang="en-US" sz="1300" kern="1200" dirty="0" smtClean="0">
                <a:solidFill>
                  <a:schemeClr val="tx1"/>
                </a:solidFill>
                <a:latin typeface="+mn-lt"/>
                <a:ea typeface="+mn-ea"/>
                <a:cs typeface="+mn-cs"/>
              </a:defRPr>
            </a:lvl3pPr>
            <a:lvl4pPr marL="386088" indent="-191094" algn="l" defTabSz="990570" rtl="0" eaLnBrk="1" latinLnBrk="0" hangingPunct="1">
              <a:spcBef>
                <a:spcPts val="0"/>
              </a:spcBef>
              <a:spcAft>
                <a:spcPts val="1083"/>
              </a:spcAft>
              <a:buClrTx/>
              <a:buSzPct val="100000"/>
              <a:buFont typeface="Verdana" panose="020B0604030504040204" pitchFamily="34" charset="0"/>
              <a:buChar char="−"/>
              <a:defRPr lang="en-US" sz="1300" kern="1200" baseline="0" dirty="0" smtClean="0">
                <a:solidFill>
                  <a:schemeClr val="tx1"/>
                </a:solidFill>
                <a:latin typeface="+mn-lt"/>
                <a:ea typeface="+mn-ea"/>
                <a:cs typeface="+mn-cs"/>
              </a:defRPr>
            </a:lvl4pPr>
            <a:lvl5pPr marL="577182" indent="-191094" algn="l" defTabSz="865029" rtl="0" eaLnBrk="1" latinLnBrk="0" hangingPunct="1">
              <a:spcBef>
                <a:spcPts val="0"/>
              </a:spcBef>
              <a:spcAft>
                <a:spcPts val="1083"/>
              </a:spcAft>
              <a:buClrTx/>
              <a:buSzPct val="100000"/>
              <a:buFont typeface="Verdana" panose="020B0604030504040204" pitchFamily="34" charset="0"/>
              <a:buChar char="−"/>
              <a:tabLst/>
              <a:defRPr lang="en-US" sz="1300" kern="1200" baseline="0" dirty="0" smtClean="0">
                <a:solidFill>
                  <a:schemeClr val="tx1"/>
                </a:solidFill>
                <a:latin typeface="+mn-lt"/>
                <a:ea typeface="+mn-ea"/>
                <a:cs typeface="+mn-cs"/>
              </a:defRPr>
            </a:lvl5pPr>
            <a:lvl6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6pPr>
            <a:lvl7pPr marL="577182" indent="-191094" algn="l" defTabSz="990570" rtl="0" eaLnBrk="1" latinLnBrk="0" hangingPunct="1">
              <a:spcBef>
                <a:spcPts val="0"/>
              </a:spcBef>
              <a:spcAft>
                <a:spcPts val="1083"/>
              </a:spcAft>
              <a:buFont typeface="Verdana" panose="020B0604030504040204" pitchFamily="34" charset="0"/>
              <a:buChar char="−"/>
              <a:defRPr sz="1300" kern="1200">
                <a:solidFill>
                  <a:schemeClr val="tx1"/>
                </a:solidFill>
                <a:latin typeface="+mn-lt"/>
                <a:ea typeface="+mn-ea"/>
                <a:cs typeface="+mn-cs"/>
              </a:defRPr>
            </a:lvl7pPr>
            <a:lvl8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8pPr>
            <a:lvl9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9pPr>
          </a:lstStyle>
          <a:p>
            <a:pPr algn="ctr">
              <a:spcBef>
                <a:spcPct val="0"/>
              </a:spcBef>
              <a:spcAft>
                <a:spcPct val="0"/>
              </a:spcAft>
            </a:pPr>
            <a:fld id="{CB282E92-33A8-4657-B0CC-67AE2E044939}" type="datetime'Del''a''''y i''''''''''n'' ''''Award ''''of W''o''r''''''ks'''">
              <a:rPr lang="en-US" altLang="en-US" sz="1000" smtClean="0">
                <a:latin typeface="Gill Sans MT" panose="020B0502020104020203" pitchFamily="34" charset="0"/>
              </a:rPr>
              <a:pPr/>
              <a:t>Delay in Award of Works</a:t>
            </a:fld>
            <a:endParaRPr lang="en-US" sz="1000" noProof="0" dirty="0">
              <a:latin typeface="Gill Sans MT" panose="020B0502020104020203" pitchFamily="34" charset="0"/>
            </a:endParaRPr>
          </a:p>
        </p:txBody>
      </p:sp>
      <p:sp>
        <p:nvSpPr>
          <p:cNvPr id="48" name="Text Placeholder 18">
            <a:extLst>
              <a:ext uri="{FF2B5EF4-FFF2-40B4-BE49-F238E27FC236}">
                <a16:creationId xmlns:a16="http://schemas.microsoft.com/office/drawing/2014/main" id="{FAB2EC0C-724E-DBBE-78BA-B528DFDC7162}"/>
              </a:ext>
            </a:extLst>
          </p:cNvPr>
          <p:cNvSpPr>
            <a:spLocks noGrp="1"/>
          </p:cNvSpPr>
          <p:nvPr>
            <p:custDataLst>
              <p:tags r:id="rId13"/>
            </p:custDataLst>
          </p:nvPr>
        </p:nvSpPr>
        <p:spPr bwMode="auto">
          <a:xfrm>
            <a:off x="3004088" y="4633406"/>
            <a:ext cx="573088" cy="3048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square" lIns="0" tIns="0" rIns="0" bIns="0" numCol="1" spcCol="0" rtlCol="0" anchor="t" anchorCtr="0">
            <a:noAutofit/>
          </a:bodyPr>
          <a:lstStyle>
            <a:lvl1pPr marL="0" indent="0" algn="l" defTabSz="990570" rtl="0" eaLnBrk="1" latinLnBrk="0" hangingPunct="1">
              <a:spcBef>
                <a:spcPts val="0"/>
              </a:spcBef>
              <a:spcAft>
                <a:spcPts val="1083"/>
              </a:spcAft>
              <a:buSzPct val="100000"/>
              <a:buFont typeface="Arial" panose="020B0604020202020204" pitchFamily="34" charset="0"/>
              <a:buNone/>
              <a:defRPr sz="1300" b="0" kern="1200">
                <a:solidFill>
                  <a:schemeClr val="tx1"/>
                </a:solidFill>
                <a:latin typeface="+mn-lt"/>
                <a:ea typeface="+mn-ea"/>
                <a:cs typeface="+mn-cs"/>
              </a:defRPr>
            </a:lvl1pPr>
            <a:lvl2pPr marL="0" indent="0" algn="l" defTabSz="990570" rtl="0" eaLnBrk="1" latinLnBrk="0" hangingPunct="1">
              <a:spcBef>
                <a:spcPts val="0"/>
              </a:spcBef>
              <a:spcAft>
                <a:spcPts val="1083"/>
              </a:spcAft>
              <a:buClrTx/>
              <a:buSzPct val="100000"/>
              <a:buFont typeface="Arial"/>
              <a:buNone/>
              <a:defRPr lang="en-US" sz="1300" b="1" kern="1200" dirty="0" smtClean="0">
                <a:solidFill>
                  <a:schemeClr val="tx1"/>
                </a:solidFill>
                <a:latin typeface="+mn-lt"/>
                <a:ea typeface="+mn-ea"/>
                <a:cs typeface="+mn-cs"/>
              </a:defRPr>
            </a:lvl2pPr>
            <a:lvl3pPr marL="191094" indent="-191094" algn="l" defTabSz="990570" rtl="0" eaLnBrk="1" latinLnBrk="0" hangingPunct="1">
              <a:spcBef>
                <a:spcPts val="0"/>
              </a:spcBef>
              <a:spcAft>
                <a:spcPts val="1083"/>
              </a:spcAft>
              <a:buClrTx/>
              <a:buSzPct val="100000"/>
              <a:buFont typeface="Arial" panose="020B0604020202020204" pitchFamily="34" charset="0"/>
              <a:buChar char="•"/>
              <a:defRPr lang="en-US" sz="1300" kern="1200" dirty="0" smtClean="0">
                <a:solidFill>
                  <a:schemeClr val="tx1"/>
                </a:solidFill>
                <a:latin typeface="+mn-lt"/>
                <a:ea typeface="+mn-ea"/>
                <a:cs typeface="+mn-cs"/>
              </a:defRPr>
            </a:lvl3pPr>
            <a:lvl4pPr marL="386088" indent="-191094" algn="l" defTabSz="990570" rtl="0" eaLnBrk="1" latinLnBrk="0" hangingPunct="1">
              <a:spcBef>
                <a:spcPts val="0"/>
              </a:spcBef>
              <a:spcAft>
                <a:spcPts val="1083"/>
              </a:spcAft>
              <a:buClrTx/>
              <a:buSzPct val="100000"/>
              <a:buFont typeface="Verdana" panose="020B0604030504040204" pitchFamily="34" charset="0"/>
              <a:buChar char="−"/>
              <a:defRPr lang="en-US" sz="1300" kern="1200" baseline="0" dirty="0" smtClean="0">
                <a:solidFill>
                  <a:schemeClr val="tx1"/>
                </a:solidFill>
                <a:latin typeface="+mn-lt"/>
                <a:ea typeface="+mn-ea"/>
                <a:cs typeface="+mn-cs"/>
              </a:defRPr>
            </a:lvl4pPr>
            <a:lvl5pPr marL="577182" indent="-191094" algn="l" defTabSz="865029" rtl="0" eaLnBrk="1" latinLnBrk="0" hangingPunct="1">
              <a:spcBef>
                <a:spcPts val="0"/>
              </a:spcBef>
              <a:spcAft>
                <a:spcPts val="1083"/>
              </a:spcAft>
              <a:buClrTx/>
              <a:buSzPct val="100000"/>
              <a:buFont typeface="Verdana" panose="020B0604030504040204" pitchFamily="34" charset="0"/>
              <a:buChar char="−"/>
              <a:tabLst/>
              <a:defRPr lang="en-US" sz="1300" kern="1200" baseline="0" dirty="0" smtClean="0">
                <a:solidFill>
                  <a:schemeClr val="tx1"/>
                </a:solidFill>
                <a:latin typeface="+mn-lt"/>
                <a:ea typeface="+mn-ea"/>
                <a:cs typeface="+mn-cs"/>
              </a:defRPr>
            </a:lvl5pPr>
            <a:lvl6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6pPr>
            <a:lvl7pPr marL="577182" indent="-191094" algn="l" defTabSz="990570" rtl="0" eaLnBrk="1" latinLnBrk="0" hangingPunct="1">
              <a:spcBef>
                <a:spcPts val="0"/>
              </a:spcBef>
              <a:spcAft>
                <a:spcPts val="1083"/>
              </a:spcAft>
              <a:buFont typeface="Verdana" panose="020B0604030504040204" pitchFamily="34" charset="0"/>
              <a:buChar char="−"/>
              <a:defRPr sz="1300" kern="1200">
                <a:solidFill>
                  <a:schemeClr val="tx1"/>
                </a:solidFill>
                <a:latin typeface="+mn-lt"/>
                <a:ea typeface="+mn-ea"/>
                <a:cs typeface="+mn-cs"/>
              </a:defRPr>
            </a:lvl7pPr>
            <a:lvl8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8pPr>
            <a:lvl9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9pPr>
          </a:lstStyle>
          <a:p>
            <a:pPr algn="ctr">
              <a:spcBef>
                <a:spcPct val="0"/>
              </a:spcBef>
              <a:spcAft>
                <a:spcPct val="0"/>
              </a:spcAft>
            </a:pPr>
            <a:fld id="{F49FD163-6DFE-40A3-9D04-C536E66B9918}" type="datetime'''''''''N''''a''tu''''''''ra''l ''''C''''a''''''''la''mi''ty'">
              <a:rPr lang="en-US" altLang="en-US" sz="1000" smtClean="0">
                <a:latin typeface="Gill Sans MT" panose="020B0502020104020203" pitchFamily="34" charset="0"/>
              </a:rPr>
              <a:pPr/>
              <a:t>Natural Calamity</a:t>
            </a:fld>
            <a:endParaRPr lang="en-US" sz="1000" noProof="0" dirty="0">
              <a:latin typeface="Gill Sans MT" panose="020B0502020104020203" pitchFamily="34" charset="0"/>
            </a:endParaRPr>
          </a:p>
        </p:txBody>
      </p:sp>
      <p:sp>
        <p:nvSpPr>
          <p:cNvPr id="49" name="Text Placeholder 18">
            <a:extLst>
              <a:ext uri="{FF2B5EF4-FFF2-40B4-BE49-F238E27FC236}">
                <a16:creationId xmlns:a16="http://schemas.microsoft.com/office/drawing/2014/main" id="{9EF6CA96-8E9C-F8BA-2F1C-FC2E92AB3B9A}"/>
              </a:ext>
            </a:extLst>
          </p:cNvPr>
          <p:cNvSpPr>
            <a:spLocks noGrp="1"/>
          </p:cNvSpPr>
          <p:nvPr>
            <p:custDataLst>
              <p:tags r:id="rId14"/>
            </p:custDataLst>
          </p:nvPr>
        </p:nvSpPr>
        <p:spPr bwMode="auto">
          <a:xfrm>
            <a:off x="1667413" y="4633406"/>
            <a:ext cx="604838" cy="4572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square" lIns="0" tIns="0" rIns="0" bIns="0" numCol="1" spcCol="0" rtlCol="0" anchor="t" anchorCtr="0">
            <a:noAutofit/>
          </a:bodyPr>
          <a:lstStyle>
            <a:lvl1pPr marL="0" indent="0" algn="l" defTabSz="990570" rtl="0" eaLnBrk="1" latinLnBrk="0" hangingPunct="1">
              <a:spcBef>
                <a:spcPts val="0"/>
              </a:spcBef>
              <a:spcAft>
                <a:spcPts val="1083"/>
              </a:spcAft>
              <a:buSzPct val="100000"/>
              <a:buFont typeface="Arial" panose="020B0604020202020204" pitchFamily="34" charset="0"/>
              <a:buNone/>
              <a:defRPr sz="1300" b="0" kern="1200">
                <a:solidFill>
                  <a:schemeClr val="tx1"/>
                </a:solidFill>
                <a:latin typeface="+mn-lt"/>
                <a:ea typeface="+mn-ea"/>
                <a:cs typeface="+mn-cs"/>
              </a:defRPr>
            </a:lvl1pPr>
            <a:lvl2pPr marL="0" indent="0" algn="l" defTabSz="990570" rtl="0" eaLnBrk="1" latinLnBrk="0" hangingPunct="1">
              <a:spcBef>
                <a:spcPts val="0"/>
              </a:spcBef>
              <a:spcAft>
                <a:spcPts val="1083"/>
              </a:spcAft>
              <a:buClrTx/>
              <a:buSzPct val="100000"/>
              <a:buFont typeface="Arial"/>
              <a:buNone/>
              <a:defRPr lang="en-US" sz="1300" b="1" kern="1200" dirty="0" smtClean="0">
                <a:solidFill>
                  <a:schemeClr val="tx1"/>
                </a:solidFill>
                <a:latin typeface="+mn-lt"/>
                <a:ea typeface="+mn-ea"/>
                <a:cs typeface="+mn-cs"/>
              </a:defRPr>
            </a:lvl2pPr>
            <a:lvl3pPr marL="191094" indent="-191094" algn="l" defTabSz="990570" rtl="0" eaLnBrk="1" latinLnBrk="0" hangingPunct="1">
              <a:spcBef>
                <a:spcPts val="0"/>
              </a:spcBef>
              <a:spcAft>
                <a:spcPts val="1083"/>
              </a:spcAft>
              <a:buClrTx/>
              <a:buSzPct val="100000"/>
              <a:buFont typeface="Arial" panose="020B0604020202020204" pitchFamily="34" charset="0"/>
              <a:buChar char="•"/>
              <a:defRPr lang="en-US" sz="1300" kern="1200" dirty="0" smtClean="0">
                <a:solidFill>
                  <a:schemeClr val="tx1"/>
                </a:solidFill>
                <a:latin typeface="+mn-lt"/>
                <a:ea typeface="+mn-ea"/>
                <a:cs typeface="+mn-cs"/>
              </a:defRPr>
            </a:lvl3pPr>
            <a:lvl4pPr marL="386088" indent="-191094" algn="l" defTabSz="990570" rtl="0" eaLnBrk="1" latinLnBrk="0" hangingPunct="1">
              <a:spcBef>
                <a:spcPts val="0"/>
              </a:spcBef>
              <a:spcAft>
                <a:spcPts val="1083"/>
              </a:spcAft>
              <a:buClrTx/>
              <a:buSzPct val="100000"/>
              <a:buFont typeface="Verdana" panose="020B0604030504040204" pitchFamily="34" charset="0"/>
              <a:buChar char="−"/>
              <a:defRPr lang="en-US" sz="1300" kern="1200" baseline="0" dirty="0" smtClean="0">
                <a:solidFill>
                  <a:schemeClr val="tx1"/>
                </a:solidFill>
                <a:latin typeface="+mn-lt"/>
                <a:ea typeface="+mn-ea"/>
                <a:cs typeface="+mn-cs"/>
              </a:defRPr>
            </a:lvl4pPr>
            <a:lvl5pPr marL="577182" indent="-191094" algn="l" defTabSz="865029" rtl="0" eaLnBrk="1" latinLnBrk="0" hangingPunct="1">
              <a:spcBef>
                <a:spcPts val="0"/>
              </a:spcBef>
              <a:spcAft>
                <a:spcPts val="1083"/>
              </a:spcAft>
              <a:buClrTx/>
              <a:buSzPct val="100000"/>
              <a:buFont typeface="Verdana" panose="020B0604030504040204" pitchFamily="34" charset="0"/>
              <a:buChar char="−"/>
              <a:tabLst/>
              <a:defRPr lang="en-US" sz="1300" kern="1200" baseline="0" dirty="0" smtClean="0">
                <a:solidFill>
                  <a:schemeClr val="tx1"/>
                </a:solidFill>
                <a:latin typeface="+mn-lt"/>
                <a:ea typeface="+mn-ea"/>
                <a:cs typeface="+mn-cs"/>
              </a:defRPr>
            </a:lvl5pPr>
            <a:lvl6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6pPr>
            <a:lvl7pPr marL="577182" indent="-191094" algn="l" defTabSz="990570" rtl="0" eaLnBrk="1" latinLnBrk="0" hangingPunct="1">
              <a:spcBef>
                <a:spcPts val="0"/>
              </a:spcBef>
              <a:spcAft>
                <a:spcPts val="1083"/>
              </a:spcAft>
              <a:buFont typeface="Verdana" panose="020B0604030504040204" pitchFamily="34" charset="0"/>
              <a:buChar char="−"/>
              <a:defRPr sz="1300" kern="1200">
                <a:solidFill>
                  <a:schemeClr val="tx1"/>
                </a:solidFill>
                <a:latin typeface="+mn-lt"/>
                <a:ea typeface="+mn-ea"/>
                <a:cs typeface="+mn-cs"/>
              </a:defRPr>
            </a:lvl7pPr>
            <a:lvl8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8pPr>
            <a:lvl9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9pPr>
          </a:lstStyle>
          <a:p>
            <a:pPr algn="ctr">
              <a:spcBef>
                <a:spcPct val="0"/>
              </a:spcBef>
              <a:spcAft>
                <a:spcPct val="0"/>
              </a:spcAft>
            </a:pPr>
            <a:fld id="{79D3CB5F-7ABD-428E-983F-A69A82A4D08B}" type="datetime'Cou''''''r''t C''a''''''''''''''s''e / Liti''g''''''''''ation'">
              <a:rPr lang="en-US" altLang="en-US" sz="1000" smtClean="0">
                <a:latin typeface="Gill Sans MT" panose="020B0502020104020203" pitchFamily="34" charset="0"/>
              </a:rPr>
              <a:pPr/>
              <a:t>Court Case / Litigation</a:t>
            </a:fld>
            <a:endParaRPr lang="en-US" sz="1000" noProof="0" dirty="0">
              <a:latin typeface="Gill Sans MT" panose="020B0502020104020203" pitchFamily="34" charset="0"/>
            </a:endParaRPr>
          </a:p>
        </p:txBody>
      </p:sp>
      <p:sp>
        <p:nvSpPr>
          <p:cNvPr id="51" name="Text Placeholder 18">
            <a:extLst>
              <a:ext uri="{FF2B5EF4-FFF2-40B4-BE49-F238E27FC236}">
                <a16:creationId xmlns:a16="http://schemas.microsoft.com/office/drawing/2014/main" id="{223DB37B-7CDB-A5C7-E946-05561656D633}"/>
              </a:ext>
            </a:extLst>
          </p:cNvPr>
          <p:cNvSpPr>
            <a:spLocks noGrp="1"/>
          </p:cNvSpPr>
          <p:nvPr>
            <p:custDataLst>
              <p:tags r:id="rId15"/>
            </p:custDataLst>
          </p:nvPr>
        </p:nvSpPr>
        <p:spPr bwMode="auto">
          <a:xfrm>
            <a:off x="2300825" y="4633406"/>
            <a:ext cx="669925" cy="3048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square" lIns="0" tIns="0" rIns="0" bIns="0" numCol="1" spcCol="0" rtlCol="0" anchor="t" anchorCtr="0">
            <a:noAutofit/>
          </a:bodyPr>
          <a:lstStyle>
            <a:lvl1pPr marL="0" indent="0" algn="l" defTabSz="990570" rtl="0" eaLnBrk="1" latinLnBrk="0" hangingPunct="1">
              <a:spcBef>
                <a:spcPts val="0"/>
              </a:spcBef>
              <a:spcAft>
                <a:spcPts val="1083"/>
              </a:spcAft>
              <a:buSzPct val="100000"/>
              <a:buFont typeface="Arial" panose="020B0604020202020204" pitchFamily="34" charset="0"/>
              <a:buNone/>
              <a:defRPr sz="1300" b="0" kern="1200">
                <a:solidFill>
                  <a:schemeClr val="tx1"/>
                </a:solidFill>
                <a:latin typeface="+mn-lt"/>
                <a:ea typeface="+mn-ea"/>
                <a:cs typeface="+mn-cs"/>
              </a:defRPr>
            </a:lvl1pPr>
            <a:lvl2pPr marL="0" indent="0" algn="l" defTabSz="990570" rtl="0" eaLnBrk="1" latinLnBrk="0" hangingPunct="1">
              <a:spcBef>
                <a:spcPts val="0"/>
              </a:spcBef>
              <a:spcAft>
                <a:spcPts val="1083"/>
              </a:spcAft>
              <a:buClrTx/>
              <a:buSzPct val="100000"/>
              <a:buFont typeface="Arial"/>
              <a:buNone/>
              <a:defRPr lang="en-US" sz="1300" b="1" kern="1200" dirty="0" smtClean="0">
                <a:solidFill>
                  <a:schemeClr val="tx1"/>
                </a:solidFill>
                <a:latin typeface="+mn-lt"/>
                <a:ea typeface="+mn-ea"/>
                <a:cs typeface="+mn-cs"/>
              </a:defRPr>
            </a:lvl2pPr>
            <a:lvl3pPr marL="191094" indent="-191094" algn="l" defTabSz="990570" rtl="0" eaLnBrk="1" latinLnBrk="0" hangingPunct="1">
              <a:spcBef>
                <a:spcPts val="0"/>
              </a:spcBef>
              <a:spcAft>
                <a:spcPts val="1083"/>
              </a:spcAft>
              <a:buClrTx/>
              <a:buSzPct val="100000"/>
              <a:buFont typeface="Arial" panose="020B0604020202020204" pitchFamily="34" charset="0"/>
              <a:buChar char="•"/>
              <a:defRPr lang="en-US" sz="1300" kern="1200" dirty="0" smtClean="0">
                <a:solidFill>
                  <a:schemeClr val="tx1"/>
                </a:solidFill>
                <a:latin typeface="+mn-lt"/>
                <a:ea typeface="+mn-ea"/>
                <a:cs typeface="+mn-cs"/>
              </a:defRPr>
            </a:lvl3pPr>
            <a:lvl4pPr marL="386088" indent="-191094" algn="l" defTabSz="990570" rtl="0" eaLnBrk="1" latinLnBrk="0" hangingPunct="1">
              <a:spcBef>
                <a:spcPts val="0"/>
              </a:spcBef>
              <a:spcAft>
                <a:spcPts val="1083"/>
              </a:spcAft>
              <a:buClrTx/>
              <a:buSzPct val="100000"/>
              <a:buFont typeface="Verdana" panose="020B0604030504040204" pitchFamily="34" charset="0"/>
              <a:buChar char="−"/>
              <a:defRPr lang="en-US" sz="1300" kern="1200" baseline="0" dirty="0" smtClean="0">
                <a:solidFill>
                  <a:schemeClr val="tx1"/>
                </a:solidFill>
                <a:latin typeface="+mn-lt"/>
                <a:ea typeface="+mn-ea"/>
                <a:cs typeface="+mn-cs"/>
              </a:defRPr>
            </a:lvl4pPr>
            <a:lvl5pPr marL="577182" indent="-191094" algn="l" defTabSz="865029" rtl="0" eaLnBrk="1" latinLnBrk="0" hangingPunct="1">
              <a:spcBef>
                <a:spcPts val="0"/>
              </a:spcBef>
              <a:spcAft>
                <a:spcPts val="1083"/>
              </a:spcAft>
              <a:buClrTx/>
              <a:buSzPct val="100000"/>
              <a:buFont typeface="Verdana" panose="020B0604030504040204" pitchFamily="34" charset="0"/>
              <a:buChar char="−"/>
              <a:tabLst/>
              <a:defRPr lang="en-US" sz="1300" kern="1200" baseline="0" dirty="0" smtClean="0">
                <a:solidFill>
                  <a:schemeClr val="tx1"/>
                </a:solidFill>
                <a:latin typeface="+mn-lt"/>
                <a:ea typeface="+mn-ea"/>
                <a:cs typeface="+mn-cs"/>
              </a:defRPr>
            </a:lvl5pPr>
            <a:lvl6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6pPr>
            <a:lvl7pPr marL="577182" indent="-191094" algn="l" defTabSz="990570" rtl="0" eaLnBrk="1" latinLnBrk="0" hangingPunct="1">
              <a:spcBef>
                <a:spcPts val="0"/>
              </a:spcBef>
              <a:spcAft>
                <a:spcPts val="1083"/>
              </a:spcAft>
              <a:buFont typeface="Verdana" panose="020B0604030504040204" pitchFamily="34" charset="0"/>
              <a:buChar char="−"/>
              <a:defRPr sz="1300" kern="1200">
                <a:solidFill>
                  <a:schemeClr val="tx1"/>
                </a:solidFill>
                <a:latin typeface="+mn-lt"/>
                <a:ea typeface="+mn-ea"/>
                <a:cs typeface="+mn-cs"/>
              </a:defRPr>
            </a:lvl7pPr>
            <a:lvl8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8pPr>
            <a:lvl9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9pPr>
          </a:lstStyle>
          <a:p>
            <a:pPr algn="ctr">
              <a:spcBef>
                <a:spcPct val="0"/>
              </a:spcBef>
              <a:spcAft>
                <a:spcPct val="0"/>
              </a:spcAft>
            </a:pPr>
            <a:fld id="{43CF94C1-12C0-42BC-8E16-022A2C1E9936}" type="datetime'''''Ge''''''olo''''''''''''gical'' ''Sur''pr''is''''e''s'''''">
              <a:rPr lang="en-US" altLang="en-US" sz="1000" smtClean="0">
                <a:latin typeface="Gill Sans MT" panose="020B0502020104020203" pitchFamily="34" charset="0"/>
              </a:rPr>
              <a:pPr/>
              <a:t>Geological Surprises</a:t>
            </a:fld>
            <a:endParaRPr lang="en-US" sz="1000" noProof="0" dirty="0">
              <a:latin typeface="Gill Sans MT" panose="020B0502020104020203" pitchFamily="34" charset="0"/>
            </a:endParaRPr>
          </a:p>
        </p:txBody>
      </p:sp>
      <p:sp>
        <p:nvSpPr>
          <p:cNvPr id="62" name="Text Placeholder 18">
            <a:extLst>
              <a:ext uri="{FF2B5EF4-FFF2-40B4-BE49-F238E27FC236}">
                <a16:creationId xmlns:a16="http://schemas.microsoft.com/office/drawing/2014/main" id="{63C858EC-F11A-34B2-FAB8-7FC1E01A2D63}"/>
              </a:ext>
            </a:extLst>
          </p:cNvPr>
          <p:cNvSpPr>
            <a:spLocks noGrp="1"/>
          </p:cNvSpPr>
          <p:nvPr>
            <p:custDataLst>
              <p:tags r:id="rId16"/>
            </p:custDataLst>
          </p:nvPr>
        </p:nvSpPr>
        <p:spPr bwMode="auto">
          <a:xfrm>
            <a:off x="3545425" y="4633405"/>
            <a:ext cx="749300" cy="7620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square" lIns="0" tIns="0" rIns="0" bIns="0" numCol="1" spcCol="0" rtlCol="0" anchor="t" anchorCtr="0">
            <a:noAutofit/>
          </a:bodyPr>
          <a:lstStyle>
            <a:lvl1pPr marL="0" indent="0" algn="l" defTabSz="990570" rtl="0" eaLnBrk="1" latinLnBrk="0" hangingPunct="1">
              <a:spcBef>
                <a:spcPts val="0"/>
              </a:spcBef>
              <a:spcAft>
                <a:spcPts val="1083"/>
              </a:spcAft>
              <a:buSzPct val="100000"/>
              <a:buFont typeface="Arial" panose="020B0604020202020204" pitchFamily="34" charset="0"/>
              <a:buNone/>
              <a:defRPr sz="1300" b="0" kern="1200">
                <a:solidFill>
                  <a:schemeClr val="tx1"/>
                </a:solidFill>
                <a:latin typeface="+mn-lt"/>
                <a:ea typeface="+mn-ea"/>
                <a:cs typeface="+mn-cs"/>
              </a:defRPr>
            </a:lvl1pPr>
            <a:lvl2pPr marL="0" indent="0" algn="l" defTabSz="990570" rtl="0" eaLnBrk="1" latinLnBrk="0" hangingPunct="1">
              <a:spcBef>
                <a:spcPts val="0"/>
              </a:spcBef>
              <a:spcAft>
                <a:spcPts val="1083"/>
              </a:spcAft>
              <a:buClrTx/>
              <a:buSzPct val="100000"/>
              <a:buFont typeface="Arial"/>
              <a:buNone/>
              <a:defRPr lang="en-US" sz="1300" b="1" kern="1200" dirty="0" smtClean="0">
                <a:solidFill>
                  <a:schemeClr val="tx1"/>
                </a:solidFill>
                <a:latin typeface="+mn-lt"/>
                <a:ea typeface="+mn-ea"/>
                <a:cs typeface="+mn-cs"/>
              </a:defRPr>
            </a:lvl2pPr>
            <a:lvl3pPr marL="191094" indent="-191094" algn="l" defTabSz="990570" rtl="0" eaLnBrk="1" latinLnBrk="0" hangingPunct="1">
              <a:spcBef>
                <a:spcPts val="0"/>
              </a:spcBef>
              <a:spcAft>
                <a:spcPts val="1083"/>
              </a:spcAft>
              <a:buClrTx/>
              <a:buSzPct val="100000"/>
              <a:buFont typeface="Arial" panose="020B0604020202020204" pitchFamily="34" charset="0"/>
              <a:buChar char="•"/>
              <a:defRPr lang="en-US" sz="1300" kern="1200" dirty="0" smtClean="0">
                <a:solidFill>
                  <a:schemeClr val="tx1"/>
                </a:solidFill>
                <a:latin typeface="+mn-lt"/>
                <a:ea typeface="+mn-ea"/>
                <a:cs typeface="+mn-cs"/>
              </a:defRPr>
            </a:lvl3pPr>
            <a:lvl4pPr marL="386088" indent="-191094" algn="l" defTabSz="990570" rtl="0" eaLnBrk="1" latinLnBrk="0" hangingPunct="1">
              <a:spcBef>
                <a:spcPts val="0"/>
              </a:spcBef>
              <a:spcAft>
                <a:spcPts val="1083"/>
              </a:spcAft>
              <a:buClrTx/>
              <a:buSzPct val="100000"/>
              <a:buFont typeface="Verdana" panose="020B0604030504040204" pitchFamily="34" charset="0"/>
              <a:buChar char="−"/>
              <a:defRPr lang="en-US" sz="1300" kern="1200" baseline="0" dirty="0" smtClean="0">
                <a:solidFill>
                  <a:schemeClr val="tx1"/>
                </a:solidFill>
                <a:latin typeface="+mn-lt"/>
                <a:ea typeface="+mn-ea"/>
                <a:cs typeface="+mn-cs"/>
              </a:defRPr>
            </a:lvl4pPr>
            <a:lvl5pPr marL="577182" indent="-191094" algn="l" defTabSz="865029" rtl="0" eaLnBrk="1" latinLnBrk="0" hangingPunct="1">
              <a:spcBef>
                <a:spcPts val="0"/>
              </a:spcBef>
              <a:spcAft>
                <a:spcPts val="1083"/>
              </a:spcAft>
              <a:buClrTx/>
              <a:buSzPct val="100000"/>
              <a:buFont typeface="Verdana" panose="020B0604030504040204" pitchFamily="34" charset="0"/>
              <a:buChar char="−"/>
              <a:tabLst/>
              <a:defRPr lang="en-US" sz="1300" kern="1200" baseline="0" dirty="0" smtClean="0">
                <a:solidFill>
                  <a:schemeClr val="tx1"/>
                </a:solidFill>
                <a:latin typeface="+mn-lt"/>
                <a:ea typeface="+mn-ea"/>
                <a:cs typeface="+mn-cs"/>
              </a:defRPr>
            </a:lvl5pPr>
            <a:lvl6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6pPr>
            <a:lvl7pPr marL="577182" indent="-191094" algn="l" defTabSz="990570" rtl="0" eaLnBrk="1" latinLnBrk="0" hangingPunct="1">
              <a:spcBef>
                <a:spcPts val="0"/>
              </a:spcBef>
              <a:spcAft>
                <a:spcPts val="1083"/>
              </a:spcAft>
              <a:buFont typeface="Verdana" panose="020B0604030504040204" pitchFamily="34" charset="0"/>
              <a:buChar char="−"/>
              <a:defRPr sz="1300" kern="1200">
                <a:solidFill>
                  <a:schemeClr val="tx1"/>
                </a:solidFill>
                <a:latin typeface="+mn-lt"/>
                <a:ea typeface="+mn-ea"/>
                <a:cs typeface="+mn-cs"/>
              </a:defRPr>
            </a:lvl7pPr>
            <a:lvl8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8pPr>
            <a:lvl9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9pPr>
          </a:lstStyle>
          <a:p>
            <a:pPr algn="ctr">
              <a:spcBef>
                <a:spcPct val="0"/>
              </a:spcBef>
              <a:spcAft>
                <a:spcPct val="0"/>
              </a:spcAft>
            </a:pPr>
            <a:fld id="{D57E55CD-8300-448F-BD45-A227EBF8FA98}" type="datetime'D''e''''l''a''y in'''' DPR Prepa''rati''on / ''MoU Is''s''ues'">
              <a:rPr lang="en-US" altLang="en-US" sz="1000" smtClean="0">
                <a:latin typeface="Gill Sans MT" panose="020B0502020104020203" pitchFamily="34" charset="0"/>
              </a:rPr>
              <a:pPr/>
              <a:t>Delay in DPR Preparation / MoU Issues</a:t>
            </a:fld>
            <a:endParaRPr lang="en-US" sz="1000" noProof="0" dirty="0">
              <a:latin typeface="Gill Sans MT" panose="020B0502020104020203" pitchFamily="34" charset="0"/>
            </a:endParaRPr>
          </a:p>
        </p:txBody>
      </p:sp>
      <p:sp>
        <p:nvSpPr>
          <p:cNvPr id="63" name="Text Placeholder 18">
            <a:extLst>
              <a:ext uri="{FF2B5EF4-FFF2-40B4-BE49-F238E27FC236}">
                <a16:creationId xmlns:a16="http://schemas.microsoft.com/office/drawing/2014/main" id="{52CD9BD1-FF67-FCC8-05FD-12088C2234F5}"/>
              </a:ext>
            </a:extLst>
          </p:cNvPr>
          <p:cNvSpPr>
            <a:spLocks noGrp="1"/>
          </p:cNvSpPr>
          <p:nvPr>
            <p:custDataLst>
              <p:tags r:id="rId17"/>
            </p:custDataLst>
          </p:nvPr>
        </p:nvSpPr>
        <p:spPr bwMode="auto">
          <a:xfrm>
            <a:off x="4932900" y="4633405"/>
            <a:ext cx="642938" cy="4572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square" lIns="0" tIns="0" rIns="0" bIns="0" numCol="1" spcCol="0" rtlCol="0" anchor="t" anchorCtr="0">
            <a:noAutofit/>
          </a:bodyPr>
          <a:lstStyle>
            <a:lvl1pPr marL="0" indent="0" algn="l" defTabSz="990570" rtl="0" eaLnBrk="1" latinLnBrk="0" hangingPunct="1">
              <a:spcBef>
                <a:spcPts val="0"/>
              </a:spcBef>
              <a:spcAft>
                <a:spcPts val="1083"/>
              </a:spcAft>
              <a:buSzPct val="100000"/>
              <a:buFont typeface="Arial" panose="020B0604020202020204" pitchFamily="34" charset="0"/>
              <a:buNone/>
              <a:defRPr sz="1300" b="0" kern="1200">
                <a:solidFill>
                  <a:schemeClr val="tx1"/>
                </a:solidFill>
                <a:latin typeface="+mn-lt"/>
                <a:ea typeface="+mn-ea"/>
                <a:cs typeface="+mn-cs"/>
              </a:defRPr>
            </a:lvl1pPr>
            <a:lvl2pPr marL="0" indent="0" algn="l" defTabSz="990570" rtl="0" eaLnBrk="1" latinLnBrk="0" hangingPunct="1">
              <a:spcBef>
                <a:spcPts val="0"/>
              </a:spcBef>
              <a:spcAft>
                <a:spcPts val="1083"/>
              </a:spcAft>
              <a:buClrTx/>
              <a:buSzPct val="100000"/>
              <a:buFont typeface="Arial"/>
              <a:buNone/>
              <a:defRPr lang="en-US" sz="1300" b="1" kern="1200" dirty="0" smtClean="0">
                <a:solidFill>
                  <a:schemeClr val="tx1"/>
                </a:solidFill>
                <a:latin typeface="+mn-lt"/>
                <a:ea typeface="+mn-ea"/>
                <a:cs typeface="+mn-cs"/>
              </a:defRPr>
            </a:lvl2pPr>
            <a:lvl3pPr marL="191094" indent="-191094" algn="l" defTabSz="990570" rtl="0" eaLnBrk="1" latinLnBrk="0" hangingPunct="1">
              <a:spcBef>
                <a:spcPts val="0"/>
              </a:spcBef>
              <a:spcAft>
                <a:spcPts val="1083"/>
              </a:spcAft>
              <a:buClrTx/>
              <a:buSzPct val="100000"/>
              <a:buFont typeface="Arial" panose="020B0604020202020204" pitchFamily="34" charset="0"/>
              <a:buChar char="•"/>
              <a:defRPr lang="en-US" sz="1300" kern="1200" dirty="0" smtClean="0">
                <a:solidFill>
                  <a:schemeClr val="tx1"/>
                </a:solidFill>
                <a:latin typeface="+mn-lt"/>
                <a:ea typeface="+mn-ea"/>
                <a:cs typeface="+mn-cs"/>
              </a:defRPr>
            </a:lvl3pPr>
            <a:lvl4pPr marL="386088" indent="-191094" algn="l" defTabSz="990570" rtl="0" eaLnBrk="1" latinLnBrk="0" hangingPunct="1">
              <a:spcBef>
                <a:spcPts val="0"/>
              </a:spcBef>
              <a:spcAft>
                <a:spcPts val="1083"/>
              </a:spcAft>
              <a:buClrTx/>
              <a:buSzPct val="100000"/>
              <a:buFont typeface="Verdana" panose="020B0604030504040204" pitchFamily="34" charset="0"/>
              <a:buChar char="−"/>
              <a:defRPr lang="en-US" sz="1300" kern="1200" baseline="0" dirty="0" smtClean="0">
                <a:solidFill>
                  <a:schemeClr val="tx1"/>
                </a:solidFill>
                <a:latin typeface="+mn-lt"/>
                <a:ea typeface="+mn-ea"/>
                <a:cs typeface="+mn-cs"/>
              </a:defRPr>
            </a:lvl4pPr>
            <a:lvl5pPr marL="577182" indent="-191094" algn="l" defTabSz="865029" rtl="0" eaLnBrk="1" latinLnBrk="0" hangingPunct="1">
              <a:spcBef>
                <a:spcPts val="0"/>
              </a:spcBef>
              <a:spcAft>
                <a:spcPts val="1083"/>
              </a:spcAft>
              <a:buClrTx/>
              <a:buSzPct val="100000"/>
              <a:buFont typeface="Verdana" panose="020B0604030504040204" pitchFamily="34" charset="0"/>
              <a:buChar char="−"/>
              <a:tabLst/>
              <a:defRPr lang="en-US" sz="1300" kern="1200" baseline="0" dirty="0" smtClean="0">
                <a:solidFill>
                  <a:schemeClr val="tx1"/>
                </a:solidFill>
                <a:latin typeface="+mn-lt"/>
                <a:ea typeface="+mn-ea"/>
                <a:cs typeface="+mn-cs"/>
              </a:defRPr>
            </a:lvl5pPr>
            <a:lvl6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6pPr>
            <a:lvl7pPr marL="577182" indent="-191094" algn="l" defTabSz="990570" rtl="0" eaLnBrk="1" latinLnBrk="0" hangingPunct="1">
              <a:spcBef>
                <a:spcPts val="0"/>
              </a:spcBef>
              <a:spcAft>
                <a:spcPts val="1083"/>
              </a:spcAft>
              <a:buFont typeface="Verdana" panose="020B0604030504040204" pitchFamily="34" charset="0"/>
              <a:buChar char="−"/>
              <a:defRPr sz="1300" kern="1200">
                <a:solidFill>
                  <a:schemeClr val="tx1"/>
                </a:solidFill>
                <a:latin typeface="+mn-lt"/>
                <a:ea typeface="+mn-ea"/>
                <a:cs typeface="+mn-cs"/>
              </a:defRPr>
            </a:lvl7pPr>
            <a:lvl8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8pPr>
            <a:lvl9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9pPr>
          </a:lstStyle>
          <a:p>
            <a:pPr algn="ctr">
              <a:spcBef>
                <a:spcPct val="0"/>
              </a:spcBef>
              <a:spcAft>
                <a:spcPct val="0"/>
              </a:spcAft>
            </a:pPr>
            <a:fld id="{7906772C-2B62-4677-A869-1C4A1985373F}" type="datetime'De''''''lay in'''' ''''''M''oEF Cl''''e''''ara''nc''''''''''e'">
              <a:rPr lang="en-US" altLang="en-US" sz="1000" smtClean="0">
                <a:latin typeface="Gill Sans MT" panose="020B0502020104020203" pitchFamily="34" charset="0"/>
              </a:rPr>
              <a:pPr/>
              <a:t>Delay in MoEF Clearance</a:t>
            </a:fld>
            <a:endParaRPr lang="en-US" sz="1000" noProof="0" dirty="0">
              <a:latin typeface="Gill Sans MT" panose="020B0502020104020203" pitchFamily="34" charset="0"/>
            </a:endParaRPr>
          </a:p>
        </p:txBody>
      </p:sp>
      <p:sp>
        <p:nvSpPr>
          <p:cNvPr id="64" name="Text Placeholder 18">
            <a:extLst>
              <a:ext uri="{FF2B5EF4-FFF2-40B4-BE49-F238E27FC236}">
                <a16:creationId xmlns:a16="http://schemas.microsoft.com/office/drawing/2014/main" id="{33503669-21E6-9013-C217-ED118F3F61AB}"/>
              </a:ext>
            </a:extLst>
          </p:cNvPr>
          <p:cNvSpPr>
            <a:spLocks noGrp="1"/>
          </p:cNvSpPr>
          <p:nvPr>
            <p:custDataLst>
              <p:tags r:id="rId18"/>
            </p:custDataLst>
          </p:nvPr>
        </p:nvSpPr>
        <p:spPr bwMode="auto">
          <a:xfrm>
            <a:off x="4375688" y="4633405"/>
            <a:ext cx="423863" cy="3048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square" lIns="0" tIns="0" rIns="0" bIns="0" numCol="1" spcCol="0" rtlCol="0" anchor="t" anchorCtr="0">
            <a:noAutofit/>
          </a:bodyPr>
          <a:lstStyle>
            <a:lvl1pPr marL="0" indent="0" algn="l" defTabSz="990570" rtl="0" eaLnBrk="1" latinLnBrk="0" hangingPunct="1">
              <a:spcBef>
                <a:spcPts val="0"/>
              </a:spcBef>
              <a:spcAft>
                <a:spcPts val="1083"/>
              </a:spcAft>
              <a:buSzPct val="100000"/>
              <a:buFont typeface="Arial" panose="020B0604020202020204" pitchFamily="34" charset="0"/>
              <a:buNone/>
              <a:defRPr sz="1300" b="0" kern="1200">
                <a:solidFill>
                  <a:schemeClr val="tx1"/>
                </a:solidFill>
                <a:latin typeface="+mn-lt"/>
                <a:ea typeface="+mn-ea"/>
                <a:cs typeface="+mn-cs"/>
              </a:defRPr>
            </a:lvl1pPr>
            <a:lvl2pPr marL="0" indent="0" algn="l" defTabSz="990570" rtl="0" eaLnBrk="1" latinLnBrk="0" hangingPunct="1">
              <a:spcBef>
                <a:spcPts val="0"/>
              </a:spcBef>
              <a:spcAft>
                <a:spcPts val="1083"/>
              </a:spcAft>
              <a:buClrTx/>
              <a:buSzPct val="100000"/>
              <a:buFont typeface="Arial"/>
              <a:buNone/>
              <a:defRPr lang="en-US" sz="1300" b="1" kern="1200" dirty="0" smtClean="0">
                <a:solidFill>
                  <a:schemeClr val="tx1"/>
                </a:solidFill>
                <a:latin typeface="+mn-lt"/>
                <a:ea typeface="+mn-ea"/>
                <a:cs typeface="+mn-cs"/>
              </a:defRPr>
            </a:lvl2pPr>
            <a:lvl3pPr marL="191094" indent="-191094" algn="l" defTabSz="990570" rtl="0" eaLnBrk="1" latinLnBrk="0" hangingPunct="1">
              <a:spcBef>
                <a:spcPts val="0"/>
              </a:spcBef>
              <a:spcAft>
                <a:spcPts val="1083"/>
              </a:spcAft>
              <a:buClrTx/>
              <a:buSzPct val="100000"/>
              <a:buFont typeface="Arial" panose="020B0604020202020204" pitchFamily="34" charset="0"/>
              <a:buChar char="•"/>
              <a:defRPr lang="en-US" sz="1300" kern="1200" dirty="0" smtClean="0">
                <a:solidFill>
                  <a:schemeClr val="tx1"/>
                </a:solidFill>
                <a:latin typeface="+mn-lt"/>
                <a:ea typeface="+mn-ea"/>
                <a:cs typeface="+mn-cs"/>
              </a:defRPr>
            </a:lvl3pPr>
            <a:lvl4pPr marL="386088" indent="-191094" algn="l" defTabSz="990570" rtl="0" eaLnBrk="1" latinLnBrk="0" hangingPunct="1">
              <a:spcBef>
                <a:spcPts val="0"/>
              </a:spcBef>
              <a:spcAft>
                <a:spcPts val="1083"/>
              </a:spcAft>
              <a:buClrTx/>
              <a:buSzPct val="100000"/>
              <a:buFont typeface="Verdana" panose="020B0604030504040204" pitchFamily="34" charset="0"/>
              <a:buChar char="−"/>
              <a:defRPr lang="en-US" sz="1300" kern="1200" baseline="0" dirty="0" smtClean="0">
                <a:solidFill>
                  <a:schemeClr val="tx1"/>
                </a:solidFill>
                <a:latin typeface="+mn-lt"/>
                <a:ea typeface="+mn-ea"/>
                <a:cs typeface="+mn-cs"/>
              </a:defRPr>
            </a:lvl4pPr>
            <a:lvl5pPr marL="577182" indent="-191094" algn="l" defTabSz="865029" rtl="0" eaLnBrk="1" latinLnBrk="0" hangingPunct="1">
              <a:spcBef>
                <a:spcPts val="0"/>
              </a:spcBef>
              <a:spcAft>
                <a:spcPts val="1083"/>
              </a:spcAft>
              <a:buClrTx/>
              <a:buSzPct val="100000"/>
              <a:buFont typeface="Verdana" panose="020B0604030504040204" pitchFamily="34" charset="0"/>
              <a:buChar char="−"/>
              <a:tabLst/>
              <a:defRPr lang="en-US" sz="1300" kern="1200" baseline="0" dirty="0" smtClean="0">
                <a:solidFill>
                  <a:schemeClr val="tx1"/>
                </a:solidFill>
                <a:latin typeface="+mn-lt"/>
                <a:ea typeface="+mn-ea"/>
                <a:cs typeface="+mn-cs"/>
              </a:defRPr>
            </a:lvl5pPr>
            <a:lvl6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6pPr>
            <a:lvl7pPr marL="577182" indent="-191094" algn="l" defTabSz="990570" rtl="0" eaLnBrk="1" latinLnBrk="0" hangingPunct="1">
              <a:spcBef>
                <a:spcPts val="0"/>
              </a:spcBef>
              <a:spcAft>
                <a:spcPts val="1083"/>
              </a:spcAft>
              <a:buFont typeface="Verdana" panose="020B0604030504040204" pitchFamily="34" charset="0"/>
              <a:buChar char="−"/>
              <a:defRPr sz="1300" kern="1200">
                <a:solidFill>
                  <a:schemeClr val="tx1"/>
                </a:solidFill>
                <a:latin typeface="+mn-lt"/>
                <a:ea typeface="+mn-ea"/>
                <a:cs typeface="+mn-cs"/>
              </a:defRPr>
            </a:lvl7pPr>
            <a:lvl8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8pPr>
            <a:lvl9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9pPr>
          </a:lstStyle>
          <a:p>
            <a:pPr algn="ctr">
              <a:spcBef>
                <a:spcPct val="0"/>
              </a:spcBef>
              <a:spcAft>
                <a:spcPct val="0"/>
              </a:spcAft>
            </a:pPr>
            <a:fld id="{638B2D75-A57B-4A84-A84A-6688DBBEDABD}" type="datetime'''R''&amp;R'''''''''' ''I''s''''''''''''''''s''ue''''s'''">
              <a:rPr lang="en-US" altLang="en-US" sz="1000" smtClean="0">
                <a:latin typeface="Gill Sans MT" panose="020B0502020104020203" pitchFamily="34" charset="0"/>
              </a:rPr>
              <a:pPr/>
              <a:t>R&amp;R Issues</a:t>
            </a:fld>
            <a:endParaRPr lang="en-US" sz="1000" noProof="0" dirty="0">
              <a:latin typeface="Gill Sans MT" panose="020B0502020104020203" pitchFamily="34" charset="0"/>
            </a:endParaRPr>
          </a:p>
        </p:txBody>
      </p:sp>
      <p:sp>
        <p:nvSpPr>
          <p:cNvPr id="65" name="Text Placeholder 18">
            <a:extLst>
              <a:ext uri="{FF2B5EF4-FFF2-40B4-BE49-F238E27FC236}">
                <a16:creationId xmlns:a16="http://schemas.microsoft.com/office/drawing/2014/main" id="{45FF1450-2E86-77B3-0005-FB28405AFEDC}"/>
              </a:ext>
            </a:extLst>
          </p:cNvPr>
          <p:cNvSpPr>
            <a:spLocks noGrp="1"/>
          </p:cNvSpPr>
          <p:nvPr>
            <p:custDataLst>
              <p:tags r:id="rId19"/>
            </p:custDataLst>
          </p:nvPr>
        </p:nvSpPr>
        <p:spPr bwMode="auto">
          <a:xfrm>
            <a:off x="5671881" y="4607862"/>
            <a:ext cx="823913" cy="6096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square" lIns="0" tIns="0" rIns="0" bIns="0" numCol="1" spcCol="0" rtlCol="0" anchor="t" anchorCtr="0">
            <a:noAutofit/>
          </a:bodyPr>
          <a:lstStyle>
            <a:lvl1pPr marL="0" indent="0" algn="l" defTabSz="990570" rtl="0" eaLnBrk="1" latinLnBrk="0" hangingPunct="1">
              <a:spcBef>
                <a:spcPts val="0"/>
              </a:spcBef>
              <a:spcAft>
                <a:spcPts val="1083"/>
              </a:spcAft>
              <a:buSzPct val="100000"/>
              <a:buFont typeface="Arial" panose="020B0604020202020204" pitchFamily="34" charset="0"/>
              <a:buNone/>
              <a:defRPr sz="1300" b="0" kern="1200">
                <a:solidFill>
                  <a:schemeClr val="tx1"/>
                </a:solidFill>
                <a:latin typeface="+mn-lt"/>
                <a:ea typeface="+mn-ea"/>
                <a:cs typeface="+mn-cs"/>
              </a:defRPr>
            </a:lvl1pPr>
            <a:lvl2pPr marL="0" indent="0" algn="l" defTabSz="990570" rtl="0" eaLnBrk="1" latinLnBrk="0" hangingPunct="1">
              <a:spcBef>
                <a:spcPts val="0"/>
              </a:spcBef>
              <a:spcAft>
                <a:spcPts val="1083"/>
              </a:spcAft>
              <a:buClrTx/>
              <a:buSzPct val="100000"/>
              <a:buFont typeface="Arial"/>
              <a:buNone/>
              <a:defRPr lang="en-US" sz="1300" b="1" kern="1200" dirty="0" smtClean="0">
                <a:solidFill>
                  <a:schemeClr val="tx1"/>
                </a:solidFill>
                <a:latin typeface="+mn-lt"/>
                <a:ea typeface="+mn-ea"/>
                <a:cs typeface="+mn-cs"/>
              </a:defRPr>
            </a:lvl2pPr>
            <a:lvl3pPr marL="191094" indent="-191094" algn="l" defTabSz="990570" rtl="0" eaLnBrk="1" latinLnBrk="0" hangingPunct="1">
              <a:spcBef>
                <a:spcPts val="0"/>
              </a:spcBef>
              <a:spcAft>
                <a:spcPts val="1083"/>
              </a:spcAft>
              <a:buClrTx/>
              <a:buSzPct val="100000"/>
              <a:buFont typeface="Arial" panose="020B0604020202020204" pitchFamily="34" charset="0"/>
              <a:buChar char="•"/>
              <a:defRPr lang="en-US" sz="1300" kern="1200" dirty="0" smtClean="0">
                <a:solidFill>
                  <a:schemeClr val="tx1"/>
                </a:solidFill>
                <a:latin typeface="+mn-lt"/>
                <a:ea typeface="+mn-ea"/>
                <a:cs typeface="+mn-cs"/>
              </a:defRPr>
            </a:lvl3pPr>
            <a:lvl4pPr marL="386088" indent="-191094" algn="l" defTabSz="990570" rtl="0" eaLnBrk="1" latinLnBrk="0" hangingPunct="1">
              <a:spcBef>
                <a:spcPts val="0"/>
              </a:spcBef>
              <a:spcAft>
                <a:spcPts val="1083"/>
              </a:spcAft>
              <a:buClrTx/>
              <a:buSzPct val="100000"/>
              <a:buFont typeface="Verdana" panose="020B0604030504040204" pitchFamily="34" charset="0"/>
              <a:buChar char="−"/>
              <a:defRPr lang="en-US" sz="1300" kern="1200" baseline="0" dirty="0" smtClean="0">
                <a:solidFill>
                  <a:schemeClr val="tx1"/>
                </a:solidFill>
                <a:latin typeface="+mn-lt"/>
                <a:ea typeface="+mn-ea"/>
                <a:cs typeface="+mn-cs"/>
              </a:defRPr>
            </a:lvl4pPr>
            <a:lvl5pPr marL="577182" indent="-191094" algn="l" defTabSz="865029" rtl="0" eaLnBrk="1" latinLnBrk="0" hangingPunct="1">
              <a:spcBef>
                <a:spcPts val="0"/>
              </a:spcBef>
              <a:spcAft>
                <a:spcPts val="1083"/>
              </a:spcAft>
              <a:buClrTx/>
              <a:buSzPct val="100000"/>
              <a:buFont typeface="Verdana" panose="020B0604030504040204" pitchFamily="34" charset="0"/>
              <a:buChar char="−"/>
              <a:tabLst/>
              <a:defRPr lang="en-US" sz="1300" kern="1200" baseline="0" dirty="0" smtClean="0">
                <a:solidFill>
                  <a:schemeClr val="tx1"/>
                </a:solidFill>
                <a:latin typeface="+mn-lt"/>
                <a:ea typeface="+mn-ea"/>
                <a:cs typeface="+mn-cs"/>
              </a:defRPr>
            </a:lvl5pPr>
            <a:lvl6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6pPr>
            <a:lvl7pPr marL="577182" indent="-191094" algn="l" defTabSz="990570" rtl="0" eaLnBrk="1" latinLnBrk="0" hangingPunct="1">
              <a:spcBef>
                <a:spcPts val="0"/>
              </a:spcBef>
              <a:spcAft>
                <a:spcPts val="1083"/>
              </a:spcAft>
              <a:buFont typeface="Verdana" panose="020B0604030504040204" pitchFamily="34" charset="0"/>
              <a:buChar char="−"/>
              <a:defRPr sz="1300" kern="1200">
                <a:solidFill>
                  <a:schemeClr val="tx1"/>
                </a:solidFill>
                <a:latin typeface="+mn-lt"/>
                <a:ea typeface="+mn-ea"/>
                <a:cs typeface="+mn-cs"/>
              </a:defRPr>
            </a:lvl7pPr>
            <a:lvl8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8pPr>
            <a:lvl9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9pPr>
          </a:lstStyle>
          <a:p>
            <a:pPr algn="ctr">
              <a:spcBef>
                <a:spcPct val="0"/>
              </a:spcBef>
              <a:spcAft>
                <a:spcPct val="0"/>
              </a:spcAft>
            </a:pPr>
            <a:fld id="{AD0BAB07-9C04-40C1-926A-8FCE8AD0D50B}" type="datetime'''T''otal D''ocume''''nte''''d Re''''ason for ''''''''Delay'''">
              <a:rPr lang="en-US" altLang="en-US" sz="1000" smtClean="0">
                <a:latin typeface="Gill Sans MT" panose="020B0502020104020203" pitchFamily="34" charset="0"/>
              </a:rPr>
              <a:pPr/>
              <a:t>Total Documented Reason for Delay</a:t>
            </a:fld>
            <a:endParaRPr lang="en-US" sz="1000" noProof="0" dirty="0">
              <a:latin typeface="Gill Sans MT" panose="020B0502020104020203" pitchFamily="34" charset="0"/>
            </a:endParaRPr>
          </a:p>
        </p:txBody>
      </p:sp>
      <p:sp>
        <p:nvSpPr>
          <p:cNvPr id="66" name="TextBox 31">
            <a:extLst>
              <a:ext uri="{FF2B5EF4-FFF2-40B4-BE49-F238E27FC236}">
                <a16:creationId xmlns:a16="http://schemas.microsoft.com/office/drawing/2014/main" id="{08749105-6BCB-2DF1-DA74-7335131911F8}"/>
              </a:ext>
            </a:extLst>
          </p:cNvPr>
          <p:cNvSpPr txBox="1">
            <a:spLocks noChangeArrowheads="1"/>
          </p:cNvSpPr>
          <p:nvPr/>
        </p:nvSpPr>
        <p:spPr bwMode="auto">
          <a:xfrm>
            <a:off x="1573243" y="981049"/>
            <a:ext cx="3268122" cy="261610"/>
          </a:xfrm>
          <a:prstGeom prst="rect">
            <a:avLst/>
          </a:prstGeom>
          <a:solidFill>
            <a:schemeClr val="bg1"/>
          </a:solidFill>
          <a:ln>
            <a:noFill/>
          </a:ln>
        </p:spPr>
        <p:txBody>
          <a:bodyPr wrap="squar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r>
              <a:rPr lang="en-US" sz="1100" b="1" i="1" dirty="0">
                <a:latin typeface="Gill Sans MT" panose="020B0502020104020203" pitchFamily="34" charset="0"/>
                <a:ea typeface="Lato Black" pitchFamily="34" charset="0"/>
                <a:cs typeface="Lato Black" pitchFamily="34" charset="0"/>
              </a:rPr>
              <a:t>Slippage Issues as witnessed in India</a:t>
            </a:r>
            <a:endParaRPr lang="id-ID" sz="1100" b="1" i="1" dirty="0">
              <a:latin typeface="Gill Sans MT" panose="020B0502020104020203" pitchFamily="34" charset="0"/>
              <a:ea typeface="Lato Black" pitchFamily="34" charset="0"/>
              <a:cs typeface="Lato Black" pitchFamily="34" charset="0"/>
            </a:endParaRPr>
          </a:p>
        </p:txBody>
      </p:sp>
      <p:cxnSp>
        <p:nvCxnSpPr>
          <p:cNvPr id="84" name="Straight Connector 83">
            <a:extLst>
              <a:ext uri="{FF2B5EF4-FFF2-40B4-BE49-F238E27FC236}">
                <a16:creationId xmlns:a16="http://schemas.microsoft.com/office/drawing/2014/main" id="{EA625DC5-9066-AF6B-3502-50E77F319FCB}"/>
              </a:ext>
            </a:extLst>
          </p:cNvPr>
          <p:cNvCxnSpPr>
            <a:cxnSpLocks/>
          </p:cNvCxnSpPr>
          <p:nvPr/>
        </p:nvCxnSpPr>
        <p:spPr>
          <a:xfrm>
            <a:off x="6638794" y="1111854"/>
            <a:ext cx="19273" cy="4105608"/>
          </a:xfrm>
          <a:prstGeom prst="line">
            <a:avLst/>
          </a:prstGeom>
          <a:ln w="38100">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5FBF2823-CAA9-0DD8-8AB1-9716C1EE5AF0}"/>
              </a:ext>
            </a:extLst>
          </p:cNvPr>
          <p:cNvCxnSpPr>
            <a:cxnSpLocks/>
          </p:cNvCxnSpPr>
          <p:nvPr/>
        </p:nvCxnSpPr>
        <p:spPr>
          <a:xfrm>
            <a:off x="6860968" y="1098944"/>
            <a:ext cx="485822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87" name="TextBox 31">
            <a:extLst>
              <a:ext uri="{FF2B5EF4-FFF2-40B4-BE49-F238E27FC236}">
                <a16:creationId xmlns:a16="http://schemas.microsoft.com/office/drawing/2014/main" id="{E4B2968D-89F3-8B67-D432-316D991E985D}"/>
              </a:ext>
            </a:extLst>
          </p:cNvPr>
          <p:cNvSpPr txBox="1">
            <a:spLocks noChangeArrowheads="1"/>
          </p:cNvSpPr>
          <p:nvPr/>
        </p:nvSpPr>
        <p:spPr bwMode="auto">
          <a:xfrm>
            <a:off x="8237678" y="964029"/>
            <a:ext cx="2280987" cy="261610"/>
          </a:xfrm>
          <a:prstGeom prst="rect">
            <a:avLst/>
          </a:prstGeom>
          <a:solidFill>
            <a:schemeClr val="bg1"/>
          </a:solidFill>
          <a:ln>
            <a:noFill/>
          </a:ln>
        </p:spPr>
        <p:txBody>
          <a:bodyPr wrap="squar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r>
              <a:rPr lang="en-US" sz="1100" b="1" i="1" dirty="0">
                <a:latin typeface="Gill Sans MT" panose="020B0502020104020203" pitchFamily="34" charset="0"/>
                <a:ea typeface="Lato Black" pitchFamily="34" charset="0"/>
                <a:cs typeface="Lato Black" pitchFamily="34" charset="0"/>
              </a:rPr>
              <a:t>Stage-wise Challenges in Hydro</a:t>
            </a:r>
            <a:endParaRPr lang="id-ID" sz="1100" b="1" i="1" dirty="0">
              <a:latin typeface="Gill Sans MT" panose="020B0502020104020203" pitchFamily="34" charset="0"/>
              <a:ea typeface="Lato Black" pitchFamily="34" charset="0"/>
              <a:cs typeface="Lato Black" pitchFamily="34" charset="0"/>
            </a:endParaRPr>
          </a:p>
        </p:txBody>
      </p:sp>
      <p:sp>
        <p:nvSpPr>
          <p:cNvPr id="89" name="AutoShape 3">
            <a:extLst>
              <a:ext uri="{FF2B5EF4-FFF2-40B4-BE49-F238E27FC236}">
                <a16:creationId xmlns:a16="http://schemas.microsoft.com/office/drawing/2014/main" id="{B9A2706C-3398-4837-DB48-85AE538B3CC2}"/>
              </a:ext>
            </a:extLst>
          </p:cNvPr>
          <p:cNvSpPr>
            <a:spLocks noChangeArrowheads="1"/>
          </p:cNvSpPr>
          <p:nvPr/>
        </p:nvSpPr>
        <p:spPr bwMode="gray">
          <a:xfrm>
            <a:off x="6898216" y="1486015"/>
            <a:ext cx="2412755" cy="355026"/>
          </a:xfrm>
          <a:prstGeom prst="chevron">
            <a:avLst>
              <a:gd name="adj" fmla="val 34952"/>
            </a:avLst>
          </a:prstGeom>
          <a:solidFill>
            <a:schemeClr val="accent2"/>
          </a:solidFill>
          <a:ln w="12700" cap="rnd" algn="ctr">
            <a:noFill/>
            <a:miter lim="800000"/>
            <a:headEnd/>
            <a:tailEnd/>
          </a:ln>
        </p:spPr>
        <p:txBody>
          <a:bodyPr lIns="88900" tIns="88900" rIns="88900" bIns="88900" anchor="ctr" anchorCtr="0"/>
          <a:lstStyle/>
          <a:p>
            <a:pPr>
              <a:lnSpc>
                <a:spcPct val="106000"/>
              </a:lnSpc>
              <a:defRPr/>
            </a:pPr>
            <a:r>
              <a:rPr lang="en-US" sz="1200" b="1" dirty="0">
                <a:solidFill>
                  <a:schemeClr val="bg1"/>
                </a:solidFill>
                <a:latin typeface="Gill Sans MT" panose="020B0502020104020203" pitchFamily="34" charset="0"/>
              </a:rPr>
              <a:t>Construction Phase</a:t>
            </a:r>
          </a:p>
        </p:txBody>
      </p:sp>
      <p:sp>
        <p:nvSpPr>
          <p:cNvPr id="90" name="AutoShape 5">
            <a:extLst>
              <a:ext uri="{FF2B5EF4-FFF2-40B4-BE49-F238E27FC236}">
                <a16:creationId xmlns:a16="http://schemas.microsoft.com/office/drawing/2014/main" id="{7B1EE75E-96B8-11BF-EC7B-6D1F8EC3CFB0}"/>
              </a:ext>
            </a:extLst>
          </p:cNvPr>
          <p:cNvSpPr>
            <a:spLocks noChangeArrowheads="1"/>
          </p:cNvSpPr>
          <p:nvPr/>
        </p:nvSpPr>
        <p:spPr bwMode="gray">
          <a:xfrm>
            <a:off x="9270195" y="1486015"/>
            <a:ext cx="2412755" cy="355026"/>
          </a:xfrm>
          <a:prstGeom prst="chevron">
            <a:avLst>
              <a:gd name="adj" fmla="val 34975"/>
            </a:avLst>
          </a:prstGeom>
          <a:solidFill>
            <a:schemeClr val="tx2"/>
          </a:solidFill>
          <a:ln w="12700" cap="rnd" algn="ctr">
            <a:noFill/>
            <a:miter lim="800000"/>
            <a:headEnd/>
            <a:tailEnd/>
          </a:ln>
        </p:spPr>
        <p:txBody>
          <a:bodyPr lIns="88900" tIns="88900" rIns="88900" bIns="88900" anchor="ctr" anchorCtr="0"/>
          <a:lstStyle/>
          <a:p>
            <a:pPr>
              <a:lnSpc>
                <a:spcPct val="106000"/>
              </a:lnSpc>
              <a:defRPr/>
            </a:pPr>
            <a:r>
              <a:rPr lang="en-US" sz="1200" b="1" dirty="0">
                <a:solidFill>
                  <a:schemeClr val="bg1"/>
                </a:solidFill>
                <a:latin typeface="Gill Sans MT" panose="020B0502020104020203" pitchFamily="34" charset="0"/>
              </a:rPr>
              <a:t>Operating Phase</a:t>
            </a:r>
          </a:p>
        </p:txBody>
      </p:sp>
      <p:sp>
        <p:nvSpPr>
          <p:cNvPr id="91" name="Rectangle 90">
            <a:extLst>
              <a:ext uri="{FF2B5EF4-FFF2-40B4-BE49-F238E27FC236}">
                <a16:creationId xmlns:a16="http://schemas.microsoft.com/office/drawing/2014/main" id="{ACE88B9F-065A-6EC3-5EE4-4A22F5764F50}"/>
              </a:ext>
            </a:extLst>
          </p:cNvPr>
          <p:cNvSpPr/>
          <p:nvPr/>
        </p:nvSpPr>
        <p:spPr bwMode="gray">
          <a:xfrm>
            <a:off x="6898216" y="1932141"/>
            <a:ext cx="2304265" cy="1889462"/>
          </a:xfrm>
          <a:prstGeom prst="rect">
            <a:avLst/>
          </a:prstGeom>
          <a:solidFill>
            <a:schemeClr val="bg2">
              <a:alpha val="23922"/>
            </a:schemeClr>
          </a:solidFill>
          <a:ln w="19050" algn="ctr">
            <a:noFill/>
            <a:miter lim="800000"/>
            <a:headEnd/>
            <a:tailEnd/>
          </a:ln>
        </p:spPr>
        <p:txBody>
          <a:bodyPr wrap="square" lIns="88900" tIns="88900" rIns="88900" bIns="88900" rtlCol="0" anchor="t"/>
          <a:lstStyle/>
          <a:p>
            <a:pPr marL="171450" indent="-171450">
              <a:lnSpc>
                <a:spcPct val="106000"/>
              </a:lnSpc>
              <a:buFont typeface="Arial" panose="020B0604020202020204" pitchFamily="34" charset="0"/>
              <a:buChar char="•"/>
            </a:pPr>
            <a:r>
              <a:rPr lang="en-US" sz="1300" i="1" dirty="0">
                <a:latin typeface="Gill Sans MT" panose="020B0502020104020203" pitchFamily="34" charset="0"/>
              </a:rPr>
              <a:t>Strike, Riots &amp; Civil Commotion (R&amp;R*)</a:t>
            </a:r>
          </a:p>
          <a:p>
            <a:pPr marL="171450" indent="-171450">
              <a:lnSpc>
                <a:spcPct val="106000"/>
              </a:lnSpc>
              <a:buFont typeface="Arial" panose="020B0604020202020204" pitchFamily="34" charset="0"/>
              <a:buChar char="•"/>
            </a:pPr>
            <a:r>
              <a:rPr lang="en-US" sz="1300" i="1" dirty="0">
                <a:latin typeface="Gill Sans MT" panose="020B0502020104020203" pitchFamily="34" charset="0"/>
              </a:rPr>
              <a:t>Delay in achievement of Financial Closure</a:t>
            </a:r>
          </a:p>
          <a:p>
            <a:pPr marL="171450" indent="-171450">
              <a:lnSpc>
                <a:spcPct val="106000"/>
              </a:lnSpc>
              <a:buFont typeface="Arial" panose="020B0604020202020204" pitchFamily="34" charset="0"/>
              <a:buChar char="•"/>
            </a:pPr>
            <a:r>
              <a:rPr lang="en-US" sz="1300" i="1" dirty="0">
                <a:latin typeface="Gill Sans MT" panose="020B0502020104020203" pitchFamily="34" charset="0"/>
              </a:rPr>
              <a:t>Debris removal</a:t>
            </a:r>
          </a:p>
          <a:p>
            <a:pPr marL="171450" indent="-171450">
              <a:lnSpc>
                <a:spcPct val="106000"/>
              </a:lnSpc>
              <a:buFont typeface="Arial" panose="020B0604020202020204" pitchFamily="34" charset="0"/>
              <a:buChar char="•"/>
            </a:pPr>
            <a:r>
              <a:rPr lang="en-US" sz="1300" i="1" dirty="0">
                <a:latin typeface="Gill Sans MT" panose="020B0502020104020203" pitchFamily="34" charset="0"/>
              </a:rPr>
              <a:t>Project cost escalation</a:t>
            </a:r>
          </a:p>
          <a:p>
            <a:pPr marL="171450" indent="-171450">
              <a:lnSpc>
                <a:spcPct val="106000"/>
              </a:lnSpc>
              <a:buFont typeface="Arial" panose="020B0604020202020204" pitchFamily="34" charset="0"/>
              <a:buChar char="•"/>
            </a:pPr>
            <a:r>
              <a:rPr lang="en-US" sz="1300" i="1" dirty="0">
                <a:latin typeface="Gill Sans MT" panose="020B0502020104020203" pitchFamily="34" charset="0"/>
              </a:rPr>
              <a:t>Vendor delays, contract defaults, delay in procurement</a:t>
            </a:r>
          </a:p>
          <a:p>
            <a:pPr marL="171450" indent="-171450">
              <a:lnSpc>
                <a:spcPct val="106000"/>
              </a:lnSpc>
              <a:buFont typeface="Arial" panose="020B0604020202020204" pitchFamily="34" charset="0"/>
              <a:buChar char="•"/>
            </a:pPr>
            <a:endParaRPr lang="en-US" sz="1300" i="1" dirty="0">
              <a:latin typeface="Gill Sans MT" panose="020B0502020104020203" pitchFamily="34" charset="0"/>
            </a:endParaRPr>
          </a:p>
        </p:txBody>
      </p:sp>
      <p:sp>
        <p:nvSpPr>
          <p:cNvPr id="92" name="Rectangle 91">
            <a:extLst>
              <a:ext uri="{FF2B5EF4-FFF2-40B4-BE49-F238E27FC236}">
                <a16:creationId xmlns:a16="http://schemas.microsoft.com/office/drawing/2014/main" id="{D0DC9117-29A7-1298-0BB7-2B14BE678AEC}"/>
              </a:ext>
            </a:extLst>
          </p:cNvPr>
          <p:cNvSpPr/>
          <p:nvPr/>
        </p:nvSpPr>
        <p:spPr bwMode="gray">
          <a:xfrm>
            <a:off x="9306974" y="1904080"/>
            <a:ext cx="2304265" cy="1909498"/>
          </a:xfrm>
          <a:prstGeom prst="rect">
            <a:avLst/>
          </a:prstGeom>
          <a:solidFill>
            <a:srgbClr val="002F6C">
              <a:alpha val="16863"/>
            </a:srgbClr>
          </a:solidFill>
          <a:ln w="19050" algn="ctr">
            <a:noFill/>
            <a:miter lim="800000"/>
            <a:headEnd/>
            <a:tailEnd/>
          </a:ln>
        </p:spPr>
        <p:txBody>
          <a:bodyPr wrap="square" lIns="88900" tIns="88900" rIns="88900" bIns="88900" rtlCol="0" anchor="t"/>
          <a:lstStyle/>
          <a:p>
            <a:pPr marL="171450" indent="-171450">
              <a:lnSpc>
                <a:spcPct val="106000"/>
              </a:lnSpc>
              <a:buFont typeface="Arial" panose="020B0604020202020204" pitchFamily="34" charset="0"/>
              <a:buChar char="•"/>
            </a:pPr>
            <a:r>
              <a:rPr lang="en-US" sz="1300" i="1" dirty="0">
                <a:latin typeface="Gill Sans MT" panose="020B0502020104020203" pitchFamily="34" charset="0"/>
              </a:rPr>
              <a:t>Fire and named perils or Property All Risks</a:t>
            </a:r>
          </a:p>
          <a:p>
            <a:pPr marL="171450" indent="-171450">
              <a:lnSpc>
                <a:spcPct val="106000"/>
              </a:lnSpc>
              <a:buFont typeface="Arial" panose="020B0604020202020204" pitchFamily="34" charset="0"/>
              <a:buChar char="•"/>
            </a:pPr>
            <a:r>
              <a:rPr lang="en-US" sz="1300" i="1" dirty="0">
                <a:latin typeface="Gill Sans MT" panose="020B0502020104020203" pitchFamily="34" charset="0"/>
              </a:rPr>
              <a:t>Machinery Breakdown</a:t>
            </a:r>
          </a:p>
          <a:p>
            <a:pPr marL="171450" indent="-171450">
              <a:lnSpc>
                <a:spcPct val="106000"/>
              </a:lnSpc>
              <a:buFont typeface="Arial" panose="020B0604020202020204" pitchFamily="34" charset="0"/>
              <a:buChar char="•"/>
            </a:pPr>
            <a:r>
              <a:rPr lang="en-US" sz="1300" i="1" dirty="0">
                <a:latin typeface="Gill Sans MT" panose="020B0502020104020203" pitchFamily="34" charset="0"/>
              </a:rPr>
              <a:t>Business Interruption</a:t>
            </a:r>
          </a:p>
          <a:p>
            <a:pPr marL="171450" indent="-171450">
              <a:lnSpc>
                <a:spcPct val="106000"/>
              </a:lnSpc>
              <a:buFont typeface="Arial" panose="020B0604020202020204" pitchFamily="34" charset="0"/>
              <a:buChar char="•"/>
            </a:pPr>
            <a:r>
              <a:rPr lang="en-US" sz="1300" i="1" dirty="0">
                <a:latin typeface="Gill Sans MT" panose="020B0502020104020203" pitchFamily="34" charset="0"/>
              </a:rPr>
              <a:t>Third Party Liability</a:t>
            </a:r>
          </a:p>
          <a:p>
            <a:pPr marL="171450" indent="-171450">
              <a:lnSpc>
                <a:spcPct val="106000"/>
              </a:lnSpc>
              <a:buFont typeface="Arial" panose="020B0604020202020204" pitchFamily="34" charset="0"/>
              <a:buChar char="•"/>
            </a:pPr>
            <a:r>
              <a:rPr lang="en-US" sz="1300" i="1" dirty="0">
                <a:latin typeface="Gill Sans MT" panose="020B0502020104020203" pitchFamily="34" charset="0"/>
              </a:rPr>
              <a:t>Delay in revenue realization</a:t>
            </a:r>
          </a:p>
          <a:p>
            <a:pPr marL="171450" indent="-171450">
              <a:lnSpc>
                <a:spcPct val="106000"/>
              </a:lnSpc>
              <a:buFont typeface="Arial" panose="020B0604020202020204" pitchFamily="34" charset="0"/>
              <a:buChar char="•"/>
            </a:pPr>
            <a:r>
              <a:rPr lang="en-US" sz="1300" i="1" dirty="0">
                <a:latin typeface="Gill Sans MT" panose="020B0502020104020203" pitchFamily="34" charset="0"/>
              </a:rPr>
              <a:t>Regulatory challenges associated with tariff</a:t>
            </a:r>
          </a:p>
        </p:txBody>
      </p:sp>
      <p:sp>
        <p:nvSpPr>
          <p:cNvPr id="94" name="TextBox 93">
            <a:extLst>
              <a:ext uri="{FF2B5EF4-FFF2-40B4-BE49-F238E27FC236}">
                <a16:creationId xmlns:a16="http://schemas.microsoft.com/office/drawing/2014/main" id="{FE509069-125E-727D-5DD4-F3FA0F18FF1F}"/>
              </a:ext>
            </a:extLst>
          </p:cNvPr>
          <p:cNvSpPr txBox="1"/>
          <p:nvPr/>
        </p:nvSpPr>
        <p:spPr>
          <a:xfrm>
            <a:off x="5580468" y="1495463"/>
            <a:ext cx="786929" cy="138499"/>
          </a:xfrm>
          <a:prstGeom prst="rect">
            <a:avLst/>
          </a:prstGeom>
          <a:noFill/>
        </p:spPr>
        <p:txBody>
          <a:bodyPr wrap="square" lIns="0" tIns="0" rIns="0" bIns="0" rtlCol="0">
            <a:spAutoFit/>
          </a:bodyPr>
          <a:lstStyle/>
          <a:p>
            <a:pPr>
              <a:spcBef>
                <a:spcPts val="600"/>
              </a:spcBef>
              <a:buSzPct val="100000"/>
            </a:pPr>
            <a:r>
              <a:rPr lang="en-US" sz="900" i="1" dirty="0">
                <a:solidFill>
                  <a:srgbClr val="313131"/>
                </a:solidFill>
                <a:latin typeface="Gill Sans MT" panose="020B0502020104020203" pitchFamily="34" charset="0"/>
              </a:rPr>
              <a:t>Figures in MW</a:t>
            </a:r>
          </a:p>
        </p:txBody>
      </p:sp>
      <p:sp>
        <p:nvSpPr>
          <p:cNvPr id="95" name="Rectangle: Rounded Corners 94">
            <a:extLst>
              <a:ext uri="{FF2B5EF4-FFF2-40B4-BE49-F238E27FC236}">
                <a16:creationId xmlns:a16="http://schemas.microsoft.com/office/drawing/2014/main" id="{BE95F303-CD92-A1DF-0C14-B2CF3257B986}"/>
              </a:ext>
            </a:extLst>
          </p:cNvPr>
          <p:cNvSpPr/>
          <p:nvPr/>
        </p:nvSpPr>
        <p:spPr bwMode="gray">
          <a:xfrm>
            <a:off x="699753" y="5628625"/>
            <a:ext cx="11019444" cy="916842"/>
          </a:xfrm>
          <a:prstGeom prst="roundRect">
            <a:avLst/>
          </a:prstGeom>
          <a:solidFill>
            <a:schemeClr val="bg1">
              <a:lumMod val="95000"/>
            </a:schemeClr>
          </a:solidFill>
          <a:ln w="19050" algn="ctr">
            <a:solidFill>
              <a:schemeClr val="tx1"/>
            </a:solidFill>
            <a:miter lim="800000"/>
            <a:headEnd/>
            <a:tailEnd/>
          </a:ln>
        </p:spPr>
        <p:txBody>
          <a:bodyPr wrap="square" lIns="88900" tIns="88900" rIns="88900" bIns="88900" rtlCol="0" anchor="ctr"/>
          <a:lstStyle/>
          <a:p>
            <a:pPr marL="171450" indent="-171450">
              <a:lnSpc>
                <a:spcPct val="106000"/>
              </a:lnSpc>
              <a:buFont typeface="Arial" panose="020B0604020202020204" pitchFamily="34" charset="0"/>
              <a:buChar char="•"/>
            </a:pPr>
            <a:r>
              <a:rPr lang="en-US" sz="1400" dirty="0">
                <a:latin typeface="Gill Sans MT" panose="020B0502020104020203" pitchFamily="34" charset="0"/>
              </a:rPr>
              <a:t>Any of the issues above whether stand-alone or in combination thereof can potentially disrupt the projects to severe degree</a:t>
            </a:r>
          </a:p>
          <a:p>
            <a:pPr marL="171450" indent="-171450">
              <a:lnSpc>
                <a:spcPct val="106000"/>
              </a:lnSpc>
              <a:buFont typeface="Arial" panose="020B0604020202020204" pitchFamily="34" charset="0"/>
              <a:buChar char="•"/>
            </a:pPr>
            <a:r>
              <a:rPr lang="en-US" sz="1400" dirty="0">
                <a:latin typeface="Gill Sans MT" panose="020B0502020104020203" pitchFamily="34" charset="0"/>
              </a:rPr>
              <a:t>For a high capital-intensive sector like hydro which is prone to such threats, insurance coverage thus becomes extremely important; however, degree of insurance coverage and pricing of such insurance products would also have to be done in such a way so as to achieve balance and make the arrangement viable for both insurer and insured parties</a:t>
            </a:r>
          </a:p>
        </p:txBody>
      </p:sp>
      <p:pic>
        <p:nvPicPr>
          <p:cNvPr id="96" name="Graphic 95" descr="Right pointing backhand index with solid fill">
            <a:extLst>
              <a:ext uri="{FF2B5EF4-FFF2-40B4-BE49-F238E27FC236}">
                <a16:creationId xmlns:a16="http://schemas.microsoft.com/office/drawing/2014/main" id="{8A343EE2-5261-F1E3-0AEF-6D0DD931260B}"/>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237788" y="5628625"/>
            <a:ext cx="461050" cy="461050"/>
          </a:xfrm>
          <a:prstGeom prst="rect">
            <a:avLst/>
          </a:prstGeom>
        </p:spPr>
      </p:pic>
      <p:sp>
        <p:nvSpPr>
          <p:cNvPr id="97" name="Arrow: Left-Right 96">
            <a:extLst>
              <a:ext uri="{FF2B5EF4-FFF2-40B4-BE49-F238E27FC236}">
                <a16:creationId xmlns:a16="http://schemas.microsoft.com/office/drawing/2014/main" id="{2323A4F9-F81D-F133-CB6F-76CFFCBB3A19}"/>
              </a:ext>
            </a:extLst>
          </p:cNvPr>
          <p:cNvSpPr/>
          <p:nvPr/>
        </p:nvSpPr>
        <p:spPr bwMode="gray">
          <a:xfrm>
            <a:off x="6871395" y="3822808"/>
            <a:ext cx="4839269" cy="514738"/>
          </a:xfrm>
          <a:prstGeom prst="leftRightArrow">
            <a:avLst/>
          </a:prstGeom>
          <a:solidFill>
            <a:srgbClr val="0000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schemeClr val="bg1"/>
                </a:solidFill>
                <a:latin typeface="Gill Sans MT" panose="020B0502020104020203" pitchFamily="34" charset="0"/>
              </a:rPr>
              <a:t>Perpetual Risks</a:t>
            </a:r>
          </a:p>
        </p:txBody>
      </p:sp>
      <p:sp>
        <p:nvSpPr>
          <p:cNvPr id="98" name="Rectangle 97">
            <a:extLst>
              <a:ext uri="{FF2B5EF4-FFF2-40B4-BE49-F238E27FC236}">
                <a16:creationId xmlns:a16="http://schemas.microsoft.com/office/drawing/2014/main" id="{86154A4D-63BE-18DB-B05D-84A90C1DDB96}"/>
              </a:ext>
            </a:extLst>
          </p:cNvPr>
          <p:cNvSpPr/>
          <p:nvPr/>
        </p:nvSpPr>
        <p:spPr bwMode="gray">
          <a:xfrm>
            <a:off x="6929464" y="4387303"/>
            <a:ext cx="4660045" cy="933147"/>
          </a:xfrm>
          <a:prstGeom prst="rect">
            <a:avLst/>
          </a:prstGeom>
          <a:solidFill>
            <a:schemeClr val="bg1">
              <a:lumMod val="95000"/>
            </a:schemeClr>
          </a:solidFill>
          <a:ln w="19050" algn="ctr">
            <a:solidFill>
              <a:schemeClr val="tx1"/>
            </a:solidFill>
            <a:prstDash val="dash"/>
            <a:miter lim="800000"/>
            <a:headEnd/>
            <a:tailEnd/>
          </a:ln>
        </p:spPr>
        <p:txBody>
          <a:bodyPr wrap="square" lIns="88900" tIns="88900" rIns="88900" bIns="88900" rtlCol="0" anchor="t"/>
          <a:lstStyle/>
          <a:p>
            <a:pPr marL="171450" indent="-171450" algn="just">
              <a:lnSpc>
                <a:spcPct val="106000"/>
              </a:lnSpc>
              <a:buFont typeface="Arial" panose="020B0604020202020204" pitchFamily="34" charset="0"/>
              <a:buChar char="•"/>
            </a:pPr>
            <a:r>
              <a:rPr lang="en-US" sz="1200" b="1" dirty="0">
                <a:latin typeface="Gill Sans MT" panose="020B0502020104020203" pitchFamily="34" charset="0"/>
              </a:rPr>
              <a:t>Climate Change risks</a:t>
            </a:r>
          </a:p>
          <a:p>
            <a:pPr marL="171450" indent="-171450" algn="just">
              <a:lnSpc>
                <a:spcPct val="106000"/>
              </a:lnSpc>
              <a:buFont typeface="Arial" panose="020B0604020202020204" pitchFamily="34" charset="0"/>
              <a:buChar char="•"/>
            </a:pPr>
            <a:r>
              <a:rPr lang="en-US" sz="1200" b="1" dirty="0">
                <a:latin typeface="Gill Sans MT" panose="020B0502020104020203" pitchFamily="34" charset="0"/>
              </a:rPr>
              <a:t>Earthquakes</a:t>
            </a:r>
          </a:p>
          <a:p>
            <a:pPr marL="171450" indent="-171450" algn="just">
              <a:lnSpc>
                <a:spcPct val="106000"/>
              </a:lnSpc>
              <a:buFont typeface="Arial" panose="020B0604020202020204" pitchFamily="34" charset="0"/>
              <a:buChar char="•"/>
            </a:pPr>
            <a:r>
              <a:rPr lang="en-US" sz="1200" b="1" dirty="0">
                <a:latin typeface="Gill Sans MT" panose="020B0502020104020203" pitchFamily="34" charset="0"/>
              </a:rPr>
              <a:t>Floods</a:t>
            </a:r>
          </a:p>
          <a:p>
            <a:pPr marL="171450" indent="-171450" algn="just">
              <a:lnSpc>
                <a:spcPct val="106000"/>
              </a:lnSpc>
              <a:buFont typeface="Arial" panose="020B0604020202020204" pitchFamily="34" charset="0"/>
              <a:buChar char="•"/>
            </a:pPr>
            <a:r>
              <a:rPr lang="en-US" sz="1200" b="1" dirty="0">
                <a:latin typeface="Gill Sans MT" panose="020B0502020104020203" pitchFamily="34" charset="0"/>
              </a:rPr>
              <a:t>Glacial Lake Outburst Flood (GLOF)</a:t>
            </a:r>
            <a:endParaRPr lang="en-US" sz="1200" dirty="0">
              <a:latin typeface="Gill Sans MT" panose="020B0502020104020203" pitchFamily="34" charset="0"/>
            </a:endParaRPr>
          </a:p>
        </p:txBody>
      </p:sp>
      <p:sp>
        <p:nvSpPr>
          <p:cNvPr id="2" name="TextBox 1">
            <a:extLst>
              <a:ext uri="{FF2B5EF4-FFF2-40B4-BE49-F238E27FC236}">
                <a16:creationId xmlns:a16="http://schemas.microsoft.com/office/drawing/2014/main" id="{6EECE5D0-7AFA-3CFC-6E9D-BCE42D9447F6}"/>
              </a:ext>
            </a:extLst>
          </p:cNvPr>
          <p:cNvSpPr txBox="1"/>
          <p:nvPr/>
        </p:nvSpPr>
        <p:spPr>
          <a:xfrm>
            <a:off x="6891866" y="5354761"/>
            <a:ext cx="3353506" cy="139763"/>
          </a:xfrm>
          <a:prstGeom prst="rect">
            <a:avLst/>
          </a:prstGeom>
          <a:noFill/>
        </p:spPr>
        <p:txBody>
          <a:bodyPr wrap="square" lIns="0" tIns="0" rIns="0" bIns="0" rtlCol="0">
            <a:spAutoFit/>
          </a:bodyPr>
          <a:lstStyle/>
          <a:p>
            <a:pPr>
              <a:spcBef>
                <a:spcPts val="600"/>
              </a:spcBef>
              <a:buSzPct val="100000"/>
            </a:pPr>
            <a:r>
              <a:rPr lang="en-US" sz="900" i="1" dirty="0">
                <a:solidFill>
                  <a:srgbClr val="313131"/>
                </a:solidFill>
                <a:latin typeface="Gill Sans MT" panose="020B0502020104020203" pitchFamily="34" charset="0"/>
              </a:rPr>
              <a:t>*Rehabilitation and Resettlement</a:t>
            </a:r>
          </a:p>
        </p:txBody>
      </p:sp>
    </p:spTree>
    <p:extLst>
      <p:ext uri="{BB962C8B-B14F-4D97-AF65-F5344CB8AC3E}">
        <p14:creationId xmlns:p14="http://schemas.microsoft.com/office/powerpoint/2010/main" val="123229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B0DEB-0E24-5485-C1D6-16CA9C153D7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4528238-E3E2-0CA7-00E6-2785BE48B0F8}"/>
              </a:ext>
            </a:extLst>
          </p:cNvPr>
          <p:cNvSpPr/>
          <p:nvPr/>
        </p:nvSpPr>
        <p:spPr bwMode="gray">
          <a:xfrm>
            <a:off x="481336" y="960564"/>
            <a:ext cx="11196000" cy="5356108"/>
          </a:xfrm>
          <a:prstGeom prst="rect">
            <a:avLst/>
          </a:prstGeom>
          <a:solidFill>
            <a:schemeClr val="accent5">
              <a:lumMod val="75000"/>
              <a:alpha val="2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dirty="0">
              <a:solidFill>
                <a:schemeClr val="bg1"/>
              </a:solidFill>
              <a:latin typeface="Gill Sans MT" panose="020B0502020104020203" pitchFamily="34" charset="0"/>
            </a:endParaRPr>
          </a:p>
        </p:txBody>
      </p:sp>
      <p:graphicFrame>
        <p:nvGraphicFramePr>
          <p:cNvPr id="5" name="think-cell data - do not delete" hidden="1">
            <a:extLst>
              <a:ext uri="{FF2B5EF4-FFF2-40B4-BE49-F238E27FC236}">
                <a16:creationId xmlns:a16="http://schemas.microsoft.com/office/drawing/2014/main" id="{1C399713-98CB-DD2C-EF5C-5EA588558F2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1C399713-98CB-DD2C-EF5C-5EA588558F2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281C707D-1AFB-DD52-B661-0D7D48C0D7FE}"/>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600" dirty="0">
                <a:solidFill>
                  <a:schemeClr val="bg2">
                    <a:lumMod val="50000"/>
                  </a:schemeClr>
                </a:solidFill>
                <a:latin typeface="Gill Sans MT" panose="020B0502020104020203" pitchFamily="34" charset="0"/>
              </a:rPr>
              <a:t>Challenges from the perspective of Hydro Developers</a:t>
            </a:r>
          </a:p>
        </p:txBody>
      </p:sp>
      <p:sp>
        <p:nvSpPr>
          <p:cNvPr id="6" name="Title 2">
            <a:extLst>
              <a:ext uri="{FF2B5EF4-FFF2-40B4-BE49-F238E27FC236}">
                <a16:creationId xmlns:a16="http://schemas.microsoft.com/office/drawing/2014/main" id="{A32843AB-339C-36A3-FEA5-5845EBEBD6CF}"/>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dirty="0">
                <a:solidFill>
                  <a:srgbClr val="BA0C2F"/>
                </a:solidFill>
                <a:latin typeface="Gill Sans MT" panose="020B0502020104020203" pitchFamily="34" charset="0"/>
              </a:rPr>
              <a:t>Key Identified Challenges faced by Hydro Power Plants with respect to Insurance</a:t>
            </a:r>
          </a:p>
        </p:txBody>
      </p:sp>
      <p:cxnSp>
        <p:nvCxnSpPr>
          <p:cNvPr id="18" name="Straight Connector 17">
            <a:extLst>
              <a:ext uri="{FF2B5EF4-FFF2-40B4-BE49-F238E27FC236}">
                <a16:creationId xmlns:a16="http://schemas.microsoft.com/office/drawing/2014/main" id="{E3A1B0B5-78B5-C79E-E0A6-1090DAF07933}"/>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60D1D3CC-D696-1897-E5AA-F717E1D950AB}"/>
              </a:ext>
            </a:extLst>
          </p:cNvPr>
          <p:cNvGrpSpPr/>
          <p:nvPr/>
        </p:nvGrpSpPr>
        <p:grpSpPr>
          <a:xfrm>
            <a:off x="614856" y="1336912"/>
            <a:ext cx="1751154" cy="4820443"/>
            <a:chOff x="386256" y="768987"/>
            <a:chExt cx="1578509" cy="3946169"/>
          </a:xfrm>
        </p:grpSpPr>
        <p:grpSp>
          <p:nvGrpSpPr>
            <p:cNvPr id="4" name="Group 3">
              <a:extLst>
                <a:ext uri="{FF2B5EF4-FFF2-40B4-BE49-F238E27FC236}">
                  <a16:creationId xmlns:a16="http://schemas.microsoft.com/office/drawing/2014/main" id="{86F605B0-4857-46B5-E954-F93A1F4AC010}"/>
                </a:ext>
              </a:extLst>
            </p:cNvPr>
            <p:cNvGrpSpPr/>
            <p:nvPr/>
          </p:nvGrpSpPr>
          <p:grpSpPr>
            <a:xfrm>
              <a:off x="1113266" y="4323519"/>
              <a:ext cx="851499" cy="115187"/>
              <a:chOff x="1259831" y="5839310"/>
              <a:chExt cx="925194" cy="135262"/>
            </a:xfrm>
            <a:solidFill>
              <a:schemeClr val="tx1"/>
            </a:solidFill>
          </p:grpSpPr>
          <p:sp>
            <p:nvSpPr>
              <p:cNvPr id="69" name="Freeform 11">
                <a:extLst>
                  <a:ext uri="{FF2B5EF4-FFF2-40B4-BE49-F238E27FC236}">
                    <a16:creationId xmlns:a16="http://schemas.microsoft.com/office/drawing/2014/main" id="{81D8DD6D-6AEB-77C4-5A9A-BD25795BEECA}"/>
                  </a:ext>
                </a:extLst>
              </p:cNvPr>
              <p:cNvSpPr>
                <a:spLocks/>
              </p:cNvSpPr>
              <p:nvPr/>
            </p:nvSpPr>
            <p:spPr bwMode="auto">
              <a:xfrm>
                <a:off x="1259831" y="5893414"/>
                <a:ext cx="871087" cy="27053"/>
              </a:xfrm>
              <a:custGeom>
                <a:avLst/>
                <a:gdLst>
                  <a:gd name="T0" fmla="*/ 32 w 32"/>
                  <a:gd name="T1" fmla="*/ 1 h 1"/>
                  <a:gd name="T2" fmla="*/ 31 w 32"/>
                  <a:gd name="T3" fmla="*/ 1 h 1"/>
                  <a:gd name="T4" fmla="*/ 0 w 32"/>
                  <a:gd name="T5" fmla="*/ 1 h 1"/>
                  <a:gd name="T6" fmla="*/ 0 w 32"/>
                  <a:gd name="T7" fmla="*/ 1 h 1"/>
                  <a:gd name="T8" fmla="*/ 0 w 32"/>
                  <a:gd name="T9" fmla="*/ 0 h 1"/>
                  <a:gd name="T10" fmla="*/ 31 w 32"/>
                  <a:gd name="T11" fmla="*/ 0 h 1"/>
                  <a:gd name="T12" fmla="*/ 32 w 32"/>
                  <a:gd name="T13" fmla="*/ 1 h 1"/>
                </a:gdLst>
                <a:ahLst/>
                <a:cxnLst>
                  <a:cxn ang="0">
                    <a:pos x="T0" y="T1"/>
                  </a:cxn>
                  <a:cxn ang="0">
                    <a:pos x="T2" y="T3"/>
                  </a:cxn>
                  <a:cxn ang="0">
                    <a:pos x="T4" y="T5"/>
                  </a:cxn>
                  <a:cxn ang="0">
                    <a:pos x="T6" y="T7"/>
                  </a:cxn>
                  <a:cxn ang="0">
                    <a:pos x="T8" y="T9"/>
                  </a:cxn>
                  <a:cxn ang="0">
                    <a:pos x="T10" y="T11"/>
                  </a:cxn>
                  <a:cxn ang="0">
                    <a:pos x="T12" y="T13"/>
                  </a:cxn>
                </a:cxnLst>
                <a:rect l="0" t="0" r="r" b="b"/>
                <a:pathLst>
                  <a:path w="32" h="1">
                    <a:moveTo>
                      <a:pt x="32" y="1"/>
                    </a:moveTo>
                    <a:cubicBezTo>
                      <a:pt x="32" y="1"/>
                      <a:pt x="32" y="1"/>
                      <a:pt x="31" y="1"/>
                    </a:cubicBezTo>
                    <a:cubicBezTo>
                      <a:pt x="0" y="1"/>
                      <a:pt x="0" y="1"/>
                      <a:pt x="0" y="1"/>
                    </a:cubicBezTo>
                    <a:cubicBezTo>
                      <a:pt x="0" y="1"/>
                      <a:pt x="0" y="1"/>
                      <a:pt x="0" y="1"/>
                    </a:cubicBezTo>
                    <a:cubicBezTo>
                      <a:pt x="0" y="0"/>
                      <a:pt x="0" y="0"/>
                      <a:pt x="0" y="0"/>
                    </a:cubicBezTo>
                    <a:cubicBezTo>
                      <a:pt x="31" y="0"/>
                      <a:pt x="31" y="0"/>
                      <a:pt x="31" y="0"/>
                    </a:cubicBezTo>
                    <a:cubicBezTo>
                      <a:pt x="32" y="0"/>
                      <a:pt x="32" y="0"/>
                      <a:pt x="32" y="1"/>
                    </a:cubicBezTo>
                  </a:path>
                </a:pathLst>
              </a:custGeom>
              <a:grpFill/>
              <a:ln>
                <a:noFill/>
              </a:ln>
            </p:spPr>
            <p:txBody>
              <a:bodyPr vert="horz" wrap="square" lIns="91440" tIns="45720" rIns="91440" bIns="45720" numCol="1" anchor="t" anchorCtr="0" compatLnSpc="1">
                <a:prstTxWarp prst="textNoShape">
                  <a:avLst/>
                </a:prstTxWarp>
              </a:bodyPr>
              <a:lstStyle/>
              <a:p>
                <a:pPr defTabSz="913686"/>
                <a:endParaRPr lang="en-GB" sz="2000" dirty="0">
                  <a:solidFill>
                    <a:prstClr val="black"/>
                  </a:solidFill>
                  <a:latin typeface="Gill Sans MT" panose="020B0502020104020203" pitchFamily="34" charset="0"/>
                </a:endParaRPr>
              </a:p>
            </p:txBody>
          </p:sp>
          <p:sp>
            <p:nvSpPr>
              <p:cNvPr id="70" name="Oval 12">
                <a:extLst>
                  <a:ext uri="{FF2B5EF4-FFF2-40B4-BE49-F238E27FC236}">
                    <a16:creationId xmlns:a16="http://schemas.microsoft.com/office/drawing/2014/main" id="{E46A9236-F790-4CFF-34AD-EAC34193BAF2}"/>
                  </a:ext>
                </a:extLst>
              </p:cNvPr>
              <p:cNvSpPr>
                <a:spLocks noChangeArrowheads="1"/>
              </p:cNvSpPr>
              <p:nvPr/>
            </p:nvSpPr>
            <p:spPr bwMode="auto">
              <a:xfrm>
                <a:off x="2048410" y="5839310"/>
                <a:ext cx="136615" cy="135262"/>
              </a:xfrm>
              <a:prstGeom prst="ellipse">
                <a:avLst/>
              </a:prstGeom>
              <a:grpFill/>
              <a:ln>
                <a:noFill/>
              </a:ln>
            </p:spPr>
            <p:txBody>
              <a:bodyPr vert="horz" wrap="square" lIns="91440" tIns="45720" rIns="91440" bIns="45720" numCol="1" anchor="t" anchorCtr="0" compatLnSpc="1">
                <a:prstTxWarp prst="textNoShape">
                  <a:avLst/>
                </a:prstTxWarp>
              </a:bodyPr>
              <a:lstStyle/>
              <a:p>
                <a:pPr defTabSz="913686"/>
                <a:endParaRPr lang="en-GB" sz="2000" dirty="0">
                  <a:solidFill>
                    <a:prstClr val="black"/>
                  </a:solidFill>
                  <a:latin typeface="Gill Sans MT" panose="020B0502020104020203" pitchFamily="34" charset="0"/>
                </a:endParaRPr>
              </a:p>
            </p:txBody>
          </p:sp>
        </p:grpSp>
        <p:grpSp>
          <p:nvGrpSpPr>
            <p:cNvPr id="7" name="Group 6">
              <a:extLst>
                <a:ext uri="{FF2B5EF4-FFF2-40B4-BE49-F238E27FC236}">
                  <a16:creationId xmlns:a16="http://schemas.microsoft.com/office/drawing/2014/main" id="{920854A3-3D92-A140-A071-0DB028B93E93}"/>
                </a:ext>
              </a:extLst>
            </p:cNvPr>
            <p:cNvGrpSpPr/>
            <p:nvPr/>
          </p:nvGrpSpPr>
          <p:grpSpPr>
            <a:xfrm>
              <a:off x="1113266" y="3650938"/>
              <a:ext cx="851499" cy="115187"/>
              <a:chOff x="1259831" y="5839310"/>
              <a:chExt cx="925194" cy="135262"/>
            </a:xfrm>
            <a:solidFill>
              <a:schemeClr val="tx1"/>
            </a:solidFill>
          </p:grpSpPr>
          <p:sp>
            <p:nvSpPr>
              <p:cNvPr id="67" name="Freeform 11">
                <a:extLst>
                  <a:ext uri="{FF2B5EF4-FFF2-40B4-BE49-F238E27FC236}">
                    <a16:creationId xmlns:a16="http://schemas.microsoft.com/office/drawing/2014/main" id="{2220DE0B-DCF2-3A8C-0D05-AE523B6F8BC3}"/>
                  </a:ext>
                </a:extLst>
              </p:cNvPr>
              <p:cNvSpPr>
                <a:spLocks/>
              </p:cNvSpPr>
              <p:nvPr/>
            </p:nvSpPr>
            <p:spPr bwMode="auto">
              <a:xfrm>
                <a:off x="1259831" y="5893414"/>
                <a:ext cx="871087" cy="27053"/>
              </a:xfrm>
              <a:custGeom>
                <a:avLst/>
                <a:gdLst>
                  <a:gd name="T0" fmla="*/ 32 w 32"/>
                  <a:gd name="T1" fmla="*/ 1 h 1"/>
                  <a:gd name="T2" fmla="*/ 31 w 32"/>
                  <a:gd name="T3" fmla="*/ 1 h 1"/>
                  <a:gd name="T4" fmla="*/ 0 w 32"/>
                  <a:gd name="T5" fmla="*/ 1 h 1"/>
                  <a:gd name="T6" fmla="*/ 0 w 32"/>
                  <a:gd name="T7" fmla="*/ 1 h 1"/>
                  <a:gd name="T8" fmla="*/ 0 w 32"/>
                  <a:gd name="T9" fmla="*/ 0 h 1"/>
                  <a:gd name="T10" fmla="*/ 31 w 32"/>
                  <a:gd name="T11" fmla="*/ 0 h 1"/>
                  <a:gd name="T12" fmla="*/ 32 w 32"/>
                  <a:gd name="T13" fmla="*/ 1 h 1"/>
                </a:gdLst>
                <a:ahLst/>
                <a:cxnLst>
                  <a:cxn ang="0">
                    <a:pos x="T0" y="T1"/>
                  </a:cxn>
                  <a:cxn ang="0">
                    <a:pos x="T2" y="T3"/>
                  </a:cxn>
                  <a:cxn ang="0">
                    <a:pos x="T4" y="T5"/>
                  </a:cxn>
                  <a:cxn ang="0">
                    <a:pos x="T6" y="T7"/>
                  </a:cxn>
                  <a:cxn ang="0">
                    <a:pos x="T8" y="T9"/>
                  </a:cxn>
                  <a:cxn ang="0">
                    <a:pos x="T10" y="T11"/>
                  </a:cxn>
                  <a:cxn ang="0">
                    <a:pos x="T12" y="T13"/>
                  </a:cxn>
                </a:cxnLst>
                <a:rect l="0" t="0" r="r" b="b"/>
                <a:pathLst>
                  <a:path w="32" h="1">
                    <a:moveTo>
                      <a:pt x="32" y="1"/>
                    </a:moveTo>
                    <a:cubicBezTo>
                      <a:pt x="32" y="1"/>
                      <a:pt x="32" y="1"/>
                      <a:pt x="31" y="1"/>
                    </a:cubicBezTo>
                    <a:cubicBezTo>
                      <a:pt x="0" y="1"/>
                      <a:pt x="0" y="1"/>
                      <a:pt x="0" y="1"/>
                    </a:cubicBezTo>
                    <a:cubicBezTo>
                      <a:pt x="0" y="1"/>
                      <a:pt x="0" y="1"/>
                      <a:pt x="0" y="1"/>
                    </a:cubicBezTo>
                    <a:cubicBezTo>
                      <a:pt x="0" y="0"/>
                      <a:pt x="0" y="0"/>
                      <a:pt x="0" y="0"/>
                    </a:cubicBezTo>
                    <a:cubicBezTo>
                      <a:pt x="31" y="0"/>
                      <a:pt x="31" y="0"/>
                      <a:pt x="31" y="0"/>
                    </a:cubicBezTo>
                    <a:cubicBezTo>
                      <a:pt x="32" y="0"/>
                      <a:pt x="32" y="0"/>
                      <a:pt x="32" y="1"/>
                    </a:cubicBezTo>
                  </a:path>
                </a:pathLst>
              </a:custGeom>
              <a:grpFill/>
              <a:ln>
                <a:noFill/>
              </a:ln>
            </p:spPr>
            <p:txBody>
              <a:bodyPr vert="horz" wrap="square" lIns="91440" tIns="45720" rIns="91440" bIns="45720" numCol="1" anchor="t" anchorCtr="0" compatLnSpc="1">
                <a:prstTxWarp prst="textNoShape">
                  <a:avLst/>
                </a:prstTxWarp>
              </a:bodyPr>
              <a:lstStyle/>
              <a:p>
                <a:pPr defTabSz="913686"/>
                <a:endParaRPr lang="en-GB" sz="2000" dirty="0">
                  <a:solidFill>
                    <a:prstClr val="black"/>
                  </a:solidFill>
                  <a:latin typeface="Gill Sans MT" panose="020B0502020104020203" pitchFamily="34" charset="0"/>
                </a:endParaRPr>
              </a:p>
            </p:txBody>
          </p:sp>
          <p:sp>
            <p:nvSpPr>
              <p:cNvPr id="68" name="Oval 12">
                <a:extLst>
                  <a:ext uri="{FF2B5EF4-FFF2-40B4-BE49-F238E27FC236}">
                    <a16:creationId xmlns:a16="http://schemas.microsoft.com/office/drawing/2014/main" id="{263F85A5-CCA4-47A4-5755-31E157C748F9}"/>
                  </a:ext>
                </a:extLst>
              </p:cNvPr>
              <p:cNvSpPr>
                <a:spLocks noChangeArrowheads="1"/>
              </p:cNvSpPr>
              <p:nvPr/>
            </p:nvSpPr>
            <p:spPr bwMode="auto">
              <a:xfrm>
                <a:off x="2048410" y="5839310"/>
                <a:ext cx="136615" cy="135262"/>
              </a:xfrm>
              <a:prstGeom prst="ellipse">
                <a:avLst/>
              </a:prstGeom>
              <a:grpFill/>
              <a:ln>
                <a:noFill/>
              </a:ln>
            </p:spPr>
            <p:txBody>
              <a:bodyPr vert="horz" wrap="square" lIns="91440" tIns="45720" rIns="91440" bIns="45720" numCol="1" anchor="t" anchorCtr="0" compatLnSpc="1">
                <a:prstTxWarp prst="textNoShape">
                  <a:avLst/>
                </a:prstTxWarp>
              </a:bodyPr>
              <a:lstStyle/>
              <a:p>
                <a:pPr defTabSz="913686"/>
                <a:endParaRPr lang="en-GB" sz="2000" dirty="0">
                  <a:solidFill>
                    <a:prstClr val="black"/>
                  </a:solidFill>
                  <a:latin typeface="Gill Sans MT" panose="020B0502020104020203" pitchFamily="34" charset="0"/>
                </a:endParaRPr>
              </a:p>
            </p:txBody>
          </p:sp>
        </p:grpSp>
        <p:grpSp>
          <p:nvGrpSpPr>
            <p:cNvPr id="8" name="Group 7">
              <a:extLst>
                <a:ext uri="{FF2B5EF4-FFF2-40B4-BE49-F238E27FC236}">
                  <a16:creationId xmlns:a16="http://schemas.microsoft.com/office/drawing/2014/main" id="{EAE9063E-B293-A610-5289-9C3087A2A80A}"/>
                </a:ext>
              </a:extLst>
            </p:cNvPr>
            <p:cNvGrpSpPr/>
            <p:nvPr/>
          </p:nvGrpSpPr>
          <p:grpSpPr>
            <a:xfrm>
              <a:off x="1113266" y="1068472"/>
              <a:ext cx="851499" cy="115187"/>
              <a:chOff x="1259831" y="5839310"/>
              <a:chExt cx="925194" cy="135262"/>
            </a:xfrm>
            <a:solidFill>
              <a:schemeClr val="tx1"/>
            </a:solidFill>
          </p:grpSpPr>
          <p:sp>
            <p:nvSpPr>
              <p:cNvPr id="60" name="Freeform 11">
                <a:extLst>
                  <a:ext uri="{FF2B5EF4-FFF2-40B4-BE49-F238E27FC236}">
                    <a16:creationId xmlns:a16="http://schemas.microsoft.com/office/drawing/2014/main" id="{172AC321-296B-6B02-A73A-C2F8863F056F}"/>
                  </a:ext>
                </a:extLst>
              </p:cNvPr>
              <p:cNvSpPr>
                <a:spLocks/>
              </p:cNvSpPr>
              <p:nvPr/>
            </p:nvSpPr>
            <p:spPr bwMode="auto">
              <a:xfrm>
                <a:off x="1259831" y="5893414"/>
                <a:ext cx="871087" cy="27053"/>
              </a:xfrm>
              <a:custGeom>
                <a:avLst/>
                <a:gdLst>
                  <a:gd name="T0" fmla="*/ 32 w 32"/>
                  <a:gd name="T1" fmla="*/ 1 h 1"/>
                  <a:gd name="T2" fmla="*/ 31 w 32"/>
                  <a:gd name="T3" fmla="*/ 1 h 1"/>
                  <a:gd name="T4" fmla="*/ 0 w 32"/>
                  <a:gd name="T5" fmla="*/ 1 h 1"/>
                  <a:gd name="T6" fmla="*/ 0 w 32"/>
                  <a:gd name="T7" fmla="*/ 1 h 1"/>
                  <a:gd name="T8" fmla="*/ 0 w 32"/>
                  <a:gd name="T9" fmla="*/ 0 h 1"/>
                  <a:gd name="T10" fmla="*/ 31 w 32"/>
                  <a:gd name="T11" fmla="*/ 0 h 1"/>
                  <a:gd name="T12" fmla="*/ 32 w 32"/>
                  <a:gd name="T13" fmla="*/ 1 h 1"/>
                </a:gdLst>
                <a:ahLst/>
                <a:cxnLst>
                  <a:cxn ang="0">
                    <a:pos x="T0" y="T1"/>
                  </a:cxn>
                  <a:cxn ang="0">
                    <a:pos x="T2" y="T3"/>
                  </a:cxn>
                  <a:cxn ang="0">
                    <a:pos x="T4" y="T5"/>
                  </a:cxn>
                  <a:cxn ang="0">
                    <a:pos x="T6" y="T7"/>
                  </a:cxn>
                  <a:cxn ang="0">
                    <a:pos x="T8" y="T9"/>
                  </a:cxn>
                  <a:cxn ang="0">
                    <a:pos x="T10" y="T11"/>
                  </a:cxn>
                  <a:cxn ang="0">
                    <a:pos x="T12" y="T13"/>
                  </a:cxn>
                </a:cxnLst>
                <a:rect l="0" t="0" r="r" b="b"/>
                <a:pathLst>
                  <a:path w="32" h="1">
                    <a:moveTo>
                      <a:pt x="32" y="1"/>
                    </a:moveTo>
                    <a:cubicBezTo>
                      <a:pt x="32" y="1"/>
                      <a:pt x="32" y="1"/>
                      <a:pt x="31" y="1"/>
                    </a:cubicBezTo>
                    <a:cubicBezTo>
                      <a:pt x="0" y="1"/>
                      <a:pt x="0" y="1"/>
                      <a:pt x="0" y="1"/>
                    </a:cubicBezTo>
                    <a:cubicBezTo>
                      <a:pt x="0" y="1"/>
                      <a:pt x="0" y="1"/>
                      <a:pt x="0" y="1"/>
                    </a:cubicBezTo>
                    <a:cubicBezTo>
                      <a:pt x="0" y="0"/>
                      <a:pt x="0" y="0"/>
                      <a:pt x="0" y="0"/>
                    </a:cubicBezTo>
                    <a:cubicBezTo>
                      <a:pt x="31" y="0"/>
                      <a:pt x="31" y="0"/>
                      <a:pt x="31" y="0"/>
                    </a:cubicBezTo>
                    <a:cubicBezTo>
                      <a:pt x="32" y="0"/>
                      <a:pt x="32" y="0"/>
                      <a:pt x="32" y="1"/>
                    </a:cubicBezTo>
                  </a:path>
                </a:pathLst>
              </a:custGeom>
              <a:grpFill/>
              <a:ln>
                <a:noFill/>
              </a:ln>
            </p:spPr>
            <p:txBody>
              <a:bodyPr vert="horz" wrap="square" lIns="91440" tIns="45720" rIns="91440" bIns="45720" numCol="1" anchor="t" anchorCtr="0" compatLnSpc="1">
                <a:prstTxWarp prst="textNoShape">
                  <a:avLst/>
                </a:prstTxWarp>
              </a:bodyPr>
              <a:lstStyle/>
              <a:p>
                <a:pPr defTabSz="913686"/>
                <a:endParaRPr lang="en-GB" sz="2000" dirty="0">
                  <a:solidFill>
                    <a:prstClr val="black"/>
                  </a:solidFill>
                  <a:latin typeface="Gill Sans MT" panose="020B0502020104020203" pitchFamily="34" charset="0"/>
                </a:endParaRPr>
              </a:p>
            </p:txBody>
          </p:sp>
          <p:sp>
            <p:nvSpPr>
              <p:cNvPr id="61" name="Oval 12">
                <a:extLst>
                  <a:ext uri="{FF2B5EF4-FFF2-40B4-BE49-F238E27FC236}">
                    <a16:creationId xmlns:a16="http://schemas.microsoft.com/office/drawing/2014/main" id="{D5343BC1-6370-ED26-ABEC-9A881B437362}"/>
                  </a:ext>
                </a:extLst>
              </p:cNvPr>
              <p:cNvSpPr>
                <a:spLocks noChangeArrowheads="1"/>
              </p:cNvSpPr>
              <p:nvPr/>
            </p:nvSpPr>
            <p:spPr bwMode="auto">
              <a:xfrm>
                <a:off x="2048410" y="5839310"/>
                <a:ext cx="136615" cy="135262"/>
              </a:xfrm>
              <a:prstGeom prst="ellipse">
                <a:avLst/>
              </a:prstGeom>
              <a:grpFill/>
              <a:ln>
                <a:noFill/>
              </a:ln>
            </p:spPr>
            <p:txBody>
              <a:bodyPr vert="horz" wrap="square" lIns="91440" tIns="45720" rIns="91440" bIns="45720" numCol="1" anchor="t" anchorCtr="0" compatLnSpc="1">
                <a:prstTxWarp prst="textNoShape">
                  <a:avLst/>
                </a:prstTxWarp>
              </a:bodyPr>
              <a:lstStyle/>
              <a:p>
                <a:pPr defTabSz="913686"/>
                <a:endParaRPr lang="en-GB" sz="2000" dirty="0">
                  <a:solidFill>
                    <a:prstClr val="black"/>
                  </a:solidFill>
                  <a:latin typeface="Gill Sans MT" panose="020B0502020104020203" pitchFamily="34" charset="0"/>
                </a:endParaRPr>
              </a:p>
            </p:txBody>
          </p:sp>
        </p:grpSp>
        <p:grpSp>
          <p:nvGrpSpPr>
            <p:cNvPr id="9" name="Group 8">
              <a:extLst>
                <a:ext uri="{FF2B5EF4-FFF2-40B4-BE49-F238E27FC236}">
                  <a16:creationId xmlns:a16="http://schemas.microsoft.com/office/drawing/2014/main" id="{CC63EEF5-891C-83A4-7B4B-5F54A4D39762}"/>
                </a:ext>
              </a:extLst>
            </p:cNvPr>
            <p:cNvGrpSpPr/>
            <p:nvPr/>
          </p:nvGrpSpPr>
          <p:grpSpPr>
            <a:xfrm>
              <a:off x="1113266" y="1713521"/>
              <a:ext cx="851499" cy="115187"/>
              <a:chOff x="1259831" y="5839310"/>
              <a:chExt cx="925194" cy="135262"/>
            </a:xfrm>
            <a:solidFill>
              <a:schemeClr val="tx1"/>
            </a:solidFill>
          </p:grpSpPr>
          <p:sp>
            <p:nvSpPr>
              <p:cNvPr id="58" name="Freeform 11">
                <a:extLst>
                  <a:ext uri="{FF2B5EF4-FFF2-40B4-BE49-F238E27FC236}">
                    <a16:creationId xmlns:a16="http://schemas.microsoft.com/office/drawing/2014/main" id="{52F09111-C013-0EEA-139B-68C6A68C49EA}"/>
                  </a:ext>
                </a:extLst>
              </p:cNvPr>
              <p:cNvSpPr>
                <a:spLocks/>
              </p:cNvSpPr>
              <p:nvPr/>
            </p:nvSpPr>
            <p:spPr bwMode="auto">
              <a:xfrm>
                <a:off x="1259831" y="5893414"/>
                <a:ext cx="871087" cy="27053"/>
              </a:xfrm>
              <a:custGeom>
                <a:avLst/>
                <a:gdLst>
                  <a:gd name="T0" fmla="*/ 32 w 32"/>
                  <a:gd name="T1" fmla="*/ 1 h 1"/>
                  <a:gd name="T2" fmla="*/ 31 w 32"/>
                  <a:gd name="T3" fmla="*/ 1 h 1"/>
                  <a:gd name="T4" fmla="*/ 0 w 32"/>
                  <a:gd name="T5" fmla="*/ 1 h 1"/>
                  <a:gd name="T6" fmla="*/ 0 w 32"/>
                  <a:gd name="T7" fmla="*/ 1 h 1"/>
                  <a:gd name="T8" fmla="*/ 0 w 32"/>
                  <a:gd name="T9" fmla="*/ 0 h 1"/>
                  <a:gd name="T10" fmla="*/ 31 w 32"/>
                  <a:gd name="T11" fmla="*/ 0 h 1"/>
                  <a:gd name="T12" fmla="*/ 32 w 32"/>
                  <a:gd name="T13" fmla="*/ 1 h 1"/>
                </a:gdLst>
                <a:ahLst/>
                <a:cxnLst>
                  <a:cxn ang="0">
                    <a:pos x="T0" y="T1"/>
                  </a:cxn>
                  <a:cxn ang="0">
                    <a:pos x="T2" y="T3"/>
                  </a:cxn>
                  <a:cxn ang="0">
                    <a:pos x="T4" y="T5"/>
                  </a:cxn>
                  <a:cxn ang="0">
                    <a:pos x="T6" y="T7"/>
                  </a:cxn>
                  <a:cxn ang="0">
                    <a:pos x="T8" y="T9"/>
                  </a:cxn>
                  <a:cxn ang="0">
                    <a:pos x="T10" y="T11"/>
                  </a:cxn>
                  <a:cxn ang="0">
                    <a:pos x="T12" y="T13"/>
                  </a:cxn>
                </a:cxnLst>
                <a:rect l="0" t="0" r="r" b="b"/>
                <a:pathLst>
                  <a:path w="32" h="1">
                    <a:moveTo>
                      <a:pt x="32" y="1"/>
                    </a:moveTo>
                    <a:cubicBezTo>
                      <a:pt x="32" y="1"/>
                      <a:pt x="32" y="1"/>
                      <a:pt x="31" y="1"/>
                    </a:cubicBezTo>
                    <a:cubicBezTo>
                      <a:pt x="0" y="1"/>
                      <a:pt x="0" y="1"/>
                      <a:pt x="0" y="1"/>
                    </a:cubicBezTo>
                    <a:cubicBezTo>
                      <a:pt x="0" y="1"/>
                      <a:pt x="0" y="1"/>
                      <a:pt x="0" y="1"/>
                    </a:cubicBezTo>
                    <a:cubicBezTo>
                      <a:pt x="0" y="0"/>
                      <a:pt x="0" y="0"/>
                      <a:pt x="0" y="0"/>
                    </a:cubicBezTo>
                    <a:cubicBezTo>
                      <a:pt x="31" y="0"/>
                      <a:pt x="31" y="0"/>
                      <a:pt x="31" y="0"/>
                    </a:cubicBezTo>
                    <a:cubicBezTo>
                      <a:pt x="32" y="0"/>
                      <a:pt x="32" y="0"/>
                      <a:pt x="32" y="1"/>
                    </a:cubicBezTo>
                  </a:path>
                </a:pathLst>
              </a:custGeom>
              <a:grpFill/>
              <a:ln>
                <a:noFill/>
              </a:ln>
            </p:spPr>
            <p:txBody>
              <a:bodyPr vert="horz" wrap="square" lIns="91440" tIns="45720" rIns="91440" bIns="45720" numCol="1" anchor="t" anchorCtr="0" compatLnSpc="1">
                <a:prstTxWarp prst="textNoShape">
                  <a:avLst/>
                </a:prstTxWarp>
              </a:bodyPr>
              <a:lstStyle/>
              <a:p>
                <a:pPr defTabSz="913686"/>
                <a:endParaRPr lang="en-GB" sz="2000" dirty="0">
                  <a:solidFill>
                    <a:prstClr val="black"/>
                  </a:solidFill>
                  <a:latin typeface="Gill Sans MT" panose="020B0502020104020203" pitchFamily="34" charset="0"/>
                </a:endParaRPr>
              </a:p>
            </p:txBody>
          </p:sp>
          <p:sp>
            <p:nvSpPr>
              <p:cNvPr id="59" name="Oval 12">
                <a:extLst>
                  <a:ext uri="{FF2B5EF4-FFF2-40B4-BE49-F238E27FC236}">
                    <a16:creationId xmlns:a16="http://schemas.microsoft.com/office/drawing/2014/main" id="{EB14595C-EB10-9854-524C-CB254352576C}"/>
                  </a:ext>
                </a:extLst>
              </p:cNvPr>
              <p:cNvSpPr>
                <a:spLocks noChangeArrowheads="1"/>
              </p:cNvSpPr>
              <p:nvPr/>
            </p:nvSpPr>
            <p:spPr bwMode="auto">
              <a:xfrm>
                <a:off x="2048410" y="5839310"/>
                <a:ext cx="136615" cy="135262"/>
              </a:xfrm>
              <a:prstGeom prst="ellipse">
                <a:avLst/>
              </a:prstGeom>
              <a:grpFill/>
              <a:ln>
                <a:noFill/>
              </a:ln>
            </p:spPr>
            <p:txBody>
              <a:bodyPr vert="horz" wrap="square" lIns="91440" tIns="45720" rIns="91440" bIns="45720" numCol="1" anchor="t" anchorCtr="0" compatLnSpc="1">
                <a:prstTxWarp prst="textNoShape">
                  <a:avLst/>
                </a:prstTxWarp>
              </a:bodyPr>
              <a:lstStyle/>
              <a:p>
                <a:pPr defTabSz="913686"/>
                <a:endParaRPr lang="en-GB" sz="2000" dirty="0">
                  <a:solidFill>
                    <a:prstClr val="black"/>
                  </a:solidFill>
                  <a:latin typeface="Gill Sans MT" panose="020B0502020104020203" pitchFamily="34" charset="0"/>
                </a:endParaRPr>
              </a:p>
            </p:txBody>
          </p:sp>
        </p:grpSp>
        <p:grpSp>
          <p:nvGrpSpPr>
            <p:cNvPr id="10" name="Group 9">
              <a:extLst>
                <a:ext uri="{FF2B5EF4-FFF2-40B4-BE49-F238E27FC236}">
                  <a16:creationId xmlns:a16="http://schemas.microsoft.com/office/drawing/2014/main" id="{F5580C4D-D81C-44B7-2E7A-001B747155EE}"/>
                </a:ext>
              </a:extLst>
            </p:cNvPr>
            <p:cNvGrpSpPr/>
            <p:nvPr/>
          </p:nvGrpSpPr>
          <p:grpSpPr>
            <a:xfrm>
              <a:off x="1113266" y="2357993"/>
              <a:ext cx="851499" cy="115187"/>
              <a:chOff x="1259831" y="5839310"/>
              <a:chExt cx="925194" cy="135262"/>
            </a:xfrm>
            <a:solidFill>
              <a:schemeClr val="tx1"/>
            </a:solidFill>
          </p:grpSpPr>
          <p:sp>
            <p:nvSpPr>
              <p:cNvPr id="56" name="Freeform 11">
                <a:extLst>
                  <a:ext uri="{FF2B5EF4-FFF2-40B4-BE49-F238E27FC236}">
                    <a16:creationId xmlns:a16="http://schemas.microsoft.com/office/drawing/2014/main" id="{E17B0833-B1C2-6831-4F91-3DFFAD1CD942}"/>
                  </a:ext>
                </a:extLst>
              </p:cNvPr>
              <p:cNvSpPr>
                <a:spLocks/>
              </p:cNvSpPr>
              <p:nvPr/>
            </p:nvSpPr>
            <p:spPr bwMode="auto">
              <a:xfrm>
                <a:off x="1259831" y="5893414"/>
                <a:ext cx="871087" cy="27053"/>
              </a:xfrm>
              <a:custGeom>
                <a:avLst/>
                <a:gdLst>
                  <a:gd name="T0" fmla="*/ 32 w 32"/>
                  <a:gd name="T1" fmla="*/ 1 h 1"/>
                  <a:gd name="T2" fmla="*/ 31 w 32"/>
                  <a:gd name="T3" fmla="*/ 1 h 1"/>
                  <a:gd name="T4" fmla="*/ 0 w 32"/>
                  <a:gd name="T5" fmla="*/ 1 h 1"/>
                  <a:gd name="T6" fmla="*/ 0 w 32"/>
                  <a:gd name="T7" fmla="*/ 1 h 1"/>
                  <a:gd name="T8" fmla="*/ 0 w 32"/>
                  <a:gd name="T9" fmla="*/ 0 h 1"/>
                  <a:gd name="T10" fmla="*/ 31 w 32"/>
                  <a:gd name="T11" fmla="*/ 0 h 1"/>
                  <a:gd name="T12" fmla="*/ 32 w 32"/>
                  <a:gd name="T13" fmla="*/ 1 h 1"/>
                </a:gdLst>
                <a:ahLst/>
                <a:cxnLst>
                  <a:cxn ang="0">
                    <a:pos x="T0" y="T1"/>
                  </a:cxn>
                  <a:cxn ang="0">
                    <a:pos x="T2" y="T3"/>
                  </a:cxn>
                  <a:cxn ang="0">
                    <a:pos x="T4" y="T5"/>
                  </a:cxn>
                  <a:cxn ang="0">
                    <a:pos x="T6" y="T7"/>
                  </a:cxn>
                  <a:cxn ang="0">
                    <a:pos x="T8" y="T9"/>
                  </a:cxn>
                  <a:cxn ang="0">
                    <a:pos x="T10" y="T11"/>
                  </a:cxn>
                  <a:cxn ang="0">
                    <a:pos x="T12" y="T13"/>
                  </a:cxn>
                </a:cxnLst>
                <a:rect l="0" t="0" r="r" b="b"/>
                <a:pathLst>
                  <a:path w="32" h="1">
                    <a:moveTo>
                      <a:pt x="32" y="1"/>
                    </a:moveTo>
                    <a:cubicBezTo>
                      <a:pt x="32" y="1"/>
                      <a:pt x="32" y="1"/>
                      <a:pt x="31" y="1"/>
                    </a:cubicBezTo>
                    <a:cubicBezTo>
                      <a:pt x="0" y="1"/>
                      <a:pt x="0" y="1"/>
                      <a:pt x="0" y="1"/>
                    </a:cubicBezTo>
                    <a:cubicBezTo>
                      <a:pt x="0" y="1"/>
                      <a:pt x="0" y="1"/>
                      <a:pt x="0" y="1"/>
                    </a:cubicBezTo>
                    <a:cubicBezTo>
                      <a:pt x="0" y="0"/>
                      <a:pt x="0" y="0"/>
                      <a:pt x="0" y="0"/>
                    </a:cubicBezTo>
                    <a:cubicBezTo>
                      <a:pt x="31" y="0"/>
                      <a:pt x="31" y="0"/>
                      <a:pt x="31" y="0"/>
                    </a:cubicBezTo>
                    <a:cubicBezTo>
                      <a:pt x="32" y="0"/>
                      <a:pt x="32" y="0"/>
                      <a:pt x="32" y="1"/>
                    </a:cubicBezTo>
                  </a:path>
                </a:pathLst>
              </a:custGeom>
              <a:grpFill/>
              <a:ln>
                <a:noFill/>
              </a:ln>
            </p:spPr>
            <p:txBody>
              <a:bodyPr vert="horz" wrap="square" lIns="91440" tIns="45720" rIns="91440" bIns="45720" numCol="1" anchor="t" anchorCtr="0" compatLnSpc="1">
                <a:prstTxWarp prst="textNoShape">
                  <a:avLst/>
                </a:prstTxWarp>
              </a:bodyPr>
              <a:lstStyle/>
              <a:p>
                <a:pPr defTabSz="913686"/>
                <a:endParaRPr lang="en-GB" sz="2000" dirty="0">
                  <a:solidFill>
                    <a:prstClr val="black"/>
                  </a:solidFill>
                  <a:latin typeface="Gill Sans MT" panose="020B0502020104020203" pitchFamily="34" charset="0"/>
                </a:endParaRPr>
              </a:p>
            </p:txBody>
          </p:sp>
          <p:sp>
            <p:nvSpPr>
              <p:cNvPr id="57" name="Oval 12">
                <a:extLst>
                  <a:ext uri="{FF2B5EF4-FFF2-40B4-BE49-F238E27FC236}">
                    <a16:creationId xmlns:a16="http://schemas.microsoft.com/office/drawing/2014/main" id="{9847EA48-32D1-071C-0ACB-046CC01DBD54}"/>
                  </a:ext>
                </a:extLst>
              </p:cNvPr>
              <p:cNvSpPr>
                <a:spLocks noChangeArrowheads="1"/>
              </p:cNvSpPr>
              <p:nvPr/>
            </p:nvSpPr>
            <p:spPr bwMode="auto">
              <a:xfrm>
                <a:off x="2048410" y="5839310"/>
                <a:ext cx="136615" cy="135262"/>
              </a:xfrm>
              <a:prstGeom prst="ellipse">
                <a:avLst/>
              </a:prstGeom>
              <a:grpFill/>
              <a:ln>
                <a:noFill/>
              </a:ln>
            </p:spPr>
            <p:txBody>
              <a:bodyPr vert="horz" wrap="square" lIns="91440" tIns="45720" rIns="91440" bIns="45720" numCol="1" anchor="t" anchorCtr="0" compatLnSpc="1">
                <a:prstTxWarp prst="textNoShape">
                  <a:avLst/>
                </a:prstTxWarp>
              </a:bodyPr>
              <a:lstStyle/>
              <a:p>
                <a:pPr defTabSz="913686"/>
                <a:endParaRPr lang="en-GB" sz="2000" dirty="0">
                  <a:solidFill>
                    <a:prstClr val="black"/>
                  </a:solidFill>
                  <a:latin typeface="Gill Sans MT" panose="020B0502020104020203" pitchFamily="34" charset="0"/>
                </a:endParaRPr>
              </a:p>
            </p:txBody>
          </p:sp>
        </p:grpSp>
        <p:grpSp>
          <p:nvGrpSpPr>
            <p:cNvPr id="11" name="Group 10">
              <a:extLst>
                <a:ext uri="{FF2B5EF4-FFF2-40B4-BE49-F238E27FC236}">
                  <a16:creationId xmlns:a16="http://schemas.microsoft.com/office/drawing/2014/main" id="{03851108-A40D-2D17-3CCA-7FEE1680380A}"/>
                </a:ext>
              </a:extLst>
            </p:cNvPr>
            <p:cNvGrpSpPr/>
            <p:nvPr/>
          </p:nvGrpSpPr>
          <p:grpSpPr>
            <a:xfrm>
              <a:off x="1113266" y="3002465"/>
              <a:ext cx="851499" cy="115187"/>
              <a:chOff x="1259831" y="5839310"/>
              <a:chExt cx="925194" cy="135262"/>
            </a:xfrm>
            <a:solidFill>
              <a:schemeClr val="tx1"/>
            </a:solidFill>
          </p:grpSpPr>
          <p:sp>
            <p:nvSpPr>
              <p:cNvPr id="54" name="Freeform 11">
                <a:extLst>
                  <a:ext uri="{FF2B5EF4-FFF2-40B4-BE49-F238E27FC236}">
                    <a16:creationId xmlns:a16="http://schemas.microsoft.com/office/drawing/2014/main" id="{B0924A6E-586E-A516-269A-78C7840E180C}"/>
                  </a:ext>
                </a:extLst>
              </p:cNvPr>
              <p:cNvSpPr>
                <a:spLocks/>
              </p:cNvSpPr>
              <p:nvPr/>
            </p:nvSpPr>
            <p:spPr bwMode="auto">
              <a:xfrm>
                <a:off x="1259831" y="5893414"/>
                <a:ext cx="871087" cy="27053"/>
              </a:xfrm>
              <a:custGeom>
                <a:avLst/>
                <a:gdLst>
                  <a:gd name="T0" fmla="*/ 32 w 32"/>
                  <a:gd name="T1" fmla="*/ 1 h 1"/>
                  <a:gd name="T2" fmla="*/ 31 w 32"/>
                  <a:gd name="T3" fmla="*/ 1 h 1"/>
                  <a:gd name="T4" fmla="*/ 0 w 32"/>
                  <a:gd name="T5" fmla="*/ 1 h 1"/>
                  <a:gd name="T6" fmla="*/ 0 w 32"/>
                  <a:gd name="T7" fmla="*/ 1 h 1"/>
                  <a:gd name="T8" fmla="*/ 0 w 32"/>
                  <a:gd name="T9" fmla="*/ 0 h 1"/>
                  <a:gd name="T10" fmla="*/ 31 w 32"/>
                  <a:gd name="T11" fmla="*/ 0 h 1"/>
                  <a:gd name="T12" fmla="*/ 32 w 32"/>
                  <a:gd name="T13" fmla="*/ 1 h 1"/>
                </a:gdLst>
                <a:ahLst/>
                <a:cxnLst>
                  <a:cxn ang="0">
                    <a:pos x="T0" y="T1"/>
                  </a:cxn>
                  <a:cxn ang="0">
                    <a:pos x="T2" y="T3"/>
                  </a:cxn>
                  <a:cxn ang="0">
                    <a:pos x="T4" y="T5"/>
                  </a:cxn>
                  <a:cxn ang="0">
                    <a:pos x="T6" y="T7"/>
                  </a:cxn>
                  <a:cxn ang="0">
                    <a:pos x="T8" y="T9"/>
                  </a:cxn>
                  <a:cxn ang="0">
                    <a:pos x="T10" y="T11"/>
                  </a:cxn>
                  <a:cxn ang="0">
                    <a:pos x="T12" y="T13"/>
                  </a:cxn>
                </a:cxnLst>
                <a:rect l="0" t="0" r="r" b="b"/>
                <a:pathLst>
                  <a:path w="32" h="1">
                    <a:moveTo>
                      <a:pt x="32" y="1"/>
                    </a:moveTo>
                    <a:cubicBezTo>
                      <a:pt x="32" y="1"/>
                      <a:pt x="32" y="1"/>
                      <a:pt x="31" y="1"/>
                    </a:cubicBezTo>
                    <a:cubicBezTo>
                      <a:pt x="0" y="1"/>
                      <a:pt x="0" y="1"/>
                      <a:pt x="0" y="1"/>
                    </a:cubicBezTo>
                    <a:cubicBezTo>
                      <a:pt x="0" y="1"/>
                      <a:pt x="0" y="1"/>
                      <a:pt x="0" y="1"/>
                    </a:cubicBezTo>
                    <a:cubicBezTo>
                      <a:pt x="0" y="0"/>
                      <a:pt x="0" y="0"/>
                      <a:pt x="0" y="0"/>
                    </a:cubicBezTo>
                    <a:cubicBezTo>
                      <a:pt x="31" y="0"/>
                      <a:pt x="31" y="0"/>
                      <a:pt x="31" y="0"/>
                    </a:cubicBezTo>
                    <a:cubicBezTo>
                      <a:pt x="32" y="0"/>
                      <a:pt x="32" y="0"/>
                      <a:pt x="32" y="1"/>
                    </a:cubicBezTo>
                  </a:path>
                </a:pathLst>
              </a:custGeom>
              <a:grpFill/>
              <a:ln>
                <a:noFill/>
              </a:ln>
            </p:spPr>
            <p:txBody>
              <a:bodyPr vert="horz" wrap="square" lIns="91440" tIns="45720" rIns="91440" bIns="45720" numCol="1" anchor="t" anchorCtr="0" compatLnSpc="1">
                <a:prstTxWarp prst="textNoShape">
                  <a:avLst/>
                </a:prstTxWarp>
              </a:bodyPr>
              <a:lstStyle/>
              <a:p>
                <a:pPr defTabSz="913686"/>
                <a:endParaRPr lang="en-GB" sz="2000" dirty="0">
                  <a:solidFill>
                    <a:prstClr val="black"/>
                  </a:solidFill>
                  <a:latin typeface="Gill Sans MT" panose="020B0502020104020203" pitchFamily="34" charset="0"/>
                </a:endParaRPr>
              </a:p>
            </p:txBody>
          </p:sp>
          <p:sp>
            <p:nvSpPr>
              <p:cNvPr id="55" name="Oval 12">
                <a:extLst>
                  <a:ext uri="{FF2B5EF4-FFF2-40B4-BE49-F238E27FC236}">
                    <a16:creationId xmlns:a16="http://schemas.microsoft.com/office/drawing/2014/main" id="{777FC2B7-DFC6-45ED-4E5D-538BF6CC626B}"/>
                  </a:ext>
                </a:extLst>
              </p:cNvPr>
              <p:cNvSpPr>
                <a:spLocks noChangeArrowheads="1"/>
              </p:cNvSpPr>
              <p:nvPr/>
            </p:nvSpPr>
            <p:spPr bwMode="auto">
              <a:xfrm>
                <a:off x="2048410" y="5839310"/>
                <a:ext cx="136615" cy="135262"/>
              </a:xfrm>
              <a:prstGeom prst="ellipse">
                <a:avLst/>
              </a:prstGeom>
              <a:grpFill/>
              <a:ln>
                <a:noFill/>
              </a:ln>
            </p:spPr>
            <p:txBody>
              <a:bodyPr vert="horz" wrap="square" lIns="91440" tIns="45720" rIns="91440" bIns="45720" numCol="1" anchor="t" anchorCtr="0" compatLnSpc="1">
                <a:prstTxWarp prst="textNoShape">
                  <a:avLst/>
                </a:prstTxWarp>
              </a:bodyPr>
              <a:lstStyle/>
              <a:p>
                <a:pPr defTabSz="913686"/>
                <a:endParaRPr lang="en-GB" sz="2000" dirty="0">
                  <a:solidFill>
                    <a:prstClr val="black"/>
                  </a:solidFill>
                  <a:latin typeface="Gill Sans MT" panose="020B0502020104020203" pitchFamily="34" charset="0"/>
                </a:endParaRPr>
              </a:p>
            </p:txBody>
          </p:sp>
        </p:grpSp>
        <p:sp>
          <p:nvSpPr>
            <p:cNvPr id="12" name="Freeform 18">
              <a:extLst>
                <a:ext uri="{FF2B5EF4-FFF2-40B4-BE49-F238E27FC236}">
                  <a16:creationId xmlns:a16="http://schemas.microsoft.com/office/drawing/2014/main" id="{C22AF610-88FF-1768-FACA-35810F81B5CF}"/>
                </a:ext>
              </a:extLst>
            </p:cNvPr>
            <p:cNvSpPr>
              <a:spLocks/>
            </p:cNvSpPr>
            <p:nvPr/>
          </p:nvSpPr>
          <p:spPr bwMode="auto">
            <a:xfrm>
              <a:off x="787108" y="4000996"/>
              <a:ext cx="375953" cy="714160"/>
            </a:xfrm>
            <a:custGeom>
              <a:avLst/>
              <a:gdLst>
                <a:gd name="T0" fmla="*/ 0 w 15"/>
                <a:gd name="T1" fmla="*/ 3 h 31"/>
                <a:gd name="T2" fmla="*/ 12 w 15"/>
                <a:gd name="T3" fmla="*/ 15 h 31"/>
                <a:gd name="T4" fmla="*/ 0 w 15"/>
                <a:gd name="T5" fmla="*/ 28 h 31"/>
                <a:gd name="T6" fmla="*/ 0 w 15"/>
                <a:gd name="T7" fmla="*/ 31 h 31"/>
                <a:gd name="T8" fmla="*/ 15 w 15"/>
                <a:gd name="T9" fmla="*/ 15 h 31"/>
                <a:gd name="T10" fmla="*/ 0 w 15"/>
                <a:gd name="T11" fmla="*/ 0 h 31"/>
                <a:gd name="T12" fmla="*/ 0 w 15"/>
                <a:gd name="T13" fmla="*/ 3 h 31"/>
              </a:gdLst>
              <a:ahLst/>
              <a:cxnLst>
                <a:cxn ang="0">
                  <a:pos x="T0" y="T1"/>
                </a:cxn>
                <a:cxn ang="0">
                  <a:pos x="T2" y="T3"/>
                </a:cxn>
                <a:cxn ang="0">
                  <a:pos x="T4" y="T5"/>
                </a:cxn>
                <a:cxn ang="0">
                  <a:pos x="T6" y="T7"/>
                </a:cxn>
                <a:cxn ang="0">
                  <a:pos x="T8" y="T9"/>
                </a:cxn>
                <a:cxn ang="0">
                  <a:pos x="T10" y="T11"/>
                </a:cxn>
                <a:cxn ang="0">
                  <a:pos x="T12" y="T13"/>
                </a:cxn>
              </a:cxnLst>
              <a:rect l="0" t="0" r="r" b="b"/>
              <a:pathLst>
                <a:path w="15" h="31">
                  <a:moveTo>
                    <a:pt x="0" y="3"/>
                  </a:moveTo>
                  <a:cubicBezTo>
                    <a:pt x="7" y="3"/>
                    <a:pt x="12" y="9"/>
                    <a:pt x="12" y="15"/>
                  </a:cubicBezTo>
                  <a:cubicBezTo>
                    <a:pt x="12" y="22"/>
                    <a:pt x="7" y="27"/>
                    <a:pt x="0" y="28"/>
                  </a:cubicBezTo>
                  <a:cubicBezTo>
                    <a:pt x="0" y="31"/>
                    <a:pt x="0" y="31"/>
                    <a:pt x="0" y="31"/>
                  </a:cubicBezTo>
                  <a:cubicBezTo>
                    <a:pt x="8" y="31"/>
                    <a:pt x="15" y="24"/>
                    <a:pt x="15" y="15"/>
                  </a:cubicBezTo>
                  <a:cubicBezTo>
                    <a:pt x="15" y="7"/>
                    <a:pt x="8" y="0"/>
                    <a:pt x="0" y="0"/>
                  </a:cubicBezTo>
                  <a:lnTo>
                    <a:pt x="0" y="3"/>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defTabSz="913686"/>
              <a:endParaRPr lang="en-GB" sz="2000" dirty="0">
                <a:solidFill>
                  <a:prstClr val="black"/>
                </a:solidFill>
                <a:latin typeface="Gill Sans MT" panose="020B0502020104020203" pitchFamily="34" charset="0"/>
              </a:endParaRPr>
            </a:p>
          </p:txBody>
        </p:sp>
        <p:sp>
          <p:nvSpPr>
            <p:cNvPr id="13" name="Freeform 19">
              <a:extLst>
                <a:ext uri="{FF2B5EF4-FFF2-40B4-BE49-F238E27FC236}">
                  <a16:creationId xmlns:a16="http://schemas.microsoft.com/office/drawing/2014/main" id="{17C8DA4A-4141-A009-8AF9-0F6EFEFAEAB7}"/>
                </a:ext>
              </a:extLst>
            </p:cNvPr>
            <p:cNvSpPr>
              <a:spLocks/>
            </p:cNvSpPr>
            <p:nvPr/>
          </p:nvSpPr>
          <p:spPr bwMode="auto">
            <a:xfrm>
              <a:off x="386256" y="4000996"/>
              <a:ext cx="400852" cy="714160"/>
            </a:xfrm>
            <a:custGeom>
              <a:avLst/>
              <a:gdLst>
                <a:gd name="T0" fmla="*/ 16 w 16"/>
                <a:gd name="T1" fmla="*/ 28 h 31"/>
                <a:gd name="T2" fmla="*/ 4 w 16"/>
                <a:gd name="T3" fmla="*/ 15 h 31"/>
                <a:gd name="T4" fmla="*/ 16 w 16"/>
                <a:gd name="T5" fmla="*/ 3 h 31"/>
                <a:gd name="T6" fmla="*/ 16 w 16"/>
                <a:gd name="T7" fmla="*/ 0 h 31"/>
                <a:gd name="T8" fmla="*/ 0 w 16"/>
                <a:gd name="T9" fmla="*/ 15 h 31"/>
                <a:gd name="T10" fmla="*/ 16 w 16"/>
                <a:gd name="T11" fmla="*/ 31 h 31"/>
                <a:gd name="T12" fmla="*/ 16 w 16"/>
                <a:gd name="T13" fmla="*/ 28 h 31"/>
              </a:gdLst>
              <a:ahLst/>
              <a:cxnLst>
                <a:cxn ang="0">
                  <a:pos x="T0" y="T1"/>
                </a:cxn>
                <a:cxn ang="0">
                  <a:pos x="T2" y="T3"/>
                </a:cxn>
                <a:cxn ang="0">
                  <a:pos x="T4" y="T5"/>
                </a:cxn>
                <a:cxn ang="0">
                  <a:pos x="T6" y="T7"/>
                </a:cxn>
                <a:cxn ang="0">
                  <a:pos x="T8" y="T9"/>
                </a:cxn>
                <a:cxn ang="0">
                  <a:pos x="T10" y="T11"/>
                </a:cxn>
                <a:cxn ang="0">
                  <a:pos x="T12" y="T13"/>
                </a:cxn>
              </a:cxnLst>
              <a:rect l="0" t="0" r="r" b="b"/>
              <a:pathLst>
                <a:path w="16" h="31">
                  <a:moveTo>
                    <a:pt x="16" y="28"/>
                  </a:moveTo>
                  <a:cubicBezTo>
                    <a:pt x="9" y="27"/>
                    <a:pt x="4" y="22"/>
                    <a:pt x="4" y="15"/>
                  </a:cubicBezTo>
                  <a:cubicBezTo>
                    <a:pt x="4" y="9"/>
                    <a:pt x="9" y="3"/>
                    <a:pt x="16" y="3"/>
                  </a:cubicBezTo>
                  <a:cubicBezTo>
                    <a:pt x="16" y="0"/>
                    <a:pt x="16" y="0"/>
                    <a:pt x="16" y="0"/>
                  </a:cubicBezTo>
                  <a:cubicBezTo>
                    <a:pt x="7" y="0"/>
                    <a:pt x="0" y="7"/>
                    <a:pt x="0" y="15"/>
                  </a:cubicBezTo>
                  <a:cubicBezTo>
                    <a:pt x="0" y="24"/>
                    <a:pt x="7" y="31"/>
                    <a:pt x="16" y="31"/>
                  </a:cubicBezTo>
                  <a:lnTo>
                    <a:pt x="16" y="28"/>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defTabSz="913686"/>
              <a:endParaRPr lang="en-GB" sz="2000" dirty="0">
                <a:solidFill>
                  <a:prstClr val="black"/>
                </a:solidFill>
                <a:latin typeface="Gill Sans MT" panose="020B0502020104020203" pitchFamily="34" charset="0"/>
              </a:endParaRPr>
            </a:p>
          </p:txBody>
        </p:sp>
        <p:sp>
          <p:nvSpPr>
            <p:cNvPr id="14" name="Freeform 13">
              <a:extLst>
                <a:ext uri="{FF2B5EF4-FFF2-40B4-BE49-F238E27FC236}">
                  <a16:creationId xmlns:a16="http://schemas.microsoft.com/office/drawing/2014/main" id="{04D453F7-CE7B-3385-1B8A-4240BBE6EAE3}"/>
                </a:ext>
              </a:extLst>
            </p:cNvPr>
            <p:cNvSpPr>
              <a:spLocks/>
            </p:cNvSpPr>
            <p:nvPr/>
          </p:nvSpPr>
          <p:spPr bwMode="auto">
            <a:xfrm>
              <a:off x="386256" y="3352028"/>
              <a:ext cx="400852" cy="713008"/>
            </a:xfrm>
            <a:custGeom>
              <a:avLst/>
              <a:gdLst>
                <a:gd name="T0" fmla="*/ 16 w 16"/>
                <a:gd name="T1" fmla="*/ 28 h 31"/>
                <a:gd name="T2" fmla="*/ 4 w 16"/>
                <a:gd name="T3" fmla="*/ 15 h 31"/>
                <a:gd name="T4" fmla="*/ 16 w 16"/>
                <a:gd name="T5" fmla="*/ 3 h 31"/>
                <a:gd name="T6" fmla="*/ 16 w 16"/>
                <a:gd name="T7" fmla="*/ 0 h 31"/>
                <a:gd name="T8" fmla="*/ 0 w 16"/>
                <a:gd name="T9" fmla="*/ 15 h 31"/>
                <a:gd name="T10" fmla="*/ 16 w 16"/>
                <a:gd name="T11" fmla="*/ 31 h 31"/>
                <a:gd name="T12" fmla="*/ 16 w 16"/>
                <a:gd name="T13" fmla="*/ 28 h 31"/>
              </a:gdLst>
              <a:ahLst/>
              <a:cxnLst>
                <a:cxn ang="0">
                  <a:pos x="T0" y="T1"/>
                </a:cxn>
                <a:cxn ang="0">
                  <a:pos x="T2" y="T3"/>
                </a:cxn>
                <a:cxn ang="0">
                  <a:pos x="T4" y="T5"/>
                </a:cxn>
                <a:cxn ang="0">
                  <a:pos x="T6" y="T7"/>
                </a:cxn>
                <a:cxn ang="0">
                  <a:pos x="T8" y="T9"/>
                </a:cxn>
                <a:cxn ang="0">
                  <a:pos x="T10" y="T11"/>
                </a:cxn>
                <a:cxn ang="0">
                  <a:pos x="T12" y="T13"/>
                </a:cxn>
              </a:cxnLst>
              <a:rect l="0" t="0" r="r" b="b"/>
              <a:pathLst>
                <a:path w="16" h="31">
                  <a:moveTo>
                    <a:pt x="16" y="28"/>
                  </a:moveTo>
                  <a:cubicBezTo>
                    <a:pt x="9" y="28"/>
                    <a:pt x="4" y="22"/>
                    <a:pt x="4" y="15"/>
                  </a:cubicBezTo>
                  <a:cubicBezTo>
                    <a:pt x="4" y="9"/>
                    <a:pt x="9" y="3"/>
                    <a:pt x="16" y="3"/>
                  </a:cubicBezTo>
                  <a:cubicBezTo>
                    <a:pt x="16" y="0"/>
                    <a:pt x="16" y="0"/>
                    <a:pt x="16" y="0"/>
                  </a:cubicBezTo>
                  <a:cubicBezTo>
                    <a:pt x="7" y="0"/>
                    <a:pt x="0" y="7"/>
                    <a:pt x="0" y="15"/>
                  </a:cubicBezTo>
                  <a:cubicBezTo>
                    <a:pt x="0" y="24"/>
                    <a:pt x="7" y="31"/>
                    <a:pt x="16" y="31"/>
                  </a:cubicBezTo>
                  <a:lnTo>
                    <a:pt x="16" y="28"/>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defTabSz="913686"/>
              <a:endParaRPr lang="en-GB" sz="2000" dirty="0">
                <a:solidFill>
                  <a:prstClr val="black"/>
                </a:solidFill>
                <a:latin typeface="Gill Sans MT" panose="020B0502020104020203" pitchFamily="34" charset="0"/>
              </a:endParaRPr>
            </a:p>
          </p:txBody>
        </p:sp>
        <p:sp>
          <p:nvSpPr>
            <p:cNvPr id="15" name="Freeform 20">
              <a:extLst>
                <a:ext uri="{FF2B5EF4-FFF2-40B4-BE49-F238E27FC236}">
                  <a16:creationId xmlns:a16="http://schemas.microsoft.com/office/drawing/2014/main" id="{539DA75A-9D15-D311-C359-83F0835176DF}"/>
                </a:ext>
              </a:extLst>
            </p:cNvPr>
            <p:cNvSpPr>
              <a:spLocks/>
            </p:cNvSpPr>
            <p:nvPr/>
          </p:nvSpPr>
          <p:spPr bwMode="auto">
            <a:xfrm>
              <a:off x="787108" y="3352028"/>
              <a:ext cx="375953" cy="713008"/>
            </a:xfrm>
            <a:custGeom>
              <a:avLst/>
              <a:gdLst>
                <a:gd name="T0" fmla="*/ 0 w 15"/>
                <a:gd name="T1" fmla="*/ 3 h 31"/>
                <a:gd name="T2" fmla="*/ 12 w 15"/>
                <a:gd name="T3" fmla="*/ 15 h 31"/>
                <a:gd name="T4" fmla="*/ 0 w 15"/>
                <a:gd name="T5" fmla="*/ 28 h 31"/>
                <a:gd name="T6" fmla="*/ 0 w 15"/>
                <a:gd name="T7" fmla="*/ 31 h 31"/>
                <a:gd name="T8" fmla="*/ 15 w 15"/>
                <a:gd name="T9" fmla="*/ 15 h 31"/>
                <a:gd name="T10" fmla="*/ 0 w 15"/>
                <a:gd name="T11" fmla="*/ 0 h 31"/>
                <a:gd name="T12" fmla="*/ 0 w 15"/>
                <a:gd name="T13" fmla="*/ 3 h 31"/>
              </a:gdLst>
              <a:ahLst/>
              <a:cxnLst>
                <a:cxn ang="0">
                  <a:pos x="T0" y="T1"/>
                </a:cxn>
                <a:cxn ang="0">
                  <a:pos x="T2" y="T3"/>
                </a:cxn>
                <a:cxn ang="0">
                  <a:pos x="T4" y="T5"/>
                </a:cxn>
                <a:cxn ang="0">
                  <a:pos x="T6" y="T7"/>
                </a:cxn>
                <a:cxn ang="0">
                  <a:pos x="T8" y="T9"/>
                </a:cxn>
                <a:cxn ang="0">
                  <a:pos x="T10" y="T11"/>
                </a:cxn>
                <a:cxn ang="0">
                  <a:pos x="T12" y="T13"/>
                </a:cxn>
              </a:cxnLst>
              <a:rect l="0" t="0" r="r" b="b"/>
              <a:pathLst>
                <a:path w="15" h="31">
                  <a:moveTo>
                    <a:pt x="0" y="3"/>
                  </a:moveTo>
                  <a:cubicBezTo>
                    <a:pt x="7" y="3"/>
                    <a:pt x="12" y="9"/>
                    <a:pt x="12" y="15"/>
                  </a:cubicBezTo>
                  <a:cubicBezTo>
                    <a:pt x="12" y="22"/>
                    <a:pt x="7" y="28"/>
                    <a:pt x="0" y="28"/>
                  </a:cubicBezTo>
                  <a:cubicBezTo>
                    <a:pt x="0" y="31"/>
                    <a:pt x="0" y="31"/>
                    <a:pt x="0" y="31"/>
                  </a:cubicBezTo>
                  <a:cubicBezTo>
                    <a:pt x="8" y="31"/>
                    <a:pt x="15" y="24"/>
                    <a:pt x="15" y="15"/>
                  </a:cubicBezTo>
                  <a:cubicBezTo>
                    <a:pt x="15" y="7"/>
                    <a:pt x="8" y="0"/>
                    <a:pt x="0" y="0"/>
                  </a:cubicBezTo>
                  <a:lnTo>
                    <a:pt x="0" y="3"/>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defTabSz="913686"/>
              <a:endParaRPr lang="en-GB" sz="2000" dirty="0">
                <a:solidFill>
                  <a:prstClr val="black"/>
                </a:solidFill>
                <a:latin typeface="Gill Sans MT" panose="020B0502020104020203" pitchFamily="34" charset="0"/>
              </a:endParaRPr>
            </a:p>
          </p:txBody>
        </p:sp>
        <p:sp>
          <p:nvSpPr>
            <p:cNvPr id="16" name="Freeform 15">
              <a:extLst>
                <a:ext uri="{FF2B5EF4-FFF2-40B4-BE49-F238E27FC236}">
                  <a16:creationId xmlns:a16="http://schemas.microsoft.com/office/drawing/2014/main" id="{4B4E2E5E-EFF5-9C14-A330-6A70ABB86E9A}"/>
                </a:ext>
              </a:extLst>
            </p:cNvPr>
            <p:cNvSpPr>
              <a:spLocks/>
            </p:cNvSpPr>
            <p:nvPr/>
          </p:nvSpPr>
          <p:spPr bwMode="auto">
            <a:xfrm>
              <a:off x="787108" y="1414035"/>
              <a:ext cx="375953" cy="714160"/>
            </a:xfrm>
            <a:custGeom>
              <a:avLst/>
              <a:gdLst>
                <a:gd name="T0" fmla="*/ 0 w 15"/>
                <a:gd name="T1" fmla="*/ 3 h 31"/>
                <a:gd name="T2" fmla="*/ 12 w 15"/>
                <a:gd name="T3" fmla="*/ 16 h 31"/>
                <a:gd name="T4" fmla="*/ 0 w 15"/>
                <a:gd name="T5" fmla="*/ 28 h 31"/>
                <a:gd name="T6" fmla="*/ 0 w 15"/>
                <a:gd name="T7" fmla="*/ 31 h 31"/>
                <a:gd name="T8" fmla="*/ 15 w 15"/>
                <a:gd name="T9" fmla="*/ 16 h 31"/>
                <a:gd name="T10" fmla="*/ 0 w 15"/>
                <a:gd name="T11" fmla="*/ 0 h 31"/>
                <a:gd name="T12" fmla="*/ 0 w 15"/>
                <a:gd name="T13" fmla="*/ 3 h 31"/>
              </a:gdLst>
              <a:ahLst/>
              <a:cxnLst>
                <a:cxn ang="0">
                  <a:pos x="T0" y="T1"/>
                </a:cxn>
                <a:cxn ang="0">
                  <a:pos x="T2" y="T3"/>
                </a:cxn>
                <a:cxn ang="0">
                  <a:pos x="T4" y="T5"/>
                </a:cxn>
                <a:cxn ang="0">
                  <a:pos x="T6" y="T7"/>
                </a:cxn>
                <a:cxn ang="0">
                  <a:pos x="T8" y="T9"/>
                </a:cxn>
                <a:cxn ang="0">
                  <a:pos x="T10" y="T11"/>
                </a:cxn>
                <a:cxn ang="0">
                  <a:pos x="T12" y="T13"/>
                </a:cxn>
              </a:cxnLst>
              <a:rect l="0" t="0" r="r" b="b"/>
              <a:pathLst>
                <a:path w="15" h="31">
                  <a:moveTo>
                    <a:pt x="0" y="3"/>
                  </a:moveTo>
                  <a:cubicBezTo>
                    <a:pt x="7" y="4"/>
                    <a:pt x="12" y="9"/>
                    <a:pt x="12" y="16"/>
                  </a:cubicBezTo>
                  <a:cubicBezTo>
                    <a:pt x="12" y="22"/>
                    <a:pt x="7" y="28"/>
                    <a:pt x="0" y="28"/>
                  </a:cubicBezTo>
                  <a:cubicBezTo>
                    <a:pt x="0" y="31"/>
                    <a:pt x="0" y="31"/>
                    <a:pt x="0" y="31"/>
                  </a:cubicBezTo>
                  <a:cubicBezTo>
                    <a:pt x="8" y="31"/>
                    <a:pt x="15" y="24"/>
                    <a:pt x="15" y="16"/>
                  </a:cubicBezTo>
                  <a:cubicBezTo>
                    <a:pt x="15" y="7"/>
                    <a:pt x="8" y="0"/>
                    <a:pt x="0" y="0"/>
                  </a:cubicBezTo>
                  <a:lnTo>
                    <a:pt x="0" y="3"/>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defTabSz="913686"/>
              <a:endParaRPr lang="en-GB" sz="2000" dirty="0">
                <a:solidFill>
                  <a:prstClr val="black"/>
                </a:solidFill>
                <a:latin typeface="Gill Sans MT" panose="020B0502020104020203" pitchFamily="34" charset="0"/>
              </a:endParaRPr>
            </a:p>
          </p:txBody>
        </p:sp>
        <p:sp>
          <p:nvSpPr>
            <p:cNvPr id="17" name="Freeform 16">
              <a:extLst>
                <a:ext uri="{FF2B5EF4-FFF2-40B4-BE49-F238E27FC236}">
                  <a16:creationId xmlns:a16="http://schemas.microsoft.com/office/drawing/2014/main" id="{7BB763A0-A9A0-90E4-C55F-757A0039BAC4}"/>
                </a:ext>
              </a:extLst>
            </p:cNvPr>
            <p:cNvSpPr>
              <a:spLocks/>
            </p:cNvSpPr>
            <p:nvPr/>
          </p:nvSpPr>
          <p:spPr bwMode="auto">
            <a:xfrm>
              <a:off x="386256" y="1414035"/>
              <a:ext cx="400852" cy="714160"/>
            </a:xfrm>
            <a:custGeom>
              <a:avLst/>
              <a:gdLst>
                <a:gd name="T0" fmla="*/ 16 w 16"/>
                <a:gd name="T1" fmla="*/ 28 h 31"/>
                <a:gd name="T2" fmla="*/ 4 w 16"/>
                <a:gd name="T3" fmla="*/ 16 h 31"/>
                <a:gd name="T4" fmla="*/ 16 w 16"/>
                <a:gd name="T5" fmla="*/ 3 h 31"/>
                <a:gd name="T6" fmla="*/ 16 w 16"/>
                <a:gd name="T7" fmla="*/ 0 h 31"/>
                <a:gd name="T8" fmla="*/ 0 w 16"/>
                <a:gd name="T9" fmla="*/ 16 h 31"/>
                <a:gd name="T10" fmla="*/ 16 w 16"/>
                <a:gd name="T11" fmla="*/ 31 h 31"/>
                <a:gd name="T12" fmla="*/ 16 w 16"/>
                <a:gd name="T13" fmla="*/ 28 h 31"/>
              </a:gdLst>
              <a:ahLst/>
              <a:cxnLst>
                <a:cxn ang="0">
                  <a:pos x="T0" y="T1"/>
                </a:cxn>
                <a:cxn ang="0">
                  <a:pos x="T2" y="T3"/>
                </a:cxn>
                <a:cxn ang="0">
                  <a:pos x="T4" y="T5"/>
                </a:cxn>
                <a:cxn ang="0">
                  <a:pos x="T6" y="T7"/>
                </a:cxn>
                <a:cxn ang="0">
                  <a:pos x="T8" y="T9"/>
                </a:cxn>
                <a:cxn ang="0">
                  <a:pos x="T10" y="T11"/>
                </a:cxn>
                <a:cxn ang="0">
                  <a:pos x="T12" y="T13"/>
                </a:cxn>
              </a:cxnLst>
              <a:rect l="0" t="0" r="r" b="b"/>
              <a:pathLst>
                <a:path w="16" h="31">
                  <a:moveTo>
                    <a:pt x="16" y="28"/>
                  </a:moveTo>
                  <a:cubicBezTo>
                    <a:pt x="9" y="28"/>
                    <a:pt x="4" y="22"/>
                    <a:pt x="4" y="16"/>
                  </a:cubicBezTo>
                  <a:cubicBezTo>
                    <a:pt x="4" y="9"/>
                    <a:pt x="9" y="4"/>
                    <a:pt x="16" y="3"/>
                  </a:cubicBezTo>
                  <a:cubicBezTo>
                    <a:pt x="16" y="0"/>
                    <a:pt x="16" y="0"/>
                    <a:pt x="16" y="0"/>
                  </a:cubicBezTo>
                  <a:cubicBezTo>
                    <a:pt x="7" y="0"/>
                    <a:pt x="0" y="7"/>
                    <a:pt x="0" y="16"/>
                  </a:cubicBezTo>
                  <a:cubicBezTo>
                    <a:pt x="0" y="24"/>
                    <a:pt x="7" y="31"/>
                    <a:pt x="16" y="31"/>
                  </a:cubicBezTo>
                  <a:lnTo>
                    <a:pt x="16" y="2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defTabSz="913686"/>
              <a:endParaRPr lang="en-GB" sz="2000" dirty="0">
                <a:solidFill>
                  <a:prstClr val="black"/>
                </a:solidFill>
                <a:latin typeface="Gill Sans MT" panose="020B0502020104020203" pitchFamily="34" charset="0"/>
              </a:endParaRPr>
            </a:p>
          </p:txBody>
        </p:sp>
        <p:sp>
          <p:nvSpPr>
            <p:cNvPr id="19" name="Freeform 14">
              <a:extLst>
                <a:ext uri="{FF2B5EF4-FFF2-40B4-BE49-F238E27FC236}">
                  <a16:creationId xmlns:a16="http://schemas.microsoft.com/office/drawing/2014/main" id="{E0D5A1A3-18EF-0A2E-A81A-C7A50EBD3FE8}"/>
                </a:ext>
              </a:extLst>
            </p:cNvPr>
            <p:cNvSpPr>
              <a:spLocks/>
            </p:cNvSpPr>
            <p:nvPr/>
          </p:nvSpPr>
          <p:spPr bwMode="auto">
            <a:xfrm>
              <a:off x="386256" y="768987"/>
              <a:ext cx="400852" cy="714160"/>
            </a:xfrm>
            <a:custGeom>
              <a:avLst/>
              <a:gdLst>
                <a:gd name="T0" fmla="*/ 16 w 16"/>
                <a:gd name="T1" fmla="*/ 28 h 31"/>
                <a:gd name="T2" fmla="*/ 4 w 16"/>
                <a:gd name="T3" fmla="*/ 16 h 31"/>
                <a:gd name="T4" fmla="*/ 16 w 16"/>
                <a:gd name="T5" fmla="*/ 4 h 31"/>
                <a:gd name="T6" fmla="*/ 16 w 16"/>
                <a:gd name="T7" fmla="*/ 0 h 31"/>
                <a:gd name="T8" fmla="*/ 0 w 16"/>
                <a:gd name="T9" fmla="*/ 16 h 31"/>
                <a:gd name="T10" fmla="*/ 16 w 16"/>
                <a:gd name="T11" fmla="*/ 31 h 31"/>
                <a:gd name="T12" fmla="*/ 16 w 16"/>
                <a:gd name="T13" fmla="*/ 28 h 31"/>
              </a:gdLst>
              <a:ahLst/>
              <a:cxnLst>
                <a:cxn ang="0">
                  <a:pos x="T0" y="T1"/>
                </a:cxn>
                <a:cxn ang="0">
                  <a:pos x="T2" y="T3"/>
                </a:cxn>
                <a:cxn ang="0">
                  <a:pos x="T4" y="T5"/>
                </a:cxn>
                <a:cxn ang="0">
                  <a:pos x="T6" y="T7"/>
                </a:cxn>
                <a:cxn ang="0">
                  <a:pos x="T8" y="T9"/>
                </a:cxn>
                <a:cxn ang="0">
                  <a:pos x="T10" y="T11"/>
                </a:cxn>
                <a:cxn ang="0">
                  <a:pos x="T12" y="T13"/>
                </a:cxn>
              </a:cxnLst>
              <a:rect l="0" t="0" r="r" b="b"/>
              <a:pathLst>
                <a:path w="16" h="31">
                  <a:moveTo>
                    <a:pt x="16" y="28"/>
                  </a:moveTo>
                  <a:cubicBezTo>
                    <a:pt x="9" y="28"/>
                    <a:pt x="4" y="22"/>
                    <a:pt x="4" y="16"/>
                  </a:cubicBezTo>
                  <a:cubicBezTo>
                    <a:pt x="4" y="9"/>
                    <a:pt x="9" y="4"/>
                    <a:pt x="16" y="4"/>
                  </a:cubicBezTo>
                  <a:cubicBezTo>
                    <a:pt x="16" y="0"/>
                    <a:pt x="16" y="0"/>
                    <a:pt x="16" y="0"/>
                  </a:cubicBezTo>
                  <a:cubicBezTo>
                    <a:pt x="7" y="0"/>
                    <a:pt x="0" y="7"/>
                    <a:pt x="0" y="16"/>
                  </a:cubicBezTo>
                  <a:cubicBezTo>
                    <a:pt x="0" y="24"/>
                    <a:pt x="7" y="31"/>
                    <a:pt x="16" y="31"/>
                  </a:cubicBezTo>
                  <a:lnTo>
                    <a:pt x="16" y="28"/>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defTabSz="913686"/>
              <a:endParaRPr lang="en-GB" sz="2000" dirty="0">
                <a:solidFill>
                  <a:prstClr val="black"/>
                </a:solidFill>
                <a:latin typeface="Gill Sans MT" panose="020B0502020104020203" pitchFamily="34" charset="0"/>
              </a:endParaRPr>
            </a:p>
          </p:txBody>
        </p:sp>
        <p:sp>
          <p:nvSpPr>
            <p:cNvPr id="20" name="Freeform 17">
              <a:extLst>
                <a:ext uri="{FF2B5EF4-FFF2-40B4-BE49-F238E27FC236}">
                  <a16:creationId xmlns:a16="http://schemas.microsoft.com/office/drawing/2014/main" id="{BB10DCAF-AB31-E6CC-7DDE-2B2A2CC74B9A}"/>
                </a:ext>
              </a:extLst>
            </p:cNvPr>
            <p:cNvSpPr>
              <a:spLocks/>
            </p:cNvSpPr>
            <p:nvPr/>
          </p:nvSpPr>
          <p:spPr bwMode="auto">
            <a:xfrm>
              <a:off x="787108" y="768987"/>
              <a:ext cx="375953" cy="714160"/>
            </a:xfrm>
            <a:custGeom>
              <a:avLst/>
              <a:gdLst>
                <a:gd name="T0" fmla="*/ 0 w 15"/>
                <a:gd name="T1" fmla="*/ 4 h 31"/>
                <a:gd name="T2" fmla="*/ 12 w 15"/>
                <a:gd name="T3" fmla="*/ 16 h 31"/>
                <a:gd name="T4" fmla="*/ 0 w 15"/>
                <a:gd name="T5" fmla="*/ 28 h 31"/>
                <a:gd name="T6" fmla="*/ 0 w 15"/>
                <a:gd name="T7" fmla="*/ 31 h 31"/>
                <a:gd name="T8" fmla="*/ 15 w 15"/>
                <a:gd name="T9" fmla="*/ 16 h 31"/>
                <a:gd name="T10" fmla="*/ 0 w 15"/>
                <a:gd name="T11" fmla="*/ 0 h 31"/>
                <a:gd name="T12" fmla="*/ 0 w 15"/>
                <a:gd name="T13" fmla="*/ 4 h 31"/>
              </a:gdLst>
              <a:ahLst/>
              <a:cxnLst>
                <a:cxn ang="0">
                  <a:pos x="T0" y="T1"/>
                </a:cxn>
                <a:cxn ang="0">
                  <a:pos x="T2" y="T3"/>
                </a:cxn>
                <a:cxn ang="0">
                  <a:pos x="T4" y="T5"/>
                </a:cxn>
                <a:cxn ang="0">
                  <a:pos x="T6" y="T7"/>
                </a:cxn>
                <a:cxn ang="0">
                  <a:pos x="T8" y="T9"/>
                </a:cxn>
                <a:cxn ang="0">
                  <a:pos x="T10" y="T11"/>
                </a:cxn>
                <a:cxn ang="0">
                  <a:pos x="T12" y="T13"/>
                </a:cxn>
              </a:cxnLst>
              <a:rect l="0" t="0" r="r" b="b"/>
              <a:pathLst>
                <a:path w="15" h="31">
                  <a:moveTo>
                    <a:pt x="0" y="4"/>
                  </a:moveTo>
                  <a:cubicBezTo>
                    <a:pt x="7" y="4"/>
                    <a:pt x="12" y="9"/>
                    <a:pt x="12" y="16"/>
                  </a:cubicBezTo>
                  <a:cubicBezTo>
                    <a:pt x="12" y="22"/>
                    <a:pt x="7" y="28"/>
                    <a:pt x="0" y="28"/>
                  </a:cubicBezTo>
                  <a:cubicBezTo>
                    <a:pt x="0" y="31"/>
                    <a:pt x="0" y="31"/>
                    <a:pt x="0" y="31"/>
                  </a:cubicBezTo>
                  <a:cubicBezTo>
                    <a:pt x="8" y="31"/>
                    <a:pt x="15" y="24"/>
                    <a:pt x="15" y="16"/>
                  </a:cubicBezTo>
                  <a:cubicBezTo>
                    <a:pt x="15" y="7"/>
                    <a:pt x="8" y="0"/>
                    <a:pt x="0" y="0"/>
                  </a:cubicBezTo>
                  <a:lnTo>
                    <a:pt x="0" y="4"/>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defTabSz="913686"/>
              <a:endParaRPr lang="en-GB" sz="2000" dirty="0">
                <a:solidFill>
                  <a:prstClr val="black"/>
                </a:solidFill>
                <a:latin typeface="Gill Sans MT" panose="020B0502020104020203" pitchFamily="34" charset="0"/>
              </a:endParaRPr>
            </a:p>
          </p:txBody>
        </p:sp>
        <p:sp>
          <p:nvSpPr>
            <p:cNvPr id="21" name="Freeform 18">
              <a:extLst>
                <a:ext uri="{FF2B5EF4-FFF2-40B4-BE49-F238E27FC236}">
                  <a16:creationId xmlns:a16="http://schemas.microsoft.com/office/drawing/2014/main" id="{89A0407E-BCFB-AF7B-1371-05D414D0EDB4}"/>
                </a:ext>
              </a:extLst>
            </p:cNvPr>
            <p:cNvSpPr>
              <a:spLocks/>
            </p:cNvSpPr>
            <p:nvPr/>
          </p:nvSpPr>
          <p:spPr bwMode="auto">
            <a:xfrm>
              <a:off x="787108" y="2702979"/>
              <a:ext cx="375953" cy="714160"/>
            </a:xfrm>
            <a:custGeom>
              <a:avLst/>
              <a:gdLst>
                <a:gd name="T0" fmla="*/ 0 w 15"/>
                <a:gd name="T1" fmla="*/ 3 h 31"/>
                <a:gd name="T2" fmla="*/ 12 w 15"/>
                <a:gd name="T3" fmla="*/ 15 h 31"/>
                <a:gd name="T4" fmla="*/ 0 w 15"/>
                <a:gd name="T5" fmla="*/ 28 h 31"/>
                <a:gd name="T6" fmla="*/ 0 w 15"/>
                <a:gd name="T7" fmla="*/ 31 h 31"/>
                <a:gd name="T8" fmla="*/ 15 w 15"/>
                <a:gd name="T9" fmla="*/ 15 h 31"/>
                <a:gd name="T10" fmla="*/ 0 w 15"/>
                <a:gd name="T11" fmla="*/ 0 h 31"/>
                <a:gd name="T12" fmla="*/ 0 w 15"/>
                <a:gd name="T13" fmla="*/ 3 h 31"/>
              </a:gdLst>
              <a:ahLst/>
              <a:cxnLst>
                <a:cxn ang="0">
                  <a:pos x="T0" y="T1"/>
                </a:cxn>
                <a:cxn ang="0">
                  <a:pos x="T2" y="T3"/>
                </a:cxn>
                <a:cxn ang="0">
                  <a:pos x="T4" y="T5"/>
                </a:cxn>
                <a:cxn ang="0">
                  <a:pos x="T6" y="T7"/>
                </a:cxn>
                <a:cxn ang="0">
                  <a:pos x="T8" y="T9"/>
                </a:cxn>
                <a:cxn ang="0">
                  <a:pos x="T10" y="T11"/>
                </a:cxn>
                <a:cxn ang="0">
                  <a:pos x="T12" y="T13"/>
                </a:cxn>
              </a:cxnLst>
              <a:rect l="0" t="0" r="r" b="b"/>
              <a:pathLst>
                <a:path w="15" h="31">
                  <a:moveTo>
                    <a:pt x="0" y="3"/>
                  </a:moveTo>
                  <a:cubicBezTo>
                    <a:pt x="7" y="3"/>
                    <a:pt x="12" y="9"/>
                    <a:pt x="12" y="15"/>
                  </a:cubicBezTo>
                  <a:cubicBezTo>
                    <a:pt x="12" y="22"/>
                    <a:pt x="7" y="27"/>
                    <a:pt x="0" y="28"/>
                  </a:cubicBezTo>
                  <a:cubicBezTo>
                    <a:pt x="0" y="31"/>
                    <a:pt x="0" y="31"/>
                    <a:pt x="0" y="31"/>
                  </a:cubicBezTo>
                  <a:cubicBezTo>
                    <a:pt x="8" y="31"/>
                    <a:pt x="15" y="24"/>
                    <a:pt x="15" y="15"/>
                  </a:cubicBezTo>
                  <a:cubicBezTo>
                    <a:pt x="15" y="7"/>
                    <a:pt x="8" y="0"/>
                    <a:pt x="0" y="0"/>
                  </a:cubicBezTo>
                  <a:lnTo>
                    <a:pt x="0" y="3"/>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defTabSz="913686"/>
              <a:endParaRPr lang="en-GB" sz="2000" dirty="0">
                <a:solidFill>
                  <a:prstClr val="black"/>
                </a:solidFill>
                <a:latin typeface="Gill Sans MT" panose="020B0502020104020203" pitchFamily="34" charset="0"/>
              </a:endParaRPr>
            </a:p>
          </p:txBody>
        </p:sp>
        <p:sp>
          <p:nvSpPr>
            <p:cNvPr id="22" name="Freeform 19">
              <a:extLst>
                <a:ext uri="{FF2B5EF4-FFF2-40B4-BE49-F238E27FC236}">
                  <a16:creationId xmlns:a16="http://schemas.microsoft.com/office/drawing/2014/main" id="{608F5F53-BAD5-C850-89A0-69F02EA2338F}"/>
                </a:ext>
              </a:extLst>
            </p:cNvPr>
            <p:cNvSpPr>
              <a:spLocks/>
            </p:cNvSpPr>
            <p:nvPr/>
          </p:nvSpPr>
          <p:spPr bwMode="auto">
            <a:xfrm>
              <a:off x="386256" y="2702979"/>
              <a:ext cx="400852" cy="714160"/>
            </a:xfrm>
            <a:custGeom>
              <a:avLst/>
              <a:gdLst>
                <a:gd name="T0" fmla="*/ 16 w 16"/>
                <a:gd name="T1" fmla="*/ 28 h 31"/>
                <a:gd name="T2" fmla="*/ 4 w 16"/>
                <a:gd name="T3" fmla="*/ 15 h 31"/>
                <a:gd name="T4" fmla="*/ 16 w 16"/>
                <a:gd name="T5" fmla="*/ 3 h 31"/>
                <a:gd name="T6" fmla="*/ 16 w 16"/>
                <a:gd name="T7" fmla="*/ 0 h 31"/>
                <a:gd name="T8" fmla="*/ 0 w 16"/>
                <a:gd name="T9" fmla="*/ 15 h 31"/>
                <a:gd name="T10" fmla="*/ 16 w 16"/>
                <a:gd name="T11" fmla="*/ 31 h 31"/>
                <a:gd name="T12" fmla="*/ 16 w 16"/>
                <a:gd name="T13" fmla="*/ 28 h 31"/>
              </a:gdLst>
              <a:ahLst/>
              <a:cxnLst>
                <a:cxn ang="0">
                  <a:pos x="T0" y="T1"/>
                </a:cxn>
                <a:cxn ang="0">
                  <a:pos x="T2" y="T3"/>
                </a:cxn>
                <a:cxn ang="0">
                  <a:pos x="T4" y="T5"/>
                </a:cxn>
                <a:cxn ang="0">
                  <a:pos x="T6" y="T7"/>
                </a:cxn>
                <a:cxn ang="0">
                  <a:pos x="T8" y="T9"/>
                </a:cxn>
                <a:cxn ang="0">
                  <a:pos x="T10" y="T11"/>
                </a:cxn>
                <a:cxn ang="0">
                  <a:pos x="T12" y="T13"/>
                </a:cxn>
              </a:cxnLst>
              <a:rect l="0" t="0" r="r" b="b"/>
              <a:pathLst>
                <a:path w="16" h="31">
                  <a:moveTo>
                    <a:pt x="16" y="28"/>
                  </a:moveTo>
                  <a:cubicBezTo>
                    <a:pt x="9" y="27"/>
                    <a:pt x="4" y="22"/>
                    <a:pt x="4" y="15"/>
                  </a:cubicBezTo>
                  <a:cubicBezTo>
                    <a:pt x="4" y="9"/>
                    <a:pt x="9" y="3"/>
                    <a:pt x="16" y="3"/>
                  </a:cubicBezTo>
                  <a:cubicBezTo>
                    <a:pt x="16" y="0"/>
                    <a:pt x="16" y="0"/>
                    <a:pt x="16" y="0"/>
                  </a:cubicBezTo>
                  <a:cubicBezTo>
                    <a:pt x="7" y="0"/>
                    <a:pt x="0" y="7"/>
                    <a:pt x="0" y="15"/>
                  </a:cubicBezTo>
                  <a:cubicBezTo>
                    <a:pt x="0" y="24"/>
                    <a:pt x="7" y="31"/>
                    <a:pt x="16" y="31"/>
                  </a:cubicBezTo>
                  <a:lnTo>
                    <a:pt x="16" y="2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defTabSz="913686"/>
              <a:endParaRPr lang="en-GB" sz="2000" dirty="0">
                <a:solidFill>
                  <a:prstClr val="black"/>
                </a:solidFill>
                <a:latin typeface="Gill Sans MT" panose="020B0502020104020203" pitchFamily="34" charset="0"/>
              </a:endParaRPr>
            </a:p>
          </p:txBody>
        </p:sp>
        <p:sp>
          <p:nvSpPr>
            <p:cNvPr id="23" name="Freeform 13">
              <a:extLst>
                <a:ext uri="{FF2B5EF4-FFF2-40B4-BE49-F238E27FC236}">
                  <a16:creationId xmlns:a16="http://schemas.microsoft.com/office/drawing/2014/main" id="{D977A9AF-A9BF-558F-9D0D-B5AEEF44ECEE}"/>
                </a:ext>
              </a:extLst>
            </p:cNvPr>
            <p:cNvSpPr>
              <a:spLocks/>
            </p:cNvSpPr>
            <p:nvPr/>
          </p:nvSpPr>
          <p:spPr bwMode="auto">
            <a:xfrm>
              <a:off x="386256" y="2059083"/>
              <a:ext cx="400852" cy="713008"/>
            </a:xfrm>
            <a:custGeom>
              <a:avLst/>
              <a:gdLst>
                <a:gd name="T0" fmla="*/ 16 w 16"/>
                <a:gd name="T1" fmla="*/ 28 h 31"/>
                <a:gd name="T2" fmla="*/ 4 w 16"/>
                <a:gd name="T3" fmla="*/ 15 h 31"/>
                <a:gd name="T4" fmla="*/ 16 w 16"/>
                <a:gd name="T5" fmla="*/ 3 h 31"/>
                <a:gd name="T6" fmla="*/ 16 w 16"/>
                <a:gd name="T7" fmla="*/ 0 h 31"/>
                <a:gd name="T8" fmla="*/ 0 w 16"/>
                <a:gd name="T9" fmla="*/ 15 h 31"/>
                <a:gd name="T10" fmla="*/ 16 w 16"/>
                <a:gd name="T11" fmla="*/ 31 h 31"/>
                <a:gd name="T12" fmla="*/ 16 w 16"/>
                <a:gd name="T13" fmla="*/ 28 h 31"/>
              </a:gdLst>
              <a:ahLst/>
              <a:cxnLst>
                <a:cxn ang="0">
                  <a:pos x="T0" y="T1"/>
                </a:cxn>
                <a:cxn ang="0">
                  <a:pos x="T2" y="T3"/>
                </a:cxn>
                <a:cxn ang="0">
                  <a:pos x="T4" y="T5"/>
                </a:cxn>
                <a:cxn ang="0">
                  <a:pos x="T6" y="T7"/>
                </a:cxn>
                <a:cxn ang="0">
                  <a:pos x="T8" y="T9"/>
                </a:cxn>
                <a:cxn ang="0">
                  <a:pos x="T10" y="T11"/>
                </a:cxn>
                <a:cxn ang="0">
                  <a:pos x="T12" y="T13"/>
                </a:cxn>
              </a:cxnLst>
              <a:rect l="0" t="0" r="r" b="b"/>
              <a:pathLst>
                <a:path w="16" h="31">
                  <a:moveTo>
                    <a:pt x="16" y="28"/>
                  </a:moveTo>
                  <a:cubicBezTo>
                    <a:pt x="9" y="28"/>
                    <a:pt x="4" y="22"/>
                    <a:pt x="4" y="15"/>
                  </a:cubicBezTo>
                  <a:cubicBezTo>
                    <a:pt x="4" y="9"/>
                    <a:pt x="9" y="3"/>
                    <a:pt x="16" y="3"/>
                  </a:cubicBezTo>
                  <a:cubicBezTo>
                    <a:pt x="16" y="0"/>
                    <a:pt x="16" y="0"/>
                    <a:pt x="16" y="0"/>
                  </a:cubicBezTo>
                  <a:cubicBezTo>
                    <a:pt x="7" y="0"/>
                    <a:pt x="0" y="7"/>
                    <a:pt x="0" y="15"/>
                  </a:cubicBezTo>
                  <a:cubicBezTo>
                    <a:pt x="0" y="24"/>
                    <a:pt x="7" y="31"/>
                    <a:pt x="16" y="31"/>
                  </a:cubicBezTo>
                  <a:lnTo>
                    <a:pt x="16" y="28"/>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defTabSz="913686"/>
              <a:endParaRPr lang="en-GB" sz="2000" dirty="0">
                <a:solidFill>
                  <a:prstClr val="black"/>
                </a:solidFill>
                <a:latin typeface="Gill Sans MT" panose="020B0502020104020203" pitchFamily="34" charset="0"/>
              </a:endParaRPr>
            </a:p>
          </p:txBody>
        </p:sp>
        <p:sp>
          <p:nvSpPr>
            <p:cNvPr id="24" name="Freeform 20">
              <a:extLst>
                <a:ext uri="{FF2B5EF4-FFF2-40B4-BE49-F238E27FC236}">
                  <a16:creationId xmlns:a16="http://schemas.microsoft.com/office/drawing/2014/main" id="{7493F48F-6AA0-1872-1294-C4B9748B1987}"/>
                </a:ext>
              </a:extLst>
            </p:cNvPr>
            <p:cNvSpPr>
              <a:spLocks/>
            </p:cNvSpPr>
            <p:nvPr/>
          </p:nvSpPr>
          <p:spPr bwMode="auto">
            <a:xfrm>
              <a:off x="787108" y="2059083"/>
              <a:ext cx="375953" cy="713008"/>
            </a:xfrm>
            <a:custGeom>
              <a:avLst/>
              <a:gdLst>
                <a:gd name="T0" fmla="*/ 0 w 15"/>
                <a:gd name="T1" fmla="*/ 3 h 31"/>
                <a:gd name="T2" fmla="*/ 12 w 15"/>
                <a:gd name="T3" fmla="*/ 15 h 31"/>
                <a:gd name="T4" fmla="*/ 0 w 15"/>
                <a:gd name="T5" fmla="*/ 28 h 31"/>
                <a:gd name="T6" fmla="*/ 0 w 15"/>
                <a:gd name="T7" fmla="*/ 31 h 31"/>
                <a:gd name="T8" fmla="*/ 15 w 15"/>
                <a:gd name="T9" fmla="*/ 15 h 31"/>
                <a:gd name="T10" fmla="*/ 0 w 15"/>
                <a:gd name="T11" fmla="*/ 0 h 31"/>
                <a:gd name="T12" fmla="*/ 0 w 15"/>
                <a:gd name="T13" fmla="*/ 3 h 31"/>
              </a:gdLst>
              <a:ahLst/>
              <a:cxnLst>
                <a:cxn ang="0">
                  <a:pos x="T0" y="T1"/>
                </a:cxn>
                <a:cxn ang="0">
                  <a:pos x="T2" y="T3"/>
                </a:cxn>
                <a:cxn ang="0">
                  <a:pos x="T4" y="T5"/>
                </a:cxn>
                <a:cxn ang="0">
                  <a:pos x="T6" y="T7"/>
                </a:cxn>
                <a:cxn ang="0">
                  <a:pos x="T8" y="T9"/>
                </a:cxn>
                <a:cxn ang="0">
                  <a:pos x="T10" y="T11"/>
                </a:cxn>
                <a:cxn ang="0">
                  <a:pos x="T12" y="T13"/>
                </a:cxn>
              </a:cxnLst>
              <a:rect l="0" t="0" r="r" b="b"/>
              <a:pathLst>
                <a:path w="15" h="31">
                  <a:moveTo>
                    <a:pt x="0" y="3"/>
                  </a:moveTo>
                  <a:cubicBezTo>
                    <a:pt x="7" y="3"/>
                    <a:pt x="12" y="9"/>
                    <a:pt x="12" y="15"/>
                  </a:cubicBezTo>
                  <a:cubicBezTo>
                    <a:pt x="12" y="22"/>
                    <a:pt x="7" y="28"/>
                    <a:pt x="0" y="28"/>
                  </a:cubicBezTo>
                  <a:cubicBezTo>
                    <a:pt x="0" y="31"/>
                    <a:pt x="0" y="31"/>
                    <a:pt x="0" y="31"/>
                  </a:cubicBezTo>
                  <a:cubicBezTo>
                    <a:pt x="8" y="31"/>
                    <a:pt x="15" y="24"/>
                    <a:pt x="15" y="15"/>
                  </a:cubicBezTo>
                  <a:cubicBezTo>
                    <a:pt x="15" y="7"/>
                    <a:pt x="8" y="0"/>
                    <a:pt x="0" y="0"/>
                  </a:cubicBezTo>
                  <a:lnTo>
                    <a:pt x="0" y="3"/>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defTabSz="913686"/>
              <a:endParaRPr lang="en-GB" sz="2000" dirty="0">
                <a:solidFill>
                  <a:prstClr val="black"/>
                </a:solidFill>
                <a:latin typeface="Gill Sans MT" panose="020B0502020104020203" pitchFamily="34" charset="0"/>
              </a:endParaRPr>
            </a:p>
          </p:txBody>
        </p:sp>
        <p:sp>
          <p:nvSpPr>
            <p:cNvPr id="25" name="Arc 24">
              <a:extLst>
                <a:ext uri="{FF2B5EF4-FFF2-40B4-BE49-F238E27FC236}">
                  <a16:creationId xmlns:a16="http://schemas.microsoft.com/office/drawing/2014/main" id="{CD70B747-7BED-7D86-96E8-A6D435C5E3F5}"/>
                </a:ext>
              </a:extLst>
            </p:cNvPr>
            <p:cNvSpPr/>
            <p:nvPr/>
          </p:nvSpPr>
          <p:spPr>
            <a:xfrm>
              <a:off x="830414" y="817835"/>
              <a:ext cx="666239" cy="616462"/>
            </a:xfrm>
            <a:prstGeom prst="arc">
              <a:avLst>
                <a:gd name="adj1" fmla="val 16200000"/>
                <a:gd name="adj2" fmla="val 5438325"/>
              </a:avLst>
            </a:prstGeom>
            <a:ln w="63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defTabSz="913686"/>
              <a:endParaRPr lang="en-GB" sz="2000" dirty="0">
                <a:solidFill>
                  <a:prstClr val="black"/>
                </a:solidFill>
                <a:latin typeface="Gill Sans MT" panose="020B0502020104020203" pitchFamily="34" charset="0"/>
              </a:endParaRPr>
            </a:p>
          </p:txBody>
        </p:sp>
        <p:sp>
          <p:nvSpPr>
            <p:cNvPr id="26" name="Arc 25">
              <a:extLst>
                <a:ext uri="{FF2B5EF4-FFF2-40B4-BE49-F238E27FC236}">
                  <a16:creationId xmlns:a16="http://schemas.microsoft.com/office/drawing/2014/main" id="{BD380D95-A211-3354-D194-11E349DE2F2C}"/>
                </a:ext>
              </a:extLst>
            </p:cNvPr>
            <p:cNvSpPr/>
            <p:nvPr/>
          </p:nvSpPr>
          <p:spPr>
            <a:xfrm>
              <a:off x="830414" y="1462883"/>
              <a:ext cx="666239" cy="616462"/>
            </a:xfrm>
            <a:prstGeom prst="arc">
              <a:avLst>
                <a:gd name="adj1" fmla="val 16200000"/>
                <a:gd name="adj2" fmla="val 5438325"/>
              </a:avLst>
            </a:prstGeom>
            <a:ln w="63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defTabSz="913686"/>
              <a:endParaRPr lang="en-GB" sz="2000" dirty="0">
                <a:solidFill>
                  <a:prstClr val="black"/>
                </a:solidFill>
                <a:latin typeface="Gill Sans MT" panose="020B0502020104020203" pitchFamily="34" charset="0"/>
              </a:endParaRPr>
            </a:p>
          </p:txBody>
        </p:sp>
        <p:sp>
          <p:nvSpPr>
            <p:cNvPr id="27" name="Arc 26">
              <a:extLst>
                <a:ext uri="{FF2B5EF4-FFF2-40B4-BE49-F238E27FC236}">
                  <a16:creationId xmlns:a16="http://schemas.microsoft.com/office/drawing/2014/main" id="{34F7F50E-B2E7-945F-2893-5FA7C38BC4B6}"/>
                </a:ext>
              </a:extLst>
            </p:cNvPr>
            <p:cNvSpPr/>
            <p:nvPr/>
          </p:nvSpPr>
          <p:spPr>
            <a:xfrm>
              <a:off x="830414" y="2107356"/>
              <a:ext cx="666239" cy="616462"/>
            </a:xfrm>
            <a:prstGeom prst="arc">
              <a:avLst>
                <a:gd name="adj1" fmla="val 16200000"/>
                <a:gd name="adj2" fmla="val 5438325"/>
              </a:avLst>
            </a:prstGeom>
            <a:ln w="63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defTabSz="913686"/>
              <a:endParaRPr lang="en-GB" sz="2000" dirty="0">
                <a:solidFill>
                  <a:prstClr val="black"/>
                </a:solidFill>
                <a:latin typeface="Gill Sans MT" panose="020B0502020104020203" pitchFamily="34" charset="0"/>
              </a:endParaRPr>
            </a:p>
          </p:txBody>
        </p:sp>
        <p:sp>
          <p:nvSpPr>
            <p:cNvPr id="28" name="Arc 27">
              <a:extLst>
                <a:ext uri="{FF2B5EF4-FFF2-40B4-BE49-F238E27FC236}">
                  <a16:creationId xmlns:a16="http://schemas.microsoft.com/office/drawing/2014/main" id="{DD6188FE-47F5-78DF-BD1B-EF0CC3B42A17}"/>
                </a:ext>
              </a:extLst>
            </p:cNvPr>
            <p:cNvSpPr/>
            <p:nvPr/>
          </p:nvSpPr>
          <p:spPr>
            <a:xfrm>
              <a:off x="830414" y="2751827"/>
              <a:ext cx="666239" cy="616462"/>
            </a:xfrm>
            <a:prstGeom prst="arc">
              <a:avLst>
                <a:gd name="adj1" fmla="val 16200000"/>
                <a:gd name="adj2" fmla="val 5438325"/>
              </a:avLst>
            </a:prstGeom>
            <a:ln w="63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defTabSz="913686"/>
              <a:endParaRPr lang="en-GB" sz="2000" dirty="0">
                <a:solidFill>
                  <a:prstClr val="black"/>
                </a:solidFill>
                <a:latin typeface="Gill Sans MT" panose="020B0502020104020203" pitchFamily="34" charset="0"/>
              </a:endParaRPr>
            </a:p>
          </p:txBody>
        </p:sp>
        <p:sp>
          <p:nvSpPr>
            <p:cNvPr id="37" name="Arc 36">
              <a:extLst>
                <a:ext uri="{FF2B5EF4-FFF2-40B4-BE49-F238E27FC236}">
                  <a16:creationId xmlns:a16="http://schemas.microsoft.com/office/drawing/2014/main" id="{2968F94D-CA00-C2DE-898D-77EBC51D666A}"/>
                </a:ext>
              </a:extLst>
            </p:cNvPr>
            <p:cNvSpPr/>
            <p:nvPr/>
          </p:nvSpPr>
          <p:spPr>
            <a:xfrm>
              <a:off x="830414" y="3400301"/>
              <a:ext cx="666239" cy="616462"/>
            </a:xfrm>
            <a:prstGeom prst="arc">
              <a:avLst>
                <a:gd name="adj1" fmla="val 16200000"/>
                <a:gd name="adj2" fmla="val 5438325"/>
              </a:avLst>
            </a:prstGeom>
            <a:ln w="63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defTabSz="913686"/>
              <a:endParaRPr lang="en-GB" sz="2000" dirty="0">
                <a:solidFill>
                  <a:prstClr val="black"/>
                </a:solidFill>
                <a:latin typeface="Gill Sans MT" panose="020B0502020104020203" pitchFamily="34" charset="0"/>
              </a:endParaRPr>
            </a:p>
          </p:txBody>
        </p:sp>
        <p:sp>
          <p:nvSpPr>
            <p:cNvPr id="39" name="Arc 38">
              <a:extLst>
                <a:ext uri="{FF2B5EF4-FFF2-40B4-BE49-F238E27FC236}">
                  <a16:creationId xmlns:a16="http://schemas.microsoft.com/office/drawing/2014/main" id="{104ABA12-B8C5-079E-937B-FEACC95F2AA5}"/>
                </a:ext>
              </a:extLst>
            </p:cNvPr>
            <p:cNvSpPr/>
            <p:nvPr/>
          </p:nvSpPr>
          <p:spPr>
            <a:xfrm>
              <a:off x="830414" y="4049843"/>
              <a:ext cx="666239" cy="616462"/>
            </a:xfrm>
            <a:prstGeom prst="arc">
              <a:avLst>
                <a:gd name="adj1" fmla="val 16200000"/>
                <a:gd name="adj2" fmla="val 5438325"/>
              </a:avLst>
            </a:prstGeom>
            <a:ln w="63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defTabSz="913686"/>
              <a:endParaRPr lang="en-GB" sz="2000" dirty="0">
                <a:solidFill>
                  <a:prstClr val="black"/>
                </a:solidFill>
                <a:latin typeface="Gill Sans MT" panose="020B0502020104020203" pitchFamily="34" charset="0"/>
              </a:endParaRPr>
            </a:p>
          </p:txBody>
        </p:sp>
        <p:sp>
          <p:nvSpPr>
            <p:cNvPr id="40" name="TextBox 39">
              <a:extLst>
                <a:ext uri="{FF2B5EF4-FFF2-40B4-BE49-F238E27FC236}">
                  <a16:creationId xmlns:a16="http://schemas.microsoft.com/office/drawing/2014/main" id="{8195FB12-61D7-BAE5-8A86-21DF0B874F77}"/>
                </a:ext>
              </a:extLst>
            </p:cNvPr>
            <p:cNvSpPr txBox="1"/>
            <p:nvPr/>
          </p:nvSpPr>
          <p:spPr>
            <a:xfrm>
              <a:off x="659061" y="1008123"/>
              <a:ext cx="231195" cy="251956"/>
            </a:xfrm>
            <a:prstGeom prst="rect">
              <a:avLst/>
            </a:prstGeom>
            <a:noFill/>
            <a:ln w="34925">
              <a:noFill/>
              <a:round/>
            </a:ln>
          </p:spPr>
          <p:txBody>
            <a:bodyPr wrap="none" lIns="0" tIns="0" rIns="0" bIns="0" rtlCol="0">
              <a:spAutoFit/>
            </a:bodyPr>
            <a:lstStyle/>
            <a:p>
              <a:pPr algn="ctr" defTabSz="913686"/>
              <a:r>
                <a:rPr lang="en-US" sz="2000" dirty="0">
                  <a:latin typeface="Gill Sans MT" panose="020B0502020104020203" pitchFamily="34" charset="0"/>
                </a:rPr>
                <a:t>01</a:t>
              </a:r>
            </a:p>
          </p:txBody>
        </p:sp>
        <p:sp>
          <p:nvSpPr>
            <p:cNvPr id="41" name="TextBox 40">
              <a:extLst>
                <a:ext uri="{FF2B5EF4-FFF2-40B4-BE49-F238E27FC236}">
                  <a16:creationId xmlns:a16="http://schemas.microsoft.com/office/drawing/2014/main" id="{AFF97D4D-1CE6-E3F5-F48B-ADBA9A9AD8AD}"/>
                </a:ext>
              </a:extLst>
            </p:cNvPr>
            <p:cNvSpPr txBox="1"/>
            <p:nvPr/>
          </p:nvSpPr>
          <p:spPr>
            <a:xfrm>
              <a:off x="659061" y="1653171"/>
              <a:ext cx="231195" cy="251956"/>
            </a:xfrm>
            <a:prstGeom prst="rect">
              <a:avLst/>
            </a:prstGeom>
            <a:noFill/>
            <a:ln w="34925">
              <a:noFill/>
              <a:round/>
            </a:ln>
          </p:spPr>
          <p:txBody>
            <a:bodyPr wrap="none" lIns="0" tIns="0" rIns="0" bIns="0" rtlCol="0">
              <a:spAutoFit/>
            </a:bodyPr>
            <a:lstStyle/>
            <a:p>
              <a:pPr algn="ctr" defTabSz="913686"/>
              <a:r>
                <a:rPr lang="en-US" sz="2000" dirty="0">
                  <a:latin typeface="Gill Sans MT" panose="020B0502020104020203" pitchFamily="34" charset="0"/>
                </a:rPr>
                <a:t>02</a:t>
              </a:r>
            </a:p>
          </p:txBody>
        </p:sp>
        <p:sp>
          <p:nvSpPr>
            <p:cNvPr id="44" name="TextBox 43">
              <a:extLst>
                <a:ext uri="{FF2B5EF4-FFF2-40B4-BE49-F238E27FC236}">
                  <a16:creationId xmlns:a16="http://schemas.microsoft.com/office/drawing/2014/main" id="{36C15F05-E38B-66CB-C762-3B0DF7E778A8}"/>
                </a:ext>
              </a:extLst>
            </p:cNvPr>
            <p:cNvSpPr txBox="1"/>
            <p:nvPr/>
          </p:nvSpPr>
          <p:spPr>
            <a:xfrm>
              <a:off x="659061" y="2297644"/>
              <a:ext cx="231195" cy="251956"/>
            </a:xfrm>
            <a:prstGeom prst="rect">
              <a:avLst/>
            </a:prstGeom>
            <a:noFill/>
            <a:ln w="34925">
              <a:noFill/>
              <a:round/>
            </a:ln>
          </p:spPr>
          <p:txBody>
            <a:bodyPr wrap="none" lIns="0" tIns="0" rIns="0" bIns="0" rtlCol="0">
              <a:spAutoFit/>
            </a:bodyPr>
            <a:lstStyle/>
            <a:p>
              <a:pPr algn="ctr" defTabSz="913686"/>
              <a:r>
                <a:rPr lang="en-US" sz="2000" dirty="0">
                  <a:latin typeface="Gill Sans MT" panose="020B0502020104020203" pitchFamily="34" charset="0"/>
                </a:rPr>
                <a:t>03</a:t>
              </a:r>
            </a:p>
          </p:txBody>
        </p:sp>
        <p:sp>
          <p:nvSpPr>
            <p:cNvPr id="50" name="TextBox 49">
              <a:extLst>
                <a:ext uri="{FF2B5EF4-FFF2-40B4-BE49-F238E27FC236}">
                  <a16:creationId xmlns:a16="http://schemas.microsoft.com/office/drawing/2014/main" id="{FF14C145-7BFF-9051-81BF-0CE721E17594}"/>
                </a:ext>
              </a:extLst>
            </p:cNvPr>
            <p:cNvSpPr txBox="1"/>
            <p:nvPr/>
          </p:nvSpPr>
          <p:spPr>
            <a:xfrm>
              <a:off x="659061" y="2942116"/>
              <a:ext cx="231195" cy="251956"/>
            </a:xfrm>
            <a:prstGeom prst="rect">
              <a:avLst/>
            </a:prstGeom>
            <a:noFill/>
            <a:ln w="34925">
              <a:noFill/>
              <a:round/>
            </a:ln>
          </p:spPr>
          <p:txBody>
            <a:bodyPr wrap="none" lIns="0" tIns="0" rIns="0" bIns="0" rtlCol="0">
              <a:spAutoFit/>
            </a:bodyPr>
            <a:lstStyle/>
            <a:p>
              <a:pPr algn="ctr" defTabSz="913686"/>
              <a:r>
                <a:rPr lang="en-US" sz="2000" dirty="0">
                  <a:latin typeface="Gill Sans MT" panose="020B0502020104020203" pitchFamily="34" charset="0"/>
                </a:rPr>
                <a:t>04</a:t>
              </a:r>
            </a:p>
          </p:txBody>
        </p:sp>
        <p:sp>
          <p:nvSpPr>
            <p:cNvPr id="52" name="TextBox 51">
              <a:extLst>
                <a:ext uri="{FF2B5EF4-FFF2-40B4-BE49-F238E27FC236}">
                  <a16:creationId xmlns:a16="http://schemas.microsoft.com/office/drawing/2014/main" id="{859ABE74-5357-4D2E-A4CA-A591BCFA51E3}"/>
                </a:ext>
              </a:extLst>
            </p:cNvPr>
            <p:cNvSpPr txBox="1"/>
            <p:nvPr/>
          </p:nvSpPr>
          <p:spPr>
            <a:xfrm>
              <a:off x="659061" y="3590589"/>
              <a:ext cx="231195" cy="251956"/>
            </a:xfrm>
            <a:prstGeom prst="rect">
              <a:avLst/>
            </a:prstGeom>
            <a:noFill/>
            <a:ln w="34925">
              <a:noFill/>
              <a:round/>
            </a:ln>
          </p:spPr>
          <p:txBody>
            <a:bodyPr wrap="none" lIns="0" tIns="0" rIns="0" bIns="0" rtlCol="0">
              <a:spAutoFit/>
            </a:bodyPr>
            <a:lstStyle/>
            <a:p>
              <a:pPr algn="ctr" defTabSz="913686"/>
              <a:r>
                <a:rPr lang="en-US" sz="2000" dirty="0">
                  <a:latin typeface="Gill Sans MT" panose="020B0502020104020203" pitchFamily="34" charset="0"/>
                </a:rPr>
                <a:t>05</a:t>
              </a:r>
            </a:p>
          </p:txBody>
        </p:sp>
        <p:sp>
          <p:nvSpPr>
            <p:cNvPr id="53" name="TextBox 52">
              <a:extLst>
                <a:ext uri="{FF2B5EF4-FFF2-40B4-BE49-F238E27FC236}">
                  <a16:creationId xmlns:a16="http://schemas.microsoft.com/office/drawing/2014/main" id="{AFE904E5-1BA6-69B0-4948-83A04CB66D5A}"/>
                </a:ext>
              </a:extLst>
            </p:cNvPr>
            <p:cNvSpPr txBox="1"/>
            <p:nvPr/>
          </p:nvSpPr>
          <p:spPr>
            <a:xfrm>
              <a:off x="659061" y="4240132"/>
              <a:ext cx="231195" cy="251956"/>
            </a:xfrm>
            <a:prstGeom prst="rect">
              <a:avLst/>
            </a:prstGeom>
            <a:noFill/>
            <a:ln w="34925">
              <a:noFill/>
              <a:round/>
            </a:ln>
          </p:spPr>
          <p:txBody>
            <a:bodyPr wrap="none" lIns="0" tIns="0" rIns="0" bIns="0" rtlCol="0">
              <a:spAutoFit/>
            </a:bodyPr>
            <a:lstStyle/>
            <a:p>
              <a:pPr algn="ctr" defTabSz="913686"/>
              <a:r>
                <a:rPr lang="en-US" sz="2000" dirty="0">
                  <a:latin typeface="Gill Sans MT" panose="020B0502020104020203" pitchFamily="34" charset="0"/>
                </a:rPr>
                <a:t>06</a:t>
              </a:r>
            </a:p>
          </p:txBody>
        </p:sp>
      </p:grpSp>
      <p:sp>
        <p:nvSpPr>
          <p:cNvPr id="71" name="TextBox 70">
            <a:extLst>
              <a:ext uri="{FF2B5EF4-FFF2-40B4-BE49-F238E27FC236}">
                <a16:creationId xmlns:a16="http://schemas.microsoft.com/office/drawing/2014/main" id="{9BD816D2-2218-4FD8-816C-C7A84F6B41DD}"/>
              </a:ext>
            </a:extLst>
          </p:cNvPr>
          <p:cNvSpPr txBox="1"/>
          <p:nvPr/>
        </p:nvSpPr>
        <p:spPr>
          <a:xfrm>
            <a:off x="2366013" y="1448616"/>
            <a:ext cx="8961120" cy="523220"/>
          </a:xfrm>
          <a:prstGeom prst="rect">
            <a:avLst/>
          </a:prstGeom>
          <a:solidFill>
            <a:schemeClr val="bg1"/>
          </a:solidFill>
          <a:ln>
            <a:solidFill>
              <a:schemeClr val="bg2"/>
            </a:solidFill>
          </a:ln>
        </p:spPr>
        <p:txBody>
          <a:bodyPr wrap="square">
            <a:spAutoFit/>
          </a:bodyPr>
          <a:lstStyle/>
          <a:p>
            <a:pPr algn="just"/>
            <a:r>
              <a:rPr lang="en-US" sz="1400" b="1" i="0" dirty="0">
                <a:solidFill>
                  <a:srgbClr val="0D0D0D"/>
                </a:solidFill>
                <a:effectLst/>
                <a:latin typeface="Gill Sans MT" panose="020B0502020104020203" pitchFamily="34" charset="0"/>
              </a:rPr>
              <a:t>Environmental Risks</a:t>
            </a:r>
            <a:r>
              <a:rPr lang="en-US" sz="1400" b="0" i="0" dirty="0">
                <a:solidFill>
                  <a:srgbClr val="0D0D0D"/>
                </a:solidFill>
                <a:effectLst/>
                <a:latin typeface="Gill Sans MT" panose="020B0502020104020203" pitchFamily="34" charset="0"/>
              </a:rPr>
              <a:t>: Hydro power plants are vulnerable to environmental risks, including floods, landslides, and seismic activities, requiring specialized coverage to address the unique challenges posed by these factors</a:t>
            </a:r>
            <a:endParaRPr lang="en-US" sz="1400" dirty="0">
              <a:latin typeface="Gill Sans MT" panose="020B0502020104020203" pitchFamily="34" charset="0"/>
            </a:endParaRPr>
          </a:p>
        </p:txBody>
      </p:sp>
      <p:sp>
        <p:nvSpPr>
          <p:cNvPr id="72" name="TextBox 71">
            <a:extLst>
              <a:ext uri="{FF2B5EF4-FFF2-40B4-BE49-F238E27FC236}">
                <a16:creationId xmlns:a16="http://schemas.microsoft.com/office/drawing/2014/main" id="{3FEEE85A-E98F-61D7-3843-FAED2E6F35BD}"/>
              </a:ext>
            </a:extLst>
          </p:cNvPr>
          <p:cNvSpPr txBox="1"/>
          <p:nvPr/>
        </p:nvSpPr>
        <p:spPr>
          <a:xfrm>
            <a:off x="2366013" y="2314838"/>
            <a:ext cx="8961120" cy="523220"/>
          </a:xfrm>
          <a:prstGeom prst="rect">
            <a:avLst/>
          </a:prstGeom>
          <a:solidFill>
            <a:schemeClr val="bg1"/>
          </a:solidFill>
          <a:ln>
            <a:solidFill>
              <a:schemeClr val="bg2"/>
            </a:solidFill>
          </a:ln>
        </p:spPr>
        <p:txBody>
          <a:bodyPr wrap="square">
            <a:spAutoFit/>
          </a:bodyPr>
          <a:lstStyle/>
          <a:p>
            <a:pPr algn="just"/>
            <a:r>
              <a:rPr lang="en-US" sz="1400" b="1" i="0" dirty="0">
                <a:solidFill>
                  <a:srgbClr val="0D0D0D"/>
                </a:solidFill>
                <a:effectLst/>
                <a:latin typeface="Gill Sans MT" panose="020B0502020104020203" pitchFamily="34" charset="0"/>
              </a:rPr>
              <a:t>Availability of Reinsurance: </a:t>
            </a:r>
            <a:r>
              <a:rPr lang="en-US" sz="1400" b="0" i="0" dirty="0">
                <a:solidFill>
                  <a:srgbClr val="0D0D0D"/>
                </a:solidFill>
                <a:effectLst/>
                <a:latin typeface="Gill Sans MT" panose="020B0502020104020203" pitchFamily="34" charset="0"/>
              </a:rPr>
              <a:t>Hydro companies face limitations in securing reinsurance to cover catastrophic events, affecting their ability to transfer risk effectively</a:t>
            </a:r>
            <a:endParaRPr lang="en-US" sz="1400" dirty="0">
              <a:latin typeface="Gill Sans MT" panose="020B0502020104020203" pitchFamily="34" charset="0"/>
            </a:endParaRPr>
          </a:p>
        </p:txBody>
      </p:sp>
      <p:sp>
        <p:nvSpPr>
          <p:cNvPr id="73" name="TextBox 72">
            <a:extLst>
              <a:ext uri="{FF2B5EF4-FFF2-40B4-BE49-F238E27FC236}">
                <a16:creationId xmlns:a16="http://schemas.microsoft.com/office/drawing/2014/main" id="{90C61C7E-6678-BDD4-B9AC-7BDCF6D16073}"/>
              </a:ext>
            </a:extLst>
          </p:cNvPr>
          <p:cNvSpPr txBox="1"/>
          <p:nvPr/>
        </p:nvSpPr>
        <p:spPr>
          <a:xfrm>
            <a:off x="2366010" y="3824392"/>
            <a:ext cx="8961120" cy="523220"/>
          </a:xfrm>
          <a:prstGeom prst="rect">
            <a:avLst/>
          </a:prstGeom>
          <a:solidFill>
            <a:schemeClr val="bg1"/>
          </a:solidFill>
          <a:ln>
            <a:solidFill>
              <a:schemeClr val="bg2"/>
            </a:solidFill>
          </a:ln>
        </p:spPr>
        <p:txBody>
          <a:bodyPr wrap="square">
            <a:spAutoFit/>
          </a:bodyPr>
          <a:lstStyle/>
          <a:p>
            <a:pPr algn="just"/>
            <a:r>
              <a:rPr lang="en-US" sz="1400" b="1" i="0" dirty="0">
                <a:solidFill>
                  <a:srgbClr val="0D0D0D"/>
                </a:solidFill>
                <a:effectLst/>
                <a:latin typeface="Gill Sans MT" panose="020B0502020104020203" pitchFamily="34" charset="0"/>
              </a:rPr>
              <a:t>Project Complexity: </a:t>
            </a:r>
            <a:r>
              <a:rPr lang="en-US" sz="1400" b="0" i="0" dirty="0">
                <a:solidFill>
                  <a:srgbClr val="0D0D0D"/>
                </a:solidFill>
                <a:effectLst/>
                <a:latin typeface="Gill Sans MT" panose="020B0502020104020203" pitchFamily="34" charset="0"/>
              </a:rPr>
              <a:t>The complexity of hydroelectric projects, including large-scale infrastructure, intricate machinery, and unique operational risks, poses challenges in accurately assessing and underwriting insurance coverage.</a:t>
            </a:r>
            <a:endParaRPr lang="en-US" sz="1400" dirty="0">
              <a:latin typeface="Gill Sans MT" panose="020B0502020104020203" pitchFamily="34" charset="0"/>
            </a:endParaRPr>
          </a:p>
        </p:txBody>
      </p:sp>
      <p:sp>
        <p:nvSpPr>
          <p:cNvPr id="74" name="TextBox 73">
            <a:extLst>
              <a:ext uri="{FF2B5EF4-FFF2-40B4-BE49-F238E27FC236}">
                <a16:creationId xmlns:a16="http://schemas.microsoft.com/office/drawing/2014/main" id="{0A6C48E8-55C6-DE14-D779-A009751CF44D}"/>
              </a:ext>
            </a:extLst>
          </p:cNvPr>
          <p:cNvSpPr txBox="1"/>
          <p:nvPr/>
        </p:nvSpPr>
        <p:spPr>
          <a:xfrm>
            <a:off x="2366010" y="4680139"/>
            <a:ext cx="8961120" cy="523220"/>
          </a:xfrm>
          <a:prstGeom prst="rect">
            <a:avLst/>
          </a:prstGeom>
          <a:solidFill>
            <a:schemeClr val="bg1"/>
          </a:solidFill>
          <a:ln>
            <a:solidFill>
              <a:schemeClr val="bg2"/>
            </a:solidFill>
          </a:ln>
        </p:spPr>
        <p:txBody>
          <a:bodyPr wrap="square">
            <a:spAutoFit/>
          </a:bodyPr>
          <a:lstStyle/>
          <a:p>
            <a:pPr algn="just"/>
            <a:r>
              <a:rPr lang="en-US" sz="1400" b="1" i="0" dirty="0">
                <a:solidFill>
                  <a:srgbClr val="0D0D0D"/>
                </a:solidFill>
                <a:effectLst/>
                <a:latin typeface="Gill Sans MT" panose="020B0502020104020203" pitchFamily="34" charset="0"/>
              </a:rPr>
              <a:t>High Premium Costs: </a:t>
            </a:r>
            <a:r>
              <a:rPr lang="en-US" sz="1400" b="0" i="0" dirty="0">
                <a:solidFill>
                  <a:srgbClr val="0D0D0D"/>
                </a:solidFill>
                <a:effectLst/>
                <a:latin typeface="Gill Sans MT" panose="020B0502020104020203" pitchFamily="34" charset="0"/>
              </a:rPr>
              <a:t>Hydro companies often face high premium costs due to the unique risks associated with hydroelectric projects, including construction, operational, and environmental risks</a:t>
            </a:r>
            <a:endParaRPr lang="en-US" sz="1400" dirty="0">
              <a:latin typeface="Gill Sans MT" panose="020B0502020104020203" pitchFamily="34" charset="0"/>
            </a:endParaRPr>
          </a:p>
        </p:txBody>
      </p:sp>
      <p:sp>
        <p:nvSpPr>
          <p:cNvPr id="75" name="TextBox 74">
            <a:extLst>
              <a:ext uri="{FF2B5EF4-FFF2-40B4-BE49-F238E27FC236}">
                <a16:creationId xmlns:a16="http://schemas.microsoft.com/office/drawing/2014/main" id="{758F5752-864B-14BE-7BC3-4C5678835F1F}"/>
              </a:ext>
            </a:extLst>
          </p:cNvPr>
          <p:cNvSpPr txBox="1"/>
          <p:nvPr/>
        </p:nvSpPr>
        <p:spPr>
          <a:xfrm>
            <a:off x="2366009" y="5499081"/>
            <a:ext cx="8961120" cy="523220"/>
          </a:xfrm>
          <a:prstGeom prst="rect">
            <a:avLst/>
          </a:prstGeom>
          <a:solidFill>
            <a:schemeClr val="bg1"/>
          </a:solidFill>
          <a:ln>
            <a:solidFill>
              <a:schemeClr val="bg2"/>
            </a:solidFill>
          </a:ln>
        </p:spPr>
        <p:txBody>
          <a:bodyPr wrap="square">
            <a:spAutoFit/>
          </a:bodyPr>
          <a:lstStyle/>
          <a:p>
            <a:r>
              <a:rPr lang="en-US" sz="1400" b="1" i="0" dirty="0">
                <a:solidFill>
                  <a:srgbClr val="0D0D0D"/>
                </a:solidFill>
                <a:effectLst/>
                <a:latin typeface="Gill Sans MT" panose="020B0502020104020203" pitchFamily="34" charset="0"/>
              </a:rPr>
              <a:t>Limited Coverage Options: </a:t>
            </a:r>
            <a:r>
              <a:rPr lang="en-US" sz="1400" b="0" i="0" dirty="0">
                <a:solidFill>
                  <a:srgbClr val="0D0D0D"/>
                </a:solidFill>
                <a:effectLst/>
                <a:latin typeface="Gill Sans MT" panose="020B0502020104020203" pitchFamily="34" charset="0"/>
              </a:rPr>
              <a:t>Finding comprehensive coverage that addresses all the specific risks of hydro power plants can be challenging, leading to gaps in coverage.</a:t>
            </a:r>
            <a:endParaRPr lang="en-US" sz="1400" dirty="0">
              <a:latin typeface="Gill Sans MT" panose="020B0502020104020203" pitchFamily="34" charset="0"/>
            </a:endParaRPr>
          </a:p>
        </p:txBody>
      </p:sp>
      <p:sp>
        <p:nvSpPr>
          <p:cNvPr id="76" name="TextBox 75">
            <a:extLst>
              <a:ext uri="{FF2B5EF4-FFF2-40B4-BE49-F238E27FC236}">
                <a16:creationId xmlns:a16="http://schemas.microsoft.com/office/drawing/2014/main" id="{068721C9-9AE1-03B5-7DE3-4487AB82000C}"/>
              </a:ext>
            </a:extLst>
          </p:cNvPr>
          <p:cNvSpPr txBox="1"/>
          <p:nvPr/>
        </p:nvSpPr>
        <p:spPr>
          <a:xfrm>
            <a:off x="2366005" y="3011482"/>
            <a:ext cx="8961120" cy="523220"/>
          </a:xfrm>
          <a:prstGeom prst="rect">
            <a:avLst/>
          </a:prstGeom>
          <a:solidFill>
            <a:schemeClr val="bg1"/>
          </a:solidFill>
          <a:ln>
            <a:solidFill>
              <a:schemeClr val="bg2"/>
            </a:solidFill>
          </a:ln>
        </p:spPr>
        <p:txBody>
          <a:bodyPr wrap="square">
            <a:spAutoFit/>
          </a:bodyPr>
          <a:lstStyle/>
          <a:p>
            <a:pPr algn="just"/>
            <a:r>
              <a:rPr lang="en-US" sz="1400" b="1" i="0" dirty="0">
                <a:solidFill>
                  <a:srgbClr val="0D0D0D"/>
                </a:solidFill>
                <a:effectLst/>
                <a:latin typeface="Gill Sans MT" panose="020B0502020104020203" pitchFamily="34" charset="0"/>
              </a:rPr>
              <a:t>Construction Risk:  </a:t>
            </a:r>
            <a:r>
              <a:rPr lang="en-US" sz="1400" b="0" i="0" dirty="0">
                <a:solidFill>
                  <a:srgbClr val="0D0D0D"/>
                </a:solidFill>
                <a:effectLst/>
                <a:latin typeface="Gill Sans MT" panose="020B0502020104020203" pitchFamily="34" charset="0"/>
              </a:rPr>
              <a:t>The company/power plants generally relies on insurance coverage secured by contractors to protect against damage and loss during the construction phase of its hydroelectric projects</a:t>
            </a:r>
            <a:endParaRPr lang="en-US" sz="1400" dirty="0">
              <a:latin typeface="Gill Sans MT" panose="020B0502020104020203" pitchFamily="34" charset="0"/>
            </a:endParaRPr>
          </a:p>
        </p:txBody>
      </p:sp>
    </p:spTree>
    <p:extLst>
      <p:ext uri="{BB962C8B-B14F-4D97-AF65-F5344CB8AC3E}">
        <p14:creationId xmlns:p14="http://schemas.microsoft.com/office/powerpoint/2010/main" val="4902455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90E5D-5994-D6EA-F00E-BFCA757554A9}"/>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60985181-AABC-6063-04A2-D72B0B753870}"/>
              </a:ext>
            </a:extLst>
          </p:cNvPr>
          <p:cNvSpPr/>
          <p:nvPr/>
        </p:nvSpPr>
        <p:spPr bwMode="gray">
          <a:xfrm>
            <a:off x="5114919" y="1345699"/>
            <a:ext cx="2142644" cy="4881080"/>
          </a:xfrm>
          <a:prstGeom prst="rect">
            <a:avLst/>
          </a:prstGeom>
          <a:solidFill>
            <a:schemeClr val="bg1">
              <a:lumMod val="85000"/>
              <a:alpha val="34902"/>
            </a:schemeClr>
          </a:solidFill>
          <a:ln w="19050" algn="ctr">
            <a:solidFill>
              <a:schemeClr val="tx1">
                <a:lumMod val="65000"/>
                <a:lumOff val="35000"/>
              </a:schemeClr>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dirty="0">
              <a:solidFill>
                <a:schemeClr val="bg1"/>
              </a:solidFill>
              <a:latin typeface="Gill Sans MT" panose="020B0502020104020203" pitchFamily="34" charset="0"/>
            </a:endParaRPr>
          </a:p>
        </p:txBody>
      </p:sp>
      <p:graphicFrame>
        <p:nvGraphicFramePr>
          <p:cNvPr id="5" name="think-cell data - do not delete" hidden="1">
            <a:extLst>
              <a:ext uri="{FF2B5EF4-FFF2-40B4-BE49-F238E27FC236}">
                <a16:creationId xmlns:a16="http://schemas.microsoft.com/office/drawing/2014/main" id="{9D12415D-5912-8323-72F0-B72E57829CE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5" imgH="416" progId="TCLayout.ActiveDocument.1">
                  <p:embed/>
                </p:oleObj>
              </mc:Choice>
              <mc:Fallback>
                <p:oleObj name="think-cell Slide" r:id="rId11" imgW="415" imgH="416" progId="TCLayout.ActiveDocument.1">
                  <p:embed/>
                  <p:pic>
                    <p:nvPicPr>
                      <p:cNvPr id="5" name="think-cell data - do not delete" hidden="1">
                        <a:extLst>
                          <a:ext uri="{FF2B5EF4-FFF2-40B4-BE49-F238E27FC236}">
                            <a16:creationId xmlns:a16="http://schemas.microsoft.com/office/drawing/2014/main" id="{9D12415D-5912-8323-72F0-B72E57829CE5}"/>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8" name="Text Placeholder 2">
            <a:extLst>
              <a:ext uri="{FF2B5EF4-FFF2-40B4-BE49-F238E27FC236}">
                <a16:creationId xmlns:a16="http://schemas.microsoft.com/office/drawing/2014/main" id="{85FB2C56-8E68-407A-3C62-62EDE793F1CF}"/>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600" dirty="0">
                <a:solidFill>
                  <a:schemeClr val="bg2">
                    <a:lumMod val="50000"/>
                  </a:schemeClr>
                </a:solidFill>
                <a:latin typeface="Gill Sans MT" panose="020B0502020104020203" pitchFamily="34" charset="0"/>
              </a:rPr>
              <a:t>Challenges from the perspective of Insurance players/ market</a:t>
            </a:r>
          </a:p>
        </p:txBody>
      </p:sp>
      <p:sp>
        <p:nvSpPr>
          <p:cNvPr id="10" name="Title 2">
            <a:extLst>
              <a:ext uri="{FF2B5EF4-FFF2-40B4-BE49-F238E27FC236}">
                <a16:creationId xmlns:a16="http://schemas.microsoft.com/office/drawing/2014/main" id="{BD0E7FAC-125A-BC03-50BC-8B397F845687}"/>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dirty="0">
                <a:solidFill>
                  <a:srgbClr val="BA0C2F"/>
                </a:solidFill>
                <a:latin typeface="Gill Sans MT" panose="020B0502020104020203" pitchFamily="34" charset="0"/>
              </a:rPr>
              <a:t>Challenges Faced by Nepal’s HPP Insurance Market</a:t>
            </a:r>
          </a:p>
        </p:txBody>
      </p:sp>
      <p:cxnSp>
        <p:nvCxnSpPr>
          <p:cNvPr id="18" name="Straight Connector 17">
            <a:extLst>
              <a:ext uri="{FF2B5EF4-FFF2-40B4-BE49-F238E27FC236}">
                <a16:creationId xmlns:a16="http://schemas.microsoft.com/office/drawing/2014/main" id="{365CFC61-F7DB-7417-E247-E0E1D5DC5DA5}"/>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Oval 1">
            <a:extLst>
              <a:ext uri="{FF2B5EF4-FFF2-40B4-BE49-F238E27FC236}">
                <a16:creationId xmlns:a16="http://schemas.microsoft.com/office/drawing/2014/main" id="{64D69603-2865-B1A6-4A95-3D1F68797EF9}"/>
              </a:ext>
            </a:extLst>
          </p:cNvPr>
          <p:cNvSpPr>
            <a:spLocks noChangeArrowheads="1"/>
          </p:cNvSpPr>
          <p:nvPr>
            <p:custDataLst>
              <p:tags r:id="rId2"/>
            </p:custDataLst>
          </p:nvPr>
        </p:nvSpPr>
        <p:spPr bwMode="auto">
          <a:xfrm>
            <a:off x="5150512" y="2713842"/>
            <a:ext cx="2071457" cy="2144790"/>
          </a:xfrm>
          <a:prstGeom prst="ellipse">
            <a:avLst/>
          </a:prstGeom>
          <a:solidFill>
            <a:schemeClr val="tx1"/>
          </a:solidFill>
          <a:ln w="6350" algn="ctr">
            <a:noFill/>
            <a:round/>
            <a:headEnd/>
            <a:tailEnd/>
          </a:ln>
        </p:spPr>
        <p:txBody>
          <a:bodyPr lIns="88900" tIns="88900" rIns="88900" bIns="88900" anchor="ctr"/>
          <a:lstStyle/>
          <a:p>
            <a:pPr algn="ctr">
              <a:defRPr/>
            </a:pPr>
            <a:r>
              <a:rPr lang="en-US" sz="1700" b="1" kern="0" dirty="0">
                <a:solidFill>
                  <a:prstClr val="white"/>
                </a:solidFill>
                <a:latin typeface="Gill Sans MT" panose="020B0502020104020203" pitchFamily="34" charset="0"/>
                <a:ea typeface="ＭＳ Ｐゴシック" pitchFamily="50" charset="-128"/>
              </a:rPr>
              <a:t>Major Challenges faced by Insurance Market</a:t>
            </a:r>
          </a:p>
        </p:txBody>
      </p:sp>
      <p:grpSp>
        <p:nvGrpSpPr>
          <p:cNvPr id="3" name="Group 2">
            <a:extLst>
              <a:ext uri="{FF2B5EF4-FFF2-40B4-BE49-F238E27FC236}">
                <a16:creationId xmlns:a16="http://schemas.microsoft.com/office/drawing/2014/main" id="{DE5DAD74-7066-0AC4-CE3F-3913FF36E3D6}"/>
              </a:ext>
            </a:extLst>
          </p:cNvPr>
          <p:cNvGrpSpPr/>
          <p:nvPr/>
        </p:nvGrpSpPr>
        <p:grpSpPr>
          <a:xfrm>
            <a:off x="573844" y="1345698"/>
            <a:ext cx="11224794" cy="4881079"/>
            <a:chOff x="2219782" y="1646493"/>
            <a:chExt cx="7777448" cy="3169492"/>
          </a:xfrm>
        </p:grpSpPr>
        <p:sp>
          <p:nvSpPr>
            <p:cNvPr id="4" name="Text Placeholder 5">
              <a:extLst>
                <a:ext uri="{FF2B5EF4-FFF2-40B4-BE49-F238E27FC236}">
                  <a16:creationId xmlns:a16="http://schemas.microsoft.com/office/drawing/2014/main" id="{77F65053-6855-BE1A-EF73-1A1D1DC946C6}"/>
                </a:ext>
              </a:extLst>
            </p:cNvPr>
            <p:cNvSpPr txBox="1">
              <a:spLocks/>
            </p:cNvSpPr>
            <p:nvPr>
              <p:custDataLst>
                <p:tags r:id="rId3"/>
              </p:custDataLst>
            </p:nvPr>
          </p:nvSpPr>
          <p:spPr>
            <a:xfrm flipH="1">
              <a:off x="2219782" y="1646493"/>
              <a:ext cx="3146425" cy="990000"/>
            </a:xfrm>
            <a:prstGeom prst="homePlate">
              <a:avLst>
                <a:gd name="adj" fmla="val 22028"/>
              </a:avLst>
            </a:prstGeom>
            <a:solidFill>
              <a:schemeClr val="tx1">
                <a:lumMod val="75000"/>
                <a:lumOff val="25000"/>
              </a:schemeClr>
            </a:solidFill>
            <a:ln>
              <a:noFill/>
            </a:ln>
          </p:spPr>
          <p:txBody>
            <a:bodyPr wrap="square" lIns="182880" tIns="88900" rIns="88900" bIns="88900"/>
            <a:lstStyle>
              <a:lvl1pPr marL="0" indent="0" algn="l" defTabSz="957263" rtl="0" eaLnBrk="1" fontAlgn="base" hangingPunct="1">
                <a:lnSpc>
                  <a:spcPct val="100000"/>
                </a:lnSpc>
                <a:spcBef>
                  <a:spcPts val="400"/>
                </a:spcBef>
                <a:spcAft>
                  <a:spcPts val="0"/>
                </a:spcAft>
                <a:buFont typeface="Arial" charset="0"/>
                <a:defRPr lang="en-US" sz="1400" kern="1200">
                  <a:solidFill>
                    <a:schemeClr val="tx2"/>
                  </a:solidFill>
                  <a:latin typeface="+mn-lt"/>
                  <a:ea typeface="+mn-ea"/>
                  <a:cs typeface="+mn-cs"/>
                </a:defRPr>
              </a:lvl1pPr>
              <a:lvl2pPr marL="180000" indent="-180000" algn="l" defTabSz="957263" rtl="0" eaLnBrk="1" fontAlgn="base" hangingPunct="1">
                <a:lnSpc>
                  <a:spcPct val="100000"/>
                </a:lnSpc>
                <a:spcBef>
                  <a:spcPts val="400"/>
                </a:spcBef>
                <a:spcAft>
                  <a:spcPts val="0"/>
                </a:spcAft>
                <a:buFont typeface="Arial" charset="0"/>
                <a:buChar char="•"/>
                <a:defRPr lang="en-US" sz="1400" kern="1200">
                  <a:solidFill>
                    <a:schemeClr val="tx2"/>
                  </a:solidFill>
                  <a:latin typeface="+mn-lt"/>
                  <a:ea typeface="+mj-ea"/>
                  <a:cs typeface="+mj-cs"/>
                </a:defRPr>
              </a:lvl2pPr>
              <a:lvl3pPr marL="36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3pPr>
              <a:lvl4pPr marL="54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4pPr>
              <a:lvl5pPr marL="720000" indent="-179388" algn="l" defTabSz="957263" rtl="0" eaLnBrk="1" fontAlgn="base" hangingPunct="1">
                <a:lnSpc>
                  <a:spcPct val="100000"/>
                </a:lnSpc>
                <a:spcBef>
                  <a:spcPts val="400"/>
                </a:spcBef>
                <a:spcAft>
                  <a:spcPts val="0"/>
                </a:spcAft>
                <a:buFont typeface="Arial" charset="0"/>
                <a:buChar char="‒"/>
                <a:defRPr lang="en-GB" sz="1200" kern="1200">
                  <a:solidFill>
                    <a:schemeClr val="tx2"/>
                  </a:solidFill>
                  <a:latin typeface="+mn-lt"/>
                  <a:ea typeface="+mj-ea"/>
                  <a:cs typeface="+mj-cs"/>
                </a:defRPr>
              </a:lvl5pPr>
              <a:lvl6pPr marL="900000" indent="-180000" algn="l" defTabSz="859512" rtl="0" eaLnBrk="1" latinLnBrk="0" hangingPunct="1">
                <a:lnSpc>
                  <a:spcPct val="100000"/>
                </a:lnSpc>
                <a:spcBef>
                  <a:spcPts val="400"/>
                </a:spcBef>
                <a:spcAft>
                  <a:spcPts val="0"/>
                </a:spcAft>
                <a:buFont typeface="Arial" pitchFamily="34" charset="0"/>
                <a:buChar char="•"/>
                <a:defRPr sz="1200" kern="1200" baseline="0">
                  <a:solidFill>
                    <a:schemeClr val="accent1"/>
                  </a:solidFill>
                  <a:latin typeface="+mn-lt"/>
                  <a:ea typeface="+mn-ea"/>
                  <a:cs typeface="+mn-cs"/>
                </a:defRPr>
              </a:lvl6pPr>
              <a:lvl7pPr marL="108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7pPr>
              <a:lvl8pPr marL="126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8pPr>
              <a:lvl9pPr marL="144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9pPr>
            </a:lstStyle>
            <a:p>
              <a:pPr>
                <a:spcAft>
                  <a:spcPts val="600"/>
                </a:spcAft>
                <a:buClr>
                  <a:schemeClr val="bg1"/>
                </a:buClr>
                <a:buSzPct val="100000"/>
              </a:pPr>
              <a:r>
                <a:rPr lang="en-US" b="1" dirty="0">
                  <a:solidFill>
                    <a:schemeClr val="bg1"/>
                  </a:solidFill>
                  <a:latin typeface="Gill Sans MT" panose="020B0502020104020203" pitchFamily="34" charset="0"/>
                  <a:ea typeface="ＭＳ Ｐゴシック" pitchFamily="50" charset="-128"/>
                </a:rPr>
                <a:t>Low Insurance Education/ Inherent resistance</a:t>
              </a:r>
              <a:endParaRPr lang="en-US" b="1" dirty="0">
                <a:solidFill>
                  <a:schemeClr val="bg1"/>
                </a:solidFill>
                <a:latin typeface="Gill Sans MT" panose="020B0502020104020203" pitchFamily="34" charset="0"/>
                <a:cs typeface="Arial" charset="0"/>
              </a:endParaRPr>
            </a:p>
            <a:p>
              <a:pPr marL="114300" lvl="1" indent="-114300">
                <a:spcBef>
                  <a:spcPts val="0"/>
                </a:spcBef>
                <a:spcAft>
                  <a:spcPts val="600"/>
                </a:spcAft>
                <a:buSzPct val="100000"/>
                <a:buFont typeface="Arial"/>
                <a:buChar char="•"/>
              </a:pPr>
              <a:r>
                <a:rPr lang="en-US" dirty="0">
                  <a:solidFill>
                    <a:schemeClr val="bg1"/>
                  </a:solidFill>
                  <a:latin typeface="Gill Sans MT" panose="020B0502020104020203" pitchFamily="34" charset="0"/>
                  <a:cs typeface="Arial" charset="0"/>
                </a:rPr>
                <a:t>Insurance is often seen as an impractical investment because premiums are paid annually, while indemnities are infrequent. </a:t>
              </a:r>
            </a:p>
            <a:p>
              <a:pPr marL="114300" lvl="1" indent="-114300">
                <a:spcBef>
                  <a:spcPts val="0"/>
                </a:spcBef>
                <a:spcAft>
                  <a:spcPts val="600"/>
                </a:spcAft>
                <a:buSzPct val="100000"/>
                <a:buFont typeface="Arial"/>
                <a:buChar char="•"/>
              </a:pPr>
              <a:endParaRPr lang="en-US" dirty="0">
                <a:solidFill>
                  <a:schemeClr val="bg1"/>
                </a:solidFill>
                <a:latin typeface="Gill Sans MT" panose="020B0502020104020203" pitchFamily="34" charset="0"/>
                <a:cs typeface="Arial" charset="0"/>
              </a:endParaRPr>
            </a:p>
          </p:txBody>
        </p:sp>
        <p:sp>
          <p:nvSpPr>
            <p:cNvPr id="6" name="Text Placeholder 5">
              <a:extLst>
                <a:ext uri="{FF2B5EF4-FFF2-40B4-BE49-F238E27FC236}">
                  <a16:creationId xmlns:a16="http://schemas.microsoft.com/office/drawing/2014/main" id="{B7ED730B-18A3-5ED4-7D34-2E0DF8455B79}"/>
                </a:ext>
              </a:extLst>
            </p:cNvPr>
            <p:cNvSpPr txBox="1">
              <a:spLocks/>
            </p:cNvSpPr>
            <p:nvPr>
              <p:custDataLst>
                <p:tags r:id="rId4"/>
              </p:custDataLst>
            </p:nvPr>
          </p:nvSpPr>
          <p:spPr>
            <a:xfrm flipH="1">
              <a:off x="2219782" y="2736239"/>
              <a:ext cx="3146425" cy="990000"/>
            </a:xfrm>
            <a:prstGeom prst="homePlate">
              <a:avLst>
                <a:gd name="adj" fmla="val 22028"/>
              </a:avLst>
            </a:prstGeom>
            <a:solidFill>
              <a:schemeClr val="accent1"/>
            </a:solidFill>
            <a:ln>
              <a:noFill/>
            </a:ln>
          </p:spPr>
          <p:txBody>
            <a:bodyPr wrap="square" lIns="182880" tIns="88900" rIns="88900" bIns="88900"/>
            <a:lstStyle>
              <a:lvl1pPr marL="0" indent="0" algn="l" defTabSz="957263" rtl="0" eaLnBrk="1" fontAlgn="base" hangingPunct="1">
                <a:lnSpc>
                  <a:spcPct val="100000"/>
                </a:lnSpc>
                <a:spcBef>
                  <a:spcPts val="400"/>
                </a:spcBef>
                <a:spcAft>
                  <a:spcPts val="0"/>
                </a:spcAft>
                <a:buFont typeface="Arial" charset="0"/>
                <a:defRPr lang="en-US" sz="1400" kern="1200">
                  <a:solidFill>
                    <a:schemeClr val="tx2"/>
                  </a:solidFill>
                  <a:latin typeface="+mn-lt"/>
                  <a:ea typeface="+mn-ea"/>
                  <a:cs typeface="+mn-cs"/>
                </a:defRPr>
              </a:lvl1pPr>
              <a:lvl2pPr marL="180000" indent="-180000" algn="l" defTabSz="957263" rtl="0" eaLnBrk="1" fontAlgn="base" hangingPunct="1">
                <a:lnSpc>
                  <a:spcPct val="100000"/>
                </a:lnSpc>
                <a:spcBef>
                  <a:spcPts val="400"/>
                </a:spcBef>
                <a:spcAft>
                  <a:spcPts val="0"/>
                </a:spcAft>
                <a:buFont typeface="Arial" charset="0"/>
                <a:buChar char="•"/>
                <a:defRPr lang="en-US" sz="1400" kern="1200">
                  <a:solidFill>
                    <a:schemeClr val="tx2"/>
                  </a:solidFill>
                  <a:latin typeface="+mn-lt"/>
                  <a:ea typeface="+mj-ea"/>
                  <a:cs typeface="+mj-cs"/>
                </a:defRPr>
              </a:lvl2pPr>
              <a:lvl3pPr marL="36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3pPr>
              <a:lvl4pPr marL="54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4pPr>
              <a:lvl5pPr marL="720000" indent="-179388" algn="l" defTabSz="957263" rtl="0" eaLnBrk="1" fontAlgn="base" hangingPunct="1">
                <a:lnSpc>
                  <a:spcPct val="100000"/>
                </a:lnSpc>
                <a:spcBef>
                  <a:spcPts val="400"/>
                </a:spcBef>
                <a:spcAft>
                  <a:spcPts val="0"/>
                </a:spcAft>
                <a:buFont typeface="Arial" charset="0"/>
                <a:buChar char="‒"/>
                <a:defRPr lang="en-GB" sz="1200" kern="1200">
                  <a:solidFill>
                    <a:schemeClr val="tx2"/>
                  </a:solidFill>
                  <a:latin typeface="+mn-lt"/>
                  <a:ea typeface="+mj-ea"/>
                  <a:cs typeface="+mj-cs"/>
                </a:defRPr>
              </a:lvl5pPr>
              <a:lvl6pPr marL="900000" indent="-180000" algn="l" defTabSz="859512" rtl="0" eaLnBrk="1" latinLnBrk="0" hangingPunct="1">
                <a:lnSpc>
                  <a:spcPct val="100000"/>
                </a:lnSpc>
                <a:spcBef>
                  <a:spcPts val="400"/>
                </a:spcBef>
                <a:spcAft>
                  <a:spcPts val="0"/>
                </a:spcAft>
                <a:buFont typeface="Arial" pitchFamily="34" charset="0"/>
                <a:buChar char="•"/>
                <a:defRPr sz="1200" kern="1200" baseline="0">
                  <a:solidFill>
                    <a:schemeClr val="accent1"/>
                  </a:solidFill>
                  <a:latin typeface="+mn-lt"/>
                  <a:ea typeface="+mn-ea"/>
                  <a:cs typeface="+mn-cs"/>
                </a:defRPr>
              </a:lvl6pPr>
              <a:lvl7pPr marL="108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7pPr>
              <a:lvl8pPr marL="126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8pPr>
              <a:lvl9pPr marL="144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9pPr>
            </a:lstStyle>
            <a:p>
              <a:pPr>
                <a:spcAft>
                  <a:spcPts val="600"/>
                </a:spcAft>
                <a:buClr>
                  <a:schemeClr val="bg1"/>
                </a:buClr>
                <a:buSzPct val="100000"/>
              </a:pPr>
              <a:r>
                <a:rPr lang="en-US" b="1" dirty="0">
                  <a:solidFill>
                    <a:schemeClr val="bg1"/>
                  </a:solidFill>
                  <a:latin typeface="Gill Sans MT" panose="020B0502020104020203" pitchFamily="34" charset="0"/>
                  <a:ea typeface="ＭＳ Ｐゴシック" pitchFamily="50" charset="-128"/>
                </a:rPr>
                <a:t>Low Non-Life Insurance Penetration</a:t>
              </a:r>
              <a:endParaRPr lang="en-US" b="1" dirty="0">
                <a:solidFill>
                  <a:schemeClr val="bg1"/>
                </a:solidFill>
                <a:latin typeface="Gill Sans MT" panose="020B0502020104020203" pitchFamily="34" charset="0"/>
                <a:cs typeface="Arial" charset="0"/>
              </a:endParaRPr>
            </a:p>
            <a:p>
              <a:pPr marL="114300" lvl="1" indent="-114300">
                <a:spcBef>
                  <a:spcPts val="0"/>
                </a:spcBef>
                <a:spcAft>
                  <a:spcPts val="600"/>
                </a:spcAft>
                <a:buSzPct val="100000"/>
                <a:buFont typeface="Arial"/>
                <a:buChar char="•"/>
              </a:pPr>
              <a:r>
                <a:rPr lang="en-US" dirty="0">
                  <a:solidFill>
                    <a:schemeClr val="bg1"/>
                  </a:solidFill>
                  <a:latin typeface="Gill Sans MT" panose="020B0502020104020203" pitchFamily="34" charset="0"/>
                  <a:cs typeface="Arial" charset="0"/>
                </a:rPr>
                <a:t>In developing countries like Nepal and Bhutan, insurance penetration has historically been low</a:t>
              </a:r>
            </a:p>
          </p:txBody>
        </p:sp>
        <p:sp>
          <p:nvSpPr>
            <p:cNvPr id="7" name="Text Placeholder 5">
              <a:extLst>
                <a:ext uri="{FF2B5EF4-FFF2-40B4-BE49-F238E27FC236}">
                  <a16:creationId xmlns:a16="http://schemas.microsoft.com/office/drawing/2014/main" id="{30A1B912-4D0D-0775-AD67-DD65D34572F8}"/>
                </a:ext>
              </a:extLst>
            </p:cNvPr>
            <p:cNvSpPr txBox="1">
              <a:spLocks/>
            </p:cNvSpPr>
            <p:nvPr>
              <p:custDataLst>
                <p:tags r:id="rId5"/>
              </p:custDataLst>
            </p:nvPr>
          </p:nvSpPr>
          <p:spPr>
            <a:xfrm flipH="1">
              <a:off x="2219782" y="3825985"/>
              <a:ext cx="3146425" cy="990000"/>
            </a:xfrm>
            <a:prstGeom prst="homePlate">
              <a:avLst>
                <a:gd name="adj" fmla="val 22028"/>
              </a:avLst>
            </a:prstGeom>
            <a:solidFill>
              <a:schemeClr val="bg2"/>
            </a:solidFill>
            <a:ln>
              <a:noFill/>
            </a:ln>
          </p:spPr>
          <p:txBody>
            <a:bodyPr wrap="square" lIns="182880" tIns="88900" rIns="88900" bIns="88900"/>
            <a:lstStyle>
              <a:lvl1pPr marL="0" indent="0" algn="l" defTabSz="957263" rtl="0" eaLnBrk="1" fontAlgn="base" hangingPunct="1">
                <a:lnSpc>
                  <a:spcPct val="100000"/>
                </a:lnSpc>
                <a:spcBef>
                  <a:spcPts val="400"/>
                </a:spcBef>
                <a:spcAft>
                  <a:spcPts val="0"/>
                </a:spcAft>
                <a:buFont typeface="Arial" charset="0"/>
                <a:defRPr lang="en-US" sz="1400" kern="1200">
                  <a:solidFill>
                    <a:schemeClr val="tx2"/>
                  </a:solidFill>
                  <a:latin typeface="+mn-lt"/>
                  <a:ea typeface="+mn-ea"/>
                  <a:cs typeface="+mn-cs"/>
                </a:defRPr>
              </a:lvl1pPr>
              <a:lvl2pPr marL="180000" indent="-180000" algn="l" defTabSz="957263" rtl="0" eaLnBrk="1" fontAlgn="base" hangingPunct="1">
                <a:lnSpc>
                  <a:spcPct val="100000"/>
                </a:lnSpc>
                <a:spcBef>
                  <a:spcPts val="400"/>
                </a:spcBef>
                <a:spcAft>
                  <a:spcPts val="0"/>
                </a:spcAft>
                <a:buFont typeface="Arial" charset="0"/>
                <a:buChar char="•"/>
                <a:defRPr lang="en-US" sz="1400" kern="1200">
                  <a:solidFill>
                    <a:schemeClr val="tx2"/>
                  </a:solidFill>
                  <a:latin typeface="+mn-lt"/>
                  <a:ea typeface="+mj-ea"/>
                  <a:cs typeface="+mj-cs"/>
                </a:defRPr>
              </a:lvl2pPr>
              <a:lvl3pPr marL="36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3pPr>
              <a:lvl4pPr marL="54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4pPr>
              <a:lvl5pPr marL="720000" indent="-179388" algn="l" defTabSz="957263" rtl="0" eaLnBrk="1" fontAlgn="base" hangingPunct="1">
                <a:lnSpc>
                  <a:spcPct val="100000"/>
                </a:lnSpc>
                <a:spcBef>
                  <a:spcPts val="400"/>
                </a:spcBef>
                <a:spcAft>
                  <a:spcPts val="0"/>
                </a:spcAft>
                <a:buFont typeface="Arial" charset="0"/>
                <a:buChar char="‒"/>
                <a:defRPr lang="en-GB" sz="1200" kern="1200">
                  <a:solidFill>
                    <a:schemeClr val="tx2"/>
                  </a:solidFill>
                  <a:latin typeface="+mn-lt"/>
                  <a:ea typeface="+mj-ea"/>
                  <a:cs typeface="+mj-cs"/>
                </a:defRPr>
              </a:lvl5pPr>
              <a:lvl6pPr marL="900000" indent="-180000" algn="l" defTabSz="859512" rtl="0" eaLnBrk="1" latinLnBrk="0" hangingPunct="1">
                <a:lnSpc>
                  <a:spcPct val="100000"/>
                </a:lnSpc>
                <a:spcBef>
                  <a:spcPts val="400"/>
                </a:spcBef>
                <a:spcAft>
                  <a:spcPts val="0"/>
                </a:spcAft>
                <a:buFont typeface="Arial" pitchFamily="34" charset="0"/>
                <a:buChar char="•"/>
                <a:defRPr sz="1200" kern="1200" baseline="0">
                  <a:solidFill>
                    <a:schemeClr val="accent1"/>
                  </a:solidFill>
                  <a:latin typeface="+mn-lt"/>
                  <a:ea typeface="+mn-ea"/>
                  <a:cs typeface="+mn-cs"/>
                </a:defRPr>
              </a:lvl6pPr>
              <a:lvl7pPr marL="108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7pPr>
              <a:lvl8pPr marL="126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8pPr>
              <a:lvl9pPr marL="144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9pPr>
            </a:lstStyle>
            <a:p>
              <a:pPr>
                <a:spcAft>
                  <a:spcPts val="600"/>
                </a:spcAft>
                <a:buClr>
                  <a:schemeClr val="bg1"/>
                </a:buClr>
                <a:buSzPct val="100000"/>
              </a:pPr>
              <a:r>
                <a:rPr lang="en-US" b="1" dirty="0">
                  <a:solidFill>
                    <a:schemeClr val="bg1"/>
                  </a:solidFill>
                  <a:latin typeface="Gill Sans MT" panose="020B0502020104020203" pitchFamily="34" charset="0"/>
                  <a:ea typeface="ＭＳ Ｐゴシック" pitchFamily="50" charset="-128"/>
                </a:rPr>
                <a:t>Limited Access to Capital Markets/ Investment Portfolio Restrictions</a:t>
              </a:r>
              <a:endParaRPr lang="en-US" dirty="0">
                <a:solidFill>
                  <a:schemeClr val="bg1"/>
                </a:solidFill>
                <a:latin typeface="Gill Sans MT" panose="020B0502020104020203" pitchFamily="34" charset="0"/>
                <a:cs typeface="Arial" charset="0"/>
              </a:endParaRPr>
            </a:p>
            <a:p>
              <a:pPr marL="114300" lvl="1" indent="-114300">
                <a:spcBef>
                  <a:spcPts val="0"/>
                </a:spcBef>
                <a:spcAft>
                  <a:spcPts val="600"/>
                </a:spcAft>
                <a:buSzPct val="100000"/>
                <a:buFont typeface="Arial"/>
                <a:buChar char="•"/>
              </a:pPr>
              <a:r>
                <a:rPr lang="en-US" dirty="0">
                  <a:solidFill>
                    <a:schemeClr val="bg1"/>
                  </a:solidFill>
                  <a:latin typeface="Gill Sans MT" panose="020B0502020104020203" pitchFamily="34" charset="0"/>
                  <a:cs typeface="Arial" charset="0"/>
                </a:rPr>
                <a:t>Direct access to capital markets by domestic insurance companies and governments in Nepal is still evolving; The insurance securitization market is still underdeveloped</a:t>
              </a:r>
            </a:p>
          </p:txBody>
        </p:sp>
        <p:sp>
          <p:nvSpPr>
            <p:cNvPr id="11" name="Text Placeholder 5">
              <a:extLst>
                <a:ext uri="{FF2B5EF4-FFF2-40B4-BE49-F238E27FC236}">
                  <a16:creationId xmlns:a16="http://schemas.microsoft.com/office/drawing/2014/main" id="{EDD78EBA-8DED-C066-B194-CE0CBA1755D3}"/>
                </a:ext>
              </a:extLst>
            </p:cNvPr>
            <p:cNvSpPr txBox="1">
              <a:spLocks/>
            </p:cNvSpPr>
            <p:nvPr>
              <p:custDataLst>
                <p:tags r:id="rId6"/>
              </p:custDataLst>
            </p:nvPr>
          </p:nvSpPr>
          <p:spPr>
            <a:xfrm>
              <a:off x="6850805" y="1646493"/>
              <a:ext cx="3146425" cy="990000"/>
            </a:xfrm>
            <a:prstGeom prst="homePlate">
              <a:avLst>
                <a:gd name="adj" fmla="val 22028"/>
              </a:avLst>
            </a:prstGeom>
            <a:solidFill>
              <a:schemeClr val="tx1"/>
            </a:solidFill>
            <a:ln>
              <a:noFill/>
            </a:ln>
          </p:spPr>
          <p:txBody>
            <a:bodyPr wrap="square" lIns="88900" tIns="88900" rIns="88900" bIns="88900"/>
            <a:lstStyle>
              <a:lvl1pPr marL="0" indent="0" algn="l" defTabSz="957263" rtl="0" eaLnBrk="1" fontAlgn="base" hangingPunct="1">
                <a:lnSpc>
                  <a:spcPct val="100000"/>
                </a:lnSpc>
                <a:spcBef>
                  <a:spcPts val="400"/>
                </a:spcBef>
                <a:spcAft>
                  <a:spcPts val="0"/>
                </a:spcAft>
                <a:buFont typeface="Arial" charset="0"/>
                <a:defRPr lang="en-US" sz="1400" kern="1200">
                  <a:solidFill>
                    <a:schemeClr val="tx2"/>
                  </a:solidFill>
                  <a:latin typeface="+mn-lt"/>
                  <a:ea typeface="+mn-ea"/>
                  <a:cs typeface="+mn-cs"/>
                </a:defRPr>
              </a:lvl1pPr>
              <a:lvl2pPr marL="180000" indent="-180000" algn="l" defTabSz="957263" rtl="0" eaLnBrk="1" fontAlgn="base" hangingPunct="1">
                <a:lnSpc>
                  <a:spcPct val="100000"/>
                </a:lnSpc>
                <a:spcBef>
                  <a:spcPts val="400"/>
                </a:spcBef>
                <a:spcAft>
                  <a:spcPts val="0"/>
                </a:spcAft>
                <a:buFont typeface="Arial" charset="0"/>
                <a:buChar char="•"/>
                <a:defRPr lang="en-US" sz="1400" kern="1200">
                  <a:solidFill>
                    <a:schemeClr val="tx2"/>
                  </a:solidFill>
                  <a:latin typeface="+mn-lt"/>
                  <a:ea typeface="+mj-ea"/>
                  <a:cs typeface="+mj-cs"/>
                </a:defRPr>
              </a:lvl2pPr>
              <a:lvl3pPr marL="36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3pPr>
              <a:lvl4pPr marL="54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4pPr>
              <a:lvl5pPr marL="720000" indent="-179388" algn="l" defTabSz="957263" rtl="0" eaLnBrk="1" fontAlgn="base" hangingPunct="1">
                <a:lnSpc>
                  <a:spcPct val="100000"/>
                </a:lnSpc>
                <a:spcBef>
                  <a:spcPts val="400"/>
                </a:spcBef>
                <a:spcAft>
                  <a:spcPts val="0"/>
                </a:spcAft>
                <a:buFont typeface="Arial" charset="0"/>
                <a:buChar char="‒"/>
                <a:defRPr lang="en-GB" sz="1200" kern="1200">
                  <a:solidFill>
                    <a:schemeClr val="tx2"/>
                  </a:solidFill>
                  <a:latin typeface="+mn-lt"/>
                  <a:ea typeface="+mj-ea"/>
                  <a:cs typeface="+mj-cs"/>
                </a:defRPr>
              </a:lvl5pPr>
              <a:lvl6pPr marL="900000" indent="-180000" algn="l" defTabSz="859512" rtl="0" eaLnBrk="1" latinLnBrk="0" hangingPunct="1">
                <a:lnSpc>
                  <a:spcPct val="100000"/>
                </a:lnSpc>
                <a:spcBef>
                  <a:spcPts val="400"/>
                </a:spcBef>
                <a:spcAft>
                  <a:spcPts val="0"/>
                </a:spcAft>
                <a:buFont typeface="Arial" pitchFamily="34" charset="0"/>
                <a:buChar char="•"/>
                <a:defRPr sz="1200" kern="1200" baseline="0">
                  <a:solidFill>
                    <a:schemeClr val="accent1"/>
                  </a:solidFill>
                  <a:latin typeface="+mn-lt"/>
                  <a:ea typeface="+mn-ea"/>
                  <a:cs typeface="+mn-cs"/>
                </a:defRPr>
              </a:lvl6pPr>
              <a:lvl7pPr marL="108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7pPr>
              <a:lvl8pPr marL="126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8pPr>
              <a:lvl9pPr marL="144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9pPr>
            </a:lstStyle>
            <a:p>
              <a:pPr>
                <a:spcAft>
                  <a:spcPts val="600"/>
                </a:spcAft>
                <a:buClr>
                  <a:schemeClr val="bg1"/>
                </a:buClr>
                <a:buSzPct val="100000"/>
              </a:pPr>
              <a:r>
                <a:rPr lang="en-US" b="1" dirty="0">
                  <a:solidFill>
                    <a:schemeClr val="bg1"/>
                  </a:solidFill>
                  <a:latin typeface="Gill Sans MT" panose="020B0502020104020203" pitchFamily="34" charset="0"/>
                  <a:ea typeface="ＭＳ Ｐゴシック" pitchFamily="50" charset="-128"/>
                </a:rPr>
                <a:t>Insurance premium/price setting</a:t>
              </a:r>
              <a:endParaRPr lang="en-US" dirty="0">
                <a:solidFill>
                  <a:schemeClr val="bg1"/>
                </a:solidFill>
                <a:latin typeface="Gill Sans MT" panose="020B0502020104020203" pitchFamily="34" charset="0"/>
                <a:cs typeface="Arial" charset="0"/>
              </a:endParaRPr>
            </a:p>
            <a:p>
              <a:pPr marL="114300" lvl="1" indent="-114300">
                <a:spcBef>
                  <a:spcPts val="0"/>
                </a:spcBef>
                <a:spcAft>
                  <a:spcPts val="600"/>
                </a:spcAft>
                <a:buSzPct val="100000"/>
                <a:buFont typeface="Arial"/>
                <a:buChar char="•"/>
              </a:pPr>
              <a:r>
                <a:rPr lang="en-US" dirty="0">
                  <a:solidFill>
                    <a:schemeClr val="bg1"/>
                  </a:solidFill>
                  <a:latin typeface="Gill Sans MT" panose="020B0502020104020203" pitchFamily="34" charset="0"/>
                  <a:cs typeface="Arial" charset="0"/>
                </a:rPr>
                <a:t>Tariffs are heavily regulated in Nepal which does not follow a cost-plus model;  therefore, not market driven. Thus, optimum price discovery of insurance products has been historically a challenge</a:t>
              </a:r>
            </a:p>
            <a:p>
              <a:pPr marL="0" lvl="1" indent="0">
                <a:spcBef>
                  <a:spcPts val="0"/>
                </a:spcBef>
                <a:spcAft>
                  <a:spcPts val="600"/>
                </a:spcAft>
                <a:buSzPct val="100000"/>
                <a:buNone/>
              </a:pPr>
              <a:endParaRPr lang="en-US" sz="1600" dirty="0">
                <a:solidFill>
                  <a:schemeClr val="bg1"/>
                </a:solidFill>
                <a:latin typeface="Gill Sans MT" panose="020B0502020104020203" pitchFamily="34" charset="0"/>
                <a:cs typeface="Arial" charset="0"/>
              </a:endParaRPr>
            </a:p>
          </p:txBody>
        </p:sp>
        <p:sp>
          <p:nvSpPr>
            <p:cNvPr id="12" name="Text Placeholder 5">
              <a:extLst>
                <a:ext uri="{FF2B5EF4-FFF2-40B4-BE49-F238E27FC236}">
                  <a16:creationId xmlns:a16="http://schemas.microsoft.com/office/drawing/2014/main" id="{34D21E8E-6C85-2491-31E5-F54EB7AE22B6}"/>
                </a:ext>
              </a:extLst>
            </p:cNvPr>
            <p:cNvSpPr txBox="1">
              <a:spLocks/>
            </p:cNvSpPr>
            <p:nvPr>
              <p:custDataLst>
                <p:tags r:id="rId7"/>
              </p:custDataLst>
            </p:nvPr>
          </p:nvSpPr>
          <p:spPr>
            <a:xfrm>
              <a:off x="6850805" y="2736239"/>
              <a:ext cx="3146425" cy="990000"/>
            </a:xfrm>
            <a:prstGeom prst="homePlate">
              <a:avLst>
                <a:gd name="adj" fmla="val 22028"/>
              </a:avLst>
            </a:prstGeom>
            <a:solidFill>
              <a:schemeClr val="bg2">
                <a:lumMod val="40000"/>
                <a:lumOff val="60000"/>
              </a:schemeClr>
            </a:solidFill>
            <a:ln>
              <a:noFill/>
            </a:ln>
          </p:spPr>
          <p:txBody>
            <a:bodyPr wrap="square" lIns="88900" tIns="88900" rIns="88900" bIns="88900"/>
            <a:lstStyle>
              <a:lvl1pPr marL="0" indent="0" algn="l" defTabSz="957263" rtl="0" eaLnBrk="1" fontAlgn="base" hangingPunct="1">
                <a:lnSpc>
                  <a:spcPct val="100000"/>
                </a:lnSpc>
                <a:spcBef>
                  <a:spcPts val="400"/>
                </a:spcBef>
                <a:spcAft>
                  <a:spcPts val="0"/>
                </a:spcAft>
                <a:buFont typeface="Arial" charset="0"/>
                <a:defRPr lang="en-US" sz="1400" kern="1200">
                  <a:solidFill>
                    <a:schemeClr val="tx2"/>
                  </a:solidFill>
                  <a:latin typeface="+mn-lt"/>
                  <a:ea typeface="+mn-ea"/>
                  <a:cs typeface="+mn-cs"/>
                </a:defRPr>
              </a:lvl1pPr>
              <a:lvl2pPr marL="180000" indent="-180000" algn="l" defTabSz="957263" rtl="0" eaLnBrk="1" fontAlgn="base" hangingPunct="1">
                <a:lnSpc>
                  <a:spcPct val="100000"/>
                </a:lnSpc>
                <a:spcBef>
                  <a:spcPts val="400"/>
                </a:spcBef>
                <a:spcAft>
                  <a:spcPts val="0"/>
                </a:spcAft>
                <a:buFont typeface="Arial" charset="0"/>
                <a:buChar char="•"/>
                <a:defRPr lang="en-US" sz="1400" kern="1200">
                  <a:solidFill>
                    <a:schemeClr val="tx2"/>
                  </a:solidFill>
                  <a:latin typeface="+mn-lt"/>
                  <a:ea typeface="+mj-ea"/>
                  <a:cs typeface="+mj-cs"/>
                </a:defRPr>
              </a:lvl2pPr>
              <a:lvl3pPr marL="36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3pPr>
              <a:lvl4pPr marL="54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4pPr>
              <a:lvl5pPr marL="720000" indent="-179388" algn="l" defTabSz="957263" rtl="0" eaLnBrk="1" fontAlgn="base" hangingPunct="1">
                <a:lnSpc>
                  <a:spcPct val="100000"/>
                </a:lnSpc>
                <a:spcBef>
                  <a:spcPts val="400"/>
                </a:spcBef>
                <a:spcAft>
                  <a:spcPts val="0"/>
                </a:spcAft>
                <a:buFont typeface="Arial" charset="0"/>
                <a:buChar char="‒"/>
                <a:defRPr lang="en-GB" sz="1200" kern="1200">
                  <a:solidFill>
                    <a:schemeClr val="tx2"/>
                  </a:solidFill>
                  <a:latin typeface="+mn-lt"/>
                  <a:ea typeface="+mj-ea"/>
                  <a:cs typeface="+mj-cs"/>
                </a:defRPr>
              </a:lvl5pPr>
              <a:lvl6pPr marL="900000" indent="-180000" algn="l" defTabSz="859512" rtl="0" eaLnBrk="1" latinLnBrk="0" hangingPunct="1">
                <a:lnSpc>
                  <a:spcPct val="100000"/>
                </a:lnSpc>
                <a:spcBef>
                  <a:spcPts val="400"/>
                </a:spcBef>
                <a:spcAft>
                  <a:spcPts val="0"/>
                </a:spcAft>
                <a:buFont typeface="Arial" pitchFamily="34" charset="0"/>
                <a:buChar char="•"/>
                <a:defRPr sz="1200" kern="1200" baseline="0">
                  <a:solidFill>
                    <a:schemeClr val="accent1"/>
                  </a:solidFill>
                  <a:latin typeface="+mn-lt"/>
                  <a:ea typeface="+mn-ea"/>
                  <a:cs typeface="+mn-cs"/>
                </a:defRPr>
              </a:lvl6pPr>
              <a:lvl7pPr marL="108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7pPr>
              <a:lvl8pPr marL="126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8pPr>
              <a:lvl9pPr marL="144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9pPr>
            </a:lstStyle>
            <a:p>
              <a:pPr>
                <a:spcAft>
                  <a:spcPts val="600"/>
                </a:spcAft>
                <a:buClr>
                  <a:schemeClr val="bg1"/>
                </a:buClr>
                <a:buSzPct val="100000"/>
              </a:pPr>
              <a:r>
                <a:rPr lang="en-US" b="1" dirty="0">
                  <a:solidFill>
                    <a:schemeClr val="tx1"/>
                  </a:solidFill>
                  <a:latin typeface="Gill Sans MT" panose="020B0502020104020203" pitchFamily="34" charset="0"/>
                  <a:cs typeface="Arial" charset="0"/>
                </a:rPr>
                <a:t>Regulatory Impediments</a:t>
              </a:r>
            </a:p>
            <a:p>
              <a:pPr marL="114300" lvl="1" indent="-114300">
                <a:spcBef>
                  <a:spcPts val="0"/>
                </a:spcBef>
                <a:spcAft>
                  <a:spcPts val="600"/>
                </a:spcAft>
                <a:buSzPct val="100000"/>
                <a:buFont typeface="Arial"/>
                <a:buChar char="•"/>
              </a:pPr>
              <a:r>
                <a:rPr lang="en-US" dirty="0">
                  <a:solidFill>
                    <a:schemeClr val="tx1"/>
                  </a:solidFill>
                  <a:latin typeface="Gill Sans MT" panose="020B0502020104020203" pitchFamily="34" charset="0"/>
                  <a:cs typeface="Arial" charset="0"/>
                </a:rPr>
                <a:t>As an example, Reinsurance firms must comply with Insurance Board regulations, which require them to retain profits for five years and adhere to investment limits like non-life insurers. Such rules, potentially discourage market entry.</a:t>
              </a:r>
            </a:p>
          </p:txBody>
        </p:sp>
        <p:sp>
          <p:nvSpPr>
            <p:cNvPr id="13" name="Text Placeholder 5">
              <a:extLst>
                <a:ext uri="{FF2B5EF4-FFF2-40B4-BE49-F238E27FC236}">
                  <a16:creationId xmlns:a16="http://schemas.microsoft.com/office/drawing/2014/main" id="{C828A6AF-68B7-E993-71A5-6564F552FDC1}"/>
                </a:ext>
              </a:extLst>
            </p:cNvPr>
            <p:cNvSpPr txBox="1">
              <a:spLocks/>
            </p:cNvSpPr>
            <p:nvPr>
              <p:custDataLst>
                <p:tags r:id="rId8"/>
              </p:custDataLst>
            </p:nvPr>
          </p:nvSpPr>
          <p:spPr>
            <a:xfrm>
              <a:off x="6850805" y="3825985"/>
              <a:ext cx="3146425" cy="990000"/>
            </a:xfrm>
            <a:prstGeom prst="homePlate">
              <a:avLst>
                <a:gd name="adj" fmla="val 22028"/>
              </a:avLst>
            </a:prstGeom>
            <a:solidFill>
              <a:schemeClr val="bg1">
                <a:lumMod val="85000"/>
              </a:schemeClr>
            </a:solidFill>
            <a:ln>
              <a:noFill/>
            </a:ln>
          </p:spPr>
          <p:txBody>
            <a:bodyPr wrap="square" lIns="88900" tIns="88900" rIns="88900" bIns="88900"/>
            <a:lstStyle>
              <a:lvl1pPr marL="0" indent="0" algn="l" defTabSz="957263" rtl="0" eaLnBrk="1" fontAlgn="base" hangingPunct="1">
                <a:lnSpc>
                  <a:spcPct val="100000"/>
                </a:lnSpc>
                <a:spcBef>
                  <a:spcPts val="400"/>
                </a:spcBef>
                <a:spcAft>
                  <a:spcPts val="0"/>
                </a:spcAft>
                <a:buFont typeface="Arial" charset="0"/>
                <a:defRPr lang="en-US" sz="1400" kern="1200">
                  <a:solidFill>
                    <a:schemeClr val="tx2"/>
                  </a:solidFill>
                  <a:latin typeface="+mn-lt"/>
                  <a:ea typeface="+mn-ea"/>
                  <a:cs typeface="+mn-cs"/>
                </a:defRPr>
              </a:lvl1pPr>
              <a:lvl2pPr marL="180000" indent="-180000" algn="l" defTabSz="957263" rtl="0" eaLnBrk="1" fontAlgn="base" hangingPunct="1">
                <a:lnSpc>
                  <a:spcPct val="100000"/>
                </a:lnSpc>
                <a:spcBef>
                  <a:spcPts val="400"/>
                </a:spcBef>
                <a:spcAft>
                  <a:spcPts val="0"/>
                </a:spcAft>
                <a:buFont typeface="Arial" charset="0"/>
                <a:buChar char="•"/>
                <a:defRPr lang="en-US" sz="1400" kern="1200">
                  <a:solidFill>
                    <a:schemeClr val="tx2"/>
                  </a:solidFill>
                  <a:latin typeface="+mn-lt"/>
                  <a:ea typeface="+mj-ea"/>
                  <a:cs typeface="+mj-cs"/>
                </a:defRPr>
              </a:lvl2pPr>
              <a:lvl3pPr marL="36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3pPr>
              <a:lvl4pPr marL="54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4pPr>
              <a:lvl5pPr marL="720000" indent="-179388" algn="l" defTabSz="957263" rtl="0" eaLnBrk="1" fontAlgn="base" hangingPunct="1">
                <a:lnSpc>
                  <a:spcPct val="100000"/>
                </a:lnSpc>
                <a:spcBef>
                  <a:spcPts val="400"/>
                </a:spcBef>
                <a:spcAft>
                  <a:spcPts val="0"/>
                </a:spcAft>
                <a:buFont typeface="Arial" charset="0"/>
                <a:buChar char="‒"/>
                <a:defRPr lang="en-GB" sz="1200" kern="1200">
                  <a:solidFill>
                    <a:schemeClr val="tx2"/>
                  </a:solidFill>
                  <a:latin typeface="+mn-lt"/>
                  <a:ea typeface="+mj-ea"/>
                  <a:cs typeface="+mj-cs"/>
                </a:defRPr>
              </a:lvl5pPr>
              <a:lvl6pPr marL="900000" indent="-180000" algn="l" defTabSz="859512" rtl="0" eaLnBrk="1" latinLnBrk="0" hangingPunct="1">
                <a:lnSpc>
                  <a:spcPct val="100000"/>
                </a:lnSpc>
                <a:spcBef>
                  <a:spcPts val="400"/>
                </a:spcBef>
                <a:spcAft>
                  <a:spcPts val="0"/>
                </a:spcAft>
                <a:buFont typeface="Arial" pitchFamily="34" charset="0"/>
                <a:buChar char="•"/>
                <a:defRPr sz="1200" kern="1200" baseline="0">
                  <a:solidFill>
                    <a:schemeClr val="accent1"/>
                  </a:solidFill>
                  <a:latin typeface="+mn-lt"/>
                  <a:ea typeface="+mn-ea"/>
                  <a:cs typeface="+mn-cs"/>
                </a:defRPr>
              </a:lvl6pPr>
              <a:lvl7pPr marL="108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7pPr>
              <a:lvl8pPr marL="126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8pPr>
              <a:lvl9pPr marL="144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9pPr>
            </a:lstStyle>
            <a:p>
              <a:pPr>
                <a:spcAft>
                  <a:spcPts val="600"/>
                </a:spcAft>
                <a:buClr>
                  <a:schemeClr val="bg1"/>
                </a:buClr>
                <a:buSzPct val="100000"/>
              </a:pPr>
              <a:r>
                <a:rPr lang="en-US" b="1" dirty="0">
                  <a:solidFill>
                    <a:schemeClr val="tx1"/>
                  </a:solidFill>
                  <a:latin typeface="Gill Sans MT" panose="020B0502020104020203" pitchFamily="34" charset="0"/>
                  <a:cs typeface="Arial" charset="0"/>
                </a:rPr>
                <a:t>Limited Technical Capacity</a:t>
              </a:r>
            </a:p>
            <a:p>
              <a:pPr marL="114300" lvl="1" indent="-114300">
                <a:spcBef>
                  <a:spcPts val="0"/>
                </a:spcBef>
                <a:spcAft>
                  <a:spcPts val="600"/>
                </a:spcAft>
                <a:buSzPct val="100000"/>
                <a:buFont typeface="Arial"/>
                <a:buChar char="•"/>
              </a:pPr>
              <a:r>
                <a:rPr lang="en-US" dirty="0">
                  <a:solidFill>
                    <a:schemeClr val="tx1"/>
                  </a:solidFill>
                  <a:latin typeface="Gill Sans MT" panose="020B0502020104020203" pitchFamily="34" charset="0"/>
                  <a:cs typeface="Arial" charset="0"/>
                </a:rPr>
                <a:t>In Nepal, risk modeling for HPPs demands expertise in areas like statistics, seismology, and meteorology inter alia. Developing such capabilities in-house is costly and time-consuming, likely exceeding the resources of insurers in developing markets</a:t>
              </a:r>
              <a:endParaRPr lang="en-US" sz="1600" dirty="0">
                <a:solidFill>
                  <a:schemeClr val="tx1"/>
                </a:solidFill>
                <a:latin typeface="Gill Sans MT" panose="020B0502020104020203" pitchFamily="34" charset="0"/>
                <a:cs typeface="Arial" charset="0"/>
              </a:endParaRPr>
            </a:p>
          </p:txBody>
        </p:sp>
      </p:grpSp>
    </p:spTree>
    <p:extLst>
      <p:ext uri="{BB962C8B-B14F-4D97-AF65-F5344CB8AC3E}">
        <p14:creationId xmlns:p14="http://schemas.microsoft.com/office/powerpoint/2010/main" val="3225742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0CCBB-E0EA-5F3B-9651-B13C3F91EE3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9834147-4DF7-41A6-B549-A1BBF769C782}"/>
              </a:ext>
            </a:extLst>
          </p:cNvPr>
          <p:cNvSpPr/>
          <p:nvPr/>
        </p:nvSpPr>
        <p:spPr bwMode="gray">
          <a:xfrm>
            <a:off x="6126207" y="1434543"/>
            <a:ext cx="5891504" cy="4664810"/>
          </a:xfrm>
          <a:prstGeom prst="rect">
            <a:avLst/>
          </a:prstGeom>
          <a:solidFill>
            <a:srgbClr val="000000">
              <a:alpha val="7059"/>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dirty="0">
              <a:solidFill>
                <a:schemeClr val="bg1"/>
              </a:solidFill>
              <a:latin typeface="Gill Sans MT" panose="020B0502020104020203" pitchFamily="34" charset="0"/>
            </a:endParaRPr>
          </a:p>
        </p:txBody>
      </p:sp>
      <p:sp>
        <p:nvSpPr>
          <p:cNvPr id="4" name="Rectangle 3">
            <a:extLst>
              <a:ext uri="{FF2B5EF4-FFF2-40B4-BE49-F238E27FC236}">
                <a16:creationId xmlns:a16="http://schemas.microsoft.com/office/drawing/2014/main" id="{953C1168-7A74-4F14-9EDD-2BC470A404CA}"/>
              </a:ext>
            </a:extLst>
          </p:cNvPr>
          <p:cNvSpPr/>
          <p:nvPr/>
        </p:nvSpPr>
        <p:spPr bwMode="gray">
          <a:xfrm>
            <a:off x="329810" y="1440971"/>
            <a:ext cx="5816982" cy="4664811"/>
          </a:xfrm>
          <a:prstGeom prst="rect">
            <a:avLst/>
          </a:prstGeom>
          <a:solidFill>
            <a:schemeClr val="accent2">
              <a:lumMod val="40000"/>
              <a:lumOff val="60000"/>
              <a:alpha val="2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dirty="0">
              <a:solidFill>
                <a:schemeClr val="bg1"/>
              </a:solidFill>
              <a:latin typeface="Gill Sans MT" panose="020B0502020104020203" pitchFamily="34" charset="0"/>
            </a:endParaRPr>
          </a:p>
        </p:txBody>
      </p:sp>
      <p:graphicFrame>
        <p:nvGraphicFramePr>
          <p:cNvPr id="5" name="think-cell data - do not delete" hidden="1">
            <a:extLst>
              <a:ext uri="{FF2B5EF4-FFF2-40B4-BE49-F238E27FC236}">
                <a16:creationId xmlns:a16="http://schemas.microsoft.com/office/drawing/2014/main" id="{6C00E5CE-3F72-6229-BA71-2EC0F237D08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6C00E5CE-3F72-6229-BA71-2EC0F237D08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652BDDD2-A966-7F25-3913-22D8E1D6FB66}"/>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600" dirty="0">
                <a:solidFill>
                  <a:schemeClr val="bg2">
                    <a:lumMod val="50000"/>
                  </a:schemeClr>
                </a:solidFill>
                <a:latin typeface="Gill Sans MT" panose="020B0502020104020203" pitchFamily="34" charset="0"/>
              </a:rPr>
              <a:t>Different Insurance options available depending on phase of project life</a:t>
            </a:r>
          </a:p>
        </p:txBody>
      </p:sp>
      <p:sp>
        <p:nvSpPr>
          <p:cNvPr id="6" name="Title 2">
            <a:extLst>
              <a:ext uri="{FF2B5EF4-FFF2-40B4-BE49-F238E27FC236}">
                <a16:creationId xmlns:a16="http://schemas.microsoft.com/office/drawing/2014/main" id="{71C89A8A-31A7-B8AD-EB1B-5EEAD76E9193}"/>
              </a:ext>
            </a:extLst>
          </p:cNvPr>
          <p:cNvSpPr txBox="1">
            <a:spLocks/>
          </p:cNvSpPr>
          <p:nvPr/>
        </p:nvSpPr>
        <p:spPr bwMode="gray">
          <a:xfrm>
            <a:off x="453507" y="27756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dirty="0">
                <a:solidFill>
                  <a:srgbClr val="BA0C2F"/>
                </a:solidFill>
                <a:latin typeface="Gill Sans MT" panose="020B0502020104020203" pitchFamily="34" charset="0"/>
              </a:rPr>
              <a:t>Types of Insurance for Hydro Power Projects in Nepal</a:t>
            </a:r>
          </a:p>
        </p:txBody>
      </p:sp>
      <p:cxnSp>
        <p:nvCxnSpPr>
          <p:cNvPr id="18" name="Straight Connector 17">
            <a:extLst>
              <a:ext uri="{FF2B5EF4-FFF2-40B4-BE49-F238E27FC236}">
                <a16:creationId xmlns:a16="http://schemas.microsoft.com/office/drawing/2014/main" id="{7A90F0D7-8F2F-FBCA-2E7C-F5CCBCC82A02}"/>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5FB9928-FE0B-602F-3A5A-C5D33510C62C}"/>
              </a:ext>
            </a:extLst>
          </p:cNvPr>
          <p:cNvCxnSpPr>
            <a:stCxn id="11" idx="5"/>
            <a:endCxn id="12" idx="1"/>
          </p:cNvCxnSpPr>
          <p:nvPr/>
        </p:nvCxnSpPr>
        <p:spPr>
          <a:xfrm>
            <a:off x="2039392" y="2598541"/>
            <a:ext cx="2025759" cy="1618418"/>
          </a:xfrm>
          <a:prstGeom prst="line">
            <a:avLst/>
          </a:prstGeom>
          <a:ln w="6350">
            <a:solidFill>
              <a:srgbClr val="BBBCBC"/>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5EAF9CFE-0C56-E111-67D3-A930F5620089}"/>
              </a:ext>
            </a:extLst>
          </p:cNvPr>
          <p:cNvSpPr>
            <a:spLocks noChangeArrowheads="1"/>
          </p:cNvSpPr>
          <p:nvPr/>
        </p:nvSpPr>
        <p:spPr bwMode="blackWhite">
          <a:xfrm>
            <a:off x="2092150" y="4967129"/>
            <a:ext cx="1920240" cy="1097280"/>
          </a:xfrm>
          <a:prstGeom prst="ellipse">
            <a:avLst/>
          </a:prstGeom>
          <a:solidFill>
            <a:schemeClr val="tx1"/>
          </a:solidFill>
          <a:ln w="12700">
            <a:noFill/>
            <a:round/>
            <a:headEnd/>
            <a:tailEnd/>
          </a:ln>
        </p:spPr>
        <p:txBody>
          <a:bodyPr lIns="88900" tIns="88900" rIns="88900" bIns="88900" anchor="ctr">
            <a:noAutofit/>
          </a:bodyPr>
          <a:lstStyle/>
          <a:p>
            <a:pPr algn="ctr" defTabSz="820738">
              <a:defRPr/>
            </a:pPr>
            <a:r>
              <a:rPr lang="en-US" sz="1400" dirty="0">
                <a:solidFill>
                  <a:schemeClr val="bg1"/>
                </a:solidFill>
                <a:latin typeface="Gill Sans MT" panose="020B0502020104020203" pitchFamily="34" charset="0"/>
                <a:ea typeface="ＭＳ Ｐゴシック" pitchFamily="50" charset="-128"/>
              </a:rPr>
              <a:t>Transit Insurance</a:t>
            </a:r>
          </a:p>
        </p:txBody>
      </p:sp>
      <p:sp>
        <p:nvSpPr>
          <p:cNvPr id="10" name="Oval 9">
            <a:extLst>
              <a:ext uri="{FF2B5EF4-FFF2-40B4-BE49-F238E27FC236}">
                <a16:creationId xmlns:a16="http://schemas.microsoft.com/office/drawing/2014/main" id="{95015EAC-3602-535B-68A3-1B051C19EB39}"/>
              </a:ext>
            </a:extLst>
          </p:cNvPr>
          <p:cNvSpPr>
            <a:spLocks noChangeArrowheads="1"/>
          </p:cNvSpPr>
          <p:nvPr/>
        </p:nvSpPr>
        <p:spPr bwMode="blackWhite">
          <a:xfrm>
            <a:off x="3783937" y="1661954"/>
            <a:ext cx="1920240" cy="1097280"/>
          </a:xfrm>
          <a:prstGeom prst="ellipse">
            <a:avLst/>
          </a:prstGeom>
          <a:solidFill>
            <a:schemeClr val="tx1"/>
          </a:solidFill>
          <a:ln w="12700">
            <a:noFill/>
            <a:round/>
            <a:headEnd/>
            <a:tailEnd/>
          </a:ln>
        </p:spPr>
        <p:txBody>
          <a:bodyPr lIns="88900" tIns="88900" rIns="88900" bIns="88900" anchor="ctr">
            <a:noAutofit/>
          </a:bodyPr>
          <a:lstStyle/>
          <a:p>
            <a:pPr algn="ctr" defTabSz="820738">
              <a:defRPr/>
            </a:pPr>
            <a:r>
              <a:rPr lang="en-US" sz="1400" dirty="0">
                <a:solidFill>
                  <a:schemeClr val="bg1"/>
                </a:solidFill>
                <a:latin typeface="Gill Sans MT" panose="020B0502020104020203" pitchFamily="34" charset="0"/>
                <a:ea typeface="ＭＳ Ｐゴシック" pitchFamily="50" charset="-128"/>
              </a:rPr>
              <a:t>Erection All risk Insurance</a:t>
            </a:r>
          </a:p>
        </p:txBody>
      </p:sp>
      <p:sp>
        <p:nvSpPr>
          <p:cNvPr id="11" name="Oval 10">
            <a:extLst>
              <a:ext uri="{FF2B5EF4-FFF2-40B4-BE49-F238E27FC236}">
                <a16:creationId xmlns:a16="http://schemas.microsoft.com/office/drawing/2014/main" id="{B7A6C79B-3038-2CB8-BA7C-A5C5F0F9724F}"/>
              </a:ext>
            </a:extLst>
          </p:cNvPr>
          <p:cNvSpPr>
            <a:spLocks noChangeArrowheads="1"/>
          </p:cNvSpPr>
          <p:nvPr/>
        </p:nvSpPr>
        <p:spPr bwMode="blackWhite">
          <a:xfrm>
            <a:off x="400364" y="1661954"/>
            <a:ext cx="1920240" cy="1097280"/>
          </a:xfrm>
          <a:prstGeom prst="ellipse">
            <a:avLst/>
          </a:prstGeom>
          <a:solidFill>
            <a:schemeClr val="tx1"/>
          </a:solidFill>
          <a:ln w="12700">
            <a:noFill/>
            <a:round/>
            <a:headEnd/>
            <a:tailEnd/>
          </a:ln>
        </p:spPr>
        <p:txBody>
          <a:bodyPr lIns="88900" tIns="88900" rIns="88900" bIns="88900" anchor="ctr">
            <a:noAutofit/>
          </a:bodyPr>
          <a:lstStyle/>
          <a:p>
            <a:pPr algn="ctr" defTabSz="820738">
              <a:defRPr/>
            </a:pPr>
            <a:r>
              <a:rPr lang="en-US" sz="1400" dirty="0">
                <a:solidFill>
                  <a:schemeClr val="bg1"/>
                </a:solidFill>
                <a:latin typeface="Gill Sans MT" panose="020B0502020104020203" pitchFamily="34" charset="0"/>
                <a:ea typeface="ＭＳ Ｐゴシック" pitchFamily="50" charset="-128"/>
              </a:rPr>
              <a:t>Contractor’s all Risk Insurance</a:t>
            </a:r>
          </a:p>
        </p:txBody>
      </p:sp>
      <p:sp>
        <p:nvSpPr>
          <p:cNvPr id="12" name="Oval 11">
            <a:extLst>
              <a:ext uri="{FF2B5EF4-FFF2-40B4-BE49-F238E27FC236}">
                <a16:creationId xmlns:a16="http://schemas.microsoft.com/office/drawing/2014/main" id="{B1F9FC25-6638-9CC3-1665-4A75CB69E725}"/>
              </a:ext>
            </a:extLst>
          </p:cNvPr>
          <p:cNvSpPr>
            <a:spLocks noChangeArrowheads="1"/>
          </p:cNvSpPr>
          <p:nvPr/>
        </p:nvSpPr>
        <p:spPr bwMode="blackWhite">
          <a:xfrm>
            <a:off x="3783937" y="4056266"/>
            <a:ext cx="1920240" cy="1097280"/>
          </a:xfrm>
          <a:prstGeom prst="ellipse">
            <a:avLst/>
          </a:prstGeom>
          <a:solidFill>
            <a:schemeClr val="tx1"/>
          </a:solidFill>
          <a:ln w="12700">
            <a:noFill/>
            <a:round/>
            <a:headEnd/>
            <a:tailEnd/>
          </a:ln>
        </p:spPr>
        <p:txBody>
          <a:bodyPr lIns="88900" tIns="88900" rIns="88900" bIns="88900" anchor="ctr">
            <a:noAutofit/>
          </a:bodyPr>
          <a:lstStyle/>
          <a:p>
            <a:pPr algn="ctr" defTabSz="820738">
              <a:defRPr/>
            </a:pPr>
            <a:r>
              <a:rPr lang="en-US" sz="1400" dirty="0">
                <a:solidFill>
                  <a:schemeClr val="bg1"/>
                </a:solidFill>
                <a:latin typeface="Gill Sans MT" panose="020B0502020104020203" pitchFamily="34" charset="0"/>
                <a:ea typeface="ＭＳ Ｐゴシック" pitchFamily="50" charset="-128"/>
              </a:rPr>
              <a:t>Contractor’s plant and machinery insurance</a:t>
            </a:r>
          </a:p>
        </p:txBody>
      </p:sp>
      <p:sp>
        <p:nvSpPr>
          <p:cNvPr id="13" name="Oval 12">
            <a:extLst>
              <a:ext uri="{FF2B5EF4-FFF2-40B4-BE49-F238E27FC236}">
                <a16:creationId xmlns:a16="http://schemas.microsoft.com/office/drawing/2014/main" id="{EB31A1FC-3ACD-7D5B-9BE4-C9E4DAB8F785}"/>
              </a:ext>
            </a:extLst>
          </p:cNvPr>
          <p:cNvSpPr>
            <a:spLocks noChangeArrowheads="1"/>
          </p:cNvSpPr>
          <p:nvPr/>
        </p:nvSpPr>
        <p:spPr bwMode="blackWhite">
          <a:xfrm>
            <a:off x="400364" y="4056266"/>
            <a:ext cx="1920240" cy="1097280"/>
          </a:xfrm>
          <a:prstGeom prst="ellipse">
            <a:avLst/>
          </a:prstGeom>
          <a:solidFill>
            <a:schemeClr val="tx1"/>
          </a:solidFill>
          <a:ln w="12700">
            <a:noFill/>
            <a:round/>
            <a:headEnd/>
            <a:tailEnd/>
          </a:ln>
        </p:spPr>
        <p:txBody>
          <a:bodyPr lIns="88900" tIns="88900" rIns="88900" bIns="88900" anchor="ctr">
            <a:noAutofit/>
          </a:bodyPr>
          <a:lstStyle/>
          <a:p>
            <a:pPr algn="ctr" defTabSz="820738">
              <a:defRPr/>
            </a:pPr>
            <a:r>
              <a:rPr lang="en-US" sz="1400" dirty="0">
                <a:solidFill>
                  <a:schemeClr val="bg1"/>
                </a:solidFill>
                <a:latin typeface="Gill Sans MT" panose="020B0502020104020203" pitchFamily="34" charset="0"/>
                <a:ea typeface="ＭＳ Ｐゴシック" pitchFamily="50" charset="-128"/>
              </a:rPr>
              <a:t>Professional Indemnity Insurance</a:t>
            </a:r>
          </a:p>
        </p:txBody>
      </p:sp>
      <p:cxnSp>
        <p:nvCxnSpPr>
          <p:cNvPr id="14" name="Straight Connector 13">
            <a:extLst>
              <a:ext uri="{FF2B5EF4-FFF2-40B4-BE49-F238E27FC236}">
                <a16:creationId xmlns:a16="http://schemas.microsoft.com/office/drawing/2014/main" id="{C03B7419-6CD3-FC23-143B-E542CF7639F5}"/>
              </a:ext>
            </a:extLst>
          </p:cNvPr>
          <p:cNvCxnSpPr>
            <a:stCxn id="16" idx="4"/>
            <a:endCxn id="9" idx="0"/>
          </p:cNvCxnSpPr>
          <p:nvPr/>
        </p:nvCxnSpPr>
        <p:spPr>
          <a:xfrm>
            <a:off x="3052270" y="3977641"/>
            <a:ext cx="0" cy="989489"/>
          </a:xfrm>
          <a:prstGeom prst="line">
            <a:avLst/>
          </a:prstGeom>
          <a:ln w="6350">
            <a:solidFill>
              <a:srgbClr val="BBBCBC"/>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7050417-687C-B070-0CBD-6C54411A4C97}"/>
              </a:ext>
            </a:extLst>
          </p:cNvPr>
          <p:cNvCxnSpPr>
            <a:stCxn id="13" idx="7"/>
            <a:endCxn id="10" idx="3"/>
          </p:cNvCxnSpPr>
          <p:nvPr/>
        </p:nvCxnSpPr>
        <p:spPr>
          <a:xfrm flipV="1">
            <a:off x="2039392" y="2598541"/>
            <a:ext cx="2025759" cy="1618418"/>
          </a:xfrm>
          <a:prstGeom prst="line">
            <a:avLst/>
          </a:prstGeom>
          <a:ln w="6350">
            <a:solidFill>
              <a:srgbClr val="BBBCBC"/>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23E4F8FF-1005-B157-7185-46CA6A5D3827}"/>
              </a:ext>
            </a:extLst>
          </p:cNvPr>
          <p:cNvSpPr>
            <a:spLocks noChangeArrowheads="1"/>
          </p:cNvSpPr>
          <p:nvPr/>
        </p:nvSpPr>
        <p:spPr bwMode="blackWhite">
          <a:xfrm>
            <a:off x="2092150" y="2880360"/>
            <a:ext cx="1920240" cy="1097280"/>
          </a:xfrm>
          <a:prstGeom prst="ellipse">
            <a:avLst/>
          </a:prstGeom>
          <a:solidFill>
            <a:schemeClr val="accent2"/>
          </a:solidFill>
          <a:ln w="12700">
            <a:noFill/>
            <a:round/>
            <a:headEnd/>
            <a:tailEnd/>
          </a:ln>
        </p:spPr>
        <p:txBody>
          <a:bodyPr lIns="88900" tIns="88900" rIns="88900" bIns="88900" anchor="ctr">
            <a:noAutofit/>
          </a:bodyPr>
          <a:lstStyle/>
          <a:p>
            <a:pPr algn="ctr" defTabSz="820738">
              <a:defRPr/>
            </a:pPr>
            <a:r>
              <a:rPr lang="en-US" sz="1600" b="1" dirty="0">
                <a:solidFill>
                  <a:schemeClr val="bg1"/>
                </a:solidFill>
                <a:latin typeface="Gill Sans MT" panose="020B0502020104020203" pitchFamily="34" charset="0"/>
                <a:ea typeface="ＭＳ Ｐゴシック" pitchFamily="50" charset="-128"/>
              </a:rPr>
              <a:t>Types of Insurance</a:t>
            </a:r>
          </a:p>
        </p:txBody>
      </p:sp>
      <p:cxnSp>
        <p:nvCxnSpPr>
          <p:cNvPr id="17" name="Straight Connector 16">
            <a:extLst>
              <a:ext uri="{FF2B5EF4-FFF2-40B4-BE49-F238E27FC236}">
                <a16:creationId xmlns:a16="http://schemas.microsoft.com/office/drawing/2014/main" id="{61AF236C-EE7F-4163-7907-56B29A41305D}"/>
              </a:ext>
            </a:extLst>
          </p:cNvPr>
          <p:cNvCxnSpPr>
            <a:cxnSpLocks/>
            <a:stCxn id="21" idx="5"/>
            <a:endCxn id="26" idx="5"/>
          </p:cNvCxnSpPr>
          <p:nvPr/>
        </p:nvCxnSpPr>
        <p:spPr>
          <a:xfrm>
            <a:off x="8092756" y="2682765"/>
            <a:ext cx="1691786" cy="1218406"/>
          </a:xfrm>
          <a:prstGeom prst="line">
            <a:avLst/>
          </a:prstGeom>
          <a:ln w="6350">
            <a:solidFill>
              <a:srgbClr val="BBBCBC"/>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659B43E4-C69A-550C-0BDE-9B8378F22BBE}"/>
              </a:ext>
            </a:extLst>
          </p:cNvPr>
          <p:cNvSpPr>
            <a:spLocks noChangeArrowheads="1"/>
          </p:cNvSpPr>
          <p:nvPr/>
        </p:nvSpPr>
        <p:spPr bwMode="blackWhite">
          <a:xfrm>
            <a:off x="8168009" y="4865974"/>
            <a:ext cx="1920240" cy="1097280"/>
          </a:xfrm>
          <a:prstGeom prst="ellipse">
            <a:avLst/>
          </a:prstGeom>
          <a:solidFill>
            <a:schemeClr val="tx1"/>
          </a:solidFill>
          <a:ln w="12700">
            <a:noFill/>
            <a:round/>
            <a:headEnd/>
            <a:tailEnd/>
          </a:ln>
        </p:spPr>
        <p:txBody>
          <a:bodyPr lIns="88900" tIns="88900" rIns="88900" bIns="88900" anchor="ctr">
            <a:noAutofit/>
          </a:bodyPr>
          <a:lstStyle/>
          <a:p>
            <a:pPr algn="ctr" defTabSz="820738">
              <a:defRPr/>
            </a:pPr>
            <a:r>
              <a:rPr lang="en-US" sz="1400" dirty="0">
                <a:solidFill>
                  <a:schemeClr val="bg1"/>
                </a:solidFill>
                <a:latin typeface="Gill Sans MT" panose="020B0502020104020203" pitchFamily="34" charset="0"/>
                <a:ea typeface="ＭＳ Ｐゴシック" pitchFamily="50" charset="-128"/>
              </a:rPr>
              <a:t>Machinery Breakdown Insurance</a:t>
            </a:r>
          </a:p>
        </p:txBody>
      </p:sp>
      <p:sp>
        <p:nvSpPr>
          <p:cNvPr id="20" name="Oval 19">
            <a:extLst>
              <a:ext uri="{FF2B5EF4-FFF2-40B4-BE49-F238E27FC236}">
                <a16:creationId xmlns:a16="http://schemas.microsoft.com/office/drawing/2014/main" id="{995683BD-9E94-A02E-6326-8040B5EAE715}"/>
              </a:ext>
            </a:extLst>
          </p:cNvPr>
          <p:cNvSpPr>
            <a:spLocks noChangeArrowheads="1"/>
          </p:cNvSpPr>
          <p:nvPr/>
        </p:nvSpPr>
        <p:spPr bwMode="blackWhite">
          <a:xfrm>
            <a:off x="9837302" y="1746178"/>
            <a:ext cx="1920240" cy="1097280"/>
          </a:xfrm>
          <a:prstGeom prst="ellipse">
            <a:avLst/>
          </a:prstGeom>
          <a:solidFill>
            <a:schemeClr val="tx1"/>
          </a:solidFill>
          <a:ln w="12700">
            <a:noFill/>
            <a:round/>
            <a:headEnd/>
            <a:tailEnd/>
          </a:ln>
        </p:spPr>
        <p:txBody>
          <a:bodyPr lIns="88900" tIns="88900" rIns="88900" bIns="88900" anchor="ctr">
            <a:noAutofit/>
          </a:bodyPr>
          <a:lstStyle/>
          <a:p>
            <a:pPr algn="ctr" defTabSz="820738">
              <a:defRPr/>
            </a:pPr>
            <a:r>
              <a:rPr lang="en-US" sz="1400" dirty="0">
                <a:solidFill>
                  <a:schemeClr val="bg1"/>
                </a:solidFill>
                <a:latin typeface="Gill Sans MT" panose="020B0502020104020203" pitchFamily="34" charset="0"/>
                <a:ea typeface="ＭＳ Ｐゴシック" pitchFamily="50" charset="-128"/>
              </a:rPr>
              <a:t>Business Interruption Insurance (Loss of Profit Insurance)</a:t>
            </a:r>
          </a:p>
        </p:txBody>
      </p:sp>
      <p:sp>
        <p:nvSpPr>
          <p:cNvPr id="21" name="Oval 20">
            <a:extLst>
              <a:ext uri="{FF2B5EF4-FFF2-40B4-BE49-F238E27FC236}">
                <a16:creationId xmlns:a16="http://schemas.microsoft.com/office/drawing/2014/main" id="{C1DB3B5D-ED61-A2B4-0938-BAAFFA4E422E}"/>
              </a:ext>
            </a:extLst>
          </p:cNvPr>
          <p:cNvSpPr>
            <a:spLocks noChangeArrowheads="1"/>
          </p:cNvSpPr>
          <p:nvPr/>
        </p:nvSpPr>
        <p:spPr bwMode="blackWhite">
          <a:xfrm>
            <a:off x="6453729" y="1746178"/>
            <a:ext cx="1920240" cy="1097280"/>
          </a:xfrm>
          <a:prstGeom prst="ellipse">
            <a:avLst/>
          </a:prstGeom>
          <a:solidFill>
            <a:schemeClr val="tx1"/>
          </a:solidFill>
          <a:ln w="12700">
            <a:noFill/>
            <a:round/>
            <a:headEnd/>
            <a:tailEnd/>
          </a:ln>
        </p:spPr>
        <p:txBody>
          <a:bodyPr lIns="88900" tIns="88900" rIns="88900" bIns="88900" anchor="ctr">
            <a:noAutofit/>
          </a:bodyPr>
          <a:lstStyle/>
          <a:p>
            <a:pPr algn="ctr" defTabSz="820738">
              <a:defRPr/>
            </a:pPr>
            <a:r>
              <a:rPr lang="en-US" sz="1400" dirty="0">
                <a:solidFill>
                  <a:schemeClr val="bg1"/>
                </a:solidFill>
                <a:latin typeface="Gill Sans MT" panose="020B0502020104020203" pitchFamily="34" charset="0"/>
                <a:ea typeface="ＭＳ Ｐゴシック" pitchFamily="50" charset="-128"/>
              </a:rPr>
              <a:t>Fire and Allied Perils Insurance</a:t>
            </a:r>
          </a:p>
        </p:txBody>
      </p:sp>
      <p:cxnSp>
        <p:nvCxnSpPr>
          <p:cNvPr id="24" name="Straight Connector 23">
            <a:extLst>
              <a:ext uri="{FF2B5EF4-FFF2-40B4-BE49-F238E27FC236}">
                <a16:creationId xmlns:a16="http://schemas.microsoft.com/office/drawing/2014/main" id="{F8505BEB-6A3F-26A5-942D-E88A9355703E}"/>
              </a:ext>
            </a:extLst>
          </p:cNvPr>
          <p:cNvCxnSpPr>
            <a:cxnSpLocks/>
            <a:stCxn id="26" idx="4"/>
          </p:cNvCxnSpPr>
          <p:nvPr/>
        </p:nvCxnSpPr>
        <p:spPr>
          <a:xfrm>
            <a:off x="9105635" y="4061864"/>
            <a:ext cx="0" cy="825081"/>
          </a:xfrm>
          <a:prstGeom prst="line">
            <a:avLst/>
          </a:prstGeom>
          <a:ln w="6350">
            <a:solidFill>
              <a:srgbClr val="BBBCBC"/>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98435C2-222D-8CA8-ED4A-B150B3D17FB8}"/>
              </a:ext>
            </a:extLst>
          </p:cNvPr>
          <p:cNvCxnSpPr>
            <a:cxnSpLocks/>
            <a:stCxn id="26" idx="3"/>
            <a:endCxn id="20" idx="3"/>
          </p:cNvCxnSpPr>
          <p:nvPr/>
        </p:nvCxnSpPr>
        <p:spPr>
          <a:xfrm flipV="1">
            <a:off x="8426728" y="2682765"/>
            <a:ext cx="1691787" cy="1218406"/>
          </a:xfrm>
          <a:prstGeom prst="line">
            <a:avLst/>
          </a:prstGeom>
          <a:ln w="6350">
            <a:solidFill>
              <a:srgbClr val="BBBCBC"/>
            </a:solidFill>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369BDA70-648B-C506-29CC-68457CE27717}"/>
              </a:ext>
            </a:extLst>
          </p:cNvPr>
          <p:cNvSpPr>
            <a:spLocks noChangeArrowheads="1"/>
          </p:cNvSpPr>
          <p:nvPr/>
        </p:nvSpPr>
        <p:spPr bwMode="blackWhite">
          <a:xfrm>
            <a:off x="8145515" y="2964584"/>
            <a:ext cx="1920240" cy="1097280"/>
          </a:xfrm>
          <a:prstGeom prst="ellipse">
            <a:avLst/>
          </a:prstGeom>
          <a:solidFill>
            <a:schemeClr val="tx2"/>
          </a:solidFill>
          <a:ln w="12700">
            <a:noFill/>
            <a:round/>
            <a:headEnd/>
            <a:tailEnd/>
          </a:ln>
        </p:spPr>
        <p:txBody>
          <a:bodyPr lIns="88900" tIns="88900" rIns="88900" bIns="88900" anchor="ctr">
            <a:noAutofit/>
          </a:bodyPr>
          <a:lstStyle/>
          <a:p>
            <a:pPr algn="ctr" defTabSz="820738">
              <a:defRPr/>
            </a:pPr>
            <a:r>
              <a:rPr lang="en-US" sz="1600" b="1" dirty="0">
                <a:solidFill>
                  <a:schemeClr val="bg1"/>
                </a:solidFill>
                <a:latin typeface="Gill Sans MT" panose="020B0502020104020203" pitchFamily="34" charset="0"/>
                <a:ea typeface="ＭＳ Ｐゴシック" pitchFamily="50" charset="-128"/>
              </a:rPr>
              <a:t>Types of Insurance</a:t>
            </a:r>
          </a:p>
        </p:txBody>
      </p:sp>
      <p:cxnSp>
        <p:nvCxnSpPr>
          <p:cNvPr id="27" name="Straight Connector 26">
            <a:extLst>
              <a:ext uri="{FF2B5EF4-FFF2-40B4-BE49-F238E27FC236}">
                <a16:creationId xmlns:a16="http://schemas.microsoft.com/office/drawing/2014/main" id="{268411CE-7E83-FDF8-082C-9DEDF9692497}"/>
              </a:ext>
            </a:extLst>
          </p:cNvPr>
          <p:cNvCxnSpPr>
            <a:cxnSpLocks/>
          </p:cNvCxnSpPr>
          <p:nvPr/>
        </p:nvCxnSpPr>
        <p:spPr>
          <a:xfrm>
            <a:off x="535066" y="1223214"/>
            <a:ext cx="485822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8" name="TextBox 31">
            <a:extLst>
              <a:ext uri="{FF2B5EF4-FFF2-40B4-BE49-F238E27FC236}">
                <a16:creationId xmlns:a16="http://schemas.microsoft.com/office/drawing/2014/main" id="{C4463A5C-EEFA-0983-0263-F2A80D314B47}"/>
              </a:ext>
            </a:extLst>
          </p:cNvPr>
          <p:cNvSpPr txBox="1">
            <a:spLocks noChangeArrowheads="1"/>
          </p:cNvSpPr>
          <p:nvPr/>
        </p:nvSpPr>
        <p:spPr bwMode="auto">
          <a:xfrm>
            <a:off x="1721698" y="1087523"/>
            <a:ext cx="2661143" cy="292388"/>
          </a:xfrm>
          <a:prstGeom prst="rect">
            <a:avLst/>
          </a:prstGeom>
          <a:solidFill>
            <a:schemeClr val="bg1"/>
          </a:solidFill>
          <a:ln>
            <a:noFill/>
          </a:ln>
        </p:spPr>
        <p:txBody>
          <a:bodyPr wrap="squar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r>
              <a:rPr lang="en-US" sz="1300" b="1" i="1" dirty="0">
                <a:latin typeface="Gill Sans MT" panose="020B0502020104020203" pitchFamily="34" charset="0"/>
                <a:ea typeface="Lato Black" pitchFamily="34" charset="0"/>
                <a:cs typeface="Lato Black" pitchFamily="34" charset="0"/>
              </a:rPr>
              <a:t>During Construction Phase</a:t>
            </a:r>
            <a:endParaRPr lang="id-ID" sz="1300" b="1" i="1" dirty="0">
              <a:latin typeface="Gill Sans MT" panose="020B0502020104020203" pitchFamily="34" charset="0"/>
              <a:ea typeface="Lato Black" pitchFamily="34" charset="0"/>
              <a:cs typeface="Lato Black" pitchFamily="34" charset="0"/>
            </a:endParaRPr>
          </a:p>
        </p:txBody>
      </p:sp>
      <p:cxnSp>
        <p:nvCxnSpPr>
          <p:cNvPr id="37" name="Straight Connector 36">
            <a:extLst>
              <a:ext uri="{FF2B5EF4-FFF2-40B4-BE49-F238E27FC236}">
                <a16:creationId xmlns:a16="http://schemas.microsoft.com/office/drawing/2014/main" id="{2AA168FB-08B4-148E-5DC8-36283EB8EA60}"/>
              </a:ext>
            </a:extLst>
          </p:cNvPr>
          <p:cNvCxnSpPr>
            <a:cxnSpLocks/>
          </p:cNvCxnSpPr>
          <p:nvPr/>
        </p:nvCxnSpPr>
        <p:spPr>
          <a:xfrm>
            <a:off x="6604328" y="1222438"/>
            <a:ext cx="485822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9" name="TextBox 31">
            <a:extLst>
              <a:ext uri="{FF2B5EF4-FFF2-40B4-BE49-F238E27FC236}">
                <a16:creationId xmlns:a16="http://schemas.microsoft.com/office/drawing/2014/main" id="{7C2ABB7A-F5A1-606B-0FB7-3D0DCD1484BB}"/>
              </a:ext>
            </a:extLst>
          </p:cNvPr>
          <p:cNvSpPr txBox="1">
            <a:spLocks noChangeArrowheads="1"/>
          </p:cNvSpPr>
          <p:nvPr/>
        </p:nvSpPr>
        <p:spPr bwMode="auto">
          <a:xfrm>
            <a:off x="7981038" y="1087523"/>
            <a:ext cx="2280987" cy="292388"/>
          </a:xfrm>
          <a:prstGeom prst="rect">
            <a:avLst/>
          </a:prstGeom>
          <a:solidFill>
            <a:schemeClr val="bg1"/>
          </a:solidFill>
          <a:ln>
            <a:noFill/>
          </a:ln>
        </p:spPr>
        <p:txBody>
          <a:bodyPr wrap="squar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r>
              <a:rPr lang="en-US" sz="1300" b="1" i="1" dirty="0">
                <a:latin typeface="Gill Sans MT" panose="020B0502020104020203" pitchFamily="34" charset="0"/>
                <a:ea typeface="Lato Black" pitchFamily="34" charset="0"/>
                <a:cs typeface="Lato Black" pitchFamily="34" charset="0"/>
              </a:rPr>
              <a:t>During Operational Phase</a:t>
            </a:r>
            <a:endParaRPr lang="id-ID" sz="1300" b="1" i="1" dirty="0">
              <a:latin typeface="Gill Sans MT" panose="020B0502020104020203" pitchFamily="34" charset="0"/>
              <a:ea typeface="Lato Black" pitchFamily="34" charset="0"/>
              <a:cs typeface="Lato Black" pitchFamily="34" charset="0"/>
            </a:endParaRPr>
          </a:p>
        </p:txBody>
      </p:sp>
      <p:sp>
        <p:nvSpPr>
          <p:cNvPr id="52" name="TextBox 51">
            <a:extLst>
              <a:ext uri="{FF2B5EF4-FFF2-40B4-BE49-F238E27FC236}">
                <a16:creationId xmlns:a16="http://schemas.microsoft.com/office/drawing/2014/main" id="{A565106A-370F-2CF4-3DD2-FCB8DE749CC2}"/>
              </a:ext>
            </a:extLst>
          </p:cNvPr>
          <p:cNvSpPr txBox="1"/>
          <p:nvPr/>
        </p:nvSpPr>
        <p:spPr>
          <a:xfrm>
            <a:off x="329810" y="6206064"/>
            <a:ext cx="11208032" cy="184666"/>
          </a:xfrm>
          <a:prstGeom prst="rect">
            <a:avLst/>
          </a:prstGeom>
          <a:noFill/>
        </p:spPr>
        <p:txBody>
          <a:bodyPr wrap="square" lIns="0" tIns="0" rIns="0" bIns="0" rtlCol="0">
            <a:spAutoFit/>
          </a:bodyPr>
          <a:lstStyle/>
          <a:p>
            <a:pPr>
              <a:spcBef>
                <a:spcPts val="600"/>
              </a:spcBef>
              <a:buSzPct val="100000"/>
            </a:pPr>
            <a:r>
              <a:rPr lang="en-US" sz="1200" b="1" i="1" dirty="0">
                <a:solidFill>
                  <a:srgbClr val="313131"/>
                </a:solidFill>
                <a:latin typeface="Gill Sans MT" panose="020B0502020104020203" pitchFamily="34" charset="0"/>
              </a:rPr>
              <a:t>Note:</a:t>
            </a:r>
            <a:r>
              <a:rPr lang="en-US" sz="1200" i="1" dirty="0">
                <a:solidFill>
                  <a:srgbClr val="313131"/>
                </a:solidFill>
                <a:latin typeface="Gill Sans MT" panose="020B0502020104020203" pitchFamily="34" charset="0"/>
              </a:rPr>
              <a:t> Policy products described in detail in </a:t>
            </a:r>
            <a:r>
              <a:rPr lang="en-US" sz="1200" i="1" dirty="0">
                <a:solidFill>
                  <a:schemeClr val="bg2"/>
                </a:solidFill>
                <a:latin typeface="Gill Sans MT" panose="020B0502020104020203" pitchFamily="34" charset="0"/>
                <a:hlinkClick r:id="rId5" action="ppaction://hlinksldjump">
                  <a:extLst>
                    <a:ext uri="{A12FA001-AC4F-418D-AE19-62706E023703}">
                      <ahyp:hlinkClr xmlns:ahyp="http://schemas.microsoft.com/office/drawing/2018/hyperlinkcolor" val="tx"/>
                    </a:ext>
                  </a:extLst>
                </a:hlinkClick>
              </a:rPr>
              <a:t>Annexure</a:t>
            </a:r>
            <a:endParaRPr lang="en-US" sz="1200" i="1" dirty="0">
              <a:solidFill>
                <a:schemeClr val="bg2"/>
              </a:solidFill>
              <a:latin typeface="Gill Sans MT" panose="020B0502020104020203" pitchFamily="34" charset="0"/>
            </a:endParaRPr>
          </a:p>
        </p:txBody>
      </p:sp>
    </p:spTree>
    <p:extLst>
      <p:ext uri="{BB962C8B-B14F-4D97-AF65-F5344CB8AC3E}">
        <p14:creationId xmlns:p14="http://schemas.microsoft.com/office/powerpoint/2010/main" val="79833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969F8-27CA-986A-30DB-3C4056AEA05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8A749F0-9C42-9374-16D0-509152728C5E}"/>
              </a:ext>
            </a:extLst>
          </p:cNvPr>
          <p:cNvSpPr/>
          <p:nvPr/>
        </p:nvSpPr>
        <p:spPr bwMode="gray">
          <a:xfrm>
            <a:off x="315245" y="960564"/>
            <a:ext cx="11362091" cy="5356108"/>
          </a:xfrm>
          <a:prstGeom prst="rect">
            <a:avLst/>
          </a:prstGeom>
          <a:solidFill>
            <a:schemeClr val="accent5">
              <a:lumMod val="75000"/>
              <a:alpha val="2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dirty="0">
              <a:solidFill>
                <a:schemeClr val="bg1"/>
              </a:solidFill>
              <a:latin typeface="Gill Sans MT" panose="020B0502020104020203" pitchFamily="34" charset="0"/>
            </a:endParaRPr>
          </a:p>
        </p:txBody>
      </p:sp>
      <p:graphicFrame>
        <p:nvGraphicFramePr>
          <p:cNvPr id="5" name="think-cell data - do not delete" hidden="1">
            <a:extLst>
              <a:ext uri="{FF2B5EF4-FFF2-40B4-BE49-F238E27FC236}">
                <a16:creationId xmlns:a16="http://schemas.microsoft.com/office/drawing/2014/main" id="{18B14F25-2C61-03F4-0A89-B9338581805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18B14F25-2C61-03F4-0A89-B9338581805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3C8F6C9E-054B-56C1-5001-3621D4D63B23}"/>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600" dirty="0">
                <a:solidFill>
                  <a:schemeClr val="bg2">
                    <a:lumMod val="50000"/>
                  </a:schemeClr>
                </a:solidFill>
                <a:latin typeface="Gill Sans MT" panose="020B0502020104020203" pitchFamily="34" charset="0"/>
              </a:rPr>
              <a:t>Key features Highlighted</a:t>
            </a:r>
          </a:p>
        </p:txBody>
      </p:sp>
      <p:sp>
        <p:nvSpPr>
          <p:cNvPr id="6" name="Title 2">
            <a:extLst>
              <a:ext uri="{FF2B5EF4-FFF2-40B4-BE49-F238E27FC236}">
                <a16:creationId xmlns:a16="http://schemas.microsoft.com/office/drawing/2014/main" id="{E067930C-290F-0C0F-168F-31CD3D2B013F}"/>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dirty="0">
                <a:solidFill>
                  <a:srgbClr val="BA0C2F"/>
                </a:solidFill>
                <a:latin typeface="Gill Sans MT" panose="020B0502020104020203" pitchFamily="34" charset="0"/>
              </a:rPr>
              <a:t>Types of Insurance for Infrastructure Projects in India</a:t>
            </a:r>
          </a:p>
        </p:txBody>
      </p:sp>
      <p:cxnSp>
        <p:nvCxnSpPr>
          <p:cNvPr id="18" name="Straight Connector 17">
            <a:extLst>
              <a:ext uri="{FF2B5EF4-FFF2-40B4-BE49-F238E27FC236}">
                <a16:creationId xmlns:a16="http://schemas.microsoft.com/office/drawing/2014/main" id="{DBF6F0EB-1D8F-34AB-EF19-4A7FF4ED0D1A}"/>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A837E538-93FD-3CB0-09AC-801C4C5C20C2}"/>
              </a:ext>
            </a:extLst>
          </p:cNvPr>
          <p:cNvSpPr/>
          <p:nvPr/>
        </p:nvSpPr>
        <p:spPr bwMode="gray">
          <a:xfrm>
            <a:off x="625643" y="1391937"/>
            <a:ext cx="2273968" cy="809464"/>
          </a:xfrm>
          <a:prstGeom prst="rect">
            <a:avLst/>
          </a:prstGeom>
          <a:solidFill>
            <a:schemeClr val="tx2"/>
          </a:solidFill>
          <a:ln w="19050" algn="ctr">
            <a:noFill/>
            <a:miter lim="800000"/>
            <a:headEnd/>
            <a:tailEnd/>
          </a:ln>
        </p:spPr>
        <p:txBody>
          <a:bodyPr wrap="square" lIns="88900" tIns="88900" rIns="88900" bIns="88900" rtlCol="0" anchor="ctr"/>
          <a:lstStyle/>
          <a:p>
            <a:pPr algn="ctr" defTabSz="820738">
              <a:defRPr/>
            </a:pPr>
            <a:r>
              <a:rPr lang="en-US" sz="1400" b="1" dirty="0">
                <a:solidFill>
                  <a:schemeClr val="bg1"/>
                </a:solidFill>
                <a:latin typeface="Gill Sans MT" panose="020B0502020104020203" pitchFamily="34" charset="0"/>
                <a:ea typeface="ＭＳ Ｐゴシック" pitchFamily="50" charset="-128"/>
              </a:rPr>
              <a:t>Mega Risk Insurance/Large Risk Insurance policies </a:t>
            </a:r>
          </a:p>
        </p:txBody>
      </p:sp>
      <p:sp>
        <p:nvSpPr>
          <p:cNvPr id="22" name="Rectangle: Rounded Corners 21">
            <a:extLst>
              <a:ext uri="{FF2B5EF4-FFF2-40B4-BE49-F238E27FC236}">
                <a16:creationId xmlns:a16="http://schemas.microsoft.com/office/drawing/2014/main" id="{82011A34-AE89-BE1C-A041-A5CA592D9FCB}"/>
              </a:ext>
            </a:extLst>
          </p:cNvPr>
          <p:cNvSpPr/>
          <p:nvPr/>
        </p:nvSpPr>
        <p:spPr bwMode="gray">
          <a:xfrm>
            <a:off x="3489157" y="1391937"/>
            <a:ext cx="8077199" cy="809465"/>
          </a:xfrm>
          <a:prstGeom prst="roundRect">
            <a:avLst/>
          </a:prstGeom>
          <a:ln>
            <a:prstDash val="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t"/>
          <a:lstStyle/>
          <a:p>
            <a:pPr marL="285750" indent="-285750">
              <a:lnSpc>
                <a:spcPct val="106000"/>
              </a:lnSpc>
              <a:buFont typeface="Arial" panose="020B0604020202020204" pitchFamily="34" charset="0"/>
              <a:buChar char="•"/>
            </a:pPr>
            <a:r>
              <a:rPr lang="en-US" sz="1400" dirty="0">
                <a:solidFill>
                  <a:schemeClr val="tx1"/>
                </a:solidFill>
                <a:latin typeface="Gill Sans MT" panose="020B0502020104020203" pitchFamily="34" charset="0"/>
              </a:rPr>
              <a:t>Represents the broadest coverage option offered within Property Insurance</a:t>
            </a:r>
          </a:p>
          <a:p>
            <a:pPr marL="285750" indent="-285750">
              <a:lnSpc>
                <a:spcPct val="106000"/>
              </a:lnSpc>
              <a:buFont typeface="Arial" panose="020B0604020202020204" pitchFamily="34" charset="0"/>
              <a:buChar char="•"/>
            </a:pPr>
            <a:r>
              <a:rPr lang="en-US" sz="1400" dirty="0">
                <a:solidFill>
                  <a:schemeClr val="tx1"/>
                </a:solidFill>
                <a:latin typeface="Gill Sans MT" panose="020B0502020104020203" pitchFamily="34" charset="0"/>
              </a:rPr>
              <a:t>Covers protection for immovable assets such as buildings, plant machinery, furniture fixtures, electrical equipment, and various types of inventory.</a:t>
            </a:r>
          </a:p>
        </p:txBody>
      </p:sp>
      <p:sp>
        <p:nvSpPr>
          <p:cNvPr id="30" name="Rectangle 29">
            <a:extLst>
              <a:ext uri="{FF2B5EF4-FFF2-40B4-BE49-F238E27FC236}">
                <a16:creationId xmlns:a16="http://schemas.microsoft.com/office/drawing/2014/main" id="{54134F4C-A50E-901F-4709-BCD7C75C11B3}"/>
              </a:ext>
            </a:extLst>
          </p:cNvPr>
          <p:cNvSpPr/>
          <p:nvPr/>
        </p:nvSpPr>
        <p:spPr bwMode="gray">
          <a:xfrm>
            <a:off x="625643" y="2371886"/>
            <a:ext cx="2273968" cy="634986"/>
          </a:xfrm>
          <a:prstGeom prst="rect">
            <a:avLst/>
          </a:prstGeom>
          <a:solidFill>
            <a:schemeClr val="tx2"/>
          </a:solidFill>
          <a:ln w="19050" algn="ctr">
            <a:noFill/>
            <a:miter lim="800000"/>
            <a:headEnd/>
            <a:tailEnd/>
          </a:ln>
        </p:spPr>
        <p:txBody>
          <a:bodyPr wrap="square" lIns="88900" tIns="88900" rIns="88900" bIns="88900" rtlCol="0" anchor="ctr"/>
          <a:lstStyle/>
          <a:p>
            <a:pPr algn="ctr" defTabSz="820738">
              <a:defRPr/>
            </a:pPr>
            <a:r>
              <a:rPr lang="en-US" sz="1400" b="1" dirty="0">
                <a:solidFill>
                  <a:schemeClr val="bg1"/>
                </a:solidFill>
                <a:latin typeface="Gill Sans MT" panose="020B0502020104020203" pitchFamily="34" charset="0"/>
                <a:ea typeface="ＭＳ Ｐゴシック" pitchFamily="50" charset="-128"/>
              </a:rPr>
              <a:t>Industrial All Risk Insurance Policy (IAR)</a:t>
            </a:r>
          </a:p>
        </p:txBody>
      </p:sp>
      <p:sp>
        <p:nvSpPr>
          <p:cNvPr id="31" name="Rectangle: Rounded Corners 30">
            <a:extLst>
              <a:ext uri="{FF2B5EF4-FFF2-40B4-BE49-F238E27FC236}">
                <a16:creationId xmlns:a16="http://schemas.microsoft.com/office/drawing/2014/main" id="{75B07CE8-ED22-5D58-D177-5B54652F107B}"/>
              </a:ext>
            </a:extLst>
          </p:cNvPr>
          <p:cNvSpPr/>
          <p:nvPr/>
        </p:nvSpPr>
        <p:spPr bwMode="gray">
          <a:xfrm>
            <a:off x="3489157" y="2371886"/>
            <a:ext cx="8077199" cy="634987"/>
          </a:xfrm>
          <a:prstGeom prst="roundRect">
            <a:avLst/>
          </a:prstGeom>
          <a:ln>
            <a:prstDash val="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t"/>
          <a:lstStyle/>
          <a:p>
            <a:pPr marL="285750" indent="-285750">
              <a:lnSpc>
                <a:spcPct val="106000"/>
              </a:lnSpc>
              <a:buFont typeface="Arial" panose="020B0604020202020204" pitchFamily="34" charset="0"/>
              <a:buChar char="•"/>
            </a:pPr>
            <a:r>
              <a:rPr lang="en-US" sz="1400" dirty="0">
                <a:solidFill>
                  <a:schemeClr val="tx1"/>
                </a:solidFill>
                <a:latin typeface="Gill Sans MT" panose="020B0502020104020203" pitchFamily="34" charset="0"/>
              </a:rPr>
              <a:t>Guards against Material Damage, Machinery Breakdown, and Business Interruption</a:t>
            </a:r>
          </a:p>
          <a:p>
            <a:pPr marL="285750" indent="-285750">
              <a:lnSpc>
                <a:spcPct val="106000"/>
              </a:lnSpc>
              <a:buFont typeface="Arial" panose="020B0604020202020204" pitchFamily="34" charset="0"/>
              <a:buChar char="•"/>
            </a:pPr>
            <a:r>
              <a:rPr lang="en-US" sz="1400" dirty="0">
                <a:solidFill>
                  <a:schemeClr val="tx1"/>
                </a:solidFill>
                <a:latin typeface="Gill Sans MT" panose="020B0502020104020203" pitchFamily="34" charset="0"/>
              </a:rPr>
              <a:t>Complete coverage for diverse industrial risks</a:t>
            </a:r>
          </a:p>
        </p:txBody>
      </p:sp>
      <p:sp>
        <p:nvSpPr>
          <p:cNvPr id="33" name="TextBox 32">
            <a:extLst>
              <a:ext uri="{FF2B5EF4-FFF2-40B4-BE49-F238E27FC236}">
                <a16:creationId xmlns:a16="http://schemas.microsoft.com/office/drawing/2014/main" id="{BA583286-9BC0-418F-7FC2-83D023EA2F12}"/>
              </a:ext>
            </a:extLst>
          </p:cNvPr>
          <p:cNvSpPr txBox="1"/>
          <p:nvPr/>
        </p:nvSpPr>
        <p:spPr>
          <a:xfrm>
            <a:off x="607846" y="3435918"/>
            <a:ext cx="5016340" cy="2845138"/>
          </a:xfrm>
          <a:prstGeom prst="rect">
            <a:avLst/>
          </a:prstGeom>
          <a:noFill/>
        </p:spPr>
        <p:txBody>
          <a:bodyPr wrap="square" lIns="0" tIns="0" rIns="0" bIns="0" rtlCol="0">
            <a:spAutoFit/>
          </a:bodyPr>
          <a:lstStyle/>
          <a:p>
            <a:pPr>
              <a:spcBef>
                <a:spcPts val="600"/>
              </a:spcBef>
              <a:buSzPct val="100000"/>
            </a:pPr>
            <a:r>
              <a:rPr lang="en-US" sz="2000" dirty="0">
                <a:solidFill>
                  <a:schemeClr val="bg2"/>
                </a:solidFill>
                <a:latin typeface="Gill Sans MT" panose="020B0502020104020203" pitchFamily="34" charset="0"/>
              </a:rPr>
              <a:t>Mega Risk Insurances:</a:t>
            </a:r>
          </a:p>
          <a:p>
            <a:pPr marL="285750" marR="0" lvl="0" indent="-285750" algn="just" fontAlgn="base">
              <a:lnSpc>
                <a:spcPts val="1950"/>
              </a:lnSpc>
              <a:buFont typeface="Wingdings" panose="05000000000000000000" pitchFamily="2" charset="2"/>
              <a:buChar char="Ø"/>
              <a:tabLst>
                <a:tab pos="457200" algn="l"/>
              </a:tabLst>
            </a:pPr>
            <a:r>
              <a:rPr lang="en-US" sz="1200" b="1" dirty="0">
                <a:latin typeface="Gill Sans MT" panose="020B0502020104020203" pitchFamily="34" charset="0"/>
                <a:cs typeface="Times New Roman" panose="02020603050405020304" pitchFamily="18" charset="0"/>
              </a:rPr>
              <a:t>Minimum insured amount for a location</a:t>
            </a:r>
            <a:r>
              <a:rPr lang="en-US" sz="1200" dirty="0">
                <a:latin typeface="Gill Sans MT" panose="020B0502020104020203" pitchFamily="34" charset="0"/>
                <a:cs typeface="Times New Roman" panose="02020603050405020304" pitchFamily="18" charset="0"/>
              </a:rPr>
              <a:t>: INR 2500 Cr (combined Property Damage and Business Interruption).</a:t>
            </a:r>
          </a:p>
          <a:p>
            <a:pPr marL="285750" marR="0" lvl="0" indent="-285750" algn="just" fontAlgn="base">
              <a:lnSpc>
                <a:spcPts val="1950"/>
              </a:lnSpc>
              <a:buFont typeface="Wingdings" panose="05000000000000000000" pitchFamily="2" charset="2"/>
              <a:buChar char="Ø"/>
              <a:tabLst>
                <a:tab pos="457200" algn="l"/>
              </a:tabLst>
            </a:pPr>
            <a:r>
              <a:rPr lang="en-US" sz="1200" b="1" dirty="0">
                <a:latin typeface="Gill Sans MT" panose="020B0502020104020203" pitchFamily="34" charset="0"/>
                <a:cs typeface="Times New Roman" panose="02020603050405020304" pitchFamily="18" charset="0"/>
              </a:rPr>
              <a:t>Comprehensive coverage: </a:t>
            </a:r>
            <a:r>
              <a:rPr lang="en-US" sz="1200" dirty="0">
                <a:latin typeface="Gill Sans MT" panose="020B0502020104020203" pitchFamily="34" charset="0"/>
                <a:cs typeface="Times New Roman" panose="02020603050405020304" pitchFamily="18" charset="0"/>
              </a:rPr>
              <a:t>Packaged Policy on an All-Risk Basis.</a:t>
            </a:r>
          </a:p>
          <a:p>
            <a:pPr marL="285750" marR="0" lvl="0" indent="-285750" algn="just" fontAlgn="base">
              <a:lnSpc>
                <a:spcPts val="1950"/>
              </a:lnSpc>
              <a:buFont typeface="Wingdings" panose="05000000000000000000" pitchFamily="2" charset="2"/>
              <a:buChar char="Ø"/>
              <a:tabLst>
                <a:tab pos="457200" algn="l"/>
              </a:tabLst>
            </a:pPr>
            <a:r>
              <a:rPr lang="en-US" sz="1200" b="1" dirty="0">
                <a:latin typeface="Gill Sans MT" panose="020B0502020104020203" pitchFamily="34" charset="0"/>
                <a:cs typeface="Times New Roman" panose="02020603050405020304" pitchFamily="18" charset="0"/>
              </a:rPr>
              <a:t>Flexibility for customization: </a:t>
            </a:r>
            <a:r>
              <a:rPr lang="en-US" sz="1200" dirty="0">
                <a:latin typeface="Gill Sans MT" panose="020B0502020104020203" pitchFamily="34" charset="0"/>
                <a:cs typeface="Times New Roman" panose="02020603050405020304" pitchFamily="18" charset="0"/>
              </a:rPr>
              <a:t>Coverage and wordings can be tailored for individual corporations, offering a bundled package of covers within a single policy.</a:t>
            </a:r>
          </a:p>
          <a:p>
            <a:pPr marL="285750" marR="0" lvl="0" indent="-285750" algn="just" fontAlgn="base">
              <a:lnSpc>
                <a:spcPts val="1950"/>
              </a:lnSpc>
              <a:buFont typeface="Wingdings" panose="05000000000000000000" pitchFamily="2" charset="2"/>
              <a:buChar char="Ø"/>
              <a:tabLst>
                <a:tab pos="457200" algn="l"/>
              </a:tabLst>
            </a:pPr>
            <a:r>
              <a:rPr lang="en-US" sz="1200" b="1" dirty="0">
                <a:latin typeface="Gill Sans MT" panose="020B0502020104020203" pitchFamily="34" charset="0"/>
                <a:cs typeface="Times New Roman" panose="02020603050405020304" pitchFamily="18" charset="0"/>
              </a:rPr>
              <a:t>Industry Coverage:</a:t>
            </a:r>
            <a:r>
              <a:rPr lang="en-US" sz="1200" dirty="0">
                <a:latin typeface="Gill Sans MT" panose="020B0502020104020203" pitchFamily="34" charset="0"/>
                <a:cs typeface="Times New Roman" panose="02020603050405020304" pitchFamily="18" charset="0"/>
              </a:rPr>
              <a:t> Large industrial establishments, like Petrochemicals, Power, Steel, Mining and Oil &amp; Gas Industry</a:t>
            </a:r>
          </a:p>
          <a:p>
            <a:pPr marL="285750" marR="0" lvl="0" indent="-285750" algn="just" fontAlgn="base">
              <a:lnSpc>
                <a:spcPts val="1950"/>
              </a:lnSpc>
              <a:buFont typeface="Wingdings" panose="05000000000000000000" pitchFamily="2" charset="2"/>
              <a:buChar char="Ø"/>
              <a:tabLst>
                <a:tab pos="457200" algn="l"/>
              </a:tabLst>
            </a:pPr>
            <a:r>
              <a:rPr lang="en-US" sz="1200" b="1" dirty="0">
                <a:latin typeface="Gill Sans MT" panose="020B0502020104020203" pitchFamily="34" charset="0"/>
                <a:cs typeface="Times New Roman" panose="02020603050405020304" pitchFamily="18" charset="0"/>
              </a:rPr>
              <a:t>Influence of reinsurance: </a:t>
            </a:r>
            <a:r>
              <a:rPr lang="en-US" sz="1200" dirty="0">
                <a:latin typeface="Gill Sans MT" panose="020B0502020104020203" pitchFamily="34" charset="0"/>
                <a:cs typeface="Times New Roman" panose="02020603050405020304" pitchFamily="18" charset="0"/>
              </a:rPr>
              <a:t>Generally, terms and conditions are entirely driven by re-insurance considerations.</a:t>
            </a:r>
            <a:endParaRPr lang="en-US" sz="2000" dirty="0">
              <a:solidFill>
                <a:srgbClr val="313131"/>
              </a:solidFill>
              <a:latin typeface="Gill Sans MT" panose="020B0502020104020203" pitchFamily="34" charset="0"/>
            </a:endParaRPr>
          </a:p>
        </p:txBody>
      </p:sp>
      <p:cxnSp>
        <p:nvCxnSpPr>
          <p:cNvPr id="34" name="Straight Connector 33">
            <a:extLst>
              <a:ext uri="{FF2B5EF4-FFF2-40B4-BE49-F238E27FC236}">
                <a16:creationId xmlns:a16="http://schemas.microsoft.com/office/drawing/2014/main" id="{D6122F96-A01B-CE04-C486-BBBAD5809D55}"/>
              </a:ext>
            </a:extLst>
          </p:cNvPr>
          <p:cNvCxnSpPr>
            <a:cxnSpLocks/>
          </p:cNvCxnSpPr>
          <p:nvPr/>
        </p:nvCxnSpPr>
        <p:spPr>
          <a:xfrm>
            <a:off x="5970740" y="3435918"/>
            <a:ext cx="0" cy="2791866"/>
          </a:xfrm>
          <a:prstGeom prst="line">
            <a:avLst/>
          </a:prstGeom>
          <a:ln w="31750"/>
          <a:effectLst>
            <a:softEdge rad="0"/>
          </a:effectLst>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2E9B4301-F546-BE65-168B-376A61D44DF2}"/>
              </a:ext>
            </a:extLst>
          </p:cNvPr>
          <p:cNvSpPr txBox="1"/>
          <p:nvPr/>
        </p:nvSpPr>
        <p:spPr>
          <a:xfrm>
            <a:off x="6426028" y="3458713"/>
            <a:ext cx="5140328" cy="3000821"/>
          </a:xfrm>
          <a:prstGeom prst="rect">
            <a:avLst/>
          </a:prstGeom>
          <a:noFill/>
        </p:spPr>
        <p:txBody>
          <a:bodyPr wrap="square" lIns="0" tIns="0" rIns="0" bIns="0" rtlCol="0">
            <a:spAutoFit/>
          </a:bodyPr>
          <a:lstStyle/>
          <a:p>
            <a:pPr>
              <a:spcBef>
                <a:spcPts val="600"/>
              </a:spcBef>
              <a:buSzPct val="100000"/>
            </a:pPr>
            <a:r>
              <a:rPr lang="en-US" sz="2000" dirty="0">
                <a:solidFill>
                  <a:schemeClr val="bg2"/>
                </a:solidFill>
                <a:latin typeface="Gill Sans MT" panose="020B0502020104020203" pitchFamily="34" charset="0"/>
              </a:rPr>
              <a:t>Industrial All Risk Insurance Policy (IAR):</a:t>
            </a:r>
          </a:p>
          <a:p>
            <a:pPr marL="285750" indent="-285750" algn="just" fontAlgn="base">
              <a:lnSpc>
                <a:spcPts val="1950"/>
              </a:lnSpc>
              <a:buFont typeface="Wingdings" panose="05000000000000000000" pitchFamily="2" charset="2"/>
              <a:buChar char="Ø"/>
              <a:tabLst>
                <a:tab pos="457200" algn="l"/>
              </a:tabLst>
            </a:pPr>
            <a:r>
              <a:rPr lang="en-US" sz="1200" b="1" dirty="0">
                <a:latin typeface="Gill Sans MT" panose="020B0502020104020203" pitchFamily="34" charset="0"/>
                <a:cs typeface="Times New Roman" panose="02020603050405020304" pitchFamily="18" charset="0"/>
              </a:rPr>
              <a:t>Minimum insured amount for one or more location: </a:t>
            </a:r>
            <a:r>
              <a:rPr lang="en-US" sz="1200" dirty="0">
                <a:latin typeface="Gill Sans MT" panose="020B0502020104020203" pitchFamily="34" charset="0"/>
                <a:cs typeface="Times New Roman" panose="02020603050405020304" pitchFamily="18" charset="0"/>
              </a:rPr>
              <a:t>INR 50 Cr (combined Property Damage and Business Interruption).</a:t>
            </a:r>
          </a:p>
          <a:p>
            <a:pPr marL="285750" indent="-285750" algn="just" fontAlgn="base">
              <a:lnSpc>
                <a:spcPts val="1950"/>
              </a:lnSpc>
              <a:buFont typeface="Wingdings" panose="05000000000000000000" pitchFamily="2" charset="2"/>
              <a:buChar char="Ø"/>
              <a:tabLst>
                <a:tab pos="457200" algn="l"/>
              </a:tabLst>
            </a:pPr>
            <a:r>
              <a:rPr lang="en-US" sz="1200" b="1" dirty="0">
                <a:latin typeface="Gill Sans MT" panose="020B0502020104020203" pitchFamily="34" charset="0"/>
                <a:cs typeface="Times New Roman" panose="02020603050405020304" pitchFamily="18" charset="0"/>
              </a:rPr>
              <a:t>Comprehensive coverage:</a:t>
            </a:r>
            <a:r>
              <a:rPr lang="en-US" sz="1200" dirty="0">
                <a:latin typeface="Gill Sans MT" panose="020B0502020104020203" pitchFamily="34" charset="0"/>
                <a:cs typeface="Times New Roman" panose="02020603050405020304" pitchFamily="18" charset="0"/>
              </a:rPr>
              <a:t> Packaged Policy on an All-Risk Basis mentioned in the policy</a:t>
            </a:r>
          </a:p>
          <a:p>
            <a:pPr marL="285750" indent="-285750" algn="just" fontAlgn="base">
              <a:lnSpc>
                <a:spcPts val="1950"/>
              </a:lnSpc>
              <a:buFont typeface="Wingdings" panose="05000000000000000000" pitchFamily="2" charset="2"/>
              <a:buChar char="Ø"/>
              <a:tabLst>
                <a:tab pos="457200" algn="l"/>
              </a:tabLst>
            </a:pPr>
            <a:r>
              <a:rPr lang="en-US" sz="1200" b="1" dirty="0">
                <a:latin typeface="Gill Sans MT" panose="020B0502020104020203" pitchFamily="34" charset="0"/>
                <a:cs typeface="Times New Roman" panose="02020603050405020304" pitchFamily="18" charset="0"/>
              </a:rPr>
              <a:t>Flexibility for customization:</a:t>
            </a:r>
            <a:r>
              <a:rPr lang="en-US" sz="1200" dirty="0">
                <a:latin typeface="Gill Sans MT" panose="020B0502020104020203" pitchFamily="34" charset="0"/>
                <a:cs typeface="Times New Roman" panose="02020603050405020304" pitchFamily="18" charset="0"/>
              </a:rPr>
              <a:t> Standard wordings and ADD on as per filed wordings.</a:t>
            </a:r>
          </a:p>
          <a:p>
            <a:pPr marL="285750" indent="-285750" algn="just" fontAlgn="base">
              <a:lnSpc>
                <a:spcPts val="1950"/>
              </a:lnSpc>
              <a:buFont typeface="Wingdings" panose="05000000000000000000" pitchFamily="2" charset="2"/>
              <a:buChar char="Ø"/>
              <a:tabLst>
                <a:tab pos="457200" algn="l"/>
              </a:tabLst>
            </a:pPr>
            <a:r>
              <a:rPr lang="en-US" sz="1200" b="1" dirty="0">
                <a:latin typeface="Gill Sans MT" panose="020B0502020104020203" pitchFamily="34" charset="0"/>
                <a:cs typeface="Times New Roman" panose="02020603050405020304" pitchFamily="18" charset="0"/>
              </a:rPr>
              <a:t>Industry coverage: </a:t>
            </a:r>
            <a:r>
              <a:rPr lang="en-US" sz="1200" dirty="0">
                <a:latin typeface="Gill Sans MT" panose="020B0502020104020203" pitchFamily="34" charset="0"/>
                <a:cs typeface="Times New Roman" panose="02020603050405020304" pitchFamily="18" charset="0"/>
              </a:rPr>
              <a:t>Cement, Metal, Power Plants, Transmission line and sub stations, Paper Mills, Sugar Factories, Heavy Engineering, and Hospitality sectors.</a:t>
            </a:r>
          </a:p>
          <a:p>
            <a:pPr>
              <a:spcBef>
                <a:spcPts val="600"/>
              </a:spcBef>
              <a:buSzPct val="100000"/>
            </a:pPr>
            <a:endParaRPr lang="en-US" sz="2000" dirty="0">
              <a:solidFill>
                <a:schemeClr val="accent1">
                  <a:lumMod val="75000"/>
                </a:schemeClr>
              </a:solidFill>
              <a:latin typeface="Gill Sans MT" panose="020B0502020104020203" pitchFamily="34" charset="0"/>
            </a:endParaRPr>
          </a:p>
        </p:txBody>
      </p:sp>
      <p:cxnSp>
        <p:nvCxnSpPr>
          <p:cNvPr id="36" name="Straight Connector 35">
            <a:extLst>
              <a:ext uri="{FF2B5EF4-FFF2-40B4-BE49-F238E27FC236}">
                <a16:creationId xmlns:a16="http://schemas.microsoft.com/office/drawing/2014/main" id="{273035F5-D27F-8603-79C2-B9698FDE3FEC}"/>
              </a:ext>
            </a:extLst>
          </p:cNvPr>
          <p:cNvCxnSpPr>
            <a:cxnSpLocks/>
          </p:cNvCxnSpPr>
          <p:nvPr/>
        </p:nvCxnSpPr>
        <p:spPr>
          <a:xfrm>
            <a:off x="3541625" y="3267027"/>
            <a:ext cx="485822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8" name="TextBox 31">
            <a:extLst>
              <a:ext uri="{FF2B5EF4-FFF2-40B4-BE49-F238E27FC236}">
                <a16:creationId xmlns:a16="http://schemas.microsoft.com/office/drawing/2014/main" id="{FDAB9F30-F7A2-E6A7-E1B4-9A6A58004AB1}"/>
              </a:ext>
            </a:extLst>
          </p:cNvPr>
          <p:cNvSpPr txBox="1">
            <a:spLocks noChangeArrowheads="1"/>
          </p:cNvSpPr>
          <p:nvPr/>
        </p:nvSpPr>
        <p:spPr bwMode="auto">
          <a:xfrm>
            <a:off x="5010724" y="3121214"/>
            <a:ext cx="1890161" cy="276999"/>
          </a:xfrm>
          <a:prstGeom prst="rect">
            <a:avLst/>
          </a:prstGeom>
          <a:solidFill>
            <a:schemeClr val="bg1"/>
          </a:solidFill>
          <a:ln>
            <a:noFill/>
          </a:ln>
        </p:spPr>
        <p:txBody>
          <a:bodyPr wrap="squar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r>
              <a:rPr lang="en-US" sz="1200" b="1" i="1" dirty="0">
                <a:latin typeface="Gill Sans MT" panose="020B0502020104020203" pitchFamily="34" charset="0"/>
                <a:ea typeface="Lato Black" pitchFamily="34" charset="0"/>
                <a:cs typeface="Lato Black" pitchFamily="34" charset="0"/>
              </a:rPr>
              <a:t>Key Features</a:t>
            </a:r>
            <a:endParaRPr lang="id-ID" sz="1200" b="1" i="1" dirty="0">
              <a:latin typeface="Gill Sans MT" panose="020B0502020104020203" pitchFamily="34" charset="0"/>
              <a:ea typeface="Lato Black" pitchFamily="34" charset="0"/>
              <a:cs typeface="Lato Black" pitchFamily="34" charset="0"/>
            </a:endParaRPr>
          </a:p>
        </p:txBody>
      </p:sp>
      <p:cxnSp>
        <p:nvCxnSpPr>
          <p:cNvPr id="41" name="Straight Connector 40">
            <a:extLst>
              <a:ext uri="{FF2B5EF4-FFF2-40B4-BE49-F238E27FC236}">
                <a16:creationId xmlns:a16="http://schemas.microsoft.com/office/drawing/2014/main" id="{91F726C6-D459-5A85-E0E5-56F164D713D6}"/>
              </a:ext>
            </a:extLst>
          </p:cNvPr>
          <p:cNvCxnSpPr>
            <a:cxnSpLocks/>
          </p:cNvCxnSpPr>
          <p:nvPr/>
        </p:nvCxnSpPr>
        <p:spPr>
          <a:xfrm>
            <a:off x="3694025" y="1178173"/>
            <a:ext cx="485822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2" name="TextBox 31">
            <a:extLst>
              <a:ext uri="{FF2B5EF4-FFF2-40B4-BE49-F238E27FC236}">
                <a16:creationId xmlns:a16="http://schemas.microsoft.com/office/drawing/2014/main" id="{B7678DDD-AFD2-C381-8046-919C8E1EE045}"/>
              </a:ext>
            </a:extLst>
          </p:cNvPr>
          <p:cNvSpPr txBox="1">
            <a:spLocks noChangeArrowheads="1"/>
          </p:cNvSpPr>
          <p:nvPr/>
        </p:nvSpPr>
        <p:spPr bwMode="auto">
          <a:xfrm>
            <a:off x="5163124" y="1032360"/>
            <a:ext cx="1890161" cy="276999"/>
          </a:xfrm>
          <a:prstGeom prst="rect">
            <a:avLst/>
          </a:prstGeom>
          <a:solidFill>
            <a:schemeClr val="bg1"/>
          </a:solidFill>
          <a:ln>
            <a:noFill/>
          </a:ln>
        </p:spPr>
        <p:txBody>
          <a:bodyPr wrap="squar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r>
              <a:rPr lang="en-US" sz="1200" b="1" i="1" dirty="0">
                <a:latin typeface="Gill Sans MT" panose="020B0502020104020203" pitchFamily="34" charset="0"/>
                <a:ea typeface="Lato Black" pitchFamily="34" charset="0"/>
                <a:cs typeface="Lato Black" pitchFamily="34" charset="0"/>
              </a:rPr>
              <a:t>Major Types</a:t>
            </a:r>
            <a:endParaRPr lang="id-ID" sz="1200" b="1" i="1" dirty="0">
              <a:latin typeface="Gill Sans MT" panose="020B0502020104020203" pitchFamily="34" charset="0"/>
              <a:ea typeface="Lato Black" pitchFamily="34" charset="0"/>
              <a:cs typeface="Lato Black" pitchFamily="34" charset="0"/>
            </a:endParaRPr>
          </a:p>
        </p:txBody>
      </p:sp>
      <p:sp>
        <p:nvSpPr>
          <p:cNvPr id="2" name="TextBox 1">
            <a:extLst>
              <a:ext uri="{FF2B5EF4-FFF2-40B4-BE49-F238E27FC236}">
                <a16:creationId xmlns:a16="http://schemas.microsoft.com/office/drawing/2014/main" id="{145952C9-9B95-637E-8EB5-F488F3C4D5E8}"/>
              </a:ext>
            </a:extLst>
          </p:cNvPr>
          <p:cNvSpPr txBox="1"/>
          <p:nvPr/>
        </p:nvSpPr>
        <p:spPr>
          <a:xfrm>
            <a:off x="553141" y="6316010"/>
            <a:ext cx="11208032" cy="184666"/>
          </a:xfrm>
          <a:prstGeom prst="rect">
            <a:avLst/>
          </a:prstGeom>
          <a:noFill/>
        </p:spPr>
        <p:txBody>
          <a:bodyPr wrap="square" lIns="0" tIns="0" rIns="0" bIns="0" rtlCol="0">
            <a:spAutoFit/>
          </a:bodyPr>
          <a:lstStyle/>
          <a:p>
            <a:pPr>
              <a:spcBef>
                <a:spcPts val="600"/>
              </a:spcBef>
              <a:buSzPct val="100000"/>
            </a:pPr>
            <a:r>
              <a:rPr lang="en-US" sz="1200" b="1" i="1" dirty="0">
                <a:solidFill>
                  <a:srgbClr val="313131"/>
                </a:solidFill>
                <a:latin typeface="Gill Sans MT" panose="020B0502020104020203" pitchFamily="34" charset="0"/>
              </a:rPr>
              <a:t>Note:</a:t>
            </a:r>
            <a:r>
              <a:rPr lang="en-US" sz="1200" i="1" dirty="0">
                <a:solidFill>
                  <a:srgbClr val="313131"/>
                </a:solidFill>
                <a:latin typeface="Gill Sans MT" panose="020B0502020104020203" pitchFamily="34" charset="0"/>
              </a:rPr>
              <a:t> Case Studies with respect to implementation of </a:t>
            </a:r>
            <a:r>
              <a:rPr lang="en-US" sz="1200" i="1" dirty="0">
                <a:solidFill>
                  <a:schemeClr val="bg2"/>
                </a:solidFill>
                <a:latin typeface="Gill Sans MT" panose="020B0502020104020203" pitchFamily="34" charset="0"/>
                <a:hlinkClick r:id="rId5" action="ppaction://hlinksldjump">
                  <a:extLst>
                    <a:ext uri="{A12FA001-AC4F-418D-AE19-62706E023703}">
                      <ahyp:hlinkClr xmlns:ahyp="http://schemas.microsoft.com/office/drawing/2018/hyperlinkcolor" val="tx"/>
                    </a:ext>
                  </a:extLst>
                </a:hlinkClick>
              </a:rPr>
              <a:t>Mega Risk Insurance</a:t>
            </a:r>
            <a:r>
              <a:rPr lang="en-US" sz="1200" i="1" dirty="0">
                <a:solidFill>
                  <a:srgbClr val="313131"/>
                </a:solidFill>
                <a:latin typeface="Gill Sans MT" panose="020B0502020104020203" pitchFamily="34" charset="0"/>
              </a:rPr>
              <a:t> and </a:t>
            </a:r>
            <a:r>
              <a:rPr lang="en-US" sz="1200" i="1" dirty="0">
                <a:solidFill>
                  <a:schemeClr val="bg2"/>
                </a:solidFill>
                <a:latin typeface="Gill Sans MT" panose="020B0502020104020203" pitchFamily="34" charset="0"/>
                <a:hlinkClick r:id="rId6" action="ppaction://hlinksldjump">
                  <a:extLst>
                    <a:ext uri="{A12FA001-AC4F-418D-AE19-62706E023703}">
                      <ahyp:hlinkClr xmlns:ahyp="http://schemas.microsoft.com/office/drawing/2018/hyperlinkcolor" val="tx"/>
                    </a:ext>
                  </a:extLst>
                </a:hlinkClick>
              </a:rPr>
              <a:t>IAR policy</a:t>
            </a:r>
            <a:r>
              <a:rPr lang="en-US" sz="1200" i="1" dirty="0">
                <a:solidFill>
                  <a:srgbClr val="313131"/>
                </a:solidFill>
                <a:latin typeface="Gill Sans MT" panose="020B0502020104020203" pitchFamily="34" charset="0"/>
              </a:rPr>
              <a:t> provided in Annexure</a:t>
            </a:r>
          </a:p>
        </p:txBody>
      </p:sp>
    </p:spTree>
    <p:extLst>
      <p:ext uri="{BB962C8B-B14F-4D97-AF65-F5344CB8AC3E}">
        <p14:creationId xmlns:p14="http://schemas.microsoft.com/office/powerpoint/2010/main" val="136373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C370E-2F38-F432-D8A8-4299B3635FF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E50334D-5BAD-923E-766B-0FDE853CF54E}"/>
              </a:ext>
            </a:extLst>
          </p:cNvPr>
          <p:cNvSpPr/>
          <p:nvPr/>
        </p:nvSpPr>
        <p:spPr bwMode="gray">
          <a:xfrm>
            <a:off x="414061" y="960564"/>
            <a:ext cx="11542587" cy="4669261"/>
          </a:xfrm>
          <a:prstGeom prst="rect">
            <a:avLst/>
          </a:prstGeom>
          <a:solidFill>
            <a:schemeClr val="accent5">
              <a:lumMod val="75000"/>
              <a:alpha val="2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dirty="0">
              <a:solidFill>
                <a:schemeClr val="bg1"/>
              </a:solidFill>
              <a:latin typeface="Gill Sans MT" panose="020B0502020104020203" pitchFamily="34" charset="0"/>
            </a:endParaRPr>
          </a:p>
        </p:txBody>
      </p:sp>
      <p:graphicFrame>
        <p:nvGraphicFramePr>
          <p:cNvPr id="5" name="think-cell data - do not delete" hidden="1">
            <a:extLst>
              <a:ext uri="{FF2B5EF4-FFF2-40B4-BE49-F238E27FC236}">
                <a16:creationId xmlns:a16="http://schemas.microsoft.com/office/drawing/2014/main" id="{A4FEC33A-D04F-5D72-2804-CC3A9F30FF4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think-cell data - do not delete" hidden="1">
                        <a:extLst>
                          <a:ext uri="{FF2B5EF4-FFF2-40B4-BE49-F238E27FC236}">
                            <a16:creationId xmlns:a16="http://schemas.microsoft.com/office/drawing/2014/main" id="{A4FEC33A-D04F-5D72-2804-CC3A9F30FF4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ext Placeholder 2">
            <a:extLst>
              <a:ext uri="{FF2B5EF4-FFF2-40B4-BE49-F238E27FC236}">
                <a16:creationId xmlns:a16="http://schemas.microsoft.com/office/drawing/2014/main" id="{40F75E2E-C9CE-AC4F-EDFA-B1A6ED399C35}"/>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600" dirty="0">
                <a:solidFill>
                  <a:schemeClr val="bg2">
                    <a:lumMod val="50000"/>
                  </a:schemeClr>
                </a:solidFill>
                <a:latin typeface="Gill Sans MT" panose="020B0502020104020203" pitchFamily="34" charset="0"/>
              </a:rPr>
              <a:t>Insurance typically considered part of normative O&amp;M expenses; O&amp;M escalated Y-o-Y on WPI/CPI basis</a:t>
            </a:r>
          </a:p>
        </p:txBody>
      </p:sp>
      <p:sp>
        <p:nvSpPr>
          <p:cNvPr id="10" name="Title 2">
            <a:extLst>
              <a:ext uri="{FF2B5EF4-FFF2-40B4-BE49-F238E27FC236}">
                <a16:creationId xmlns:a16="http://schemas.microsoft.com/office/drawing/2014/main" id="{4F7C3273-EE29-8932-4E17-16C8030CD229}"/>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dirty="0">
                <a:solidFill>
                  <a:srgbClr val="BA0C2F"/>
                </a:solidFill>
                <a:latin typeface="Gill Sans MT" panose="020B0502020104020203" pitchFamily="34" charset="0"/>
              </a:rPr>
              <a:t>Power Sector Regulatory Framework on Insurance in India</a:t>
            </a:r>
          </a:p>
        </p:txBody>
      </p:sp>
      <p:cxnSp>
        <p:nvCxnSpPr>
          <p:cNvPr id="18" name="Straight Connector 17">
            <a:extLst>
              <a:ext uri="{FF2B5EF4-FFF2-40B4-BE49-F238E27FC236}">
                <a16:creationId xmlns:a16="http://schemas.microsoft.com/office/drawing/2014/main" id="{E881B81D-546D-ABB4-1FD5-703D3FD4BBAB}"/>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7" name="Freeform 15">
            <a:extLst>
              <a:ext uri="{FF2B5EF4-FFF2-40B4-BE49-F238E27FC236}">
                <a16:creationId xmlns:a16="http://schemas.microsoft.com/office/drawing/2014/main" id="{24B8899A-C04A-6F97-FD64-BD3740243198}"/>
              </a:ext>
            </a:extLst>
          </p:cNvPr>
          <p:cNvSpPr>
            <a:spLocks noEditPoints="1"/>
          </p:cNvSpPr>
          <p:nvPr/>
        </p:nvSpPr>
        <p:spPr bwMode="auto">
          <a:xfrm>
            <a:off x="5031813" y="3206906"/>
            <a:ext cx="984763" cy="979258"/>
          </a:xfrm>
          <a:custGeom>
            <a:avLst/>
            <a:gdLst>
              <a:gd name="T0" fmla="*/ 592 w 605"/>
              <a:gd name="T1" fmla="*/ 213 h 602"/>
              <a:gd name="T2" fmla="*/ 544 w 605"/>
              <a:gd name="T3" fmla="*/ 119 h 602"/>
              <a:gd name="T4" fmla="*/ 467 w 605"/>
              <a:gd name="T5" fmla="*/ 47 h 602"/>
              <a:gd name="T6" fmla="*/ 371 w 605"/>
              <a:gd name="T7" fmla="*/ 6 h 602"/>
              <a:gd name="T8" fmla="*/ 266 w 605"/>
              <a:gd name="T9" fmla="*/ 0 h 602"/>
              <a:gd name="T10" fmla="*/ 165 w 605"/>
              <a:gd name="T11" fmla="*/ 31 h 602"/>
              <a:gd name="T12" fmla="*/ 81 w 605"/>
              <a:gd name="T13" fmla="*/ 94 h 602"/>
              <a:gd name="T14" fmla="*/ 23 w 605"/>
              <a:gd name="T15" fmla="*/ 183 h 602"/>
              <a:gd name="T16" fmla="*/ 0 w 605"/>
              <a:gd name="T17" fmla="*/ 285 h 602"/>
              <a:gd name="T18" fmla="*/ 0 w 605"/>
              <a:gd name="T19" fmla="*/ 317 h 602"/>
              <a:gd name="T20" fmla="*/ 23 w 605"/>
              <a:gd name="T21" fmla="*/ 420 h 602"/>
              <a:gd name="T22" fmla="*/ 81 w 605"/>
              <a:gd name="T23" fmla="*/ 508 h 602"/>
              <a:gd name="T24" fmla="*/ 165 w 605"/>
              <a:gd name="T25" fmla="*/ 571 h 602"/>
              <a:gd name="T26" fmla="*/ 266 w 605"/>
              <a:gd name="T27" fmla="*/ 602 h 602"/>
              <a:gd name="T28" fmla="*/ 371 w 605"/>
              <a:gd name="T29" fmla="*/ 597 h 602"/>
              <a:gd name="T30" fmla="*/ 467 w 605"/>
              <a:gd name="T31" fmla="*/ 555 h 602"/>
              <a:gd name="T32" fmla="*/ 544 w 605"/>
              <a:gd name="T33" fmla="*/ 484 h 602"/>
              <a:gd name="T34" fmla="*/ 592 w 605"/>
              <a:gd name="T35" fmla="*/ 390 h 602"/>
              <a:gd name="T36" fmla="*/ 336 w 605"/>
              <a:gd name="T37" fmla="*/ 100 h 602"/>
              <a:gd name="T38" fmla="*/ 336 w 605"/>
              <a:gd name="T39" fmla="*/ 100 h 602"/>
              <a:gd name="T40" fmla="*/ 388 w 605"/>
              <a:gd name="T41" fmla="*/ 235 h 602"/>
              <a:gd name="T42" fmla="*/ 366 w 605"/>
              <a:gd name="T43" fmla="*/ 377 h 602"/>
              <a:gd name="T44" fmla="*/ 388 w 605"/>
              <a:gd name="T45" fmla="*/ 251 h 602"/>
              <a:gd name="T46" fmla="*/ 407 w 605"/>
              <a:gd name="T47" fmla="*/ 271 h 602"/>
              <a:gd name="T48" fmla="*/ 407 w 605"/>
              <a:gd name="T49" fmla="*/ 271 h 602"/>
              <a:gd name="T50" fmla="*/ 383 w 605"/>
              <a:gd name="T51" fmla="*/ 359 h 602"/>
              <a:gd name="T52" fmla="*/ 408 w 605"/>
              <a:gd name="T53" fmla="*/ 328 h 602"/>
              <a:gd name="T54" fmla="*/ 401 w 605"/>
              <a:gd name="T55" fmla="*/ 301 h 602"/>
              <a:gd name="T56" fmla="*/ 410 w 605"/>
              <a:gd name="T57" fmla="*/ 315 h 602"/>
              <a:gd name="T58" fmla="*/ 353 w 605"/>
              <a:gd name="T59" fmla="*/ 216 h 602"/>
              <a:gd name="T60" fmla="*/ 346 w 605"/>
              <a:gd name="T61" fmla="*/ 201 h 602"/>
              <a:gd name="T62" fmla="*/ 306 w 605"/>
              <a:gd name="T63" fmla="*/ 192 h 602"/>
              <a:gd name="T64" fmla="*/ 306 w 605"/>
              <a:gd name="T65" fmla="*/ 192 h 602"/>
              <a:gd name="T66" fmla="*/ 302 w 605"/>
              <a:gd name="T67" fmla="*/ 231 h 602"/>
              <a:gd name="T68" fmla="*/ 345 w 605"/>
              <a:gd name="T69" fmla="*/ 391 h 602"/>
              <a:gd name="T70" fmla="*/ 257 w 605"/>
              <a:gd name="T71" fmla="*/ 400 h 602"/>
              <a:gd name="T72" fmla="*/ 206 w 605"/>
              <a:gd name="T73" fmla="*/ 278 h 602"/>
              <a:gd name="T74" fmla="*/ 206 w 605"/>
              <a:gd name="T75" fmla="*/ 278 h 602"/>
              <a:gd name="T76" fmla="*/ 209 w 605"/>
              <a:gd name="T77" fmla="*/ 267 h 602"/>
              <a:gd name="T78" fmla="*/ 194 w 605"/>
              <a:gd name="T79" fmla="*/ 317 h 602"/>
              <a:gd name="T80" fmla="*/ 211 w 605"/>
              <a:gd name="T81" fmla="*/ 339 h 602"/>
              <a:gd name="T82" fmla="*/ 216 w 605"/>
              <a:gd name="T83" fmla="*/ 350 h 602"/>
              <a:gd name="T84" fmla="*/ 216 w 605"/>
              <a:gd name="T85" fmla="*/ 350 h 602"/>
              <a:gd name="T86" fmla="*/ 229 w 605"/>
              <a:gd name="T87" fmla="*/ 235 h 602"/>
              <a:gd name="T88" fmla="*/ 234 w 605"/>
              <a:gd name="T89" fmla="*/ 386 h 602"/>
              <a:gd name="T90" fmla="*/ 242 w 605"/>
              <a:gd name="T91" fmla="*/ 211 h 602"/>
              <a:gd name="T92" fmla="*/ 293 w 605"/>
              <a:gd name="T93" fmla="*/ 193 h 602"/>
              <a:gd name="T94" fmla="*/ 293 w 605"/>
              <a:gd name="T95" fmla="*/ 193 h 602"/>
              <a:gd name="T96" fmla="*/ 269 w 605"/>
              <a:gd name="T97" fmla="*/ 208 h 602"/>
              <a:gd name="T98" fmla="*/ 210 w 605"/>
              <a:gd name="T99" fmla="*/ 210 h 602"/>
              <a:gd name="T100" fmla="*/ 99 w 605"/>
              <a:gd name="T101" fmla="*/ 301 h 602"/>
              <a:gd name="T102" fmla="*/ 177 w 605"/>
              <a:gd name="T103" fmla="*/ 335 h 602"/>
              <a:gd name="T104" fmla="*/ 210 w 605"/>
              <a:gd name="T105" fmla="*/ 393 h 602"/>
              <a:gd name="T106" fmla="*/ 270 w 605"/>
              <a:gd name="T107" fmla="*/ 405 h 602"/>
              <a:gd name="T108" fmla="*/ 302 w 605"/>
              <a:gd name="T109" fmla="*/ 410 h 602"/>
              <a:gd name="T110" fmla="*/ 310 w 605"/>
              <a:gd name="T111" fmla="*/ 410 h 602"/>
              <a:gd name="T112" fmla="*/ 337 w 605"/>
              <a:gd name="T113" fmla="*/ 405 h 602"/>
              <a:gd name="T114" fmla="*/ 336 w 605"/>
              <a:gd name="T115" fmla="*/ 427 h 602"/>
              <a:gd name="T116" fmla="*/ 493 w 605"/>
              <a:gd name="T117" fmla="*/ 373 h 602"/>
              <a:gd name="T118" fmla="*/ 493 w 605"/>
              <a:gd name="T119" fmla="*/ 230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05" h="602">
                <a:moveTo>
                  <a:pt x="557" y="301"/>
                </a:moveTo>
                <a:cubicBezTo>
                  <a:pt x="557" y="299"/>
                  <a:pt x="557" y="296"/>
                  <a:pt x="557" y="294"/>
                </a:cubicBezTo>
                <a:cubicBezTo>
                  <a:pt x="605" y="285"/>
                  <a:pt x="605" y="285"/>
                  <a:pt x="605" y="285"/>
                </a:cubicBezTo>
                <a:cubicBezTo>
                  <a:pt x="592" y="213"/>
                  <a:pt x="592" y="213"/>
                  <a:pt x="592" y="213"/>
                </a:cubicBezTo>
                <a:cubicBezTo>
                  <a:pt x="544" y="221"/>
                  <a:pt x="544" y="221"/>
                  <a:pt x="544" y="221"/>
                </a:cubicBezTo>
                <a:cubicBezTo>
                  <a:pt x="543" y="216"/>
                  <a:pt x="541" y="212"/>
                  <a:pt x="539" y="207"/>
                </a:cubicBezTo>
                <a:cubicBezTo>
                  <a:pt x="581" y="183"/>
                  <a:pt x="581" y="183"/>
                  <a:pt x="581" y="183"/>
                </a:cubicBezTo>
                <a:cubicBezTo>
                  <a:pt x="544" y="119"/>
                  <a:pt x="544" y="119"/>
                  <a:pt x="544" y="119"/>
                </a:cubicBezTo>
                <a:cubicBezTo>
                  <a:pt x="502" y="143"/>
                  <a:pt x="502" y="143"/>
                  <a:pt x="502" y="143"/>
                </a:cubicBezTo>
                <a:cubicBezTo>
                  <a:pt x="499" y="139"/>
                  <a:pt x="496" y="135"/>
                  <a:pt x="493" y="132"/>
                </a:cubicBezTo>
                <a:cubicBezTo>
                  <a:pt x="524" y="94"/>
                  <a:pt x="524" y="94"/>
                  <a:pt x="524" y="94"/>
                </a:cubicBezTo>
                <a:cubicBezTo>
                  <a:pt x="467" y="47"/>
                  <a:pt x="467" y="47"/>
                  <a:pt x="467" y="47"/>
                </a:cubicBezTo>
                <a:cubicBezTo>
                  <a:pt x="436" y="84"/>
                  <a:pt x="436" y="84"/>
                  <a:pt x="436" y="84"/>
                </a:cubicBezTo>
                <a:cubicBezTo>
                  <a:pt x="432" y="82"/>
                  <a:pt x="428" y="79"/>
                  <a:pt x="423" y="77"/>
                </a:cubicBezTo>
                <a:cubicBezTo>
                  <a:pt x="440" y="31"/>
                  <a:pt x="440" y="31"/>
                  <a:pt x="440" y="31"/>
                </a:cubicBezTo>
                <a:cubicBezTo>
                  <a:pt x="371" y="6"/>
                  <a:pt x="371" y="6"/>
                  <a:pt x="371" y="6"/>
                </a:cubicBezTo>
                <a:cubicBezTo>
                  <a:pt x="354" y="52"/>
                  <a:pt x="354" y="52"/>
                  <a:pt x="354" y="52"/>
                </a:cubicBezTo>
                <a:cubicBezTo>
                  <a:pt x="349" y="51"/>
                  <a:pt x="344" y="50"/>
                  <a:pt x="339" y="49"/>
                </a:cubicBezTo>
                <a:cubicBezTo>
                  <a:pt x="339" y="0"/>
                  <a:pt x="339" y="0"/>
                  <a:pt x="339" y="0"/>
                </a:cubicBezTo>
                <a:cubicBezTo>
                  <a:pt x="266" y="0"/>
                  <a:pt x="266" y="0"/>
                  <a:pt x="266" y="0"/>
                </a:cubicBezTo>
                <a:cubicBezTo>
                  <a:pt x="266" y="49"/>
                  <a:pt x="266" y="49"/>
                  <a:pt x="266" y="49"/>
                </a:cubicBezTo>
                <a:cubicBezTo>
                  <a:pt x="260" y="50"/>
                  <a:pt x="255" y="51"/>
                  <a:pt x="250" y="52"/>
                </a:cubicBezTo>
                <a:cubicBezTo>
                  <a:pt x="234" y="6"/>
                  <a:pt x="234" y="6"/>
                  <a:pt x="234" y="6"/>
                </a:cubicBezTo>
                <a:cubicBezTo>
                  <a:pt x="165" y="31"/>
                  <a:pt x="165" y="31"/>
                  <a:pt x="165" y="31"/>
                </a:cubicBezTo>
                <a:cubicBezTo>
                  <a:pt x="181" y="77"/>
                  <a:pt x="181" y="77"/>
                  <a:pt x="181" y="77"/>
                </a:cubicBezTo>
                <a:cubicBezTo>
                  <a:pt x="177" y="79"/>
                  <a:pt x="173" y="82"/>
                  <a:pt x="168" y="84"/>
                </a:cubicBezTo>
                <a:cubicBezTo>
                  <a:pt x="137" y="47"/>
                  <a:pt x="137" y="47"/>
                  <a:pt x="137" y="47"/>
                </a:cubicBezTo>
                <a:cubicBezTo>
                  <a:pt x="81" y="94"/>
                  <a:pt x="81" y="94"/>
                  <a:pt x="81" y="94"/>
                </a:cubicBezTo>
                <a:cubicBezTo>
                  <a:pt x="112" y="132"/>
                  <a:pt x="112" y="132"/>
                  <a:pt x="112" y="132"/>
                </a:cubicBezTo>
                <a:cubicBezTo>
                  <a:pt x="109" y="135"/>
                  <a:pt x="105" y="139"/>
                  <a:pt x="102" y="143"/>
                </a:cubicBezTo>
                <a:cubicBezTo>
                  <a:pt x="60" y="119"/>
                  <a:pt x="60" y="119"/>
                  <a:pt x="60" y="119"/>
                </a:cubicBezTo>
                <a:cubicBezTo>
                  <a:pt x="23" y="183"/>
                  <a:pt x="23" y="183"/>
                  <a:pt x="23" y="183"/>
                </a:cubicBezTo>
                <a:cubicBezTo>
                  <a:pt x="65" y="207"/>
                  <a:pt x="65" y="207"/>
                  <a:pt x="65" y="207"/>
                </a:cubicBezTo>
                <a:cubicBezTo>
                  <a:pt x="64" y="212"/>
                  <a:pt x="62" y="216"/>
                  <a:pt x="60" y="221"/>
                </a:cubicBezTo>
                <a:cubicBezTo>
                  <a:pt x="12" y="213"/>
                  <a:pt x="12" y="213"/>
                  <a:pt x="12" y="213"/>
                </a:cubicBezTo>
                <a:cubicBezTo>
                  <a:pt x="0" y="285"/>
                  <a:pt x="0" y="285"/>
                  <a:pt x="0" y="285"/>
                </a:cubicBezTo>
                <a:cubicBezTo>
                  <a:pt x="48" y="294"/>
                  <a:pt x="48" y="294"/>
                  <a:pt x="48" y="294"/>
                </a:cubicBezTo>
                <a:cubicBezTo>
                  <a:pt x="47" y="296"/>
                  <a:pt x="47" y="299"/>
                  <a:pt x="47" y="301"/>
                </a:cubicBezTo>
                <a:cubicBezTo>
                  <a:pt x="47" y="304"/>
                  <a:pt x="47" y="306"/>
                  <a:pt x="48" y="309"/>
                </a:cubicBezTo>
                <a:cubicBezTo>
                  <a:pt x="0" y="317"/>
                  <a:pt x="0" y="317"/>
                  <a:pt x="0" y="317"/>
                </a:cubicBezTo>
                <a:cubicBezTo>
                  <a:pt x="12" y="390"/>
                  <a:pt x="12" y="390"/>
                  <a:pt x="12" y="390"/>
                </a:cubicBezTo>
                <a:cubicBezTo>
                  <a:pt x="60" y="381"/>
                  <a:pt x="60" y="381"/>
                  <a:pt x="60" y="381"/>
                </a:cubicBezTo>
                <a:cubicBezTo>
                  <a:pt x="62" y="386"/>
                  <a:pt x="64" y="391"/>
                  <a:pt x="65" y="396"/>
                </a:cubicBezTo>
                <a:cubicBezTo>
                  <a:pt x="23" y="420"/>
                  <a:pt x="23" y="420"/>
                  <a:pt x="23" y="420"/>
                </a:cubicBezTo>
                <a:cubicBezTo>
                  <a:pt x="60" y="484"/>
                  <a:pt x="60" y="484"/>
                  <a:pt x="60" y="484"/>
                </a:cubicBezTo>
                <a:cubicBezTo>
                  <a:pt x="102" y="459"/>
                  <a:pt x="102" y="459"/>
                  <a:pt x="102" y="459"/>
                </a:cubicBezTo>
                <a:cubicBezTo>
                  <a:pt x="105" y="463"/>
                  <a:pt x="109" y="467"/>
                  <a:pt x="112" y="471"/>
                </a:cubicBezTo>
                <a:cubicBezTo>
                  <a:pt x="81" y="508"/>
                  <a:pt x="81" y="508"/>
                  <a:pt x="81" y="508"/>
                </a:cubicBezTo>
                <a:cubicBezTo>
                  <a:pt x="137" y="555"/>
                  <a:pt x="137" y="555"/>
                  <a:pt x="137" y="555"/>
                </a:cubicBezTo>
                <a:cubicBezTo>
                  <a:pt x="168" y="518"/>
                  <a:pt x="168" y="518"/>
                  <a:pt x="168" y="518"/>
                </a:cubicBezTo>
                <a:cubicBezTo>
                  <a:pt x="173" y="521"/>
                  <a:pt x="177" y="523"/>
                  <a:pt x="181" y="526"/>
                </a:cubicBezTo>
                <a:cubicBezTo>
                  <a:pt x="165" y="571"/>
                  <a:pt x="165" y="571"/>
                  <a:pt x="165" y="571"/>
                </a:cubicBezTo>
                <a:cubicBezTo>
                  <a:pt x="234" y="597"/>
                  <a:pt x="234" y="597"/>
                  <a:pt x="234" y="597"/>
                </a:cubicBezTo>
                <a:cubicBezTo>
                  <a:pt x="250" y="551"/>
                  <a:pt x="250" y="551"/>
                  <a:pt x="250" y="551"/>
                </a:cubicBezTo>
                <a:cubicBezTo>
                  <a:pt x="255" y="552"/>
                  <a:pt x="260" y="553"/>
                  <a:pt x="266" y="554"/>
                </a:cubicBezTo>
                <a:cubicBezTo>
                  <a:pt x="266" y="602"/>
                  <a:pt x="266" y="602"/>
                  <a:pt x="266" y="602"/>
                </a:cubicBezTo>
                <a:cubicBezTo>
                  <a:pt x="339" y="602"/>
                  <a:pt x="339" y="602"/>
                  <a:pt x="339" y="602"/>
                </a:cubicBezTo>
                <a:cubicBezTo>
                  <a:pt x="339" y="554"/>
                  <a:pt x="339" y="554"/>
                  <a:pt x="339" y="554"/>
                </a:cubicBezTo>
                <a:cubicBezTo>
                  <a:pt x="344" y="553"/>
                  <a:pt x="349" y="552"/>
                  <a:pt x="354" y="551"/>
                </a:cubicBezTo>
                <a:cubicBezTo>
                  <a:pt x="371" y="597"/>
                  <a:pt x="371" y="597"/>
                  <a:pt x="371" y="597"/>
                </a:cubicBezTo>
                <a:cubicBezTo>
                  <a:pt x="440" y="571"/>
                  <a:pt x="440" y="571"/>
                  <a:pt x="440" y="571"/>
                </a:cubicBezTo>
                <a:cubicBezTo>
                  <a:pt x="423" y="526"/>
                  <a:pt x="423" y="526"/>
                  <a:pt x="423" y="526"/>
                </a:cubicBezTo>
                <a:cubicBezTo>
                  <a:pt x="428" y="523"/>
                  <a:pt x="432" y="521"/>
                  <a:pt x="436" y="518"/>
                </a:cubicBezTo>
                <a:cubicBezTo>
                  <a:pt x="467" y="555"/>
                  <a:pt x="467" y="555"/>
                  <a:pt x="467" y="555"/>
                </a:cubicBezTo>
                <a:cubicBezTo>
                  <a:pt x="524" y="508"/>
                  <a:pt x="524" y="508"/>
                  <a:pt x="524" y="508"/>
                </a:cubicBezTo>
                <a:cubicBezTo>
                  <a:pt x="493" y="471"/>
                  <a:pt x="493" y="471"/>
                  <a:pt x="493" y="471"/>
                </a:cubicBezTo>
                <a:cubicBezTo>
                  <a:pt x="496" y="467"/>
                  <a:pt x="499" y="463"/>
                  <a:pt x="502" y="459"/>
                </a:cubicBezTo>
                <a:cubicBezTo>
                  <a:pt x="544" y="484"/>
                  <a:pt x="544" y="484"/>
                  <a:pt x="544" y="484"/>
                </a:cubicBezTo>
                <a:cubicBezTo>
                  <a:pt x="581" y="420"/>
                  <a:pt x="581" y="420"/>
                  <a:pt x="581" y="420"/>
                </a:cubicBezTo>
                <a:cubicBezTo>
                  <a:pt x="539" y="396"/>
                  <a:pt x="539" y="396"/>
                  <a:pt x="539" y="396"/>
                </a:cubicBezTo>
                <a:cubicBezTo>
                  <a:pt x="541" y="391"/>
                  <a:pt x="543" y="386"/>
                  <a:pt x="544" y="381"/>
                </a:cubicBezTo>
                <a:cubicBezTo>
                  <a:pt x="592" y="390"/>
                  <a:pt x="592" y="390"/>
                  <a:pt x="592" y="390"/>
                </a:cubicBezTo>
                <a:cubicBezTo>
                  <a:pt x="605" y="317"/>
                  <a:pt x="605" y="317"/>
                  <a:pt x="605" y="317"/>
                </a:cubicBezTo>
                <a:cubicBezTo>
                  <a:pt x="557" y="309"/>
                  <a:pt x="557" y="309"/>
                  <a:pt x="557" y="309"/>
                </a:cubicBezTo>
                <a:cubicBezTo>
                  <a:pt x="557" y="306"/>
                  <a:pt x="557" y="304"/>
                  <a:pt x="557" y="301"/>
                </a:cubicBezTo>
                <a:close/>
                <a:moveTo>
                  <a:pt x="336" y="100"/>
                </a:moveTo>
                <a:cubicBezTo>
                  <a:pt x="385" y="109"/>
                  <a:pt x="429" y="135"/>
                  <a:pt x="459" y="172"/>
                </a:cubicBezTo>
                <a:cubicBezTo>
                  <a:pt x="394" y="210"/>
                  <a:pt x="394" y="210"/>
                  <a:pt x="394" y="210"/>
                </a:cubicBezTo>
                <a:cubicBezTo>
                  <a:pt x="378" y="194"/>
                  <a:pt x="358" y="182"/>
                  <a:pt x="336" y="176"/>
                </a:cubicBezTo>
                <a:lnTo>
                  <a:pt x="336" y="100"/>
                </a:lnTo>
                <a:close/>
                <a:moveTo>
                  <a:pt x="381" y="241"/>
                </a:moveTo>
                <a:cubicBezTo>
                  <a:pt x="378" y="237"/>
                  <a:pt x="375" y="234"/>
                  <a:pt x="372" y="231"/>
                </a:cubicBezTo>
                <a:cubicBezTo>
                  <a:pt x="379" y="224"/>
                  <a:pt x="379" y="224"/>
                  <a:pt x="379" y="224"/>
                </a:cubicBezTo>
                <a:cubicBezTo>
                  <a:pt x="383" y="228"/>
                  <a:pt x="386" y="231"/>
                  <a:pt x="388" y="235"/>
                </a:cubicBezTo>
                <a:lnTo>
                  <a:pt x="381" y="241"/>
                </a:lnTo>
                <a:close/>
                <a:moveTo>
                  <a:pt x="382" y="376"/>
                </a:moveTo>
                <a:cubicBezTo>
                  <a:pt x="379" y="379"/>
                  <a:pt x="376" y="382"/>
                  <a:pt x="372" y="385"/>
                </a:cubicBezTo>
                <a:cubicBezTo>
                  <a:pt x="366" y="377"/>
                  <a:pt x="366" y="377"/>
                  <a:pt x="366" y="377"/>
                </a:cubicBezTo>
                <a:cubicBezTo>
                  <a:pt x="369" y="375"/>
                  <a:pt x="372" y="372"/>
                  <a:pt x="375" y="369"/>
                </a:cubicBezTo>
                <a:lnTo>
                  <a:pt x="382" y="376"/>
                </a:lnTo>
                <a:close/>
                <a:moveTo>
                  <a:pt x="393" y="262"/>
                </a:moveTo>
                <a:cubicBezTo>
                  <a:pt x="392" y="258"/>
                  <a:pt x="390" y="254"/>
                  <a:pt x="388" y="251"/>
                </a:cubicBezTo>
                <a:cubicBezTo>
                  <a:pt x="396" y="246"/>
                  <a:pt x="396" y="246"/>
                  <a:pt x="396" y="246"/>
                </a:cubicBezTo>
                <a:cubicBezTo>
                  <a:pt x="398" y="250"/>
                  <a:pt x="400" y="254"/>
                  <a:pt x="402" y="258"/>
                </a:cubicBezTo>
                <a:lnTo>
                  <a:pt x="393" y="262"/>
                </a:lnTo>
                <a:close/>
                <a:moveTo>
                  <a:pt x="407" y="271"/>
                </a:moveTo>
                <a:cubicBezTo>
                  <a:pt x="408" y="275"/>
                  <a:pt x="409" y="280"/>
                  <a:pt x="410" y="284"/>
                </a:cubicBezTo>
                <a:cubicBezTo>
                  <a:pt x="400" y="286"/>
                  <a:pt x="400" y="286"/>
                  <a:pt x="400" y="286"/>
                </a:cubicBezTo>
                <a:cubicBezTo>
                  <a:pt x="400" y="281"/>
                  <a:pt x="399" y="277"/>
                  <a:pt x="397" y="273"/>
                </a:cubicBezTo>
                <a:lnTo>
                  <a:pt x="407" y="271"/>
                </a:lnTo>
                <a:close/>
                <a:moveTo>
                  <a:pt x="389" y="349"/>
                </a:moveTo>
                <a:cubicBezTo>
                  <a:pt x="398" y="354"/>
                  <a:pt x="398" y="354"/>
                  <a:pt x="398" y="354"/>
                </a:cubicBezTo>
                <a:cubicBezTo>
                  <a:pt x="396" y="357"/>
                  <a:pt x="393" y="361"/>
                  <a:pt x="391" y="365"/>
                </a:cubicBezTo>
                <a:cubicBezTo>
                  <a:pt x="383" y="359"/>
                  <a:pt x="383" y="359"/>
                  <a:pt x="383" y="359"/>
                </a:cubicBezTo>
                <a:cubicBezTo>
                  <a:pt x="385" y="356"/>
                  <a:pt x="387" y="352"/>
                  <a:pt x="389" y="349"/>
                </a:cubicBezTo>
                <a:close/>
                <a:moveTo>
                  <a:pt x="395" y="338"/>
                </a:moveTo>
                <a:cubicBezTo>
                  <a:pt x="396" y="334"/>
                  <a:pt x="397" y="330"/>
                  <a:pt x="398" y="326"/>
                </a:cubicBezTo>
                <a:cubicBezTo>
                  <a:pt x="408" y="328"/>
                  <a:pt x="408" y="328"/>
                  <a:pt x="408" y="328"/>
                </a:cubicBezTo>
                <a:cubicBezTo>
                  <a:pt x="407" y="333"/>
                  <a:pt x="405" y="337"/>
                  <a:pt x="404" y="341"/>
                </a:cubicBezTo>
                <a:lnTo>
                  <a:pt x="395" y="338"/>
                </a:lnTo>
                <a:close/>
                <a:moveTo>
                  <a:pt x="401" y="314"/>
                </a:moveTo>
                <a:cubicBezTo>
                  <a:pt x="401" y="310"/>
                  <a:pt x="401" y="305"/>
                  <a:pt x="401" y="301"/>
                </a:cubicBezTo>
                <a:cubicBezTo>
                  <a:pt x="401" y="300"/>
                  <a:pt x="401" y="299"/>
                  <a:pt x="401" y="298"/>
                </a:cubicBezTo>
                <a:cubicBezTo>
                  <a:pt x="411" y="298"/>
                  <a:pt x="411" y="298"/>
                  <a:pt x="411" y="298"/>
                </a:cubicBezTo>
                <a:cubicBezTo>
                  <a:pt x="411" y="299"/>
                  <a:pt x="411" y="300"/>
                  <a:pt x="411" y="301"/>
                </a:cubicBezTo>
                <a:cubicBezTo>
                  <a:pt x="411" y="306"/>
                  <a:pt x="411" y="310"/>
                  <a:pt x="410" y="315"/>
                </a:cubicBezTo>
                <a:lnTo>
                  <a:pt x="401" y="314"/>
                </a:lnTo>
                <a:close/>
                <a:moveTo>
                  <a:pt x="369" y="215"/>
                </a:moveTo>
                <a:cubicBezTo>
                  <a:pt x="363" y="223"/>
                  <a:pt x="363" y="223"/>
                  <a:pt x="363" y="223"/>
                </a:cubicBezTo>
                <a:cubicBezTo>
                  <a:pt x="360" y="221"/>
                  <a:pt x="356" y="218"/>
                  <a:pt x="353" y="216"/>
                </a:cubicBezTo>
                <a:cubicBezTo>
                  <a:pt x="358" y="208"/>
                  <a:pt x="358" y="208"/>
                  <a:pt x="358" y="208"/>
                </a:cubicBezTo>
                <a:cubicBezTo>
                  <a:pt x="362" y="210"/>
                  <a:pt x="366" y="213"/>
                  <a:pt x="369" y="215"/>
                </a:cubicBezTo>
                <a:close/>
                <a:moveTo>
                  <a:pt x="333" y="197"/>
                </a:moveTo>
                <a:cubicBezTo>
                  <a:pt x="337" y="198"/>
                  <a:pt x="342" y="200"/>
                  <a:pt x="346" y="201"/>
                </a:cubicBezTo>
                <a:cubicBezTo>
                  <a:pt x="342" y="210"/>
                  <a:pt x="342" y="210"/>
                  <a:pt x="342" y="210"/>
                </a:cubicBezTo>
                <a:cubicBezTo>
                  <a:pt x="338" y="209"/>
                  <a:pt x="334" y="207"/>
                  <a:pt x="330" y="206"/>
                </a:cubicBezTo>
                <a:lnTo>
                  <a:pt x="333" y="197"/>
                </a:lnTo>
                <a:close/>
                <a:moveTo>
                  <a:pt x="306" y="192"/>
                </a:moveTo>
                <a:cubicBezTo>
                  <a:pt x="311" y="193"/>
                  <a:pt x="315" y="193"/>
                  <a:pt x="320" y="194"/>
                </a:cubicBezTo>
                <a:cubicBezTo>
                  <a:pt x="318" y="203"/>
                  <a:pt x="318" y="203"/>
                  <a:pt x="318" y="203"/>
                </a:cubicBezTo>
                <a:cubicBezTo>
                  <a:pt x="314" y="203"/>
                  <a:pt x="310" y="202"/>
                  <a:pt x="306" y="202"/>
                </a:cubicBezTo>
                <a:lnTo>
                  <a:pt x="306" y="192"/>
                </a:lnTo>
                <a:close/>
                <a:moveTo>
                  <a:pt x="373" y="301"/>
                </a:moveTo>
                <a:cubicBezTo>
                  <a:pt x="373" y="340"/>
                  <a:pt x="341" y="372"/>
                  <a:pt x="302" y="372"/>
                </a:cubicBezTo>
                <a:cubicBezTo>
                  <a:pt x="263" y="372"/>
                  <a:pt x="232" y="340"/>
                  <a:pt x="232" y="301"/>
                </a:cubicBezTo>
                <a:cubicBezTo>
                  <a:pt x="232" y="262"/>
                  <a:pt x="263" y="231"/>
                  <a:pt x="302" y="231"/>
                </a:cubicBezTo>
                <a:cubicBezTo>
                  <a:pt x="341" y="231"/>
                  <a:pt x="373" y="262"/>
                  <a:pt x="373" y="301"/>
                </a:cubicBezTo>
                <a:close/>
                <a:moveTo>
                  <a:pt x="361" y="393"/>
                </a:moveTo>
                <a:cubicBezTo>
                  <a:pt x="357" y="395"/>
                  <a:pt x="353" y="398"/>
                  <a:pt x="349" y="400"/>
                </a:cubicBezTo>
                <a:cubicBezTo>
                  <a:pt x="345" y="391"/>
                  <a:pt x="345" y="391"/>
                  <a:pt x="345" y="391"/>
                </a:cubicBezTo>
                <a:cubicBezTo>
                  <a:pt x="349" y="389"/>
                  <a:pt x="352" y="387"/>
                  <a:pt x="356" y="385"/>
                </a:cubicBezTo>
                <a:lnTo>
                  <a:pt x="361" y="393"/>
                </a:lnTo>
                <a:close/>
                <a:moveTo>
                  <a:pt x="261" y="391"/>
                </a:moveTo>
                <a:cubicBezTo>
                  <a:pt x="257" y="400"/>
                  <a:pt x="257" y="400"/>
                  <a:pt x="257" y="400"/>
                </a:cubicBezTo>
                <a:cubicBezTo>
                  <a:pt x="253" y="398"/>
                  <a:pt x="249" y="396"/>
                  <a:pt x="245" y="394"/>
                </a:cubicBezTo>
                <a:cubicBezTo>
                  <a:pt x="250" y="386"/>
                  <a:pt x="250" y="386"/>
                  <a:pt x="250" y="386"/>
                </a:cubicBezTo>
                <a:cubicBezTo>
                  <a:pt x="254" y="388"/>
                  <a:pt x="257" y="390"/>
                  <a:pt x="261" y="391"/>
                </a:cubicBezTo>
                <a:close/>
                <a:moveTo>
                  <a:pt x="206" y="278"/>
                </a:moveTo>
                <a:cubicBezTo>
                  <a:pt x="205" y="282"/>
                  <a:pt x="204" y="287"/>
                  <a:pt x="204" y="291"/>
                </a:cubicBezTo>
                <a:cubicBezTo>
                  <a:pt x="194" y="290"/>
                  <a:pt x="194" y="290"/>
                  <a:pt x="194" y="290"/>
                </a:cubicBezTo>
                <a:cubicBezTo>
                  <a:pt x="194" y="285"/>
                  <a:pt x="195" y="281"/>
                  <a:pt x="196" y="276"/>
                </a:cubicBezTo>
                <a:lnTo>
                  <a:pt x="206" y="278"/>
                </a:lnTo>
                <a:close/>
                <a:moveTo>
                  <a:pt x="200" y="263"/>
                </a:moveTo>
                <a:cubicBezTo>
                  <a:pt x="202" y="259"/>
                  <a:pt x="204" y="255"/>
                  <a:pt x="206" y="251"/>
                </a:cubicBezTo>
                <a:cubicBezTo>
                  <a:pt x="214" y="255"/>
                  <a:pt x="214" y="255"/>
                  <a:pt x="214" y="255"/>
                </a:cubicBezTo>
                <a:cubicBezTo>
                  <a:pt x="212" y="259"/>
                  <a:pt x="211" y="263"/>
                  <a:pt x="209" y="267"/>
                </a:cubicBezTo>
                <a:lnTo>
                  <a:pt x="200" y="263"/>
                </a:lnTo>
                <a:close/>
                <a:moveTo>
                  <a:pt x="203" y="303"/>
                </a:moveTo>
                <a:cubicBezTo>
                  <a:pt x="203" y="307"/>
                  <a:pt x="204" y="311"/>
                  <a:pt x="204" y="315"/>
                </a:cubicBezTo>
                <a:cubicBezTo>
                  <a:pt x="194" y="317"/>
                  <a:pt x="194" y="317"/>
                  <a:pt x="194" y="317"/>
                </a:cubicBezTo>
                <a:cubicBezTo>
                  <a:pt x="194" y="312"/>
                  <a:pt x="193" y="308"/>
                  <a:pt x="193" y="303"/>
                </a:cubicBezTo>
                <a:lnTo>
                  <a:pt x="203" y="303"/>
                </a:lnTo>
                <a:close/>
                <a:moveTo>
                  <a:pt x="207" y="327"/>
                </a:moveTo>
                <a:cubicBezTo>
                  <a:pt x="208" y="331"/>
                  <a:pt x="209" y="335"/>
                  <a:pt x="211" y="339"/>
                </a:cubicBezTo>
                <a:cubicBezTo>
                  <a:pt x="202" y="343"/>
                  <a:pt x="202" y="343"/>
                  <a:pt x="202" y="343"/>
                </a:cubicBezTo>
                <a:cubicBezTo>
                  <a:pt x="200" y="339"/>
                  <a:pt x="198" y="334"/>
                  <a:pt x="197" y="330"/>
                </a:cubicBezTo>
                <a:lnTo>
                  <a:pt x="207" y="327"/>
                </a:lnTo>
                <a:close/>
                <a:moveTo>
                  <a:pt x="216" y="350"/>
                </a:moveTo>
                <a:cubicBezTo>
                  <a:pt x="218" y="354"/>
                  <a:pt x="220" y="357"/>
                  <a:pt x="223" y="361"/>
                </a:cubicBezTo>
                <a:cubicBezTo>
                  <a:pt x="215" y="366"/>
                  <a:pt x="215" y="366"/>
                  <a:pt x="215" y="366"/>
                </a:cubicBezTo>
                <a:cubicBezTo>
                  <a:pt x="212" y="363"/>
                  <a:pt x="210" y="359"/>
                  <a:pt x="208" y="355"/>
                </a:cubicBezTo>
                <a:lnTo>
                  <a:pt x="216" y="350"/>
                </a:lnTo>
                <a:close/>
                <a:moveTo>
                  <a:pt x="221" y="245"/>
                </a:moveTo>
                <a:cubicBezTo>
                  <a:pt x="213" y="239"/>
                  <a:pt x="213" y="239"/>
                  <a:pt x="213" y="239"/>
                </a:cubicBezTo>
                <a:cubicBezTo>
                  <a:pt x="215" y="235"/>
                  <a:pt x="218" y="232"/>
                  <a:pt x="221" y="228"/>
                </a:cubicBezTo>
                <a:cubicBezTo>
                  <a:pt x="229" y="235"/>
                  <a:pt x="229" y="235"/>
                  <a:pt x="229" y="235"/>
                </a:cubicBezTo>
                <a:cubicBezTo>
                  <a:pt x="226" y="238"/>
                  <a:pt x="223" y="241"/>
                  <a:pt x="221" y="245"/>
                </a:cubicBezTo>
                <a:close/>
                <a:moveTo>
                  <a:pt x="231" y="370"/>
                </a:moveTo>
                <a:cubicBezTo>
                  <a:pt x="234" y="373"/>
                  <a:pt x="237" y="376"/>
                  <a:pt x="240" y="378"/>
                </a:cubicBezTo>
                <a:cubicBezTo>
                  <a:pt x="234" y="386"/>
                  <a:pt x="234" y="386"/>
                  <a:pt x="234" y="386"/>
                </a:cubicBezTo>
                <a:cubicBezTo>
                  <a:pt x="230" y="383"/>
                  <a:pt x="227" y="380"/>
                  <a:pt x="224" y="377"/>
                </a:cubicBezTo>
                <a:lnTo>
                  <a:pt x="231" y="370"/>
                </a:lnTo>
                <a:close/>
                <a:moveTo>
                  <a:pt x="231" y="219"/>
                </a:moveTo>
                <a:cubicBezTo>
                  <a:pt x="234" y="216"/>
                  <a:pt x="238" y="213"/>
                  <a:pt x="242" y="211"/>
                </a:cubicBezTo>
                <a:cubicBezTo>
                  <a:pt x="247" y="219"/>
                  <a:pt x="247" y="219"/>
                  <a:pt x="247" y="219"/>
                </a:cubicBezTo>
                <a:cubicBezTo>
                  <a:pt x="244" y="221"/>
                  <a:pt x="241" y="224"/>
                  <a:pt x="237" y="226"/>
                </a:cubicBezTo>
                <a:lnTo>
                  <a:pt x="231" y="219"/>
                </a:lnTo>
                <a:close/>
                <a:moveTo>
                  <a:pt x="293" y="193"/>
                </a:moveTo>
                <a:cubicBezTo>
                  <a:pt x="294" y="203"/>
                  <a:pt x="294" y="203"/>
                  <a:pt x="294" y="203"/>
                </a:cubicBezTo>
                <a:cubicBezTo>
                  <a:pt x="289" y="203"/>
                  <a:pt x="285" y="203"/>
                  <a:pt x="281" y="204"/>
                </a:cubicBezTo>
                <a:cubicBezTo>
                  <a:pt x="279" y="195"/>
                  <a:pt x="279" y="195"/>
                  <a:pt x="279" y="195"/>
                </a:cubicBezTo>
                <a:cubicBezTo>
                  <a:pt x="284" y="194"/>
                  <a:pt x="288" y="193"/>
                  <a:pt x="293" y="193"/>
                </a:cubicBezTo>
                <a:close/>
                <a:moveTo>
                  <a:pt x="258" y="213"/>
                </a:moveTo>
                <a:cubicBezTo>
                  <a:pt x="254" y="204"/>
                  <a:pt x="254" y="204"/>
                  <a:pt x="254" y="204"/>
                </a:cubicBezTo>
                <a:cubicBezTo>
                  <a:pt x="258" y="202"/>
                  <a:pt x="262" y="200"/>
                  <a:pt x="266" y="199"/>
                </a:cubicBezTo>
                <a:cubicBezTo>
                  <a:pt x="269" y="208"/>
                  <a:pt x="269" y="208"/>
                  <a:pt x="269" y="208"/>
                </a:cubicBezTo>
                <a:cubicBezTo>
                  <a:pt x="265" y="209"/>
                  <a:pt x="262" y="211"/>
                  <a:pt x="258" y="213"/>
                </a:cubicBezTo>
                <a:close/>
                <a:moveTo>
                  <a:pt x="269" y="101"/>
                </a:moveTo>
                <a:cubicBezTo>
                  <a:pt x="269" y="176"/>
                  <a:pt x="269" y="176"/>
                  <a:pt x="269" y="176"/>
                </a:cubicBezTo>
                <a:cubicBezTo>
                  <a:pt x="246" y="182"/>
                  <a:pt x="226" y="194"/>
                  <a:pt x="210" y="210"/>
                </a:cubicBezTo>
                <a:cubicBezTo>
                  <a:pt x="145" y="172"/>
                  <a:pt x="145" y="172"/>
                  <a:pt x="145" y="172"/>
                </a:cubicBezTo>
                <a:cubicBezTo>
                  <a:pt x="176" y="135"/>
                  <a:pt x="219" y="109"/>
                  <a:pt x="269" y="101"/>
                </a:cubicBezTo>
                <a:close/>
                <a:moveTo>
                  <a:pt x="112" y="373"/>
                </a:moveTo>
                <a:cubicBezTo>
                  <a:pt x="103" y="351"/>
                  <a:pt x="99" y="326"/>
                  <a:pt x="99" y="301"/>
                </a:cubicBezTo>
                <a:cubicBezTo>
                  <a:pt x="99" y="276"/>
                  <a:pt x="103" y="252"/>
                  <a:pt x="112" y="230"/>
                </a:cubicBezTo>
                <a:cubicBezTo>
                  <a:pt x="177" y="267"/>
                  <a:pt x="177" y="267"/>
                  <a:pt x="177" y="267"/>
                </a:cubicBezTo>
                <a:cubicBezTo>
                  <a:pt x="174" y="278"/>
                  <a:pt x="172" y="290"/>
                  <a:pt x="172" y="301"/>
                </a:cubicBezTo>
                <a:cubicBezTo>
                  <a:pt x="172" y="313"/>
                  <a:pt x="174" y="324"/>
                  <a:pt x="177" y="335"/>
                </a:cubicBezTo>
                <a:lnTo>
                  <a:pt x="112" y="373"/>
                </a:lnTo>
                <a:close/>
                <a:moveTo>
                  <a:pt x="269" y="502"/>
                </a:moveTo>
                <a:cubicBezTo>
                  <a:pt x="219" y="494"/>
                  <a:pt x="176" y="468"/>
                  <a:pt x="145" y="431"/>
                </a:cubicBezTo>
                <a:cubicBezTo>
                  <a:pt x="210" y="393"/>
                  <a:pt x="210" y="393"/>
                  <a:pt x="210" y="393"/>
                </a:cubicBezTo>
                <a:cubicBezTo>
                  <a:pt x="226" y="409"/>
                  <a:pt x="246" y="421"/>
                  <a:pt x="269" y="427"/>
                </a:cubicBezTo>
                <a:lnTo>
                  <a:pt x="269" y="502"/>
                </a:lnTo>
                <a:close/>
                <a:moveTo>
                  <a:pt x="283" y="408"/>
                </a:moveTo>
                <a:cubicBezTo>
                  <a:pt x="278" y="408"/>
                  <a:pt x="274" y="407"/>
                  <a:pt x="270" y="405"/>
                </a:cubicBezTo>
                <a:cubicBezTo>
                  <a:pt x="273" y="396"/>
                  <a:pt x="273" y="396"/>
                  <a:pt x="273" y="396"/>
                </a:cubicBezTo>
                <a:cubicBezTo>
                  <a:pt x="277" y="397"/>
                  <a:pt x="281" y="398"/>
                  <a:pt x="285" y="399"/>
                </a:cubicBezTo>
                <a:lnTo>
                  <a:pt x="283" y="408"/>
                </a:lnTo>
                <a:close/>
                <a:moveTo>
                  <a:pt x="302" y="410"/>
                </a:moveTo>
                <a:cubicBezTo>
                  <a:pt x="300" y="410"/>
                  <a:pt x="298" y="410"/>
                  <a:pt x="296" y="410"/>
                </a:cubicBezTo>
                <a:cubicBezTo>
                  <a:pt x="297" y="400"/>
                  <a:pt x="297" y="400"/>
                  <a:pt x="297" y="400"/>
                </a:cubicBezTo>
                <a:cubicBezTo>
                  <a:pt x="301" y="401"/>
                  <a:pt x="305" y="400"/>
                  <a:pt x="309" y="400"/>
                </a:cubicBezTo>
                <a:cubicBezTo>
                  <a:pt x="310" y="410"/>
                  <a:pt x="310" y="410"/>
                  <a:pt x="310" y="410"/>
                </a:cubicBezTo>
                <a:cubicBezTo>
                  <a:pt x="307" y="410"/>
                  <a:pt x="305" y="410"/>
                  <a:pt x="302" y="410"/>
                </a:cubicBezTo>
                <a:close/>
                <a:moveTo>
                  <a:pt x="322" y="399"/>
                </a:moveTo>
                <a:cubicBezTo>
                  <a:pt x="326" y="398"/>
                  <a:pt x="330" y="397"/>
                  <a:pt x="334" y="395"/>
                </a:cubicBezTo>
                <a:cubicBezTo>
                  <a:pt x="337" y="405"/>
                  <a:pt x="337" y="405"/>
                  <a:pt x="337" y="405"/>
                </a:cubicBezTo>
                <a:cubicBezTo>
                  <a:pt x="332" y="406"/>
                  <a:pt x="328" y="407"/>
                  <a:pt x="323" y="408"/>
                </a:cubicBezTo>
                <a:lnTo>
                  <a:pt x="322" y="399"/>
                </a:lnTo>
                <a:close/>
                <a:moveTo>
                  <a:pt x="336" y="502"/>
                </a:moveTo>
                <a:cubicBezTo>
                  <a:pt x="336" y="427"/>
                  <a:pt x="336" y="427"/>
                  <a:pt x="336" y="427"/>
                </a:cubicBezTo>
                <a:cubicBezTo>
                  <a:pt x="358" y="421"/>
                  <a:pt x="378" y="409"/>
                  <a:pt x="394" y="393"/>
                </a:cubicBezTo>
                <a:cubicBezTo>
                  <a:pt x="459" y="431"/>
                  <a:pt x="459" y="431"/>
                  <a:pt x="459" y="431"/>
                </a:cubicBezTo>
                <a:cubicBezTo>
                  <a:pt x="429" y="468"/>
                  <a:pt x="385" y="494"/>
                  <a:pt x="336" y="502"/>
                </a:cubicBezTo>
                <a:close/>
                <a:moveTo>
                  <a:pt x="493" y="373"/>
                </a:moveTo>
                <a:cubicBezTo>
                  <a:pt x="428" y="335"/>
                  <a:pt x="428" y="335"/>
                  <a:pt x="428" y="335"/>
                </a:cubicBezTo>
                <a:cubicBezTo>
                  <a:pt x="431" y="324"/>
                  <a:pt x="432" y="313"/>
                  <a:pt x="432" y="301"/>
                </a:cubicBezTo>
                <a:cubicBezTo>
                  <a:pt x="432" y="290"/>
                  <a:pt x="431" y="278"/>
                  <a:pt x="428" y="267"/>
                </a:cubicBezTo>
                <a:cubicBezTo>
                  <a:pt x="493" y="230"/>
                  <a:pt x="493" y="230"/>
                  <a:pt x="493" y="230"/>
                </a:cubicBezTo>
                <a:cubicBezTo>
                  <a:pt x="501" y="252"/>
                  <a:pt x="506" y="276"/>
                  <a:pt x="506" y="301"/>
                </a:cubicBezTo>
                <a:cubicBezTo>
                  <a:pt x="506" y="326"/>
                  <a:pt x="501" y="351"/>
                  <a:pt x="493" y="37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Gill Sans MT" panose="020B0502020104020203" pitchFamily="34" charset="0"/>
            </a:endParaRPr>
          </a:p>
        </p:txBody>
      </p:sp>
      <p:sp>
        <p:nvSpPr>
          <p:cNvPr id="168" name="Freeform 16">
            <a:extLst>
              <a:ext uri="{FF2B5EF4-FFF2-40B4-BE49-F238E27FC236}">
                <a16:creationId xmlns:a16="http://schemas.microsoft.com/office/drawing/2014/main" id="{56A6D541-ABF6-6665-2C01-9E32186FF8FF}"/>
              </a:ext>
            </a:extLst>
          </p:cNvPr>
          <p:cNvSpPr>
            <a:spLocks noEditPoints="1"/>
          </p:cNvSpPr>
          <p:nvPr/>
        </p:nvSpPr>
        <p:spPr bwMode="auto">
          <a:xfrm>
            <a:off x="4810494" y="2410259"/>
            <a:ext cx="782517" cy="778320"/>
          </a:xfrm>
          <a:custGeom>
            <a:avLst/>
            <a:gdLst>
              <a:gd name="T0" fmla="*/ 351 w 394"/>
              <a:gd name="T1" fmla="*/ 134 h 392"/>
              <a:gd name="T2" fmla="*/ 355 w 394"/>
              <a:gd name="T3" fmla="*/ 77 h 392"/>
              <a:gd name="T4" fmla="*/ 321 w 394"/>
              <a:gd name="T5" fmla="*/ 85 h 392"/>
              <a:gd name="T6" fmla="*/ 305 w 394"/>
              <a:gd name="T7" fmla="*/ 30 h 392"/>
              <a:gd name="T8" fmla="*/ 276 w 394"/>
              <a:gd name="T9" fmla="*/ 49 h 392"/>
              <a:gd name="T10" fmla="*/ 242 w 394"/>
              <a:gd name="T11" fmla="*/ 3 h 392"/>
              <a:gd name="T12" fmla="*/ 221 w 394"/>
              <a:gd name="T13" fmla="*/ 31 h 392"/>
              <a:gd name="T14" fmla="*/ 173 w 394"/>
              <a:gd name="T15" fmla="*/ 0 h 392"/>
              <a:gd name="T16" fmla="*/ 163 w 394"/>
              <a:gd name="T17" fmla="*/ 33 h 392"/>
              <a:gd name="T18" fmla="*/ 107 w 394"/>
              <a:gd name="T19" fmla="*/ 20 h 392"/>
              <a:gd name="T20" fmla="*/ 110 w 394"/>
              <a:gd name="T21" fmla="*/ 54 h 392"/>
              <a:gd name="T22" fmla="*/ 53 w 394"/>
              <a:gd name="T23" fmla="*/ 61 h 392"/>
              <a:gd name="T24" fmla="*/ 67 w 394"/>
              <a:gd name="T25" fmla="*/ 93 h 392"/>
              <a:gd name="T26" fmla="*/ 15 w 394"/>
              <a:gd name="T27" fmla="*/ 118 h 392"/>
              <a:gd name="T28" fmla="*/ 39 w 394"/>
              <a:gd name="T29" fmla="*/ 144 h 392"/>
              <a:gd name="T30" fmla="*/ 0 w 394"/>
              <a:gd name="T31" fmla="*/ 185 h 392"/>
              <a:gd name="T32" fmla="*/ 31 w 394"/>
              <a:gd name="T33" fmla="*/ 196 h 392"/>
              <a:gd name="T34" fmla="*/ 0 w 394"/>
              <a:gd name="T35" fmla="*/ 206 h 392"/>
              <a:gd name="T36" fmla="*/ 39 w 394"/>
              <a:gd name="T37" fmla="*/ 248 h 392"/>
              <a:gd name="T38" fmla="*/ 15 w 394"/>
              <a:gd name="T39" fmla="*/ 273 h 392"/>
              <a:gd name="T40" fmla="*/ 67 w 394"/>
              <a:gd name="T41" fmla="*/ 299 h 392"/>
              <a:gd name="T42" fmla="*/ 53 w 394"/>
              <a:gd name="T43" fmla="*/ 331 h 392"/>
              <a:gd name="T44" fmla="*/ 110 w 394"/>
              <a:gd name="T45" fmla="*/ 337 h 392"/>
              <a:gd name="T46" fmla="*/ 107 w 394"/>
              <a:gd name="T47" fmla="*/ 372 h 392"/>
              <a:gd name="T48" fmla="*/ 163 w 394"/>
              <a:gd name="T49" fmla="*/ 359 h 392"/>
              <a:gd name="T50" fmla="*/ 173 w 394"/>
              <a:gd name="T51" fmla="*/ 392 h 392"/>
              <a:gd name="T52" fmla="*/ 221 w 394"/>
              <a:gd name="T53" fmla="*/ 360 h 392"/>
              <a:gd name="T54" fmla="*/ 242 w 394"/>
              <a:gd name="T55" fmla="*/ 388 h 392"/>
              <a:gd name="T56" fmla="*/ 276 w 394"/>
              <a:gd name="T57" fmla="*/ 342 h 392"/>
              <a:gd name="T58" fmla="*/ 305 w 394"/>
              <a:gd name="T59" fmla="*/ 361 h 392"/>
              <a:gd name="T60" fmla="*/ 321 w 394"/>
              <a:gd name="T61" fmla="*/ 306 h 392"/>
              <a:gd name="T62" fmla="*/ 355 w 394"/>
              <a:gd name="T63" fmla="*/ 315 h 392"/>
              <a:gd name="T64" fmla="*/ 351 w 394"/>
              <a:gd name="T65" fmla="*/ 257 h 392"/>
              <a:gd name="T66" fmla="*/ 386 w 394"/>
              <a:gd name="T67" fmla="*/ 253 h 392"/>
              <a:gd name="T68" fmla="*/ 363 w 394"/>
              <a:gd name="T69" fmla="*/ 201 h 392"/>
              <a:gd name="T70" fmla="*/ 363 w 394"/>
              <a:gd name="T71" fmla="*/ 191 h 392"/>
              <a:gd name="T72" fmla="*/ 386 w 394"/>
              <a:gd name="T73" fmla="*/ 138 h 392"/>
              <a:gd name="T74" fmla="*/ 221 w 394"/>
              <a:gd name="T75" fmla="*/ 330 h 392"/>
              <a:gd name="T76" fmla="*/ 267 w 394"/>
              <a:gd name="T77" fmla="*/ 220 h 392"/>
              <a:gd name="T78" fmla="*/ 221 w 394"/>
              <a:gd name="T79" fmla="*/ 330 h 392"/>
              <a:gd name="T80" fmla="*/ 234 w 394"/>
              <a:gd name="T81" fmla="*/ 196 h 392"/>
              <a:gd name="T82" fmla="*/ 160 w 394"/>
              <a:gd name="T83" fmla="*/ 196 h 392"/>
              <a:gd name="T84" fmla="*/ 63 w 394"/>
              <a:gd name="T85" fmla="*/ 220 h 392"/>
              <a:gd name="T86" fmla="*/ 173 w 394"/>
              <a:gd name="T87" fmla="*/ 266 h 392"/>
              <a:gd name="T88" fmla="*/ 63 w 394"/>
              <a:gd name="T89" fmla="*/ 220 h 392"/>
              <a:gd name="T90" fmla="*/ 173 w 394"/>
              <a:gd name="T91" fmla="*/ 126 h 392"/>
              <a:gd name="T92" fmla="*/ 63 w 394"/>
              <a:gd name="T93" fmla="*/ 172 h 392"/>
              <a:gd name="T94" fmla="*/ 331 w 394"/>
              <a:gd name="T95" fmla="*/ 172 h 392"/>
              <a:gd name="T96" fmla="*/ 221 w 394"/>
              <a:gd name="T97" fmla="*/ 126 h 392"/>
              <a:gd name="T98" fmla="*/ 331 w 394"/>
              <a:gd name="T99" fmla="*/ 17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94" h="392">
                <a:moveTo>
                  <a:pt x="355" y="144"/>
                </a:moveTo>
                <a:cubicBezTo>
                  <a:pt x="354" y="141"/>
                  <a:pt x="353" y="137"/>
                  <a:pt x="351" y="134"/>
                </a:cubicBezTo>
                <a:cubicBezTo>
                  <a:pt x="379" y="118"/>
                  <a:pt x="379" y="118"/>
                  <a:pt x="379" y="118"/>
                </a:cubicBezTo>
                <a:cubicBezTo>
                  <a:pt x="355" y="77"/>
                  <a:pt x="355" y="77"/>
                  <a:pt x="355" y="77"/>
                </a:cubicBezTo>
                <a:cubicBezTo>
                  <a:pt x="327" y="93"/>
                  <a:pt x="327" y="93"/>
                  <a:pt x="327" y="93"/>
                </a:cubicBezTo>
                <a:cubicBezTo>
                  <a:pt x="325" y="90"/>
                  <a:pt x="323" y="88"/>
                  <a:pt x="321" y="85"/>
                </a:cubicBezTo>
                <a:cubicBezTo>
                  <a:pt x="341" y="61"/>
                  <a:pt x="341" y="61"/>
                  <a:pt x="341" y="61"/>
                </a:cubicBezTo>
                <a:cubicBezTo>
                  <a:pt x="305" y="30"/>
                  <a:pt x="305" y="30"/>
                  <a:pt x="305" y="30"/>
                </a:cubicBezTo>
                <a:cubicBezTo>
                  <a:pt x="284" y="54"/>
                  <a:pt x="284" y="54"/>
                  <a:pt x="284" y="54"/>
                </a:cubicBezTo>
                <a:cubicBezTo>
                  <a:pt x="282" y="53"/>
                  <a:pt x="279" y="51"/>
                  <a:pt x="276" y="49"/>
                </a:cubicBezTo>
                <a:cubicBezTo>
                  <a:pt x="287" y="20"/>
                  <a:pt x="287" y="20"/>
                  <a:pt x="287" y="20"/>
                </a:cubicBezTo>
                <a:cubicBezTo>
                  <a:pt x="242" y="3"/>
                  <a:pt x="242" y="3"/>
                  <a:pt x="242" y="3"/>
                </a:cubicBezTo>
                <a:cubicBezTo>
                  <a:pt x="231" y="33"/>
                  <a:pt x="231" y="33"/>
                  <a:pt x="231" y="33"/>
                </a:cubicBezTo>
                <a:cubicBezTo>
                  <a:pt x="227" y="32"/>
                  <a:pt x="224" y="32"/>
                  <a:pt x="221" y="31"/>
                </a:cubicBezTo>
                <a:cubicBezTo>
                  <a:pt x="221" y="0"/>
                  <a:pt x="221" y="0"/>
                  <a:pt x="221" y="0"/>
                </a:cubicBezTo>
                <a:cubicBezTo>
                  <a:pt x="173" y="0"/>
                  <a:pt x="173" y="0"/>
                  <a:pt x="173" y="0"/>
                </a:cubicBezTo>
                <a:cubicBezTo>
                  <a:pt x="173" y="31"/>
                  <a:pt x="173" y="31"/>
                  <a:pt x="173" y="31"/>
                </a:cubicBezTo>
                <a:cubicBezTo>
                  <a:pt x="170" y="32"/>
                  <a:pt x="166" y="32"/>
                  <a:pt x="163" y="33"/>
                </a:cubicBezTo>
                <a:cubicBezTo>
                  <a:pt x="152" y="3"/>
                  <a:pt x="152" y="3"/>
                  <a:pt x="152" y="3"/>
                </a:cubicBezTo>
                <a:cubicBezTo>
                  <a:pt x="107" y="20"/>
                  <a:pt x="107" y="20"/>
                  <a:pt x="107" y="20"/>
                </a:cubicBezTo>
                <a:cubicBezTo>
                  <a:pt x="118" y="49"/>
                  <a:pt x="118" y="49"/>
                  <a:pt x="118" y="49"/>
                </a:cubicBezTo>
                <a:cubicBezTo>
                  <a:pt x="115" y="51"/>
                  <a:pt x="112" y="53"/>
                  <a:pt x="110" y="54"/>
                </a:cubicBezTo>
                <a:cubicBezTo>
                  <a:pt x="89" y="30"/>
                  <a:pt x="89" y="30"/>
                  <a:pt x="89" y="30"/>
                </a:cubicBezTo>
                <a:cubicBezTo>
                  <a:pt x="53" y="61"/>
                  <a:pt x="53" y="61"/>
                  <a:pt x="53" y="61"/>
                </a:cubicBezTo>
                <a:cubicBezTo>
                  <a:pt x="73" y="85"/>
                  <a:pt x="73" y="85"/>
                  <a:pt x="73" y="85"/>
                </a:cubicBezTo>
                <a:cubicBezTo>
                  <a:pt x="71" y="88"/>
                  <a:pt x="69" y="90"/>
                  <a:pt x="67" y="93"/>
                </a:cubicBezTo>
                <a:cubicBezTo>
                  <a:pt x="39" y="77"/>
                  <a:pt x="39" y="77"/>
                  <a:pt x="39" y="77"/>
                </a:cubicBezTo>
                <a:cubicBezTo>
                  <a:pt x="15" y="118"/>
                  <a:pt x="15" y="118"/>
                  <a:pt x="15" y="118"/>
                </a:cubicBezTo>
                <a:cubicBezTo>
                  <a:pt x="43" y="134"/>
                  <a:pt x="43" y="134"/>
                  <a:pt x="43" y="134"/>
                </a:cubicBezTo>
                <a:cubicBezTo>
                  <a:pt x="41" y="137"/>
                  <a:pt x="40" y="141"/>
                  <a:pt x="39" y="144"/>
                </a:cubicBezTo>
                <a:cubicBezTo>
                  <a:pt x="8" y="138"/>
                  <a:pt x="8" y="138"/>
                  <a:pt x="8" y="138"/>
                </a:cubicBezTo>
                <a:cubicBezTo>
                  <a:pt x="0" y="185"/>
                  <a:pt x="0" y="185"/>
                  <a:pt x="0" y="185"/>
                </a:cubicBezTo>
                <a:cubicBezTo>
                  <a:pt x="31" y="191"/>
                  <a:pt x="31" y="191"/>
                  <a:pt x="31" y="191"/>
                </a:cubicBezTo>
                <a:cubicBezTo>
                  <a:pt x="31" y="193"/>
                  <a:pt x="31" y="194"/>
                  <a:pt x="31" y="196"/>
                </a:cubicBezTo>
                <a:cubicBezTo>
                  <a:pt x="31" y="197"/>
                  <a:pt x="31" y="199"/>
                  <a:pt x="31" y="201"/>
                </a:cubicBezTo>
                <a:cubicBezTo>
                  <a:pt x="0" y="206"/>
                  <a:pt x="0" y="206"/>
                  <a:pt x="0" y="206"/>
                </a:cubicBezTo>
                <a:cubicBezTo>
                  <a:pt x="8" y="253"/>
                  <a:pt x="8" y="253"/>
                  <a:pt x="8" y="253"/>
                </a:cubicBezTo>
                <a:cubicBezTo>
                  <a:pt x="39" y="248"/>
                  <a:pt x="39" y="248"/>
                  <a:pt x="39" y="248"/>
                </a:cubicBezTo>
                <a:cubicBezTo>
                  <a:pt x="40" y="251"/>
                  <a:pt x="41" y="254"/>
                  <a:pt x="43" y="257"/>
                </a:cubicBezTo>
                <a:cubicBezTo>
                  <a:pt x="15" y="273"/>
                  <a:pt x="15" y="273"/>
                  <a:pt x="15" y="273"/>
                </a:cubicBezTo>
                <a:cubicBezTo>
                  <a:pt x="39" y="315"/>
                  <a:pt x="39" y="315"/>
                  <a:pt x="39" y="315"/>
                </a:cubicBezTo>
                <a:cubicBezTo>
                  <a:pt x="67" y="299"/>
                  <a:pt x="67" y="299"/>
                  <a:pt x="67" y="299"/>
                </a:cubicBezTo>
                <a:cubicBezTo>
                  <a:pt x="69" y="301"/>
                  <a:pt x="71" y="304"/>
                  <a:pt x="73" y="306"/>
                </a:cubicBezTo>
                <a:cubicBezTo>
                  <a:pt x="53" y="331"/>
                  <a:pt x="53" y="331"/>
                  <a:pt x="53" y="331"/>
                </a:cubicBezTo>
                <a:cubicBezTo>
                  <a:pt x="89" y="361"/>
                  <a:pt x="89" y="361"/>
                  <a:pt x="89" y="361"/>
                </a:cubicBezTo>
                <a:cubicBezTo>
                  <a:pt x="110" y="337"/>
                  <a:pt x="110" y="337"/>
                  <a:pt x="110" y="337"/>
                </a:cubicBezTo>
                <a:cubicBezTo>
                  <a:pt x="112" y="339"/>
                  <a:pt x="115" y="341"/>
                  <a:pt x="118" y="342"/>
                </a:cubicBezTo>
                <a:cubicBezTo>
                  <a:pt x="107" y="372"/>
                  <a:pt x="107" y="372"/>
                  <a:pt x="107" y="372"/>
                </a:cubicBezTo>
                <a:cubicBezTo>
                  <a:pt x="152" y="388"/>
                  <a:pt x="152" y="388"/>
                  <a:pt x="152" y="388"/>
                </a:cubicBezTo>
                <a:cubicBezTo>
                  <a:pt x="163" y="359"/>
                  <a:pt x="163" y="359"/>
                  <a:pt x="163" y="359"/>
                </a:cubicBezTo>
                <a:cubicBezTo>
                  <a:pt x="166" y="359"/>
                  <a:pt x="170" y="360"/>
                  <a:pt x="173" y="360"/>
                </a:cubicBezTo>
                <a:cubicBezTo>
                  <a:pt x="173" y="392"/>
                  <a:pt x="173" y="392"/>
                  <a:pt x="173" y="392"/>
                </a:cubicBezTo>
                <a:cubicBezTo>
                  <a:pt x="221" y="392"/>
                  <a:pt x="221" y="392"/>
                  <a:pt x="221" y="392"/>
                </a:cubicBezTo>
                <a:cubicBezTo>
                  <a:pt x="221" y="360"/>
                  <a:pt x="221" y="360"/>
                  <a:pt x="221" y="360"/>
                </a:cubicBezTo>
                <a:cubicBezTo>
                  <a:pt x="224" y="360"/>
                  <a:pt x="227" y="359"/>
                  <a:pt x="231" y="359"/>
                </a:cubicBezTo>
                <a:cubicBezTo>
                  <a:pt x="242" y="388"/>
                  <a:pt x="242" y="388"/>
                  <a:pt x="242" y="388"/>
                </a:cubicBezTo>
                <a:cubicBezTo>
                  <a:pt x="287" y="372"/>
                  <a:pt x="287" y="372"/>
                  <a:pt x="287" y="372"/>
                </a:cubicBezTo>
                <a:cubicBezTo>
                  <a:pt x="276" y="342"/>
                  <a:pt x="276" y="342"/>
                  <a:pt x="276" y="342"/>
                </a:cubicBezTo>
                <a:cubicBezTo>
                  <a:pt x="279" y="341"/>
                  <a:pt x="282" y="339"/>
                  <a:pt x="284" y="337"/>
                </a:cubicBezTo>
                <a:cubicBezTo>
                  <a:pt x="305" y="361"/>
                  <a:pt x="305" y="361"/>
                  <a:pt x="305" y="361"/>
                </a:cubicBezTo>
                <a:cubicBezTo>
                  <a:pt x="341" y="331"/>
                  <a:pt x="341" y="331"/>
                  <a:pt x="341" y="331"/>
                </a:cubicBezTo>
                <a:cubicBezTo>
                  <a:pt x="321" y="306"/>
                  <a:pt x="321" y="306"/>
                  <a:pt x="321" y="306"/>
                </a:cubicBezTo>
                <a:cubicBezTo>
                  <a:pt x="323" y="304"/>
                  <a:pt x="325" y="301"/>
                  <a:pt x="327" y="299"/>
                </a:cubicBezTo>
                <a:cubicBezTo>
                  <a:pt x="355" y="315"/>
                  <a:pt x="355" y="315"/>
                  <a:pt x="355" y="315"/>
                </a:cubicBezTo>
                <a:cubicBezTo>
                  <a:pt x="379" y="273"/>
                  <a:pt x="379" y="273"/>
                  <a:pt x="379" y="273"/>
                </a:cubicBezTo>
                <a:cubicBezTo>
                  <a:pt x="351" y="257"/>
                  <a:pt x="351" y="257"/>
                  <a:pt x="351" y="257"/>
                </a:cubicBezTo>
                <a:cubicBezTo>
                  <a:pt x="353" y="254"/>
                  <a:pt x="354" y="251"/>
                  <a:pt x="355" y="248"/>
                </a:cubicBezTo>
                <a:cubicBezTo>
                  <a:pt x="386" y="253"/>
                  <a:pt x="386" y="253"/>
                  <a:pt x="386" y="253"/>
                </a:cubicBezTo>
                <a:cubicBezTo>
                  <a:pt x="394" y="206"/>
                  <a:pt x="394" y="206"/>
                  <a:pt x="394" y="206"/>
                </a:cubicBezTo>
                <a:cubicBezTo>
                  <a:pt x="363" y="201"/>
                  <a:pt x="363" y="201"/>
                  <a:pt x="363" y="201"/>
                </a:cubicBezTo>
                <a:cubicBezTo>
                  <a:pt x="363" y="199"/>
                  <a:pt x="363" y="197"/>
                  <a:pt x="363" y="196"/>
                </a:cubicBezTo>
                <a:cubicBezTo>
                  <a:pt x="363" y="194"/>
                  <a:pt x="363" y="193"/>
                  <a:pt x="363" y="191"/>
                </a:cubicBezTo>
                <a:cubicBezTo>
                  <a:pt x="394" y="185"/>
                  <a:pt x="394" y="185"/>
                  <a:pt x="394" y="185"/>
                </a:cubicBezTo>
                <a:cubicBezTo>
                  <a:pt x="386" y="138"/>
                  <a:pt x="386" y="138"/>
                  <a:pt x="386" y="138"/>
                </a:cubicBezTo>
                <a:lnTo>
                  <a:pt x="355" y="144"/>
                </a:lnTo>
                <a:close/>
                <a:moveTo>
                  <a:pt x="221" y="330"/>
                </a:moveTo>
                <a:cubicBezTo>
                  <a:pt x="221" y="266"/>
                  <a:pt x="221" y="266"/>
                  <a:pt x="221" y="266"/>
                </a:cubicBezTo>
                <a:cubicBezTo>
                  <a:pt x="243" y="259"/>
                  <a:pt x="260" y="241"/>
                  <a:pt x="267" y="220"/>
                </a:cubicBezTo>
                <a:cubicBezTo>
                  <a:pt x="331" y="220"/>
                  <a:pt x="331" y="220"/>
                  <a:pt x="331" y="220"/>
                </a:cubicBezTo>
                <a:cubicBezTo>
                  <a:pt x="321" y="276"/>
                  <a:pt x="277" y="320"/>
                  <a:pt x="221" y="330"/>
                </a:cubicBezTo>
                <a:close/>
                <a:moveTo>
                  <a:pt x="197" y="158"/>
                </a:moveTo>
                <a:cubicBezTo>
                  <a:pt x="218" y="158"/>
                  <a:pt x="234" y="175"/>
                  <a:pt x="234" y="196"/>
                </a:cubicBezTo>
                <a:cubicBezTo>
                  <a:pt x="234" y="216"/>
                  <a:pt x="218" y="233"/>
                  <a:pt x="197" y="233"/>
                </a:cubicBezTo>
                <a:cubicBezTo>
                  <a:pt x="176" y="233"/>
                  <a:pt x="160" y="216"/>
                  <a:pt x="160" y="196"/>
                </a:cubicBezTo>
                <a:cubicBezTo>
                  <a:pt x="160" y="175"/>
                  <a:pt x="176" y="158"/>
                  <a:pt x="197" y="158"/>
                </a:cubicBezTo>
                <a:close/>
                <a:moveTo>
                  <a:pt x="63" y="220"/>
                </a:moveTo>
                <a:cubicBezTo>
                  <a:pt x="127" y="220"/>
                  <a:pt x="127" y="220"/>
                  <a:pt x="127" y="220"/>
                </a:cubicBezTo>
                <a:cubicBezTo>
                  <a:pt x="134" y="241"/>
                  <a:pt x="151" y="259"/>
                  <a:pt x="173" y="266"/>
                </a:cubicBezTo>
                <a:cubicBezTo>
                  <a:pt x="173" y="330"/>
                  <a:pt x="173" y="330"/>
                  <a:pt x="173" y="330"/>
                </a:cubicBezTo>
                <a:cubicBezTo>
                  <a:pt x="117" y="320"/>
                  <a:pt x="73" y="276"/>
                  <a:pt x="63" y="220"/>
                </a:cubicBezTo>
                <a:close/>
                <a:moveTo>
                  <a:pt x="173" y="62"/>
                </a:moveTo>
                <a:cubicBezTo>
                  <a:pt x="173" y="126"/>
                  <a:pt x="173" y="126"/>
                  <a:pt x="173" y="126"/>
                </a:cubicBezTo>
                <a:cubicBezTo>
                  <a:pt x="151" y="133"/>
                  <a:pt x="134" y="150"/>
                  <a:pt x="127" y="172"/>
                </a:cubicBezTo>
                <a:cubicBezTo>
                  <a:pt x="63" y="172"/>
                  <a:pt x="63" y="172"/>
                  <a:pt x="63" y="172"/>
                </a:cubicBezTo>
                <a:cubicBezTo>
                  <a:pt x="73" y="116"/>
                  <a:pt x="117" y="72"/>
                  <a:pt x="173" y="62"/>
                </a:cubicBezTo>
                <a:close/>
                <a:moveTo>
                  <a:pt x="331" y="172"/>
                </a:moveTo>
                <a:cubicBezTo>
                  <a:pt x="267" y="172"/>
                  <a:pt x="267" y="172"/>
                  <a:pt x="267" y="172"/>
                </a:cubicBezTo>
                <a:cubicBezTo>
                  <a:pt x="260" y="150"/>
                  <a:pt x="243" y="133"/>
                  <a:pt x="221" y="126"/>
                </a:cubicBezTo>
                <a:cubicBezTo>
                  <a:pt x="221" y="62"/>
                  <a:pt x="221" y="62"/>
                  <a:pt x="221" y="62"/>
                </a:cubicBezTo>
                <a:cubicBezTo>
                  <a:pt x="277" y="72"/>
                  <a:pt x="321" y="116"/>
                  <a:pt x="331" y="172"/>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Gill Sans MT" panose="020B0502020104020203" pitchFamily="34" charset="0"/>
            </a:endParaRPr>
          </a:p>
        </p:txBody>
      </p:sp>
      <p:grpSp>
        <p:nvGrpSpPr>
          <p:cNvPr id="169" name="Group 20">
            <a:extLst>
              <a:ext uri="{FF2B5EF4-FFF2-40B4-BE49-F238E27FC236}">
                <a16:creationId xmlns:a16="http://schemas.microsoft.com/office/drawing/2014/main" id="{812D28C0-BDEB-4CA1-B989-A2CF6EACA17A}"/>
              </a:ext>
            </a:extLst>
          </p:cNvPr>
          <p:cNvGrpSpPr/>
          <p:nvPr/>
        </p:nvGrpSpPr>
        <p:grpSpPr>
          <a:xfrm>
            <a:off x="5768837" y="2576547"/>
            <a:ext cx="877410" cy="871216"/>
            <a:chOff x="5686767" y="3296748"/>
            <a:chExt cx="877410" cy="871216"/>
          </a:xfrm>
          <a:solidFill>
            <a:schemeClr val="accent4"/>
          </a:solidFill>
        </p:grpSpPr>
        <p:sp>
          <p:nvSpPr>
            <p:cNvPr id="170" name="Freeform 19">
              <a:extLst>
                <a:ext uri="{FF2B5EF4-FFF2-40B4-BE49-F238E27FC236}">
                  <a16:creationId xmlns:a16="http://schemas.microsoft.com/office/drawing/2014/main" id="{EAB4CBCB-11C1-E024-D20C-1FF849F60E40}"/>
                </a:ext>
              </a:extLst>
            </p:cNvPr>
            <p:cNvSpPr>
              <a:spLocks noEditPoints="1"/>
            </p:cNvSpPr>
            <p:nvPr/>
          </p:nvSpPr>
          <p:spPr bwMode="auto">
            <a:xfrm>
              <a:off x="5686767" y="3296748"/>
              <a:ext cx="877410" cy="871216"/>
            </a:xfrm>
            <a:custGeom>
              <a:avLst/>
              <a:gdLst>
                <a:gd name="T0" fmla="*/ 480 w 539"/>
                <a:gd name="T1" fmla="*/ 183 h 535"/>
                <a:gd name="T2" fmla="*/ 485 w 539"/>
                <a:gd name="T3" fmla="*/ 105 h 535"/>
                <a:gd name="T4" fmla="*/ 439 w 539"/>
                <a:gd name="T5" fmla="*/ 116 h 535"/>
                <a:gd name="T6" fmla="*/ 417 w 539"/>
                <a:gd name="T7" fmla="*/ 41 h 535"/>
                <a:gd name="T8" fmla="*/ 377 w 539"/>
                <a:gd name="T9" fmla="*/ 67 h 535"/>
                <a:gd name="T10" fmla="*/ 331 w 539"/>
                <a:gd name="T11" fmla="*/ 5 h 535"/>
                <a:gd name="T12" fmla="*/ 302 w 539"/>
                <a:gd name="T13" fmla="*/ 43 h 535"/>
                <a:gd name="T14" fmla="*/ 237 w 539"/>
                <a:gd name="T15" fmla="*/ 0 h 535"/>
                <a:gd name="T16" fmla="*/ 224 w 539"/>
                <a:gd name="T17" fmla="*/ 45 h 535"/>
                <a:gd name="T18" fmla="*/ 147 w 539"/>
                <a:gd name="T19" fmla="*/ 27 h 535"/>
                <a:gd name="T20" fmla="*/ 150 w 539"/>
                <a:gd name="T21" fmla="*/ 74 h 535"/>
                <a:gd name="T22" fmla="*/ 72 w 539"/>
                <a:gd name="T23" fmla="*/ 83 h 535"/>
                <a:gd name="T24" fmla="*/ 92 w 539"/>
                <a:gd name="T25" fmla="*/ 127 h 535"/>
                <a:gd name="T26" fmla="*/ 21 w 539"/>
                <a:gd name="T27" fmla="*/ 162 h 535"/>
                <a:gd name="T28" fmla="*/ 54 w 539"/>
                <a:gd name="T29" fmla="*/ 196 h 535"/>
                <a:gd name="T30" fmla="*/ 0 w 539"/>
                <a:gd name="T31" fmla="*/ 253 h 535"/>
                <a:gd name="T32" fmla="*/ 43 w 539"/>
                <a:gd name="T33" fmla="*/ 267 h 535"/>
                <a:gd name="T34" fmla="*/ 0 w 539"/>
                <a:gd name="T35" fmla="*/ 282 h 535"/>
                <a:gd name="T36" fmla="*/ 54 w 539"/>
                <a:gd name="T37" fmla="*/ 338 h 535"/>
                <a:gd name="T38" fmla="*/ 21 w 539"/>
                <a:gd name="T39" fmla="*/ 373 h 535"/>
                <a:gd name="T40" fmla="*/ 92 w 539"/>
                <a:gd name="T41" fmla="*/ 408 h 535"/>
                <a:gd name="T42" fmla="*/ 72 w 539"/>
                <a:gd name="T43" fmla="*/ 451 h 535"/>
                <a:gd name="T44" fmla="*/ 150 w 539"/>
                <a:gd name="T45" fmla="*/ 460 h 535"/>
                <a:gd name="T46" fmla="*/ 147 w 539"/>
                <a:gd name="T47" fmla="*/ 508 h 535"/>
                <a:gd name="T48" fmla="*/ 224 w 539"/>
                <a:gd name="T49" fmla="*/ 489 h 535"/>
                <a:gd name="T50" fmla="*/ 237 w 539"/>
                <a:gd name="T51" fmla="*/ 535 h 535"/>
                <a:gd name="T52" fmla="*/ 302 w 539"/>
                <a:gd name="T53" fmla="*/ 492 h 535"/>
                <a:gd name="T54" fmla="*/ 331 w 539"/>
                <a:gd name="T55" fmla="*/ 530 h 535"/>
                <a:gd name="T56" fmla="*/ 377 w 539"/>
                <a:gd name="T57" fmla="*/ 467 h 535"/>
                <a:gd name="T58" fmla="*/ 417 w 539"/>
                <a:gd name="T59" fmla="*/ 493 h 535"/>
                <a:gd name="T60" fmla="*/ 439 w 539"/>
                <a:gd name="T61" fmla="*/ 418 h 535"/>
                <a:gd name="T62" fmla="*/ 485 w 539"/>
                <a:gd name="T63" fmla="*/ 430 h 535"/>
                <a:gd name="T64" fmla="*/ 480 w 539"/>
                <a:gd name="T65" fmla="*/ 351 h 535"/>
                <a:gd name="T66" fmla="*/ 528 w 539"/>
                <a:gd name="T67" fmla="*/ 346 h 535"/>
                <a:gd name="T68" fmla="*/ 496 w 539"/>
                <a:gd name="T69" fmla="*/ 274 h 535"/>
                <a:gd name="T70" fmla="*/ 496 w 539"/>
                <a:gd name="T71" fmla="*/ 261 h 535"/>
                <a:gd name="T72" fmla="*/ 528 w 539"/>
                <a:gd name="T73" fmla="*/ 189 h 535"/>
                <a:gd name="T74" fmla="*/ 454 w 539"/>
                <a:gd name="T75" fmla="*/ 267 h 535"/>
                <a:gd name="T76" fmla="*/ 85 w 539"/>
                <a:gd name="T77" fmla="*/ 267 h 535"/>
                <a:gd name="T78" fmla="*/ 454 w 539"/>
                <a:gd name="T79" fmla="*/ 26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39" h="535">
                  <a:moveTo>
                    <a:pt x="485" y="196"/>
                  </a:moveTo>
                  <a:cubicBezTo>
                    <a:pt x="484" y="192"/>
                    <a:pt x="482" y="188"/>
                    <a:pt x="480" y="183"/>
                  </a:cubicBezTo>
                  <a:cubicBezTo>
                    <a:pt x="518" y="162"/>
                    <a:pt x="518" y="162"/>
                    <a:pt x="518" y="162"/>
                  </a:cubicBezTo>
                  <a:cubicBezTo>
                    <a:pt x="485" y="105"/>
                    <a:pt x="485" y="105"/>
                    <a:pt x="485" y="105"/>
                  </a:cubicBezTo>
                  <a:cubicBezTo>
                    <a:pt x="448" y="127"/>
                    <a:pt x="448" y="127"/>
                    <a:pt x="448" y="127"/>
                  </a:cubicBezTo>
                  <a:cubicBezTo>
                    <a:pt x="445" y="123"/>
                    <a:pt x="442" y="120"/>
                    <a:pt x="439" y="116"/>
                  </a:cubicBezTo>
                  <a:cubicBezTo>
                    <a:pt x="467" y="83"/>
                    <a:pt x="467" y="83"/>
                    <a:pt x="467" y="83"/>
                  </a:cubicBezTo>
                  <a:cubicBezTo>
                    <a:pt x="417" y="41"/>
                    <a:pt x="417" y="41"/>
                    <a:pt x="417" y="41"/>
                  </a:cubicBezTo>
                  <a:cubicBezTo>
                    <a:pt x="389" y="74"/>
                    <a:pt x="389" y="74"/>
                    <a:pt x="389" y="74"/>
                  </a:cubicBezTo>
                  <a:cubicBezTo>
                    <a:pt x="385" y="72"/>
                    <a:pt x="381" y="70"/>
                    <a:pt x="377" y="67"/>
                  </a:cubicBezTo>
                  <a:cubicBezTo>
                    <a:pt x="392" y="27"/>
                    <a:pt x="392" y="27"/>
                    <a:pt x="392" y="27"/>
                  </a:cubicBezTo>
                  <a:cubicBezTo>
                    <a:pt x="331" y="5"/>
                    <a:pt x="331" y="5"/>
                    <a:pt x="331" y="5"/>
                  </a:cubicBezTo>
                  <a:cubicBezTo>
                    <a:pt x="316" y="45"/>
                    <a:pt x="316" y="45"/>
                    <a:pt x="316" y="45"/>
                  </a:cubicBezTo>
                  <a:cubicBezTo>
                    <a:pt x="311" y="44"/>
                    <a:pt x="307" y="43"/>
                    <a:pt x="302" y="43"/>
                  </a:cubicBezTo>
                  <a:cubicBezTo>
                    <a:pt x="302" y="0"/>
                    <a:pt x="302" y="0"/>
                    <a:pt x="302" y="0"/>
                  </a:cubicBezTo>
                  <a:cubicBezTo>
                    <a:pt x="237" y="0"/>
                    <a:pt x="237" y="0"/>
                    <a:pt x="237" y="0"/>
                  </a:cubicBezTo>
                  <a:cubicBezTo>
                    <a:pt x="237" y="43"/>
                    <a:pt x="237" y="43"/>
                    <a:pt x="237" y="43"/>
                  </a:cubicBezTo>
                  <a:cubicBezTo>
                    <a:pt x="232" y="43"/>
                    <a:pt x="228" y="44"/>
                    <a:pt x="224" y="45"/>
                  </a:cubicBezTo>
                  <a:cubicBezTo>
                    <a:pt x="209" y="4"/>
                    <a:pt x="209" y="4"/>
                    <a:pt x="209" y="4"/>
                  </a:cubicBezTo>
                  <a:cubicBezTo>
                    <a:pt x="147" y="27"/>
                    <a:pt x="147" y="27"/>
                    <a:pt x="147" y="27"/>
                  </a:cubicBezTo>
                  <a:cubicBezTo>
                    <a:pt x="162" y="67"/>
                    <a:pt x="162" y="67"/>
                    <a:pt x="162" y="67"/>
                  </a:cubicBezTo>
                  <a:cubicBezTo>
                    <a:pt x="158" y="70"/>
                    <a:pt x="154" y="72"/>
                    <a:pt x="150" y="74"/>
                  </a:cubicBezTo>
                  <a:cubicBezTo>
                    <a:pt x="123" y="41"/>
                    <a:pt x="123" y="41"/>
                    <a:pt x="123" y="41"/>
                  </a:cubicBezTo>
                  <a:cubicBezTo>
                    <a:pt x="72" y="83"/>
                    <a:pt x="72" y="83"/>
                    <a:pt x="72" y="83"/>
                  </a:cubicBezTo>
                  <a:cubicBezTo>
                    <a:pt x="100" y="116"/>
                    <a:pt x="100" y="116"/>
                    <a:pt x="100" y="116"/>
                  </a:cubicBezTo>
                  <a:cubicBezTo>
                    <a:pt x="97" y="120"/>
                    <a:pt x="94" y="123"/>
                    <a:pt x="92" y="127"/>
                  </a:cubicBezTo>
                  <a:cubicBezTo>
                    <a:pt x="54" y="105"/>
                    <a:pt x="54" y="105"/>
                    <a:pt x="54" y="105"/>
                  </a:cubicBezTo>
                  <a:cubicBezTo>
                    <a:pt x="21" y="162"/>
                    <a:pt x="21" y="162"/>
                    <a:pt x="21" y="162"/>
                  </a:cubicBezTo>
                  <a:cubicBezTo>
                    <a:pt x="59" y="183"/>
                    <a:pt x="59" y="183"/>
                    <a:pt x="59" y="183"/>
                  </a:cubicBezTo>
                  <a:cubicBezTo>
                    <a:pt x="57" y="188"/>
                    <a:pt x="56" y="192"/>
                    <a:pt x="54" y="196"/>
                  </a:cubicBezTo>
                  <a:cubicBezTo>
                    <a:pt x="12" y="189"/>
                    <a:pt x="12" y="189"/>
                    <a:pt x="12" y="189"/>
                  </a:cubicBezTo>
                  <a:cubicBezTo>
                    <a:pt x="0" y="253"/>
                    <a:pt x="0" y="253"/>
                    <a:pt x="0" y="253"/>
                  </a:cubicBezTo>
                  <a:cubicBezTo>
                    <a:pt x="43" y="261"/>
                    <a:pt x="43" y="261"/>
                    <a:pt x="43" y="261"/>
                  </a:cubicBezTo>
                  <a:cubicBezTo>
                    <a:pt x="43" y="263"/>
                    <a:pt x="43" y="265"/>
                    <a:pt x="43" y="267"/>
                  </a:cubicBezTo>
                  <a:cubicBezTo>
                    <a:pt x="43" y="270"/>
                    <a:pt x="43" y="272"/>
                    <a:pt x="43" y="274"/>
                  </a:cubicBezTo>
                  <a:cubicBezTo>
                    <a:pt x="0" y="282"/>
                    <a:pt x="0" y="282"/>
                    <a:pt x="0" y="282"/>
                  </a:cubicBezTo>
                  <a:cubicBezTo>
                    <a:pt x="12" y="346"/>
                    <a:pt x="12" y="346"/>
                    <a:pt x="12" y="346"/>
                  </a:cubicBezTo>
                  <a:cubicBezTo>
                    <a:pt x="54" y="338"/>
                    <a:pt x="54" y="338"/>
                    <a:pt x="54" y="338"/>
                  </a:cubicBezTo>
                  <a:cubicBezTo>
                    <a:pt x="56" y="343"/>
                    <a:pt x="57" y="347"/>
                    <a:pt x="59" y="351"/>
                  </a:cubicBezTo>
                  <a:cubicBezTo>
                    <a:pt x="21" y="373"/>
                    <a:pt x="21" y="373"/>
                    <a:pt x="21" y="373"/>
                  </a:cubicBezTo>
                  <a:cubicBezTo>
                    <a:pt x="54" y="430"/>
                    <a:pt x="54" y="430"/>
                    <a:pt x="54" y="430"/>
                  </a:cubicBezTo>
                  <a:cubicBezTo>
                    <a:pt x="92" y="408"/>
                    <a:pt x="92" y="408"/>
                    <a:pt x="92" y="408"/>
                  </a:cubicBezTo>
                  <a:cubicBezTo>
                    <a:pt x="94" y="411"/>
                    <a:pt x="97" y="415"/>
                    <a:pt x="100" y="418"/>
                  </a:cubicBezTo>
                  <a:cubicBezTo>
                    <a:pt x="72" y="451"/>
                    <a:pt x="72" y="451"/>
                    <a:pt x="72" y="451"/>
                  </a:cubicBezTo>
                  <a:cubicBezTo>
                    <a:pt x="123" y="493"/>
                    <a:pt x="123" y="493"/>
                    <a:pt x="123" y="493"/>
                  </a:cubicBezTo>
                  <a:cubicBezTo>
                    <a:pt x="150" y="460"/>
                    <a:pt x="150" y="460"/>
                    <a:pt x="150" y="460"/>
                  </a:cubicBezTo>
                  <a:cubicBezTo>
                    <a:pt x="154" y="463"/>
                    <a:pt x="158" y="465"/>
                    <a:pt x="162" y="467"/>
                  </a:cubicBezTo>
                  <a:cubicBezTo>
                    <a:pt x="147" y="508"/>
                    <a:pt x="147" y="508"/>
                    <a:pt x="147" y="508"/>
                  </a:cubicBezTo>
                  <a:cubicBezTo>
                    <a:pt x="209" y="530"/>
                    <a:pt x="209" y="530"/>
                    <a:pt x="209" y="530"/>
                  </a:cubicBezTo>
                  <a:cubicBezTo>
                    <a:pt x="224" y="489"/>
                    <a:pt x="224" y="489"/>
                    <a:pt x="224" y="489"/>
                  </a:cubicBezTo>
                  <a:cubicBezTo>
                    <a:pt x="228" y="490"/>
                    <a:pt x="232" y="491"/>
                    <a:pt x="237" y="492"/>
                  </a:cubicBezTo>
                  <a:cubicBezTo>
                    <a:pt x="237" y="535"/>
                    <a:pt x="237" y="535"/>
                    <a:pt x="237" y="535"/>
                  </a:cubicBezTo>
                  <a:cubicBezTo>
                    <a:pt x="302" y="535"/>
                    <a:pt x="302" y="535"/>
                    <a:pt x="302" y="535"/>
                  </a:cubicBezTo>
                  <a:cubicBezTo>
                    <a:pt x="302" y="492"/>
                    <a:pt x="302" y="492"/>
                    <a:pt x="302" y="492"/>
                  </a:cubicBezTo>
                  <a:cubicBezTo>
                    <a:pt x="307" y="491"/>
                    <a:pt x="311" y="490"/>
                    <a:pt x="316" y="489"/>
                  </a:cubicBezTo>
                  <a:cubicBezTo>
                    <a:pt x="331" y="530"/>
                    <a:pt x="331" y="530"/>
                    <a:pt x="331" y="530"/>
                  </a:cubicBezTo>
                  <a:cubicBezTo>
                    <a:pt x="392" y="508"/>
                    <a:pt x="392" y="508"/>
                    <a:pt x="392" y="508"/>
                  </a:cubicBezTo>
                  <a:cubicBezTo>
                    <a:pt x="377" y="467"/>
                    <a:pt x="377" y="467"/>
                    <a:pt x="377" y="467"/>
                  </a:cubicBezTo>
                  <a:cubicBezTo>
                    <a:pt x="381" y="465"/>
                    <a:pt x="385" y="463"/>
                    <a:pt x="389" y="460"/>
                  </a:cubicBezTo>
                  <a:cubicBezTo>
                    <a:pt x="417" y="493"/>
                    <a:pt x="417" y="493"/>
                    <a:pt x="417" y="493"/>
                  </a:cubicBezTo>
                  <a:cubicBezTo>
                    <a:pt x="467" y="451"/>
                    <a:pt x="467" y="451"/>
                    <a:pt x="467" y="451"/>
                  </a:cubicBezTo>
                  <a:cubicBezTo>
                    <a:pt x="439" y="418"/>
                    <a:pt x="439" y="418"/>
                    <a:pt x="439" y="418"/>
                  </a:cubicBezTo>
                  <a:cubicBezTo>
                    <a:pt x="442" y="415"/>
                    <a:pt x="445" y="411"/>
                    <a:pt x="448" y="408"/>
                  </a:cubicBezTo>
                  <a:cubicBezTo>
                    <a:pt x="485" y="430"/>
                    <a:pt x="485" y="430"/>
                    <a:pt x="485" y="430"/>
                  </a:cubicBezTo>
                  <a:cubicBezTo>
                    <a:pt x="518" y="373"/>
                    <a:pt x="518" y="373"/>
                    <a:pt x="518" y="373"/>
                  </a:cubicBezTo>
                  <a:cubicBezTo>
                    <a:pt x="480" y="351"/>
                    <a:pt x="480" y="351"/>
                    <a:pt x="480" y="351"/>
                  </a:cubicBezTo>
                  <a:cubicBezTo>
                    <a:pt x="482" y="347"/>
                    <a:pt x="484" y="343"/>
                    <a:pt x="485" y="338"/>
                  </a:cubicBezTo>
                  <a:cubicBezTo>
                    <a:pt x="528" y="346"/>
                    <a:pt x="528" y="346"/>
                    <a:pt x="528" y="346"/>
                  </a:cubicBezTo>
                  <a:cubicBezTo>
                    <a:pt x="539" y="282"/>
                    <a:pt x="539" y="282"/>
                    <a:pt x="539" y="282"/>
                  </a:cubicBezTo>
                  <a:cubicBezTo>
                    <a:pt x="496" y="274"/>
                    <a:pt x="496" y="274"/>
                    <a:pt x="496" y="274"/>
                  </a:cubicBezTo>
                  <a:cubicBezTo>
                    <a:pt x="496" y="272"/>
                    <a:pt x="497" y="270"/>
                    <a:pt x="497" y="267"/>
                  </a:cubicBezTo>
                  <a:cubicBezTo>
                    <a:pt x="497" y="265"/>
                    <a:pt x="496" y="263"/>
                    <a:pt x="496" y="261"/>
                  </a:cubicBezTo>
                  <a:cubicBezTo>
                    <a:pt x="539" y="253"/>
                    <a:pt x="539" y="253"/>
                    <a:pt x="539" y="253"/>
                  </a:cubicBezTo>
                  <a:cubicBezTo>
                    <a:pt x="528" y="189"/>
                    <a:pt x="528" y="189"/>
                    <a:pt x="528" y="189"/>
                  </a:cubicBezTo>
                  <a:lnTo>
                    <a:pt x="485" y="196"/>
                  </a:lnTo>
                  <a:close/>
                  <a:moveTo>
                    <a:pt x="454" y="267"/>
                  </a:moveTo>
                  <a:cubicBezTo>
                    <a:pt x="454" y="369"/>
                    <a:pt x="372" y="452"/>
                    <a:pt x="270" y="452"/>
                  </a:cubicBezTo>
                  <a:cubicBezTo>
                    <a:pt x="168" y="452"/>
                    <a:pt x="85" y="369"/>
                    <a:pt x="85" y="267"/>
                  </a:cubicBezTo>
                  <a:cubicBezTo>
                    <a:pt x="85" y="165"/>
                    <a:pt x="168" y="83"/>
                    <a:pt x="270" y="83"/>
                  </a:cubicBezTo>
                  <a:cubicBezTo>
                    <a:pt x="372" y="83"/>
                    <a:pt x="454" y="165"/>
                    <a:pt x="454" y="267"/>
                  </a:cubicBezTo>
                  <a:close/>
                </a:path>
              </a:pathLst>
            </a:custGeom>
            <a:solidFill>
              <a:srgbClr val="BBBC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Gill Sans MT" panose="020B0502020104020203" pitchFamily="34" charset="0"/>
              </a:endParaRPr>
            </a:p>
          </p:txBody>
        </p:sp>
        <p:sp>
          <p:nvSpPr>
            <p:cNvPr id="171" name="Freeform 20">
              <a:extLst>
                <a:ext uri="{FF2B5EF4-FFF2-40B4-BE49-F238E27FC236}">
                  <a16:creationId xmlns:a16="http://schemas.microsoft.com/office/drawing/2014/main" id="{00FC17D5-B98F-A309-1728-845F2B9A575D}"/>
                </a:ext>
              </a:extLst>
            </p:cNvPr>
            <p:cNvSpPr>
              <a:spLocks noEditPoints="1"/>
            </p:cNvSpPr>
            <p:nvPr/>
          </p:nvSpPr>
          <p:spPr bwMode="auto">
            <a:xfrm>
              <a:off x="5916614" y="3525219"/>
              <a:ext cx="417716" cy="414963"/>
            </a:xfrm>
            <a:custGeom>
              <a:avLst/>
              <a:gdLst>
                <a:gd name="T0" fmla="*/ 229 w 257"/>
                <a:gd name="T1" fmla="*/ 87 h 255"/>
                <a:gd name="T2" fmla="*/ 231 w 257"/>
                <a:gd name="T3" fmla="*/ 50 h 255"/>
                <a:gd name="T4" fmla="*/ 209 w 257"/>
                <a:gd name="T5" fmla="*/ 55 h 255"/>
                <a:gd name="T6" fmla="*/ 199 w 257"/>
                <a:gd name="T7" fmla="*/ 19 h 255"/>
                <a:gd name="T8" fmla="*/ 180 w 257"/>
                <a:gd name="T9" fmla="*/ 32 h 255"/>
                <a:gd name="T10" fmla="*/ 158 w 257"/>
                <a:gd name="T11" fmla="*/ 2 h 255"/>
                <a:gd name="T12" fmla="*/ 144 w 257"/>
                <a:gd name="T13" fmla="*/ 20 h 255"/>
                <a:gd name="T14" fmla="*/ 113 w 257"/>
                <a:gd name="T15" fmla="*/ 0 h 255"/>
                <a:gd name="T16" fmla="*/ 107 w 257"/>
                <a:gd name="T17" fmla="*/ 21 h 255"/>
                <a:gd name="T18" fmla="*/ 70 w 257"/>
                <a:gd name="T19" fmla="*/ 13 h 255"/>
                <a:gd name="T20" fmla="*/ 72 w 257"/>
                <a:gd name="T21" fmla="*/ 35 h 255"/>
                <a:gd name="T22" fmla="*/ 35 w 257"/>
                <a:gd name="T23" fmla="*/ 39 h 255"/>
                <a:gd name="T24" fmla="*/ 44 w 257"/>
                <a:gd name="T25" fmla="*/ 60 h 255"/>
                <a:gd name="T26" fmla="*/ 10 w 257"/>
                <a:gd name="T27" fmla="*/ 77 h 255"/>
                <a:gd name="T28" fmla="*/ 26 w 257"/>
                <a:gd name="T29" fmla="*/ 93 h 255"/>
                <a:gd name="T30" fmla="*/ 0 w 257"/>
                <a:gd name="T31" fmla="*/ 120 h 255"/>
                <a:gd name="T32" fmla="*/ 20 w 257"/>
                <a:gd name="T33" fmla="*/ 127 h 255"/>
                <a:gd name="T34" fmla="*/ 0 w 257"/>
                <a:gd name="T35" fmla="*/ 134 h 255"/>
                <a:gd name="T36" fmla="*/ 26 w 257"/>
                <a:gd name="T37" fmla="*/ 161 h 255"/>
                <a:gd name="T38" fmla="*/ 10 w 257"/>
                <a:gd name="T39" fmla="*/ 178 h 255"/>
                <a:gd name="T40" fmla="*/ 44 w 257"/>
                <a:gd name="T41" fmla="*/ 194 h 255"/>
                <a:gd name="T42" fmla="*/ 35 w 257"/>
                <a:gd name="T43" fmla="*/ 215 h 255"/>
                <a:gd name="T44" fmla="*/ 72 w 257"/>
                <a:gd name="T45" fmla="*/ 219 h 255"/>
                <a:gd name="T46" fmla="*/ 70 w 257"/>
                <a:gd name="T47" fmla="*/ 242 h 255"/>
                <a:gd name="T48" fmla="*/ 107 w 257"/>
                <a:gd name="T49" fmla="*/ 233 h 255"/>
                <a:gd name="T50" fmla="*/ 113 w 257"/>
                <a:gd name="T51" fmla="*/ 255 h 255"/>
                <a:gd name="T52" fmla="*/ 144 w 257"/>
                <a:gd name="T53" fmla="*/ 234 h 255"/>
                <a:gd name="T54" fmla="*/ 158 w 257"/>
                <a:gd name="T55" fmla="*/ 253 h 255"/>
                <a:gd name="T56" fmla="*/ 180 w 257"/>
                <a:gd name="T57" fmla="*/ 223 h 255"/>
                <a:gd name="T58" fmla="*/ 199 w 257"/>
                <a:gd name="T59" fmla="*/ 235 h 255"/>
                <a:gd name="T60" fmla="*/ 209 w 257"/>
                <a:gd name="T61" fmla="*/ 199 h 255"/>
                <a:gd name="T62" fmla="*/ 231 w 257"/>
                <a:gd name="T63" fmla="*/ 205 h 255"/>
                <a:gd name="T64" fmla="*/ 229 w 257"/>
                <a:gd name="T65" fmla="*/ 167 h 255"/>
                <a:gd name="T66" fmla="*/ 252 w 257"/>
                <a:gd name="T67" fmla="*/ 165 h 255"/>
                <a:gd name="T68" fmla="*/ 237 w 257"/>
                <a:gd name="T69" fmla="*/ 131 h 255"/>
                <a:gd name="T70" fmla="*/ 237 w 257"/>
                <a:gd name="T71" fmla="*/ 124 h 255"/>
                <a:gd name="T72" fmla="*/ 252 w 257"/>
                <a:gd name="T73" fmla="*/ 90 h 255"/>
                <a:gd name="T74" fmla="*/ 217 w 257"/>
                <a:gd name="T75" fmla="*/ 127 h 255"/>
                <a:gd name="T76" fmla="*/ 41 w 257"/>
                <a:gd name="T77" fmla="*/ 127 h 255"/>
                <a:gd name="T78" fmla="*/ 217 w 257"/>
                <a:gd name="T79" fmla="*/ 127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7" h="255">
                  <a:moveTo>
                    <a:pt x="231" y="93"/>
                  </a:moveTo>
                  <a:cubicBezTo>
                    <a:pt x="231" y="91"/>
                    <a:pt x="230" y="89"/>
                    <a:pt x="229" y="87"/>
                  </a:cubicBezTo>
                  <a:cubicBezTo>
                    <a:pt x="247" y="77"/>
                    <a:pt x="247" y="77"/>
                    <a:pt x="247" y="77"/>
                  </a:cubicBezTo>
                  <a:cubicBezTo>
                    <a:pt x="231" y="50"/>
                    <a:pt x="231" y="50"/>
                    <a:pt x="231" y="50"/>
                  </a:cubicBezTo>
                  <a:cubicBezTo>
                    <a:pt x="214" y="60"/>
                    <a:pt x="214" y="60"/>
                    <a:pt x="214" y="60"/>
                  </a:cubicBezTo>
                  <a:cubicBezTo>
                    <a:pt x="212" y="59"/>
                    <a:pt x="211" y="57"/>
                    <a:pt x="209" y="55"/>
                  </a:cubicBezTo>
                  <a:cubicBezTo>
                    <a:pt x="223" y="39"/>
                    <a:pt x="223" y="39"/>
                    <a:pt x="223" y="39"/>
                  </a:cubicBezTo>
                  <a:cubicBezTo>
                    <a:pt x="199" y="19"/>
                    <a:pt x="199" y="19"/>
                    <a:pt x="199" y="19"/>
                  </a:cubicBezTo>
                  <a:cubicBezTo>
                    <a:pt x="186" y="35"/>
                    <a:pt x="186" y="35"/>
                    <a:pt x="186" y="35"/>
                  </a:cubicBezTo>
                  <a:cubicBezTo>
                    <a:pt x="184" y="34"/>
                    <a:pt x="182" y="33"/>
                    <a:pt x="180" y="32"/>
                  </a:cubicBezTo>
                  <a:cubicBezTo>
                    <a:pt x="187" y="13"/>
                    <a:pt x="187" y="13"/>
                    <a:pt x="187" y="13"/>
                  </a:cubicBezTo>
                  <a:cubicBezTo>
                    <a:pt x="158" y="2"/>
                    <a:pt x="158" y="2"/>
                    <a:pt x="158" y="2"/>
                  </a:cubicBezTo>
                  <a:cubicBezTo>
                    <a:pt x="151" y="21"/>
                    <a:pt x="151" y="21"/>
                    <a:pt x="151" y="21"/>
                  </a:cubicBezTo>
                  <a:cubicBezTo>
                    <a:pt x="149" y="21"/>
                    <a:pt x="146" y="21"/>
                    <a:pt x="144" y="20"/>
                  </a:cubicBezTo>
                  <a:cubicBezTo>
                    <a:pt x="144" y="0"/>
                    <a:pt x="144" y="0"/>
                    <a:pt x="144" y="0"/>
                  </a:cubicBezTo>
                  <a:cubicBezTo>
                    <a:pt x="113" y="0"/>
                    <a:pt x="113" y="0"/>
                    <a:pt x="113" y="0"/>
                  </a:cubicBezTo>
                  <a:cubicBezTo>
                    <a:pt x="113" y="20"/>
                    <a:pt x="113" y="20"/>
                    <a:pt x="113" y="20"/>
                  </a:cubicBezTo>
                  <a:cubicBezTo>
                    <a:pt x="111" y="21"/>
                    <a:pt x="109" y="21"/>
                    <a:pt x="107" y="21"/>
                  </a:cubicBezTo>
                  <a:cubicBezTo>
                    <a:pt x="100" y="2"/>
                    <a:pt x="100" y="2"/>
                    <a:pt x="100" y="2"/>
                  </a:cubicBezTo>
                  <a:cubicBezTo>
                    <a:pt x="70" y="13"/>
                    <a:pt x="70" y="13"/>
                    <a:pt x="70" y="13"/>
                  </a:cubicBezTo>
                  <a:cubicBezTo>
                    <a:pt x="77" y="32"/>
                    <a:pt x="77" y="32"/>
                    <a:pt x="77" y="32"/>
                  </a:cubicBezTo>
                  <a:cubicBezTo>
                    <a:pt x="75" y="33"/>
                    <a:pt x="74" y="34"/>
                    <a:pt x="72" y="35"/>
                  </a:cubicBezTo>
                  <a:cubicBezTo>
                    <a:pt x="58" y="19"/>
                    <a:pt x="58" y="19"/>
                    <a:pt x="58" y="19"/>
                  </a:cubicBezTo>
                  <a:cubicBezTo>
                    <a:pt x="35" y="39"/>
                    <a:pt x="35" y="39"/>
                    <a:pt x="35" y="39"/>
                  </a:cubicBezTo>
                  <a:cubicBezTo>
                    <a:pt x="48" y="55"/>
                    <a:pt x="48" y="55"/>
                    <a:pt x="48" y="55"/>
                  </a:cubicBezTo>
                  <a:cubicBezTo>
                    <a:pt x="46" y="57"/>
                    <a:pt x="45" y="59"/>
                    <a:pt x="44" y="60"/>
                  </a:cubicBezTo>
                  <a:cubicBezTo>
                    <a:pt x="26" y="50"/>
                    <a:pt x="26" y="50"/>
                    <a:pt x="26" y="50"/>
                  </a:cubicBezTo>
                  <a:cubicBezTo>
                    <a:pt x="10" y="77"/>
                    <a:pt x="10" y="77"/>
                    <a:pt x="10" y="77"/>
                  </a:cubicBezTo>
                  <a:cubicBezTo>
                    <a:pt x="28" y="87"/>
                    <a:pt x="28" y="87"/>
                    <a:pt x="28" y="87"/>
                  </a:cubicBezTo>
                  <a:cubicBezTo>
                    <a:pt x="27" y="89"/>
                    <a:pt x="27" y="91"/>
                    <a:pt x="26" y="93"/>
                  </a:cubicBezTo>
                  <a:cubicBezTo>
                    <a:pt x="6" y="90"/>
                    <a:pt x="6" y="90"/>
                    <a:pt x="6" y="90"/>
                  </a:cubicBezTo>
                  <a:cubicBezTo>
                    <a:pt x="0" y="120"/>
                    <a:pt x="0" y="120"/>
                    <a:pt x="0" y="120"/>
                  </a:cubicBezTo>
                  <a:cubicBezTo>
                    <a:pt x="21" y="124"/>
                    <a:pt x="21" y="124"/>
                    <a:pt x="21" y="124"/>
                  </a:cubicBezTo>
                  <a:cubicBezTo>
                    <a:pt x="20" y="125"/>
                    <a:pt x="20" y="126"/>
                    <a:pt x="20" y="127"/>
                  </a:cubicBezTo>
                  <a:cubicBezTo>
                    <a:pt x="20" y="128"/>
                    <a:pt x="20" y="129"/>
                    <a:pt x="21" y="131"/>
                  </a:cubicBezTo>
                  <a:cubicBezTo>
                    <a:pt x="0" y="134"/>
                    <a:pt x="0" y="134"/>
                    <a:pt x="0" y="134"/>
                  </a:cubicBezTo>
                  <a:cubicBezTo>
                    <a:pt x="6" y="165"/>
                    <a:pt x="6" y="165"/>
                    <a:pt x="6" y="165"/>
                  </a:cubicBezTo>
                  <a:cubicBezTo>
                    <a:pt x="26" y="161"/>
                    <a:pt x="26" y="161"/>
                    <a:pt x="26" y="161"/>
                  </a:cubicBezTo>
                  <a:cubicBezTo>
                    <a:pt x="27" y="163"/>
                    <a:pt x="27" y="165"/>
                    <a:pt x="28" y="167"/>
                  </a:cubicBezTo>
                  <a:cubicBezTo>
                    <a:pt x="10" y="178"/>
                    <a:pt x="10" y="178"/>
                    <a:pt x="10" y="178"/>
                  </a:cubicBezTo>
                  <a:cubicBezTo>
                    <a:pt x="26" y="205"/>
                    <a:pt x="26" y="205"/>
                    <a:pt x="26" y="205"/>
                  </a:cubicBezTo>
                  <a:cubicBezTo>
                    <a:pt x="44" y="194"/>
                    <a:pt x="44" y="194"/>
                    <a:pt x="44" y="194"/>
                  </a:cubicBezTo>
                  <a:cubicBezTo>
                    <a:pt x="45" y="196"/>
                    <a:pt x="46" y="198"/>
                    <a:pt x="48" y="199"/>
                  </a:cubicBezTo>
                  <a:cubicBezTo>
                    <a:pt x="35" y="215"/>
                    <a:pt x="35" y="215"/>
                    <a:pt x="35" y="215"/>
                  </a:cubicBezTo>
                  <a:cubicBezTo>
                    <a:pt x="59" y="235"/>
                    <a:pt x="59" y="235"/>
                    <a:pt x="59" y="235"/>
                  </a:cubicBezTo>
                  <a:cubicBezTo>
                    <a:pt x="72" y="219"/>
                    <a:pt x="72" y="219"/>
                    <a:pt x="72" y="219"/>
                  </a:cubicBezTo>
                  <a:cubicBezTo>
                    <a:pt x="74" y="220"/>
                    <a:pt x="75" y="222"/>
                    <a:pt x="77" y="223"/>
                  </a:cubicBezTo>
                  <a:cubicBezTo>
                    <a:pt x="70" y="242"/>
                    <a:pt x="70" y="242"/>
                    <a:pt x="70" y="242"/>
                  </a:cubicBezTo>
                  <a:cubicBezTo>
                    <a:pt x="100" y="253"/>
                    <a:pt x="100" y="253"/>
                    <a:pt x="100" y="253"/>
                  </a:cubicBezTo>
                  <a:cubicBezTo>
                    <a:pt x="107" y="233"/>
                    <a:pt x="107" y="233"/>
                    <a:pt x="107" y="233"/>
                  </a:cubicBezTo>
                  <a:cubicBezTo>
                    <a:pt x="109" y="234"/>
                    <a:pt x="111" y="234"/>
                    <a:pt x="113" y="234"/>
                  </a:cubicBezTo>
                  <a:cubicBezTo>
                    <a:pt x="113" y="255"/>
                    <a:pt x="113" y="255"/>
                    <a:pt x="113" y="255"/>
                  </a:cubicBezTo>
                  <a:cubicBezTo>
                    <a:pt x="144" y="255"/>
                    <a:pt x="144" y="255"/>
                    <a:pt x="144" y="255"/>
                  </a:cubicBezTo>
                  <a:cubicBezTo>
                    <a:pt x="144" y="234"/>
                    <a:pt x="144" y="234"/>
                    <a:pt x="144" y="234"/>
                  </a:cubicBezTo>
                  <a:cubicBezTo>
                    <a:pt x="146" y="234"/>
                    <a:pt x="149" y="234"/>
                    <a:pt x="151" y="233"/>
                  </a:cubicBezTo>
                  <a:cubicBezTo>
                    <a:pt x="158" y="253"/>
                    <a:pt x="158" y="253"/>
                    <a:pt x="158" y="253"/>
                  </a:cubicBezTo>
                  <a:cubicBezTo>
                    <a:pt x="187" y="242"/>
                    <a:pt x="187" y="242"/>
                    <a:pt x="187" y="242"/>
                  </a:cubicBezTo>
                  <a:cubicBezTo>
                    <a:pt x="180" y="223"/>
                    <a:pt x="180" y="223"/>
                    <a:pt x="180" y="223"/>
                  </a:cubicBezTo>
                  <a:cubicBezTo>
                    <a:pt x="182" y="222"/>
                    <a:pt x="184" y="220"/>
                    <a:pt x="186" y="219"/>
                  </a:cubicBezTo>
                  <a:cubicBezTo>
                    <a:pt x="199" y="235"/>
                    <a:pt x="199" y="235"/>
                    <a:pt x="199" y="235"/>
                  </a:cubicBezTo>
                  <a:cubicBezTo>
                    <a:pt x="223" y="215"/>
                    <a:pt x="223" y="215"/>
                    <a:pt x="223" y="215"/>
                  </a:cubicBezTo>
                  <a:cubicBezTo>
                    <a:pt x="209" y="199"/>
                    <a:pt x="209" y="199"/>
                    <a:pt x="209" y="199"/>
                  </a:cubicBezTo>
                  <a:cubicBezTo>
                    <a:pt x="211" y="198"/>
                    <a:pt x="212" y="196"/>
                    <a:pt x="214" y="194"/>
                  </a:cubicBezTo>
                  <a:cubicBezTo>
                    <a:pt x="231" y="205"/>
                    <a:pt x="231" y="205"/>
                    <a:pt x="231" y="205"/>
                  </a:cubicBezTo>
                  <a:cubicBezTo>
                    <a:pt x="247" y="178"/>
                    <a:pt x="247" y="178"/>
                    <a:pt x="247" y="178"/>
                  </a:cubicBezTo>
                  <a:cubicBezTo>
                    <a:pt x="229" y="167"/>
                    <a:pt x="229" y="167"/>
                    <a:pt x="229" y="167"/>
                  </a:cubicBezTo>
                  <a:cubicBezTo>
                    <a:pt x="230" y="165"/>
                    <a:pt x="231" y="163"/>
                    <a:pt x="231" y="161"/>
                  </a:cubicBezTo>
                  <a:cubicBezTo>
                    <a:pt x="252" y="165"/>
                    <a:pt x="252" y="165"/>
                    <a:pt x="252" y="165"/>
                  </a:cubicBezTo>
                  <a:cubicBezTo>
                    <a:pt x="257" y="134"/>
                    <a:pt x="257" y="134"/>
                    <a:pt x="257" y="134"/>
                  </a:cubicBezTo>
                  <a:cubicBezTo>
                    <a:pt x="237" y="131"/>
                    <a:pt x="237" y="131"/>
                    <a:pt x="237" y="131"/>
                  </a:cubicBezTo>
                  <a:cubicBezTo>
                    <a:pt x="237" y="129"/>
                    <a:pt x="237" y="128"/>
                    <a:pt x="237" y="127"/>
                  </a:cubicBezTo>
                  <a:cubicBezTo>
                    <a:pt x="237" y="126"/>
                    <a:pt x="237" y="125"/>
                    <a:pt x="237" y="124"/>
                  </a:cubicBezTo>
                  <a:cubicBezTo>
                    <a:pt x="257" y="120"/>
                    <a:pt x="257" y="120"/>
                    <a:pt x="257" y="120"/>
                  </a:cubicBezTo>
                  <a:cubicBezTo>
                    <a:pt x="252" y="90"/>
                    <a:pt x="252" y="90"/>
                    <a:pt x="252" y="90"/>
                  </a:cubicBezTo>
                  <a:lnTo>
                    <a:pt x="231" y="93"/>
                  </a:lnTo>
                  <a:close/>
                  <a:moveTo>
                    <a:pt x="217" y="127"/>
                  </a:moveTo>
                  <a:cubicBezTo>
                    <a:pt x="217" y="176"/>
                    <a:pt x="177" y="215"/>
                    <a:pt x="129" y="215"/>
                  </a:cubicBezTo>
                  <a:cubicBezTo>
                    <a:pt x="80" y="215"/>
                    <a:pt x="41" y="176"/>
                    <a:pt x="41" y="127"/>
                  </a:cubicBezTo>
                  <a:cubicBezTo>
                    <a:pt x="41" y="79"/>
                    <a:pt x="80" y="39"/>
                    <a:pt x="129" y="39"/>
                  </a:cubicBezTo>
                  <a:cubicBezTo>
                    <a:pt x="177" y="39"/>
                    <a:pt x="217" y="79"/>
                    <a:pt x="217" y="127"/>
                  </a:cubicBezTo>
                  <a:close/>
                </a:path>
              </a:pathLst>
            </a:custGeom>
            <a:solidFill>
              <a:srgbClr val="BBBC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Gill Sans MT" panose="020B0502020104020203" pitchFamily="34" charset="0"/>
              </a:endParaRPr>
            </a:p>
          </p:txBody>
        </p:sp>
        <p:sp>
          <p:nvSpPr>
            <p:cNvPr id="172" name="Rectangle 21">
              <a:extLst>
                <a:ext uri="{FF2B5EF4-FFF2-40B4-BE49-F238E27FC236}">
                  <a16:creationId xmlns:a16="http://schemas.microsoft.com/office/drawing/2014/main" id="{9C51140A-525D-A870-D759-27FA2EC576B0}"/>
                </a:ext>
              </a:extLst>
            </p:cNvPr>
            <p:cNvSpPr>
              <a:spLocks noChangeArrowheads="1"/>
            </p:cNvSpPr>
            <p:nvPr/>
          </p:nvSpPr>
          <p:spPr bwMode="auto">
            <a:xfrm>
              <a:off x="6112053" y="3409607"/>
              <a:ext cx="28903" cy="657197"/>
            </a:xfrm>
            <a:prstGeom prst="rect">
              <a:avLst/>
            </a:prstGeom>
            <a:solidFill>
              <a:srgbClr val="BBBCB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Gill Sans MT" panose="020B0502020104020203" pitchFamily="34" charset="0"/>
              </a:endParaRPr>
            </a:p>
          </p:txBody>
        </p:sp>
        <p:sp>
          <p:nvSpPr>
            <p:cNvPr id="173" name="Rectangle 22">
              <a:extLst>
                <a:ext uri="{FF2B5EF4-FFF2-40B4-BE49-F238E27FC236}">
                  <a16:creationId xmlns:a16="http://schemas.microsoft.com/office/drawing/2014/main" id="{2D9F4CA4-BFA7-E18E-8C86-BBBF7BE95A8A}"/>
                </a:ext>
              </a:extLst>
            </p:cNvPr>
            <p:cNvSpPr>
              <a:spLocks noChangeArrowheads="1"/>
            </p:cNvSpPr>
            <p:nvPr/>
          </p:nvSpPr>
          <p:spPr bwMode="auto">
            <a:xfrm>
              <a:off x="5797562" y="3723410"/>
              <a:ext cx="657197" cy="29591"/>
            </a:xfrm>
            <a:prstGeom prst="rect">
              <a:avLst/>
            </a:prstGeom>
            <a:solidFill>
              <a:srgbClr val="BBBCB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Gill Sans MT" panose="020B0502020104020203" pitchFamily="34" charset="0"/>
              </a:endParaRPr>
            </a:p>
          </p:txBody>
        </p:sp>
      </p:grpSp>
      <p:grpSp>
        <p:nvGrpSpPr>
          <p:cNvPr id="174" name="Group 21">
            <a:extLst>
              <a:ext uri="{FF2B5EF4-FFF2-40B4-BE49-F238E27FC236}">
                <a16:creationId xmlns:a16="http://schemas.microsoft.com/office/drawing/2014/main" id="{B93791C5-863E-0383-5557-A1B279B75031}"/>
              </a:ext>
            </a:extLst>
          </p:cNvPr>
          <p:cNvGrpSpPr/>
          <p:nvPr/>
        </p:nvGrpSpPr>
        <p:grpSpPr>
          <a:xfrm>
            <a:off x="5362132" y="1763137"/>
            <a:ext cx="887044" cy="1038440"/>
            <a:chOff x="5280062" y="2483338"/>
            <a:chExt cx="887044" cy="1038440"/>
          </a:xfrm>
          <a:solidFill>
            <a:srgbClr val="000000"/>
          </a:solidFill>
        </p:grpSpPr>
        <p:sp>
          <p:nvSpPr>
            <p:cNvPr id="175" name="Line 17">
              <a:extLst>
                <a:ext uri="{FF2B5EF4-FFF2-40B4-BE49-F238E27FC236}">
                  <a16:creationId xmlns:a16="http://schemas.microsoft.com/office/drawing/2014/main" id="{B1A92ED2-0E60-2AAD-13BD-28449B68ABD8}"/>
                </a:ext>
              </a:extLst>
            </p:cNvPr>
            <p:cNvSpPr>
              <a:spLocks noChangeShapeType="1"/>
            </p:cNvSpPr>
            <p:nvPr/>
          </p:nvSpPr>
          <p:spPr bwMode="auto">
            <a:xfrm>
              <a:off x="5320664" y="3521778"/>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Gill Sans MT" panose="020B0502020104020203" pitchFamily="34" charset="0"/>
              </a:endParaRPr>
            </a:p>
          </p:txBody>
        </p:sp>
        <p:sp>
          <p:nvSpPr>
            <p:cNvPr id="176" name="Line 18">
              <a:extLst>
                <a:ext uri="{FF2B5EF4-FFF2-40B4-BE49-F238E27FC236}">
                  <a16:creationId xmlns:a16="http://schemas.microsoft.com/office/drawing/2014/main" id="{7D7C5B09-16B1-4A46-B3F9-80177D56430A}"/>
                </a:ext>
              </a:extLst>
            </p:cNvPr>
            <p:cNvSpPr>
              <a:spLocks noChangeShapeType="1"/>
            </p:cNvSpPr>
            <p:nvPr/>
          </p:nvSpPr>
          <p:spPr bwMode="auto">
            <a:xfrm>
              <a:off x="5320664" y="3521778"/>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Gill Sans MT" panose="020B0502020104020203" pitchFamily="34" charset="0"/>
              </a:endParaRPr>
            </a:p>
          </p:txBody>
        </p:sp>
        <p:sp>
          <p:nvSpPr>
            <p:cNvPr id="177" name="Freeform 23">
              <a:extLst>
                <a:ext uri="{FF2B5EF4-FFF2-40B4-BE49-F238E27FC236}">
                  <a16:creationId xmlns:a16="http://schemas.microsoft.com/office/drawing/2014/main" id="{33B5CBE4-EF07-E4C9-70C4-A98A56609954}"/>
                </a:ext>
              </a:extLst>
            </p:cNvPr>
            <p:cNvSpPr>
              <a:spLocks noEditPoints="1"/>
            </p:cNvSpPr>
            <p:nvPr/>
          </p:nvSpPr>
          <p:spPr bwMode="auto">
            <a:xfrm>
              <a:off x="5280062" y="2483338"/>
              <a:ext cx="887044" cy="880163"/>
            </a:xfrm>
            <a:custGeom>
              <a:avLst/>
              <a:gdLst>
                <a:gd name="T0" fmla="*/ 533 w 545"/>
                <a:gd name="T1" fmla="*/ 191 h 541"/>
                <a:gd name="T2" fmla="*/ 490 w 545"/>
                <a:gd name="T3" fmla="*/ 106 h 541"/>
                <a:gd name="T4" fmla="*/ 421 w 545"/>
                <a:gd name="T5" fmla="*/ 42 h 541"/>
                <a:gd name="T6" fmla="*/ 334 w 545"/>
                <a:gd name="T7" fmla="*/ 5 h 541"/>
                <a:gd name="T8" fmla="*/ 239 w 545"/>
                <a:gd name="T9" fmla="*/ 0 h 541"/>
                <a:gd name="T10" fmla="*/ 149 w 545"/>
                <a:gd name="T11" fmla="*/ 27 h 541"/>
                <a:gd name="T12" fmla="*/ 73 w 545"/>
                <a:gd name="T13" fmla="*/ 84 h 541"/>
                <a:gd name="T14" fmla="*/ 22 w 545"/>
                <a:gd name="T15" fmla="*/ 164 h 541"/>
                <a:gd name="T16" fmla="*/ 0 w 545"/>
                <a:gd name="T17" fmla="*/ 256 h 541"/>
                <a:gd name="T18" fmla="*/ 0 w 545"/>
                <a:gd name="T19" fmla="*/ 285 h 541"/>
                <a:gd name="T20" fmla="*/ 22 w 545"/>
                <a:gd name="T21" fmla="*/ 377 h 541"/>
                <a:gd name="T22" fmla="*/ 73 w 545"/>
                <a:gd name="T23" fmla="*/ 456 h 541"/>
                <a:gd name="T24" fmla="*/ 149 w 545"/>
                <a:gd name="T25" fmla="*/ 513 h 541"/>
                <a:gd name="T26" fmla="*/ 239 w 545"/>
                <a:gd name="T27" fmla="*/ 541 h 541"/>
                <a:gd name="T28" fmla="*/ 334 w 545"/>
                <a:gd name="T29" fmla="*/ 536 h 541"/>
                <a:gd name="T30" fmla="*/ 421 w 545"/>
                <a:gd name="T31" fmla="*/ 499 h 541"/>
                <a:gd name="T32" fmla="*/ 490 w 545"/>
                <a:gd name="T33" fmla="*/ 434 h 541"/>
                <a:gd name="T34" fmla="*/ 533 w 545"/>
                <a:gd name="T35" fmla="*/ 350 h 541"/>
                <a:gd name="T36" fmla="*/ 448 w 545"/>
                <a:gd name="T37" fmla="*/ 154 h 541"/>
                <a:gd name="T38" fmla="*/ 448 w 545"/>
                <a:gd name="T39" fmla="*/ 154 h 541"/>
                <a:gd name="T40" fmla="*/ 399 w 545"/>
                <a:gd name="T41" fmla="*/ 114 h 541"/>
                <a:gd name="T42" fmla="*/ 349 w 545"/>
                <a:gd name="T43" fmla="*/ 74 h 541"/>
                <a:gd name="T44" fmla="*/ 277 w 545"/>
                <a:gd name="T45" fmla="*/ 60 h 541"/>
                <a:gd name="T46" fmla="*/ 194 w 545"/>
                <a:gd name="T47" fmla="*/ 66 h 541"/>
                <a:gd name="T48" fmla="*/ 194 w 545"/>
                <a:gd name="T49" fmla="*/ 66 h 541"/>
                <a:gd name="T50" fmla="*/ 128 w 545"/>
                <a:gd name="T51" fmla="*/ 117 h 541"/>
                <a:gd name="T52" fmla="*/ 74 w 545"/>
                <a:gd name="T53" fmla="*/ 239 h 541"/>
                <a:gd name="T54" fmla="*/ 58 w 545"/>
                <a:gd name="T55" fmla="*/ 312 h 541"/>
                <a:gd name="T56" fmla="*/ 81 w 545"/>
                <a:gd name="T57" fmla="*/ 164 h 541"/>
                <a:gd name="T58" fmla="*/ 81 w 545"/>
                <a:gd name="T59" fmla="*/ 164 h 541"/>
                <a:gd name="T60" fmla="*/ 100 w 545"/>
                <a:gd name="T61" fmla="*/ 374 h 541"/>
                <a:gd name="T62" fmla="*/ 134 w 545"/>
                <a:gd name="T63" fmla="*/ 428 h 541"/>
                <a:gd name="T64" fmla="*/ 201 w 545"/>
                <a:gd name="T65" fmla="*/ 477 h 541"/>
                <a:gd name="T66" fmla="*/ 276 w 545"/>
                <a:gd name="T67" fmla="*/ 489 h 541"/>
                <a:gd name="T68" fmla="*/ 276 w 545"/>
                <a:gd name="T69" fmla="*/ 489 h 541"/>
                <a:gd name="T70" fmla="*/ 356 w 545"/>
                <a:gd name="T71" fmla="*/ 463 h 541"/>
                <a:gd name="T72" fmla="*/ 405 w 545"/>
                <a:gd name="T73" fmla="*/ 422 h 541"/>
                <a:gd name="T74" fmla="*/ 413 w 545"/>
                <a:gd name="T75" fmla="*/ 317 h 541"/>
                <a:gd name="T76" fmla="*/ 389 w 545"/>
                <a:gd name="T77" fmla="*/ 362 h 541"/>
                <a:gd name="T78" fmla="*/ 350 w 545"/>
                <a:gd name="T79" fmla="*/ 396 h 541"/>
                <a:gd name="T80" fmla="*/ 303 w 545"/>
                <a:gd name="T81" fmla="*/ 416 h 541"/>
                <a:gd name="T82" fmla="*/ 251 w 545"/>
                <a:gd name="T83" fmla="*/ 417 h 541"/>
                <a:gd name="T84" fmla="*/ 202 w 545"/>
                <a:gd name="T85" fmla="*/ 401 h 541"/>
                <a:gd name="T86" fmla="*/ 162 w 545"/>
                <a:gd name="T87" fmla="*/ 369 h 541"/>
                <a:gd name="T88" fmla="*/ 135 w 545"/>
                <a:gd name="T89" fmla="*/ 325 h 541"/>
                <a:gd name="T90" fmla="*/ 124 w 545"/>
                <a:gd name="T91" fmla="*/ 275 h 541"/>
                <a:gd name="T92" fmla="*/ 104 w 545"/>
                <a:gd name="T93" fmla="*/ 219 h 541"/>
                <a:gd name="T94" fmla="*/ 131 w 545"/>
                <a:gd name="T95" fmla="*/ 164 h 541"/>
                <a:gd name="T96" fmla="*/ 176 w 545"/>
                <a:gd name="T97" fmla="*/ 122 h 541"/>
                <a:gd name="T98" fmla="*/ 233 w 545"/>
                <a:gd name="T99" fmla="*/ 98 h 541"/>
                <a:gd name="T100" fmla="*/ 294 w 545"/>
                <a:gd name="T101" fmla="*/ 95 h 541"/>
                <a:gd name="T102" fmla="*/ 352 w 545"/>
                <a:gd name="T103" fmla="*/ 113 h 541"/>
                <a:gd name="T104" fmla="*/ 401 w 545"/>
                <a:gd name="T105" fmla="*/ 150 h 541"/>
                <a:gd name="T106" fmla="*/ 435 w 545"/>
                <a:gd name="T107" fmla="*/ 201 h 541"/>
                <a:gd name="T108" fmla="*/ 449 w 545"/>
                <a:gd name="T109" fmla="*/ 261 h 541"/>
                <a:gd name="T110" fmla="*/ 449 w 545"/>
                <a:gd name="T111" fmla="*/ 280 h 541"/>
                <a:gd name="T112" fmla="*/ 449 w 545"/>
                <a:gd name="T113" fmla="*/ 368 h 541"/>
                <a:gd name="T114" fmla="*/ 487 w 545"/>
                <a:gd name="T115" fmla="*/ 228 h 541"/>
                <a:gd name="T116" fmla="*/ 489 w 545"/>
                <a:gd name="T117" fmla="*/ 304 h 541"/>
                <a:gd name="T118" fmla="*/ 489 w 545"/>
                <a:gd name="T119" fmla="*/ 304 h 5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45" h="541">
                  <a:moveTo>
                    <a:pt x="502" y="270"/>
                  </a:moveTo>
                  <a:cubicBezTo>
                    <a:pt x="502" y="268"/>
                    <a:pt x="502" y="266"/>
                    <a:pt x="501" y="263"/>
                  </a:cubicBezTo>
                  <a:cubicBezTo>
                    <a:pt x="545" y="256"/>
                    <a:pt x="545" y="256"/>
                    <a:pt x="545" y="256"/>
                  </a:cubicBezTo>
                  <a:cubicBezTo>
                    <a:pt x="533" y="191"/>
                    <a:pt x="533" y="191"/>
                    <a:pt x="533" y="191"/>
                  </a:cubicBezTo>
                  <a:cubicBezTo>
                    <a:pt x="490" y="198"/>
                    <a:pt x="490" y="198"/>
                    <a:pt x="490" y="198"/>
                  </a:cubicBezTo>
                  <a:cubicBezTo>
                    <a:pt x="489" y="194"/>
                    <a:pt x="487" y="190"/>
                    <a:pt x="485" y="185"/>
                  </a:cubicBezTo>
                  <a:cubicBezTo>
                    <a:pt x="523" y="164"/>
                    <a:pt x="523" y="164"/>
                    <a:pt x="523" y="164"/>
                  </a:cubicBezTo>
                  <a:cubicBezTo>
                    <a:pt x="490" y="106"/>
                    <a:pt x="490" y="106"/>
                    <a:pt x="490" y="106"/>
                  </a:cubicBezTo>
                  <a:cubicBezTo>
                    <a:pt x="452" y="128"/>
                    <a:pt x="452" y="128"/>
                    <a:pt x="452" y="128"/>
                  </a:cubicBezTo>
                  <a:cubicBezTo>
                    <a:pt x="449" y="125"/>
                    <a:pt x="447" y="121"/>
                    <a:pt x="444" y="118"/>
                  </a:cubicBezTo>
                  <a:cubicBezTo>
                    <a:pt x="472" y="84"/>
                    <a:pt x="472" y="84"/>
                    <a:pt x="472" y="84"/>
                  </a:cubicBezTo>
                  <a:cubicBezTo>
                    <a:pt x="421" y="42"/>
                    <a:pt x="421" y="42"/>
                    <a:pt x="421" y="42"/>
                  </a:cubicBezTo>
                  <a:cubicBezTo>
                    <a:pt x="393" y="75"/>
                    <a:pt x="393" y="75"/>
                    <a:pt x="393" y="75"/>
                  </a:cubicBezTo>
                  <a:cubicBezTo>
                    <a:pt x="389" y="73"/>
                    <a:pt x="385" y="70"/>
                    <a:pt x="381" y="68"/>
                  </a:cubicBezTo>
                  <a:cubicBezTo>
                    <a:pt x="396" y="27"/>
                    <a:pt x="396" y="27"/>
                    <a:pt x="396" y="27"/>
                  </a:cubicBezTo>
                  <a:cubicBezTo>
                    <a:pt x="334" y="5"/>
                    <a:pt x="334" y="5"/>
                    <a:pt x="334" y="5"/>
                  </a:cubicBezTo>
                  <a:cubicBezTo>
                    <a:pt x="319" y="46"/>
                    <a:pt x="319" y="46"/>
                    <a:pt x="319" y="46"/>
                  </a:cubicBezTo>
                  <a:cubicBezTo>
                    <a:pt x="315" y="45"/>
                    <a:pt x="310" y="44"/>
                    <a:pt x="305" y="43"/>
                  </a:cubicBezTo>
                  <a:cubicBezTo>
                    <a:pt x="305" y="0"/>
                    <a:pt x="305" y="0"/>
                    <a:pt x="305" y="0"/>
                  </a:cubicBezTo>
                  <a:cubicBezTo>
                    <a:pt x="239" y="0"/>
                    <a:pt x="239" y="0"/>
                    <a:pt x="239" y="0"/>
                  </a:cubicBezTo>
                  <a:cubicBezTo>
                    <a:pt x="239" y="43"/>
                    <a:pt x="239" y="43"/>
                    <a:pt x="239" y="43"/>
                  </a:cubicBezTo>
                  <a:cubicBezTo>
                    <a:pt x="235" y="44"/>
                    <a:pt x="230" y="45"/>
                    <a:pt x="226" y="46"/>
                  </a:cubicBezTo>
                  <a:cubicBezTo>
                    <a:pt x="211" y="5"/>
                    <a:pt x="211" y="5"/>
                    <a:pt x="211" y="5"/>
                  </a:cubicBezTo>
                  <a:cubicBezTo>
                    <a:pt x="149" y="27"/>
                    <a:pt x="149" y="27"/>
                    <a:pt x="149" y="27"/>
                  </a:cubicBezTo>
                  <a:cubicBezTo>
                    <a:pt x="164" y="68"/>
                    <a:pt x="164" y="68"/>
                    <a:pt x="164" y="68"/>
                  </a:cubicBezTo>
                  <a:cubicBezTo>
                    <a:pt x="160" y="70"/>
                    <a:pt x="156" y="73"/>
                    <a:pt x="152" y="75"/>
                  </a:cubicBezTo>
                  <a:cubicBezTo>
                    <a:pt x="124" y="42"/>
                    <a:pt x="124" y="42"/>
                    <a:pt x="124" y="42"/>
                  </a:cubicBezTo>
                  <a:cubicBezTo>
                    <a:pt x="73" y="84"/>
                    <a:pt x="73" y="84"/>
                    <a:pt x="73" y="84"/>
                  </a:cubicBezTo>
                  <a:cubicBezTo>
                    <a:pt x="101" y="118"/>
                    <a:pt x="101" y="118"/>
                    <a:pt x="101" y="118"/>
                  </a:cubicBezTo>
                  <a:cubicBezTo>
                    <a:pt x="98" y="121"/>
                    <a:pt x="95" y="125"/>
                    <a:pt x="93" y="128"/>
                  </a:cubicBezTo>
                  <a:cubicBezTo>
                    <a:pt x="55" y="106"/>
                    <a:pt x="55" y="106"/>
                    <a:pt x="55" y="106"/>
                  </a:cubicBezTo>
                  <a:cubicBezTo>
                    <a:pt x="22" y="164"/>
                    <a:pt x="22" y="164"/>
                    <a:pt x="22" y="164"/>
                  </a:cubicBezTo>
                  <a:cubicBezTo>
                    <a:pt x="59" y="185"/>
                    <a:pt x="59" y="185"/>
                    <a:pt x="59" y="185"/>
                  </a:cubicBezTo>
                  <a:cubicBezTo>
                    <a:pt x="58" y="190"/>
                    <a:pt x="56" y="194"/>
                    <a:pt x="55" y="198"/>
                  </a:cubicBezTo>
                  <a:cubicBezTo>
                    <a:pt x="12" y="191"/>
                    <a:pt x="12" y="191"/>
                    <a:pt x="12" y="191"/>
                  </a:cubicBezTo>
                  <a:cubicBezTo>
                    <a:pt x="0" y="256"/>
                    <a:pt x="0" y="256"/>
                    <a:pt x="0" y="256"/>
                  </a:cubicBezTo>
                  <a:cubicBezTo>
                    <a:pt x="43" y="263"/>
                    <a:pt x="43" y="263"/>
                    <a:pt x="43" y="263"/>
                  </a:cubicBezTo>
                  <a:cubicBezTo>
                    <a:pt x="43" y="266"/>
                    <a:pt x="43" y="268"/>
                    <a:pt x="43" y="270"/>
                  </a:cubicBezTo>
                  <a:cubicBezTo>
                    <a:pt x="43" y="272"/>
                    <a:pt x="43" y="275"/>
                    <a:pt x="43" y="277"/>
                  </a:cubicBezTo>
                  <a:cubicBezTo>
                    <a:pt x="0" y="285"/>
                    <a:pt x="0" y="285"/>
                    <a:pt x="0" y="285"/>
                  </a:cubicBezTo>
                  <a:cubicBezTo>
                    <a:pt x="12" y="350"/>
                    <a:pt x="12" y="350"/>
                    <a:pt x="12" y="350"/>
                  </a:cubicBezTo>
                  <a:cubicBezTo>
                    <a:pt x="55" y="342"/>
                    <a:pt x="55" y="342"/>
                    <a:pt x="55" y="342"/>
                  </a:cubicBezTo>
                  <a:cubicBezTo>
                    <a:pt x="56" y="346"/>
                    <a:pt x="58" y="351"/>
                    <a:pt x="59" y="355"/>
                  </a:cubicBezTo>
                  <a:cubicBezTo>
                    <a:pt x="22" y="377"/>
                    <a:pt x="22" y="377"/>
                    <a:pt x="22" y="377"/>
                  </a:cubicBezTo>
                  <a:cubicBezTo>
                    <a:pt x="55" y="434"/>
                    <a:pt x="55" y="434"/>
                    <a:pt x="55" y="434"/>
                  </a:cubicBezTo>
                  <a:cubicBezTo>
                    <a:pt x="93" y="412"/>
                    <a:pt x="93" y="412"/>
                    <a:pt x="93" y="412"/>
                  </a:cubicBezTo>
                  <a:cubicBezTo>
                    <a:pt x="95" y="416"/>
                    <a:pt x="98" y="419"/>
                    <a:pt x="101" y="423"/>
                  </a:cubicBezTo>
                  <a:cubicBezTo>
                    <a:pt x="73" y="456"/>
                    <a:pt x="73" y="456"/>
                    <a:pt x="73" y="456"/>
                  </a:cubicBezTo>
                  <a:cubicBezTo>
                    <a:pt x="124" y="499"/>
                    <a:pt x="124" y="499"/>
                    <a:pt x="124" y="499"/>
                  </a:cubicBezTo>
                  <a:cubicBezTo>
                    <a:pt x="152" y="465"/>
                    <a:pt x="152" y="465"/>
                    <a:pt x="152" y="465"/>
                  </a:cubicBezTo>
                  <a:cubicBezTo>
                    <a:pt x="156" y="468"/>
                    <a:pt x="160" y="470"/>
                    <a:pt x="164" y="472"/>
                  </a:cubicBezTo>
                  <a:cubicBezTo>
                    <a:pt x="149" y="513"/>
                    <a:pt x="149" y="513"/>
                    <a:pt x="149" y="513"/>
                  </a:cubicBezTo>
                  <a:cubicBezTo>
                    <a:pt x="211" y="536"/>
                    <a:pt x="211" y="536"/>
                    <a:pt x="211" y="536"/>
                  </a:cubicBezTo>
                  <a:cubicBezTo>
                    <a:pt x="226" y="495"/>
                    <a:pt x="226" y="495"/>
                    <a:pt x="226" y="495"/>
                  </a:cubicBezTo>
                  <a:cubicBezTo>
                    <a:pt x="230" y="496"/>
                    <a:pt x="235" y="496"/>
                    <a:pt x="239" y="497"/>
                  </a:cubicBezTo>
                  <a:cubicBezTo>
                    <a:pt x="239" y="541"/>
                    <a:pt x="239" y="541"/>
                    <a:pt x="239" y="541"/>
                  </a:cubicBezTo>
                  <a:cubicBezTo>
                    <a:pt x="305" y="541"/>
                    <a:pt x="305" y="541"/>
                    <a:pt x="305" y="541"/>
                  </a:cubicBezTo>
                  <a:cubicBezTo>
                    <a:pt x="305" y="497"/>
                    <a:pt x="305" y="497"/>
                    <a:pt x="305" y="497"/>
                  </a:cubicBezTo>
                  <a:cubicBezTo>
                    <a:pt x="310" y="496"/>
                    <a:pt x="315" y="496"/>
                    <a:pt x="319" y="495"/>
                  </a:cubicBezTo>
                  <a:cubicBezTo>
                    <a:pt x="334" y="536"/>
                    <a:pt x="334" y="536"/>
                    <a:pt x="334" y="536"/>
                  </a:cubicBezTo>
                  <a:cubicBezTo>
                    <a:pt x="396" y="513"/>
                    <a:pt x="396" y="513"/>
                    <a:pt x="396" y="513"/>
                  </a:cubicBezTo>
                  <a:cubicBezTo>
                    <a:pt x="381" y="472"/>
                    <a:pt x="381" y="472"/>
                    <a:pt x="381" y="472"/>
                  </a:cubicBezTo>
                  <a:cubicBezTo>
                    <a:pt x="385" y="470"/>
                    <a:pt x="389" y="468"/>
                    <a:pt x="393" y="465"/>
                  </a:cubicBezTo>
                  <a:cubicBezTo>
                    <a:pt x="421" y="499"/>
                    <a:pt x="421" y="499"/>
                    <a:pt x="421" y="499"/>
                  </a:cubicBezTo>
                  <a:cubicBezTo>
                    <a:pt x="472" y="456"/>
                    <a:pt x="472" y="456"/>
                    <a:pt x="472" y="456"/>
                  </a:cubicBezTo>
                  <a:cubicBezTo>
                    <a:pt x="444" y="423"/>
                    <a:pt x="444" y="423"/>
                    <a:pt x="444" y="423"/>
                  </a:cubicBezTo>
                  <a:cubicBezTo>
                    <a:pt x="447" y="419"/>
                    <a:pt x="449" y="416"/>
                    <a:pt x="452" y="412"/>
                  </a:cubicBezTo>
                  <a:cubicBezTo>
                    <a:pt x="490" y="434"/>
                    <a:pt x="490" y="434"/>
                    <a:pt x="490" y="434"/>
                  </a:cubicBezTo>
                  <a:cubicBezTo>
                    <a:pt x="523" y="377"/>
                    <a:pt x="523" y="377"/>
                    <a:pt x="523" y="377"/>
                  </a:cubicBezTo>
                  <a:cubicBezTo>
                    <a:pt x="485" y="355"/>
                    <a:pt x="485" y="355"/>
                    <a:pt x="485" y="355"/>
                  </a:cubicBezTo>
                  <a:cubicBezTo>
                    <a:pt x="487" y="351"/>
                    <a:pt x="489" y="346"/>
                    <a:pt x="490" y="342"/>
                  </a:cubicBezTo>
                  <a:cubicBezTo>
                    <a:pt x="533" y="350"/>
                    <a:pt x="533" y="350"/>
                    <a:pt x="533" y="350"/>
                  </a:cubicBezTo>
                  <a:cubicBezTo>
                    <a:pt x="545" y="285"/>
                    <a:pt x="545" y="285"/>
                    <a:pt x="545" y="285"/>
                  </a:cubicBezTo>
                  <a:cubicBezTo>
                    <a:pt x="501" y="277"/>
                    <a:pt x="501" y="277"/>
                    <a:pt x="501" y="277"/>
                  </a:cubicBezTo>
                  <a:cubicBezTo>
                    <a:pt x="502" y="275"/>
                    <a:pt x="502" y="272"/>
                    <a:pt x="502" y="270"/>
                  </a:cubicBezTo>
                  <a:close/>
                  <a:moveTo>
                    <a:pt x="448" y="154"/>
                  </a:moveTo>
                  <a:cubicBezTo>
                    <a:pt x="452" y="152"/>
                    <a:pt x="458" y="153"/>
                    <a:pt x="460" y="157"/>
                  </a:cubicBezTo>
                  <a:cubicBezTo>
                    <a:pt x="462" y="162"/>
                    <a:pt x="461" y="167"/>
                    <a:pt x="457" y="169"/>
                  </a:cubicBezTo>
                  <a:cubicBezTo>
                    <a:pt x="453" y="172"/>
                    <a:pt x="447" y="170"/>
                    <a:pt x="445" y="166"/>
                  </a:cubicBezTo>
                  <a:cubicBezTo>
                    <a:pt x="442" y="162"/>
                    <a:pt x="444" y="157"/>
                    <a:pt x="448" y="154"/>
                  </a:cubicBezTo>
                  <a:close/>
                  <a:moveTo>
                    <a:pt x="398" y="101"/>
                  </a:moveTo>
                  <a:cubicBezTo>
                    <a:pt x="401" y="97"/>
                    <a:pt x="406" y="97"/>
                    <a:pt x="410" y="100"/>
                  </a:cubicBezTo>
                  <a:cubicBezTo>
                    <a:pt x="414" y="103"/>
                    <a:pt x="414" y="109"/>
                    <a:pt x="411" y="112"/>
                  </a:cubicBezTo>
                  <a:cubicBezTo>
                    <a:pt x="408" y="116"/>
                    <a:pt x="403" y="117"/>
                    <a:pt x="399" y="114"/>
                  </a:cubicBezTo>
                  <a:cubicBezTo>
                    <a:pt x="395" y="110"/>
                    <a:pt x="395" y="105"/>
                    <a:pt x="398" y="101"/>
                  </a:cubicBezTo>
                  <a:close/>
                  <a:moveTo>
                    <a:pt x="332" y="68"/>
                  </a:moveTo>
                  <a:cubicBezTo>
                    <a:pt x="334" y="64"/>
                    <a:pt x="339" y="62"/>
                    <a:pt x="344" y="63"/>
                  </a:cubicBezTo>
                  <a:cubicBezTo>
                    <a:pt x="348" y="65"/>
                    <a:pt x="351" y="70"/>
                    <a:pt x="349" y="74"/>
                  </a:cubicBezTo>
                  <a:cubicBezTo>
                    <a:pt x="347" y="79"/>
                    <a:pt x="342" y="81"/>
                    <a:pt x="338" y="80"/>
                  </a:cubicBezTo>
                  <a:cubicBezTo>
                    <a:pt x="333" y="78"/>
                    <a:pt x="331" y="73"/>
                    <a:pt x="332" y="68"/>
                  </a:cubicBezTo>
                  <a:close/>
                  <a:moveTo>
                    <a:pt x="269" y="51"/>
                  </a:moveTo>
                  <a:cubicBezTo>
                    <a:pt x="273" y="51"/>
                    <a:pt x="277" y="55"/>
                    <a:pt x="277" y="60"/>
                  </a:cubicBezTo>
                  <a:cubicBezTo>
                    <a:pt x="277" y="65"/>
                    <a:pt x="273" y="69"/>
                    <a:pt x="269" y="69"/>
                  </a:cubicBezTo>
                  <a:cubicBezTo>
                    <a:pt x="264" y="69"/>
                    <a:pt x="260" y="65"/>
                    <a:pt x="260" y="60"/>
                  </a:cubicBezTo>
                  <a:cubicBezTo>
                    <a:pt x="260" y="55"/>
                    <a:pt x="264" y="51"/>
                    <a:pt x="269" y="51"/>
                  </a:cubicBezTo>
                  <a:close/>
                  <a:moveTo>
                    <a:pt x="194" y="66"/>
                  </a:moveTo>
                  <a:cubicBezTo>
                    <a:pt x="199" y="64"/>
                    <a:pt x="204" y="67"/>
                    <a:pt x="205" y="71"/>
                  </a:cubicBezTo>
                  <a:cubicBezTo>
                    <a:pt x="207" y="76"/>
                    <a:pt x="205" y="81"/>
                    <a:pt x="200" y="82"/>
                  </a:cubicBezTo>
                  <a:cubicBezTo>
                    <a:pt x="195" y="84"/>
                    <a:pt x="190" y="82"/>
                    <a:pt x="189" y="77"/>
                  </a:cubicBezTo>
                  <a:cubicBezTo>
                    <a:pt x="187" y="73"/>
                    <a:pt x="189" y="67"/>
                    <a:pt x="194" y="66"/>
                  </a:cubicBezTo>
                  <a:close/>
                  <a:moveTo>
                    <a:pt x="129" y="105"/>
                  </a:moveTo>
                  <a:cubicBezTo>
                    <a:pt x="133" y="102"/>
                    <a:pt x="138" y="102"/>
                    <a:pt x="141" y="106"/>
                  </a:cubicBezTo>
                  <a:cubicBezTo>
                    <a:pt x="144" y="110"/>
                    <a:pt x="144" y="115"/>
                    <a:pt x="140" y="118"/>
                  </a:cubicBezTo>
                  <a:cubicBezTo>
                    <a:pt x="136" y="122"/>
                    <a:pt x="131" y="121"/>
                    <a:pt x="128" y="117"/>
                  </a:cubicBezTo>
                  <a:cubicBezTo>
                    <a:pt x="125" y="114"/>
                    <a:pt x="125" y="108"/>
                    <a:pt x="129" y="105"/>
                  </a:cubicBezTo>
                  <a:close/>
                  <a:moveTo>
                    <a:pt x="56" y="236"/>
                  </a:moveTo>
                  <a:cubicBezTo>
                    <a:pt x="57" y="231"/>
                    <a:pt x="62" y="228"/>
                    <a:pt x="66" y="229"/>
                  </a:cubicBezTo>
                  <a:cubicBezTo>
                    <a:pt x="71" y="230"/>
                    <a:pt x="74" y="234"/>
                    <a:pt x="74" y="239"/>
                  </a:cubicBezTo>
                  <a:cubicBezTo>
                    <a:pt x="73" y="244"/>
                    <a:pt x="68" y="247"/>
                    <a:pt x="63" y="246"/>
                  </a:cubicBezTo>
                  <a:cubicBezTo>
                    <a:pt x="59" y="245"/>
                    <a:pt x="55" y="241"/>
                    <a:pt x="56" y="236"/>
                  </a:cubicBezTo>
                  <a:close/>
                  <a:moveTo>
                    <a:pt x="68" y="319"/>
                  </a:moveTo>
                  <a:cubicBezTo>
                    <a:pt x="63" y="320"/>
                    <a:pt x="58" y="317"/>
                    <a:pt x="58" y="312"/>
                  </a:cubicBezTo>
                  <a:cubicBezTo>
                    <a:pt x="57" y="307"/>
                    <a:pt x="60" y="303"/>
                    <a:pt x="65" y="302"/>
                  </a:cubicBezTo>
                  <a:cubicBezTo>
                    <a:pt x="69" y="301"/>
                    <a:pt x="74" y="304"/>
                    <a:pt x="75" y="309"/>
                  </a:cubicBezTo>
                  <a:cubicBezTo>
                    <a:pt x="76" y="314"/>
                    <a:pt x="72" y="318"/>
                    <a:pt x="68" y="319"/>
                  </a:cubicBezTo>
                  <a:close/>
                  <a:moveTo>
                    <a:pt x="81" y="164"/>
                  </a:moveTo>
                  <a:cubicBezTo>
                    <a:pt x="83" y="160"/>
                    <a:pt x="89" y="158"/>
                    <a:pt x="93" y="161"/>
                  </a:cubicBezTo>
                  <a:cubicBezTo>
                    <a:pt x="97" y="163"/>
                    <a:pt x="99" y="169"/>
                    <a:pt x="96" y="173"/>
                  </a:cubicBezTo>
                  <a:cubicBezTo>
                    <a:pt x="94" y="177"/>
                    <a:pt x="88" y="178"/>
                    <a:pt x="84" y="176"/>
                  </a:cubicBezTo>
                  <a:cubicBezTo>
                    <a:pt x="80" y="174"/>
                    <a:pt x="79" y="168"/>
                    <a:pt x="81" y="164"/>
                  </a:cubicBezTo>
                  <a:close/>
                  <a:moveTo>
                    <a:pt x="97" y="386"/>
                  </a:moveTo>
                  <a:cubicBezTo>
                    <a:pt x="93" y="389"/>
                    <a:pt x="87" y="387"/>
                    <a:pt x="85" y="383"/>
                  </a:cubicBezTo>
                  <a:cubicBezTo>
                    <a:pt x="82" y="379"/>
                    <a:pt x="84" y="373"/>
                    <a:pt x="88" y="371"/>
                  </a:cubicBezTo>
                  <a:cubicBezTo>
                    <a:pt x="92" y="368"/>
                    <a:pt x="98" y="370"/>
                    <a:pt x="100" y="374"/>
                  </a:cubicBezTo>
                  <a:cubicBezTo>
                    <a:pt x="102" y="378"/>
                    <a:pt x="101" y="384"/>
                    <a:pt x="97" y="386"/>
                  </a:cubicBezTo>
                  <a:close/>
                  <a:moveTo>
                    <a:pt x="147" y="439"/>
                  </a:moveTo>
                  <a:cubicBezTo>
                    <a:pt x="144" y="443"/>
                    <a:pt x="138" y="443"/>
                    <a:pt x="135" y="440"/>
                  </a:cubicBezTo>
                  <a:cubicBezTo>
                    <a:pt x="131" y="437"/>
                    <a:pt x="130" y="432"/>
                    <a:pt x="134" y="428"/>
                  </a:cubicBezTo>
                  <a:cubicBezTo>
                    <a:pt x="137" y="424"/>
                    <a:pt x="142" y="424"/>
                    <a:pt x="146" y="427"/>
                  </a:cubicBezTo>
                  <a:cubicBezTo>
                    <a:pt x="150" y="430"/>
                    <a:pt x="150" y="435"/>
                    <a:pt x="147" y="439"/>
                  </a:cubicBezTo>
                  <a:close/>
                  <a:moveTo>
                    <a:pt x="212" y="472"/>
                  </a:moveTo>
                  <a:cubicBezTo>
                    <a:pt x="211" y="476"/>
                    <a:pt x="206" y="479"/>
                    <a:pt x="201" y="477"/>
                  </a:cubicBezTo>
                  <a:cubicBezTo>
                    <a:pt x="197" y="475"/>
                    <a:pt x="194" y="470"/>
                    <a:pt x="196" y="466"/>
                  </a:cubicBezTo>
                  <a:cubicBezTo>
                    <a:pt x="198" y="461"/>
                    <a:pt x="203" y="459"/>
                    <a:pt x="207" y="461"/>
                  </a:cubicBezTo>
                  <a:cubicBezTo>
                    <a:pt x="212" y="462"/>
                    <a:pt x="214" y="467"/>
                    <a:pt x="212" y="472"/>
                  </a:cubicBezTo>
                  <a:close/>
                  <a:moveTo>
                    <a:pt x="276" y="489"/>
                  </a:moveTo>
                  <a:cubicBezTo>
                    <a:pt x="271" y="489"/>
                    <a:pt x="267" y="485"/>
                    <a:pt x="267" y="480"/>
                  </a:cubicBezTo>
                  <a:cubicBezTo>
                    <a:pt x="267" y="475"/>
                    <a:pt x="271" y="471"/>
                    <a:pt x="276" y="471"/>
                  </a:cubicBezTo>
                  <a:cubicBezTo>
                    <a:pt x="281" y="471"/>
                    <a:pt x="285" y="475"/>
                    <a:pt x="285" y="480"/>
                  </a:cubicBezTo>
                  <a:cubicBezTo>
                    <a:pt x="285" y="485"/>
                    <a:pt x="281" y="489"/>
                    <a:pt x="276" y="489"/>
                  </a:cubicBezTo>
                  <a:close/>
                  <a:moveTo>
                    <a:pt x="351" y="475"/>
                  </a:moveTo>
                  <a:cubicBezTo>
                    <a:pt x="346" y="476"/>
                    <a:pt x="341" y="474"/>
                    <a:pt x="340" y="469"/>
                  </a:cubicBezTo>
                  <a:cubicBezTo>
                    <a:pt x="338" y="465"/>
                    <a:pt x="340" y="460"/>
                    <a:pt x="345" y="458"/>
                  </a:cubicBezTo>
                  <a:cubicBezTo>
                    <a:pt x="349" y="456"/>
                    <a:pt x="354" y="459"/>
                    <a:pt x="356" y="463"/>
                  </a:cubicBezTo>
                  <a:cubicBezTo>
                    <a:pt x="358" y="468"/>
                    <a:pt x="355" y="473"/>
                    <a:pt x="351" y="475"/>
                  </a:cubicBezTo>
                  <a:close/>
                  <a:moveTo>
                    <a:pt x="416" y="435"/>
                  </a:moveTo>
                  <a:cubicBezTo>
                    <a:pt x="412" y="439"/>
                    <a:pt x="407" y="438"/>
                    <a:pt x="404" y="434"/>
                  </a:cubicBezTo>
                  <a:cubicBezTo>
                    <a:pt x="401" y="431"/>
                    <a:pt x="401" y="425"/>
                    <a:pt x="405" y="422"/>
                  </a:cubicBezTo>
                  <a:cubicBezTo>
                    <a:pt x="408" y="419"/>
                    <a:pt x="414" y="419"/>
                    <a:pt x="417" y="423"/>
                  </a:cubicBezTo>
                  <a:cubicBezTo>
                    <a:pt x="420" y="427"/>
                    <a:pt x="420" y="432"/>
                    <a:pt x="416" y="435"/>
                  </a:cubicBezTo>
                  <a:close/>
                  <a:moveTo>
                    <a:pt x="441" y="322"/>
                  </a:moveTo>
                  <a:cubicBezTo>
                    <a:pt x="413" y="317"/>
                    <a:pt x="413" y="317"/>
                    <a:pt x="413" y="317"/>
                  </a:cubicBezTo>
                  <a:cubicBezTo>
                    <a:pt x="412" y="320"/>
                    <a:pt x="411" y="322"/>
                    <a:pt x="410" y="325"/>
                  </a:cubicBezTo>
                  <a:cubicBezTo>
                    <a:pt x="435" y="339"/>
                    <a:pt x="435" y="339"/>
                    <a:pt x="435" y="339"/>
                  </a:cubicBezTo>
                  <a:cubicBezTo>
                    <a:pt x="413" y="376"/>
                    <a:pt x="413" y="376"/>
                    <a:pt x="413" y="376"/>
                  </a:cubicBezTo>
                  <a:cubicBezTo>
                    <a:pt x="389" y="362"/>
                    <a:pt x="389" y="362"/>
                    <a:pt x="389" y="362"/>
                  </a:cubicBezTo>
                  <a:cubicBezTo>
                    <a:pt x="387" y="364"/>
                    <a:pt x="385" y="367"/>
                    <a:pt x="383" y="369"/>
                  </a:cubicBezTo>
                  <a:cubicBezTo>
                    <a:pt x="401" y="391"/>
                    <a:pt x="401" y="391"/>
                    <a:pt x="401" y="391"/>
                  </a:cubicBezTo>
                  <a:cubicBezTo>
                    <a:pt x="369" y="418"/>
                    <a:pt x="369" y="418"/>
                    <a:pt x="369" y="418"/>
                  </a:cubicBezTo>
                  <a:cubicBezTo>
                    <a:pt x="350" y="396"/>
                    <a:pt x="350" y="396"/>
                    <a:pt x="350" y="396"/>
                  </a:cubicBezTo>
                  <a:cubicBezTo>
                    <a:pt x="348" y="398"/>
                    <a:pt x="345" y="399"/>
                    <a:pt x="343" y="401"/>
                  </a:cubicBezTo>
                  <a:cubicBezTo>
                    <a:pt x="352" y="427"/>
                    <a:pt x="352" y="427"/>
                    <a:pt x="352" y="427"/>
                  </a:cubicBezTo>
                  <a:cubicBezTo>
                    <a:pt x="312" y="442"/>
                    <a:pt x="312" y="442"/>
                    <a:pt x="312" y="442"/>
                  </a:cubicBezTo>
                  <a:cubicBezTo>
                    <a:pt x="303" y="416"/>
                    <a:pt x="303" y="416"/>
                    <a:pt x="303" y="416"/>
                  </a:cubicBezTo>
                  <a:cubicBezTo>
                    <a:pt x="300" y="416"/>
                    <a:pt x="297" y="417"/>
                    <a:pt x="294" y="417"/>
                  </a:cubicBezTo>
                  <a:cubicBezTo>
                    <a:pt x="294" y="445"/>
                    <a:pt x="294" y="445"/>
                    <a:pt x="294" y="445"/>
                  </a:cubicBezTo>
                  <a:cubicBezTo>
                    <a:pt x="251" y="445"/>
                    <a:pt x="251" y="445"/>
                    <a:pt x="251" y="445"/>
                  </a:cubicBezTo>
                  <a:cubicBezTo>
                    <a:pt x="251" y="417"/>
                    <a:pt x="251" y="417"/>
                    <a:pt x="251" y="417"/>
                  </a:cubicBezTo>
                  <a:cubicBezTo>
                    <a:pt x="248" y="417"/>
                    <a:pt x="245" y="416"/>
                    <a:pt x="242" y="416"/>
                  </a:cubicBezTo>
                  <a:cubicBezTo>
                    <a:pt x="233" y="442"/>
                    <a:pt x="233" y="442"/>
                    <a:pt x="233" y="442"/>
                  </a:cubicBezTo>
                  <a:cubicBezTo>
                    <a:pt x="192" y="427"/>
                    <a:pt x="192" y="427"/>
                    <a:pt x="192" y="427"/>
                  </a:cubicBezTo>
                  <a:cubicBezTo>
                    <a:pt x="202" y="401"/>
                    <a:pt x="202" y="401"/>
                    <a:pt x="202" y="401"/>
                  </a:cubicBezTo>
                  <a:cubicBezTo>
                    <a:pt x="199" y="399"/>
                    <a:pt x="197" y="398"/>
                    <a:pt x="194" y="396"/>
                  </a:cubicBezTo>
                  <a:cubicBezTo>
                    <a:pt x="176" y="418"/>
                    <a:pt x="176" y="418"/>
                    <a:pt x="176" y="418"/>
                  </a:cubicBezTo>
                  <a:cubicBezTo>
                    <a:pt x="143" y="391"/>
                    <a:pt x="143" y="391"/>
                    <a:pt x="143" y="391"/>
                  </a:cubicBezTo>
                  <a:cubicBezTo>
                    <a:pt x="162" y="369"/>
                    <a:pt x="162" y="369"/>
                    <a:pt x="162" y="369"/>
                  </a:cubicBezTo>
                  <a:cubicBezTo>
                    <a:pt x="160" y="367"/>
                    <a:pt x="158" y="364"/>
                    <a:pt x="156" y="362"/>
                  </a:cubicBezTo>
                  <a:cubicBezTo>
                    <a:pt x="131" y="376"/>
                    <a:pt x="131" y="376"/>
                    <a:pt x="131" y="376"/>
                  </a:cubicBezTo>
                  <a:cubicBezTo>
                    <a:pt x="110" y="339"/>
                    <a:pt x="110" y="339"/>
                    <a:pt x="110" y="339"/>
                  </a:cubicBezTo>
                  <a:cubicBezTo>
                    <a:pt x="135" y="325"/>
                    <a:pt x="135" y="325"/>
                    <a:pt x="135" y="325"/>
                  </a:cubicBezTo>
                  <a:cubicBezTo>
                    <a:pt x="133" y="322"/>
                    <a:pt x="132" y="320"/>
                    <a:pt x="132" y="317"/>
                  </a:cubicBezTo>
                  <a:cubicBezTo>
                    <a:pt x="104" y="322"/>
                    <a:pt x="104" y="322"/>
                    <a:pt x="104" y="322"/>
                  </a:cubicBezTo>
                  <a:cubicBezTo>
                    <a:pt x="96" y="280"/>
                    <a:pt x="96" y="280"/>
                    <a:pt x="96" y="280"/>
                  </a:cubicBezTo>
                  <a:cubicBezTo>
                    <a:pt x="124" y="275"/>
                    <a:pt x="124" y="275"/>
                    <a:pt x="124" y="275"/>
                  </a:cubicBezTo>
                  <a:cubicBezTo>
                    <a:pt x="124" y="273"/>
                    <a:pt x="124" y="272"/>
                    <a:pt x="124" y="270"/>
                  </a:cubicBezTo>
                  <a:cubicBezTo>
                    <a:pt x="124" y="269"/>
                    <a:pt x="124" y="267"/>
                    <a:pt x="124" y="266"/>
                  </a:cubicBezTo>
                  <a:cubicBezTo>
                    <a:pt x="96" y="261"/>
                    <a:pt x="96" y="261"/>
                    <a:pt x="96" y="261"/>
                  </a:cubicBezTo>
                  <a:cubicBezTo>
                    <a:pt x="104" y="219"/>
                    <a:pt x="104" y="219"/>
                    <a:pt x="104" y="219"/>
                  </a:cubicBezTo>
                  <a:cubicBezTo>
                    <a:pt x="132" y="224"/>
                    <a:pt x="132" y="224"/>
                    <a:pt x="132" y="224"/>
                  </a:cubicBezTo>
                  <a:cubicBezTo>
                    <a:pt x="132" y="221"/>
                    <a:pt x="133" y="218"/>
                    <a:pt x="135" y="215"/>
                  </a:cubicBezTo>
                  <a:cubicBezTo>
                    <a:pt x="110" y="201"/>
                    <a:pt x="110" y="201"/>
                    <a:pt x="110" y="201"/>
                  </a:cubicBezTo>
                  <a:cubicBezTo>
                    <a:pt x="131" y="164"/>
                    <a:pt x="131" y="164"/>
                    <a:pt x="131" y="164"/>
                  </a:cubicBezTo>
                  <a:cubicBezTo>
                    <a:pt x="156" y="178"/>
                    <a:pt x="156" y="178"/>
                    <a:pt x="156" y="178"/>
                  </a:cubicBezTo>
                  <a:cubicBezTo>
                    <a:pt x="158" y="176"/>
                    <a:pt x="160" y="174"/>
                    <a:pt x="162" y="171"/>
                  </a:cubicBezTo>
                  <a:cubicBezTo>
                    <a:pt x="143" y="150"/>
                    <a:pt x="143" y="150"/>
                    <a:pt x="143" y="150"/>
                  </a:cubicBezTo>
                  <a:cubicBezTo>
                    <a:pt x="176" y="122"/>
                    <a:pt x="176" y="122"/>
                    <a:pt x="176" y="122"/>
                  </a:cubicBezTo>
                  <a:cubicBezTo>
                    <a:pt x="194" y="144"/>
                    <a:pt x="194" y="144"/>
                    <a:pt x="194" y="144"/>
                  </a:cubicBezTo>
                  <a:cubicBezTo>
                    <a:pt x="197" y="142"/>
                    <a:pt x="199" y="141"/>
                    <a:pt x="202" y="139"/>
                  </a:cubicBezTo>
                  <a:cubicBezTo>
                    <a:pt x="192" y="113"/>
                    <a:pt x="192" y="113"/>
                    <a:pt x="192" y="113"/>
                  </a:cubicBezTo>
                  <a:cubicBezTo>
                    <a:pt x="233" y="98"/>
                    <a:pt x="233" y="98"/>
                    <a:pt x="233" y="98"/>
                  </a:cubicBezTo>
                  <a:cubicBezTo>
                    <a:pt x="242" y="125"/>
                    <a:pt x="242" y="125"/>
                    <a:pt x="242" y="125"/>
                  </a:cubicBezTo>
                  <a:cubicBezTo>
                    <a:pt x="245" y="124"/>
                    <a:pt x="248" y="124"/>
                    <a:pt x="251" y="123"/>
                  </a:cubicBezTo>
                  <a:cubicBezTo>
                    <a:pt x="251" y="95"/>
                    <a:pt x="251" y="95"/>
                    <a:pt x="251" y="95"/>
                  </a:cubicBezTo>
                  <a:cubicBezTo>
                    <a:pt x="294" y="95"/>
                    <a:pt x="294" y="95"/>
                    <a:pt x="294" y="95"/>
                  </a:cubicBezTo>
                  <a:cubicBezTo>
                    <a:pt x="294" y="123"/>
                    <a:pt x="294" y="123"/>
                    <a:pt x="294" y="123"/>
                  </a:cubicBezTo>
                  <a:cubicBezTo>
                    <a:pt x="297" y="124"/>
                    <a:pt x="300" y="124"/>
                    <a:pt x="303" y="125"/>
                  </a:cubicBezTo>
                  <a:cubicBezTo>
                    <a:pt x="312" y="98"/>
                    <a:pt x="312" y="98"/>
                    <a:pt x="312" y="98"/>
                  </a:cubicBezTo>
                  <a:cubicBezTo>
                    <a:pt x="352" y="113"/>
                    <a:pt x="352" y="113"/>
                    <a:pt x="352" y="113"/>
                  </a:cubicBezTo>
                  <a:cubicBezTo>
                    <a:pt x="343" y="139"/>
                    <a:pt x="343" y="139"/>
                    <a:pt x="343" y="139"/>
                  </a:cubicBezTo>
                  <a:cubicBezTo>
                    <a:pt x="345" y="141"/>
                    <a:pt x="348" y="142"/>
                    <a:pt x="350" y="144"/>
                  </a:cubicBezTo>
                  <a:cubicBezTo>
                    <a:pt x="369" y="122"/>
                    <a:pt x="369" y="122"/>
                    <a:pt x="369" y="122"/>
                  </a:cubicBezTo>
                  <a:cubicBezTo>
                    <a:pt x="401" y="150"/>
                    <a:pt x="401" y="150"/>
                    <a:pt x="401" y="150"/>
                  </a:cubicBezTo>
                  <a:cubicBezTo>
                    <a:pt x="383" y="171"/>
                    <a:pt x="383" y="171"/>
                    <a:pt x="383" y="171"/>
                  </a:cubicBezTo>
                  <a:cubicBezTo>
                    <a:pt x="385" y="174"/>
                    <a:pt x="387" y="176"/>
                    <a:pt x="389" y="178"/>
                  </a:cubicBezTo>
                  <a:cubicBezTo>
                    <a:pt x="413" y="164"/>
                    <a:pt x="413" y="164"/>
                    <a:pt x="413" y="164"/>
                  </a:cubicBezTo>
                  <a:cubicBezTo>
                    <a:pt x="435" y="201"/>
                    <a:pt x="435" y="201"/>
                    <a:pt x="435" y="201"/>
                  </a:cubicBezTo>
                  <a:cubicBezTo>
                    <a:pt x="410" y="215"/>
                    <a:pt x="410" y="215"/>
                    <a:pt x="410" y="215"/>
                  </a:cubicBezTo>
                  <a:cubicBezTo>
                    <a:pt x="411" y="218"/>
                    <a:pt x="412" y="221"/>
                    <a:pt x="413" y="224"/>
                  </a:cubicBezTo>
                  <a:cubicBezTo>
                    <a:pt x="441" y="219"/>
                    <a:pt x="441" y="219"/>
                    <a:pt x="441" y="219"/>
                  </a:cubicBezTo>
                  <a:cubicBezTo>
                    <a:pt x="449" y="261"/>
                    <a:pt x="449" y="261"/>
                    <a:pt x="449" y="261"/>
                  </a:cubicBezTo>
                  <a:cubicBezTo>
                    <a:pt x="421" y="266"/>
                    <a:pt x="421" y="266"/>
                    <a:pt x="421" y="266"/>
                  </a:cubicBezTo>
                  <a:cubicBezTo>
                    <a:pt x="421" y="267"/>
                    <a:pt x="421" y="269"/>
                    <a:pt x="421" y="270"/>
                  </a:cubicBezTo>
                  <a:cubicBezTo>
                    <a:pt x="421" y="272"/>
                    <a:pt x="421" y="273"/>
                    <a:pt x="421" y="275"/>
                  </a:cubicBezTo>
                  <a:cubicBezTo>
                    <a:pt x="449" y="280"/>
                    <a:pt x="449" y="280"/>
                    <a:pt x="449" y="280"/>
                  </a:cubicBezTo>
                  <a:lnTo>
                    <a:pt x="441" y="322"/>
                  </a:lnTo>
                  <a:close/>
                  <a:moveTo>
                    <a:pt x="464" y="376"/>
                  </a:moveTo>
                  <a:cubicBezTo>
                    <a:pt x="461" y="381"/>
                    <a:pt x="456" y="382"/>
                    <a:pt x="452" y="380"/>
                  </a:cubicBezTo>
                  <a:cubicBezTo>
                    <a:pt x="448" y="377"/>
                    <a:pt x="446" y="372"/>
                    <a:pt x="449" y="368"/>
                  </a:cubicBezTo>
                  <a:cubicBezTo>
                    <a:pt x="451" y="363"/>
                    <a:pt x="456" y="362"/>
                    <a:pt x="461" y="364"/>
                  </a:cubicBezTo>
                  <a:cubicBezTo>
                    <a:pt x="465" y="367"/>
                    <a:pt x="466" y="372"/>
                    <a:pt x="464" y="376"/>
                  </a:cubicBezTo>
                  <a:close/>
                  <a:moveTo>
                    <a:pt x="477" y="221"/>
                  </a:moveTo>
                  <a:cubicBezTo>
                    <a:pt x="482" y="220"/>
                    <a:pt x="486" y="224"/>
                    <a:pt x="487" y="228"/>
                  </a:cubicBezTo>
                  <a:cubicBezTo>
                    <a:pt x="488" y="233"/>
                    <a:pt x="485" y="238"/>
                    <a:pt x="480" y="239"/>
                  </a:cubicBezTo>
                  <a:cubicBezTo>
                    <a:pt x="475" y="239"/>
                    <a:pt x="471" y="236"/>
                    <a:pt x="470" y="231"/>
                  </a:cubicBezTo>
                  <a:cubicBezTo>
                    <a:pt x="469" y="227"/>
                    <a:pt x="472" y="222"/>
                    <a:pt x="477" y="221"/>
                  </a:cubicBezTo>
                  <a:close/>
                  <a:moveTo>
                    <a:pt x="489" y="304"/>
                  </a:moveTo>
                  <a:cubicBezTo>
                    <a:pt x="488" y="309"/>
                    <a:pt x="483" y="312"/>
                    <a:pt x="478" y="312"/>
                  </a:cubicBezTo>
                  <a:cubicBezTo>
                    <a:pt x="474" y="311"/>
                    <a:pt x="470" y="306"/>
                    <a:pt x="471" y="301"/>
                  </a:cubicBezTo>
                  <a:cubicBezTo>
                    <a:pt x="472" y="297"/>
                    <a:pt x="477" y="293"/>
                    <a:pt x="481" y="294"/>
                  </a:cubicBezTo>
                  <a:cubicBezTo>
                    <a:pt x="486" y="295"/>
                    <a:pt x="489" y="300"/>
                    <a:pt x="489" y="30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Gill Sans MT" panose="020B0502020104020203" pitchFamily="34" charset="0"/>
              </a:endParaRPr>
            </a:p>
          </p:txBody>
        </p:sp>
        <p:sp>
          <p:nvSpPr>
            <p:cNvPr id="178" name="Freeform 24">
              <a:extLst>
                <a:ext uri="{FF2B5EF4-FFF2-40B4-BE49-F238E27FC236}">
                  <a16:creationId xmlns:a16="http://schemas.microsoft.com/office/drawing/2014/main" id="{0FD83B56-528B-B547-BD48-AC07BB61E067}"/>
                </a:ext>
              </a:extLst>
            </p:cNvPr>
            <p:cNvSpPr>
              <a:spLocks noEditPoints="1"/>
            </p:cNvSpPr>
            <p:nvPr/>
          </p:nvSpPr>
          <p:spPr bwMode="auto">
            <a:xfrm>
              <a:off x="5517479" y="2719378"/>
              <a:ext cx="412211" cy="408770"/>
            </a:xfrm>
            <a:custGeom>
              <a:avLst/>
              <a:gdLst>
                <a:gd name="T0" fmla="*/ 225 w 253"/>
                <a:gd name="T1" fmla="*/ 86 h 251"/>
                <a:gd name="T2" fmla="*/ 227 w 253"/>
                <a:gd name="T3" fmla="*/ 49 h 251"/>
                <a:gd name="T4" fmla="*/ 206 w 253"/>
                <a:gd name="T5" fmla="*/ 54 h 251"/>
                <a:gd name="T6" fmla="*/ 195 w 253"/>
                <a:gd name="T7" fmla="*/ 19 h 251"/>
                <a:gd name="T8" fmla="*/ 177 w 253"/>
                <a:gd name="T9" fmla="*/ 32 h 251"/>
                <a:gd name="T10" fmla="*/ 155 w 253"/>
                <a:gd name="T11" fmla="*/ 2 h 251"/>
                <a:gd name="T12" fmla="*/ 142 w 253"/>
                <a:gd name="T13" fmla="*/ 20 h 251"/>
                <a:gd name="T14" fmla="*/ 111 w 253"/>
                <a:gd name="T15" fmla="*/ 0 h 251"/>
                <a:gd name="T16" fmla="*/ 105 w 253"/>
                <a:gd name="T17" fmla="*/ 21 h 251"/>
                <a:gd name="T18" fmla="*/ 69 w 253"/>
                <a:gd name="T19" fmla="*/ 12 h 251"/>
                <a:gd name="T20" fmla="*/ 71 w 253"/>
                <a:gd name="T21" fmla="*/ 35 h 251"/>
                <a:gd name="T22" fmla="*/ 34 w 253"/>
                <a:gd name="T23" fmla="*/ 39 h 251"/>
                <a:gd name="T24" fmla="*/ 43 w 253"/>
                <a:gd name="T25" fmla="*/ 59 h 251"/>
                <a:gd name="T26" fmla="*/ 10 w 253"/>
                <a:gd name="T27" fmla="*/ 76 h 251"/>
                <a:gd name="T28" fmla="*/ 25 w 253"/>
                <a:gd name="T29" fmla="*/ 92 h 251"/>
                <a:gd name="T30" fmla="*/ 0 w 253"/>
                <a:gd name="T31" fmla="*/ 118 h 251"/>
                <a:gd name="T32" fmla="*/ 20 w 253"/>
                <a:gd name="T33" fmla="*/ 125 h 251"/>
                <a:gd name="T34" fmla="*/ 0 w 253"/>
                <a:gd name="T35" fmla="*/ 132 h 251"/>
                <a:gd name="T36" fmla="*/ 25 w 253"/>
                <a:gd name="T37" fmla="*/ 159 h 251"/>
                <a:gd name="T38" fmla="*/ 10 w 253"/>
                <a:gd name="T39" fmla="*/ 175 h 251"/>
                <a:gd name="T40" fmla="*/ 43 w 253"/>
                <a:gd name="T41" fmla="*/ 191 h 251"/>
                <a:gd name="T42" fmla="*/ 34 w 253"/>
                <a:gd name="T43" fmla="*/ 212 h 251"/>
                <a:gd name="T44" fmla="*/ 71 w 253"/>
                <a:gd name="T45" fmla="*/ 216 h 251"/>
                <a:gd name="T46" fmla="*/ 69 w 253"/>
                <a:gd name="T47" fmla="*/ 238 h 251"/>
                <a:gd name="T48" fmla="*/ 105 w 253"/>
                <a:gd name="T49" fmla="*/ 229 h 251"/>
                <a:gd name="T50" fmla="*/ 111 w 253"/>
                <a:gd name="T51" fmla="*/ 251 h 251"/>
                <a:gd name="T52" fmla="*/ 142 w 253"/>
                <a:gd name="T53" fmla="*/ 230 h 251"/>
                <a:gd name="T54" fmla="*/ 155 w 253"/>
                <a:gd name="T55" fmla="*/ 248 h 251"/>
                <a:gd name="T56" fmla="*/ 177 w 253"/>
                <a:gd name="T57" fmla="*/ 219 h 251"/>
                <a:gd name="T58" fmla="*/ 195 w 253"/>
                <a:gd name="T59" fmla="*/ 231 h 251"/>
                <a:gd name="T60" fmla="*/ 206 w 253"/>
                <a:gd name="T61" fmla="*/ 196 h 251"/>
                <a:gd name="T62" fmla="*/ 227 w 253"/>
                <a:gd name="T63" fmla="*/ 201 h 251"/>
                <a:gd name="T64" fmla="*/ 225 w 253"/>
                <a:gd name="T65" fmla="*/ 165 h 251"/>
                <a:gd name="T66" fmla="*/ 247 w 253"/>
                <a:gd name="T67" fmla="*/ 162 h 251"/>
                <a:gd name="T68" fmla="*/ 233 w 253"/>
                <a:gd name="T69" fmla="*/ 128 h 251"/>
                <a:gd name="T70" fmla="*/ 233 w 253"/>
                <a:gd name="T71" fmla="*/ 122 h 251"/>
                <a:gd name="T72" fmla="*/ 247 w 253"/>
                <a:gd name="T73" fmla="*/ 88 h 251"/>
                <a:gd name="T74" fmla="*/ 213 w 253"/>
                <a:gd name="T75" fmla="*/ 125 h 251"/>
                <a:gd name="T76" fmla="*/ 40 w 253"/>
                <a:gd name="T77" fmla="*/ 125 h 251"/>
                <a:gd name="T78" fmla="*/ 213 w 253"/>
                <a:gd name="T79" fmla="*/ 125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3" h="251">
                  <a:moveTo>
                    <a:pt x="227" y="92"/>
                  </a:moveTo>
                  <a:cubicBezTo>
                    <a:pt x="227" y="90"/>
                    <a:pt x="226" y="88"/>
                    <a:pt x="225" y="86"/>
                  </a:cubicBezTo>
                  <a:cubicBezTo>
                    <a:pt x="243" y="76"/>
                    <a:pt x="243" y="76"/>
                    <a:pt x="243" y="76"/>
                  </a:cubicBezTo>
                  <a:cubicBezTo>
                    <a:pt x="227" y="49"/>
                    <a:pt x="227" y="49"/>
                    <a:pt x="227" y="49"/>
                  </a:cubicBezTo>
                  <a:cubicBezTo>
                    <a:pt x="210" y="59"/>
                    <a:pt x="210" y="59"/>
                    <a:pt x="210" y="59"/>
                  </a:cubicBezTo>
                  <a:cubicBezTo>
                    <a:pt x="209" y="58"/>
                    <a:pt x="207" y="56"/>
                    <a:pt x="206" y="54"/>
                  </a:cubicBezTo>
                  <a:cubicBezTo>
                    <a:pt x="219" y="39"/>
                    <a:pt x="219" y="39"/>
                    <a:pt x="219" y="39"/>
                  </a:cubicBezTo>
                  <a:cubicBezTo>
                    <a:pt x="195" y="19"/>
                    <a:pt x="195" y="19"/>
                    <a:pt x="195" y="19"/>
                  </a:cubicBezTo>
                  <a:cubicBezTo>
                    <a:pt x="182" y="35"/>
                    <a:pt x="182" y="35"/>
                    <a:pt x="182" y="35"/>
                  </a:cubicBezTo>
                  <a:cubicBezTo>
                    <a:pt x="181" y="34"/>
                    <a:pt x="179" y="33"/>
                    <a:pt x="177" y="32"/>
                  </a:cubicBezTo>
                  <a:cubicBezTo>
                    <a:pt x="184" y="12"/>
                    <a:pt x="184" y="12"/>
                    <a:pt x="184" y="12"/>
                  </a:cubicBezTo>
                  <a:cubicBezTo>
                    <a:pt x="155" y="2"/>
                    <a:pt x="155" y="2"/>
                    <a:pt x="155" y="2"/>
                  </a:cubicBezTo>
                  <a:cubicBezTo>
                    <a:pt x="148" y="21"/>
                    <a:pt x="148" y="21"/>
                    <a:pt x="148" y="21"/>
                  </a:cubicBezTo>
                  <a:cubicBezTo>
                    <a:pt x="146" y="21"/>
                    <a:pt x="144" y="20"/>
                    <a:pt x="142" y="20"/>
                  </a:cubicBezTo>
                  <a:cubicBezTo>
                    <a:pt x="142" y="0"/>
                    <a:pt x="142" y="0"/>
                    <a:pt x="142" y="0"/>
                  </a:cubicBezTo>
                  <a:cubicBezTo>
                    <a:pt x="111" y="0"/>
                    <a:pt x="111" y="0"/>
                    <a:pt x="111" y="0"/>
                  </a:cubicBezTo>
                  <a:cubicBezTo>
                    <a:pt x="111" y="20"/>
                    <a:pt x="111" y="20"/>
                    <a:pt x="111" y="20"/>
                  </a:cubicBezTo>
                  <a:cubicBezTo>
                    <a:pt x="109" y="20"/>
                    <a:pt x="107" y="21"/>
                    <a:pt x="105" y="21"/>
                  </a:cubicBezTo>
                  <a:cubicBezTo>
                    <a:pt x="98" y="2"/>
                    <a:pt x="98" y="2"/>
                    <a:pt x="98" y="2"/>
                  </a:cubicBezTo>
                  <a:cubicBezTo>
                    <a:pt x="69" y="12"/>
                    <a:pt x="69" y="12"/>
                    <a:pt x="69" y="12"/>
                  </a:cubicBezTo>
                  <a:cubicBezTo>
                    <a:pt x="76" y="32"/>
                    <a:pt x="76" y="32"/>
                    <a:pt x="76" y="32"/>
                  </a:cubicBezTo>
                  <a:cubicBezTo>
                    <a:pt x="74" y="33"/>
                    <a:pt x="72" y="34"/>
                    <a:pt x="71" y="35"/>
                  </a:cubicBezTo>
                  <a:cubicBezTo>
                    <a:pt x="57" y="19"/>
                    <a:pt x="57" y="19"/>
                    <a:pt x="57" y="19"/>
                  </a:cubicBezTo>
                  <a:cubicBezTo>
                    <a:pt x="34" y="39"/>
                    <a:pt x="34" y="39"/>
                    <a:pt x="34" y="39"/>
                  </a:cubicBezTo>
                  <a:cubicBezTo>
                    <a:pt x="47" y="54"/>
                    <a:pt x="47" y="54"/>
                    <a:pt x="47" y="54"/>
                  </a:cubicBezTo>
                  <a:cubicBezTo>
                    <a:pt x="46" y="56"/>
                    <a:pt x="44" y="58"/>
                    <a:pt x="43" y="59"/>
                  </a:cubicBezTo>
                  <a:cubicBezTo>
                    <a:pt x="25" y="49"/>
                    <a:pt x="25" y="49"/>
                    <a:pt x="25" y="49"/>
                  </a:cubicBezTo>
                  <a:cubicBezTo>
                    <a:pt x="10" y="76"/>
                    <a:pt x="10" y="76"/>
                    <a:pt x="10" y="76"/>
                  </a:cubicBezTo>
                  <a:cubicBezTo>
                    <a:pt x="28" y="86"/>
                    <a:pt x="28" y="86"/>
                    <a:pt x="28" y="86"/>
                  </a:cubicBezTo>
                  <a:cubicBezTo>
                    <a:pt x="27" y="88"/>
                    <a:pt x="26" y="90"/>
                    <a:pt x="25" y="92"/>
                  </a:cubicBezTo>
                  <a:cubicBezTo>
                    <a:pt x="5" y="88"/>
                    <a:pt x="5" y="88"/>
                    <a:pt x="5" y="88"/>
                  </a:cubicBezTo>
                  <a:cubicBezTo>
                    <a:pt x="0" y="118"/>
                    <a:pt x="0" y="118"/>
                    <a:pt x="0" y="118"/>
                  </a:cubicBezTo>
                  <a:cubicBezTo>
                    <a:pt x="20" y="122"/>
                    <a:pt x="20" y="122"/>
                    <a:pt x="20" y="122"/>
                  </a:cubicBezTo>
                  <a:cubicBezTo>
                    <a:pt x="20" y="123"/>
                    <a:pt x="20" y="124"/>
                    <a:pt x="20" y="125"/>
                  </a:cubicBezTo>
                  <a:cubicBezTo>
                    <a:pt x="20" y="126"/>
                    <a:pt x="20" y="127"/>
                    <a:pt x="20" y="128"/>
                  </a:cubicBezTo>
                  <a:cubicBezTo>
                    <a:pt x="0" y="132"/>
                    <a:pt x="0" y="132"/>
                    <a:pt x="0" y="132"/>
                  </a:cubicBezTo>
                  <a:cubicBezTo>
                    <a:pt x="5" y="162"/>
                    <a:pt x="5" y="162"/>
                    <a:pt x="5" y="162"/>
                  </a:cubicBezTo>
                  <a:cubicBezTo>
                    <a:pt x="25" y="159"/>
                    <a:pt x="25" y="159"/>
                    <a:pt x="25" y="159"/>
                  </a:cubicBezTo>
                  <a:cubicBezTo>
                    <a:pt x="26" y="161"/>
                    <a:pt x="27" y="163"/>
                    <a:pt x="28" y="165"/>
                  </a:cubicBezTo>
                  <a:cubicBezTo>
                    <a:pt x="10" y="175"/>
                    <a:pt x="10" y="175"/>
                    <a:pt x="10" y="175"/>
                  </a:cubicBezTo>
                  <a:cubicBezTo>
                    <a:pt x="25" y="201"/>
                    <a:pt x="25" y="201"/>
                    <a:pt x="25" y="201"/>
                  </a:cubicBezTo>
                  <a:cubicBezTo>
                    <a:pt x="43" y="191"/>
                    <a:pt x="43" y="191"/>
                    <a:pt x="43" y="191"/>
                  </a:cubicBezTo>
                  <a:cubicBezTo>
                    <a:pt x="44" y="193"/>
                    <a:pt x="46" y="194"/>
                    <a:pt x="47" y="196"/>
                  </a:cubicBezTo>
                  <a:cubicBezTo>
                    <a:pt x="34" y="212"/>
                    <a:pt x="34" y="212"/>
                    <a:pt x="34" y="212"/>
                  </a:cubicBezTo>
                  <a:cubicBezTo>
                    <a:pt x="57" y="231"/>
                    <a:pt x="57" y="231"/>
                    <a:pt x="57" y="231"/>
                  </a:cubicBezTo>
                  <a:cubicBezTo>
                    <a:pt x="71" y="216"/>
                    <a:pt x="71" y="216"/>
                    <a:pt x="71" y="216"/>
                  </a:cubicBezTo>
                  <a:cubicBezTo>
                    <a:pt x="72" y="217"/>
                    <a:pt x="74" y="218"/>
                    <a:pt x="76" y="219"/>
                  </a:cubicBezTo>
                  <a:cubicBezTo>
                    <a:pt x="69" y="238"/>
                    <a:pt x="69" y="238"/>
                    <a:pt x="69" y="238"/>
                  </a:cubicBezTo>
                  <a:cubicBezTo>
                    <a:pt x="98" y="248"/>
                    <a:pt x="98" y="248"/>
                    <a:pt x="98" y="248"/>
                  </a:cubicBezTo>
                  <a:cubicBezTo>
                    <a:pt x="105" y="229"/>
                    <a:pt x="105" y="229"/>
                    <a:pt x="105" y="229"/>
                  </a:cubicBezTo>
                  <a:cubicBezTo>
                    <a:pt x="107" y="230"/>
                    <a:pt x="109" y="230"/>
                    <a:pt x="111" y="230"/>
                  </a:cubicBezTo>
                  <a:cubicBezTo>
                    <a:pt x="111" y="251"/>
                    <a:pt x="111" y="251"/>
                    <a:pt x="111" y="251"/>
                  </a:cubicBezTo>
                  <a:cubicBezTo>
                    <a:pt x="142" y="251"/>
                    <a:pt x="142" y="251"/>
                    <a:pt x="142" y="251"/>
                  </a:cubicBezTo>
                  <a:cubicBezTo>
                    <a:pt x="142" y="230"/>
                    <a:pt x="142" y="230"/>
                    <a:pt x="142" y="230"/>
                  </a:cubicBezTo>
                  <a:cubicBezTo>
                    <a:pt x="144" y="230"/>
                    <a:pt x="146" y="230"/>
                    <a:pt x="148" y="229"/>
                  </a:cubicBezTo>
                  <a:cubicBezTo>
                    <a:pt x="155" y="248"/>
                    <a:pt x="155" y="248"/>
                    <a:pt x="155" y="248"/>
                  </a:cubicBezTo>
                  <a:cubicBezTo>
                    <a:pt x="184" y="238"/>
                    <a:pt x="184" y="238"/>
                    <a:pt x="184" y="238"/>
                  </a:cubicBezTo>
                  <a:cubicBezTo>
                    <a:pt x="177" y="219"/>
                    <a:pt x="177" y="219"/>
                    <a:pt x="177" y="219"/>
                  </a:cubicBezTo>
                  <a:cubicBezTo>
                    <a:pt x="179" y="218"/>
                    <a:pt x="181" y="217"/>
                    <a:pt x="182" y="216"/>
                  </a:cubicBezTo>
                  <a:cubicBezTo>
                    <a:pt x="195" y="231"/>
                    <a:pt x="195" y="231"/>
                    <a:pt x="195" y="231"/>
                  </a:cubicBezTo>
                  <a:cubicBezTo>
                    <a:pt x="219" y="211"/>
                    <a:pt x="219" y="211"/>
                    <a:pt x="219" y="211"/>
                  </a:cubicBezTo>
                  <a:cubicBezTo>
                    <a:pt x="206" y="196"/>
                    <a:pt x="206" y="196"/>
                    <a:pt x="206" y="196"/>
                  </a:cubicBezTo>
                  <a:cubicBezTo>
                    <a:pt x="207" y="194"/>
                    <a:pt x="209" y="193"/>
                    <a:pt x="210" y="191"/>
                  </a:cubicBezTo>
                  <a:cubicBezTo>
                    <a:pt x="227" y="201"/>
                    <a:pt x="227" y="201"/>
                    <a:pt x="227" y="201"/>
                  </a:cubicBezTo>
                  <a:cubicBezTo>
                    <a:pt x="243" y="175"/>
                    <a:pt x="243" y="175"/>
                    <a:pt x="243" y="175"/>
                  </a:cubicBezTo>
                  <a:cubicBezTo>
                    <a:pt x="225" y="165"/>
                    <a:pt x="225" y="165"/>
                    <a:pt x="225" y="165"/>
                  </a:cubicBezTo>
                  <a:cubicBezTo>
                    <a:pt x="226" y="163"/>
                    <a:pt x="227" y="161"/>
                    <a:pt x="227" y="159"/>
                  </a:cubicBezTo>
                  <a:cubicBezTo>
                    <a:pt x="247" y="162"/>
                    <a:pt x="247" y="162"/>
                    <a:pt x="247" y="162"/>
                  </a:cubicBezTo>
                  <a:cubicBezTo>
                    <a:pt x="253" y="132"/>
                    <a:pt x="253" y="132"/>
                    <a:pt x="253" y="132"/>
                  </a:cubicBezTo>
                  <a:cubicBezTo>
                    <a:pt x="233" y="128"/>
                    <a:pt x="233" y="128"/>
                    <a:pt x="233" y="128"/>
                  </a:cubicBezTo>
                  <a:cubicBezTo>
                    <a:pt x="233" y="127"/>
                    <a:pt x="233" y="126"/>
                    <a:pt x="233" y="125"/>
                  </a:cubicBezTo>
                  <a:cubicBezTo>
                    <a:pt x="233" y="124"/>
                    <a:pt x="233" y="123"/>
                    <a:pt x="233" y="122"/>
                  </a:cubicBezTo>
                  <a:cubicBezTo>
                    <a:pt x="253" y="118"/>
                    <a:pt x="253" y="118"/>
                    <a:pt x="253" y="118"/>
                  </a:cubicBezTo>
                  <a:cubicBezTo>
                    <a:pt x="247" y="88"/>
                    <a:pt x="247" y="88"/>
                    <a:pt x="247" y="88"/>
                  </a:cubicBezTo>
                  <a:lnTo>
                    <a:pt x="227" y="92"/>
                  </a:lnTo>
                  <a:close/>
                  <a:moveTo>
                    <a:pt x="213" y="125"/>
                  </a:moveTo>
                  <a:cubicBezTo>
                    <a:pt x="213" y="173"/>
                    <a:pt x="174" y="212"/>
                    <a:pt x="126" y="212"/>
                  </a:cubicBezTo>
                  <a:cubicBezTo>
                    <a:pt x="79" y="212"/>
                    <a:pt x="40" y="173"/>
                    <a:pt x="40" y="125"/>
                  </a:cubicBezTo>
                  <a:cubicBezTo>
                    <a:pt x="40" y="77"/>
                    <a:pt x="79" y="39"/>
                    <a:pt x="126" y="39"/>
                  </a:cubicBezTo>
                  <a:cubicBezTo>
                    <a:pt x="174" y="39"/>
                    <a:pt x="213" y="77"/>
                    <a:pt x="213" y="1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Gill Sans MT" panose="020B0502020104020203" pitchFamily="34" charset="0"/>
              </a:endParaRPr>
            </a:p>
          </p:txBody>
        </p:sp>
      </p:grpSp>
      <p:grpSp>
        <p:nvGrpSpPr>
          <p:cNvPr id="179" name="Group 178">
            <a:extLst>
              <a:ext uri="{FF2B5EF4-FFF2-40B4-BE49-F238E27FC236}">
                <a16:creationId xmlns:a16="http://schemas.microsoft.com/office/drawing/2014/main" id="{6D4D7A64-4811-4182-819D-749ABE84C9D6}"/>
              </a:ext>
            </a:extLst>
          </p:cNvPr>
          <p:cNvGrpSpPr/>
          <p:nvPr/>
        </p:nvGrpSpPr>
        <p:grpSpPr>
          <a:xfrm>
            <a:off x="4433110" y="3978338"/>
            <a:ext cx="887044" cy="880163"/>
            <a:chOff x="4447633" y="3993177"/>
            <a:chExt cx="887044" cy="880163"/>
          </a:xfrm>
          <a:solidFill>
            <a:srgbClr val="000000"/>
          </a:solidFill>
        </p:grpSpPr>
        <p:sp>
          <p:nvSpPr>
            <p:cNvPr id="180" name="Freeform 28">
              <a:extLst>
                <a:ext uri="{FF2B5EF4-FFF2-40B4-BE49-F238E27FC236}">
                  <a16:creationId xmlns:a16="http://schemas.microsoft.com/office/drawing/2014/main" id="{B3A8C4A2-EA9F-526E-5B8E-4069DE7B002E}"/>
                </a:ext>
              </a:extLst>
            </p:cNvPr>
            <p:cNvSpPr>
              <a:spLocks/>
            </p:cNvSpPr>
            <p:nvPr/>
          </p:nvSpPr>
          <p:spPr bwMode="auto">
            <a:xfrm>
              <a:off x="4733909" y="4276013"/>
              <a:ext cx="314491" cy="312427"/>
            </a:xfrm>
            <a:custGeom>
              <a:avLst/>
              <a:gdLst>
                <a:gd name="T0" fmla="*/ 173 w 193"/>
                <a:gd name="T1" fmla="*/ 71 h 192"/>
                <a:gd name="T2" fmla="*/ 185 w 193"/>
                <a:gd name="T3" fmla="*/ 58 h 192"/>
                <a:gd name="T4" fmla="*/ 160 w 193"/>
                <a:gd name="T5" fmla="*/ 46 h 192"/>
                <a:gd name="T6" fmla="*/ 167 w 193"/>
                <a:gd name="T7" fmla="*/ 30 h 192"/>
                <a:gd name="T8" fmla="*/ 139 w 193"/>
                <a:gd name="T9" fmla="*/ 27 h 192"/>
                <a:gd name="T10" fmla="*/ 140 w 193"/>
                <a:gd name="T11" fmla="*/ 10 h 192"/>
                <a:gd name="T12" fmla="*/ 113 w 193"/>
                <a:gd name="T13" fmla="*/ 17 h 192"/>
                <a:gd name="T14" fmla="*/ 108 w 193"/>
                <a:gd name="T15" fmla="*/ 0 h 192"/>
                <a:gd name="T16" fmla="*/ 85 w 193"/>
                <a:gd name="T17" fmla="*/ 16 h 192"/>
                <a:gd name="T18" fmla="*/ 75 w 193"/>
                <a:gd name="T19" fmla="*/ 2 h 192"/>
                <a:gd name="T20" fmla="*/ 58 w 193"/>
                <a:gd name="T21" fmla="*/ 25 h 192"/>
                <a:gd name="T22" fmla="*/ 44 w 193"/>
                <a:gd name="T23" fmla="*/ 15 h 192"/>
                <a:gd name="T24" fmla="*/ 36 w 193"/>
                <a:gd name="T25" fmla="*/ 42 h 192"/>
                <a:gd name="T26" fmla="*/ 19 w 193"/>
                <a:gd name="T27" fmla="*/ 38 h 192"/>
                <a:gd name="T28" fmla="*/ 21 w 193"/>
                <a:gd name="T29" fmla="*/ 66 h 192"/>
                <a:gd name="T30" fmla="*/ 4 w 193"/>
                <a:gd name="T31" fmla="*/ 68 h 192"/>
                <a:gd name="T32" fmla="*/ 15 w 193"/>
                <a:gd name="T33" fmla="*/ 94 h 192"/>
                <a:gd name="T34" fmla="*/ 15 w 193"/>
                <a:gd name="T35" fmla="*/ 99 h 192"/>
                <a:gd name="T36" fmla="*/ 4 w 193"/>
                <a:gd name="T37" fmla="*/ 124 h 192"/>
                <a:gd name="T38" fmla="*/ 21 w 193"/>
                <a:gd name="T39" fmla="*/ 126 h 192"/>
                <a:gd name="T40" fmla="*/ 19 w 193"/>
                <a:gd name="T41" fmla="*/ 154 h 192"/>
                <a:gd name="T42" fmla="*/ 36 w 193"/>
                <a:gd name="T43" fmla="*/ 150 h 192"/>
                <a:gd name="T44" fmla="*/ 44 w 193"/>
                <a:gd name="T45" fmla="*/ 177 h 192"/>
                <a:gd name="T46" fmla="*/ 58 w 193"/>
                <a:gd name="T47" fmla="*/ 168 h 192"/>
                <a:gd name="T48" fmla="*/ 75 w 193"/>
                <a:gd name="T49" fmla="*/ 190 h 192"/>
                <a:gd name="T50" fmla="*/ 85 w 193"/>
                <a:gd name="T51" fmla="*/ 176 h 192"/>
                <a:gd name="T52" fmla="*/ 108 w 193"/>
                <a:gd name="T53" fmla="*/ 192 h 192"/>
                <a:gd name="T54" fmla="*/ 113 w 193"/>
                <a:gd name="T55" fmla="*/ 176 h 192"/>
                <a:gd name="T56" fmla="*/ 140 w 193"/>
                <a:gd name="T57" fmla="*/ 182 h 192"/>
                <a:gd name="T58" fmla="*/ 139 w 193"/>
                <a:gd name="T59" fmla="*/ 165 h 192"/>
                <a:gd name="T60" fmla="*/ 167 w 193"/>
                <a:gd name="T61" fmla="*/ 162 h 192"/>
                <a:gd name="T62" fmla="*/ 160 w 193"/>
                <a:gd name="T63" fmla="*/ 146 h 192"/>
                <a:gd name="T64" fmla="*/ 185 w 193"/>
                <a:gd name="T65" fmla="*/ 134 h 192"/>
                <a:gd name="T66" fmla="*/ 173 w 193"/>
                <a:gd name="T67" fmla="*/ 122 h 192"/>
                <a:gd name="T68" fmla="*/ 193 w 193"/>
                <a:gd name="T69" fmla="*/ 101 h 192"/>
                <a:gd name="T70" fmla="*/ 178 w 193"/>
                <a:gd name="T71" fmla="*/ 96 h 192"/>
                <a:gd name="T72" fmla="*/ 193 w 193"/>
                <a:gd name="T73" fmla="*/ 9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93" h="192">
                  <a:moveTo>
                    <a:pt x="189" y="68"/>
                  </a:moveTo>
                  <a:cubicBezTo>
                    <a:pt x="173" y="71"/>
                    <a:pt x="173" y="71"/>
                    <a:pt x="173" y="71"/>
                  </a:cubicBezTo>
                  <a:cubicBezTo>
                    <a:pt x="173" y="69"/>
                    <a:pt x="172" y="68"/>
                    <a:pt x="172" y="66"/>
                  </a:cubicBezTo>
                  <a:cubicBezTo>
                    <a:pt x="185" y="58"/>
                    <a:pt x="185" y="58"/>
                    <a:pt x="185" y="58"/>
                  </a:cubicBezTo>
                  <a:cubicBezTo>
                    <a:pt x="173" y="38"/>
                    <a:pt x="173" y="38"/>
                    <a:pt x="173" y="38"/>
                  </a:cubicBezTo>
                  <a:cubicBezTo>
                    <a:pt x="160" y="46"/>
                    <a:pt x="160" y="46"/>
                    <a:pt x="160" y="46"/>
                  </a:cubicBezTo>
                  <a:cubicBezTo>
                    <a:pt x="159" y="45"/>
                    <a:pt x="158" y="43"/>
                    <a:pt x="157" y="42"/>
                  </a:cubicBezTo>
                  <a:cubicBezTo>
                    <a:pt x="167" y="30"/>
                    <a:pt x="167" y="30"/>
                    <a:pt x="167" y="30"/>
                  </a:cubicBezTo>
                  <a:cubicBezTo>
                    <a:pt x="149" y="15"/>
                    <a:pt x="149" y="15"/>
                    <a:pt x="149" y="15"/>
                  </a:cubicBezTo>
                  <a:cubicBezTo>
                    <a:pt x="139" y="27"/>
                    <a:pt x="139" y="27"/>
                    <a:pt x="139" y="27"/>
                  </a:cubicBezTo>
                  <a:cubicBezTo>
                    <a:pt x="138" y="26"/>
                    <a:pt x="136" y="25"/>
                    <a:pt x="135" y="25"/>
                  </a:cubicBezTo>
                  <a:cubicBezTo>
                    <a:pt x="140" y="10"/>
                    <a:pt x="140" y="10"/>
                    <a:pt x="140" y="10"/>
                  </a:cubicBezTo>
                  <a:cubicBezTo>
                    <a:pt x="118" y="2"/>
                    <a:pt x="118" y="2"/>
                    <a:pt x="118" y="2"/>
                  </a:cubicBezTo>
                  <a:cubicBezTo>
                    <a:pt x="113" y="17"/>
                    <a:pt x="113" y="17"/>
                    <a:pt x="113" y="17"/>
                  </a:cubicBezTo>
                  <a:cubicBezTo>
                    <a:pt x="111" y="16"/>
                    <a:pt x="110" y="16"/>
                    <a:pt x="108" y="16"/>
                  </a:cubicBezTo>
                  <a:cubicBezTo>
                    <a:pt x="108" y="0"/>
                    <a:pt x="108" y="0"/>
                    <a:pt x="108" y="0"/>
                  </a:cubicBezTo>
                  <a:cubicBezTo>
                    <a:pt x="85" y="0"/>
                    <a:pt x="85" y="0"/>
                    <a:pt x="85" y="0"/>
                  </a:cubicBezTo>
                  <a:cubicBezTo>
                    <a:pt x="85" y="16"/>
                    <a:pt x="85" y="16"/>
                    <a:pt x="85" y="16"/>
                  </a:cubicBezTo>
                  <a:cubicBezTo>
                    <a:pt x="83" y="16"/>
                    <a:pt x="81" y="16"/>
                    <a:pt x="80" y="17"/>
                  </a:cubicBezTo>
                  <a:cubicBezTo>
                    <a:pt x="75" y="2"/>
                    <a:pt x="75" y="2"/>
                    <a:pt x="75" y="2"/>
                  </a:cubicBezTo>
                  <a:cubicBezTo>
                    <a:pt x="53" y="10"/>
                    <a:pt x="53" y="10"/>
                    <a:pt x="53" y="10"/>
                  </a:cubicBezTo>
                  <a:cubicBezTo>
                    <a:pt x="58" y="25"/>
                    <a:pt x="58" y="25"/>
                    <a:pt x="58" y="25"/>
                  </a:cubicBezTo>
                  <a:cubicBezTo>
                    <a:pt x="56" y="25"/>
                    <a:pt x="55" y="26"/>
                    <a:pt x="54" y="27"/>
                  </a:cubicBezTo>
                  <a:cubicBezTo>
                    <a:pt x="44" y="15"/>
                    <a:pt x="44" y="15"/>
                    <a:pt x="44" y="15"/>
                  </a:cubicBezTo>
                  <a:cubicBezTo>
                    <a:pt x="26" y="30"/>
                    <a:pt x="26" y="30"/>
                    <a:pt x="26" y="30"/>
                  </a:cubicBezTo>
                  <a:cubicBezTo>
                    <a:pt x="36" y="42"/>
                    <a:pt x="36" y="42"/>
                    <a:pt x="36" y="42"/>
                  </a:cubicBezTo>
                  <a:cubicBezTo>
                    <a:pt x="35" y="43"/>
                    <a:pt x="34" y="45"/>
                    <a:pt x="33" y="46"/>
                  </a:cubicBezTo>
                  <a:cubicBezTo>
                    <a:pt x="19" y="38"/>
                    <a:pt x="19" y="38"/>
                    <a:pt x="19" y="38"/>
                  </a:cubicBezTo>
                  <a:cubicBezTo>
                    <a:pt x="8" y="58"/>
                    <a:pt x="8" y="58"/>
                    <a:pt x="8" y="58"/>
                  </a:cubicBezTo>
                  <a:cubicBezTo>
                    <a:pt x="21" y="66"/>
                    <a:pt x="21" y="66"/>
                    <a:pt x="21" y="66"/>
                  </a:cubicBezTo>
                  <a:cubicBezTo>
                    <a:pt x="20" y="68"/>
                    <a:pt x="20" y="69"/>
                    <a:pt x="19" y="71"/>
                  </a:cubicBezTo>
                  <a:cubicBezTo>
                    <a:pt x="4" y="68"/>
                    <a:pt x="4" y="68"/>
                    <a:pt x="4" y="68"/>
                  </a:cubicBezTo>
                  <a:cubicBezTo>
                    <a:pt x="0" y="91"/>
                    <a:pt x="0" y="91"/>
                    <a:pt x="0" y="91"/>
                  </a:cubicBezTo>
                  <a:cubicBezTo>
                    <a:pt x="15" y="94"/>
                    <a:pt x="15" y="94"/>
                    <a:pt x="15" y="94"/>
                  </a:cubicBezTo>
                  <a:cubicBezTo>
                    <a:pt x="15" y="95"/>
                    <a:pt x="15" y="95"/>
                    <a:pt x="15" y="96"/>
                  </a:cubicBezTo>
                  <a:cubicBezTo>
                    <a:pt x="15" y="97"/>
                    <a:pt x="15" y="98"/>
                    <a:pt x="15" y="99"/>
                  </a:cubicBezTo>
                  <a:cubicBezTo>
                    <a:pt x="0" y="101"/>
                    <a:pt x="0" y="101"/>
                    <a:pt x="0" y="101"/>
                  </a:cubicBezTo>
                  <a:cubicBezTo>
                    <a:pt x="4" y="124"/>
                    <a:pt x="4" y="124"/>
                    <a:pt x="4" y="124"/>
                  </a:cubicBezTo>
                  <a:cubicBezTo>
                    <a:pt x="19" y="122"/>
                    <a:pt x="19" y="122"/>
                    <a:pt x="19" y="122"/>
                  </a:cubicBezTo>
                  <a:cubicBezTo>
                    <a:pt x="20" y="123"/>
                    <a:pt x="20" y="125"/>
                    <a:pt x="21" y="126"/>
                  </a:cubicBezTo>
                  <a:cubicBezTo>
                    <a:pt x="8" y="134"/>
                    <a:pt x="8" y="134"/>
                    <a:pt x="8" y="134"/>
                  </a:cubicBezTo>
                  <a:cubicBezTo>
                    <a:pt x="19" y="154"/>
                    <a:pt x="19" y="154"/>
                    <a:pt x="19" y="154"/>
                  </a:cubicBezTo>
                  <a:cubicBezTo>
                    <a:pt x="33" y="146"/>
                    <a:pt x="33" y="146"/>
                    <a:pt x="33" y="146"/>
                  </a:cubicBezTo>
                  <a:cubicBezTo>
                    <a:pt x="34" y="148"/>
                    <a:pt x="35" y="149"/>
                    <a:pt x="36" y="150"/>
                  </a:cubicBezTo>
                  <a:cubicBezTo>
                    <a:pt x="26" y="162"/>
                    <a:pt x="26" y="162"/>
                    <a:pt x="26" y="162"/>
                  </a:cubicBezTo>
                  <a:cubicBezTo>
                    <a:pt x="44" y="177"/>
                    <a:pt x="44" y="177"/>
                    <a:pt x="44" y="177"/>
                  </a:cubicBezTo>
                  <a:cubicBezTo>
                    <a:pt x="54" y="165"/>
                    <a:pt x="54" y="165"/>
                    <a:pt x="54" y="165"/>
                  </a:cubicBezTo>
                  <a:cubicBezTo>
                    <a:pt x="55" y="166"/>
                    <a:pt x="56" y="167"/>
                    <a:pt x="58" y="168"/>
                  </a:cubicBezTo>
                  <a:cubicBezTo>
                    <a:pt x="53" y="182"/>
                    <a:pt x="53" y="182"/>
                    <a:pt x="53" y="182"/>
                  </a:cubicBezTo>
                  <a:cubicBezTo>
                    <a:pt x="75" y="190"/>
                    <a:pt x="75" y="190"/>
                    <a:pt x="75" y="190"/>
                  </a:cubicBezTo>
                  <a:cubicBezTo>
                    <a:pt x="80" y="176"/>
                    <a:pt x="80" y="176"/>
                    <a:pt x="80" y="176"/>
                  </a:cubicBezTo>
                  <a:cubicBezTo>
                    <a:pt x="81" y="176"/>
                    <a:pt x="83" y="176"/>
                    <a:pt x="85" y="176"/>
                  </a:cubicBezTo>
                  <a:cubicBezTo>
                    <a:pt x="85" y="192"/>
                    <a:pt x="85" y="192"/>
                    <a:pt x="85" y="192"/>
                  </a:cubicBezTo>
                  <a:cubicBezTo>
                    <a:pt x="108" y="192"/>
                    <a:pt x="108" y="192"/>
                    <a:pt x="108" y="192"/>
                  </a:cubicBezTo>
                  <a:cubicBezTo>
                    <a:pt x="108" y="176"/>
                    <a:pt x="108" y="176"/>
                    <a:pt x="108" y="176"/>
                  </a:cubicBezTo>
                  <a:cubicBezTo>
                    <a:pt x="110" y="176"/>
                    <a:pt x="111" y="176"/>
                    <a:pt x="113" y="176"/>
                  </a:cubicBezTo>
                  <a:cubicBezTo>
                    <a:pt x="118" y="190"/>
                    <a:pt x="118" y="190"/>
                    <a:pt x="118" y="190"/>
                  </a:cubicBezTo>
                  <a:cubicBezTo>
                    <a:pt x="140" y="182"/>
                    <a:pt x="140" y="182"/>
                    <a:pt x="140" y="182"/>
                  </a:cubicBezTo>
                  <a:cubicBezTo>
                    <a:pt x="135" y="168"/>
                    <a:pt x="135" y="168"/>
                    <a:pt x="135" y="168"/>
                  </a:cubicBezTo>
                  <a:cubicBezTo>
                    <a:pt x="136" y="167"/>
                    <a:pt x="138" y="166"/>
                    <a:pt x="139" y="165"/>
                  </a:cubicBezTo>
                  <a:cubicBezTo>
                    <a:pt x="149" y="177"/>
                    <a:pt x="149" y="177"/>
                    <a:pt x="149" y="177"/>
                  </a:cubicBezTo>
                  <a:cubicBezTo>
                    <a:pt x="167" y="162"/>
                    <a:pt x="167" y="162"/>
                    <a:pt x="167" y="162"/>
                  </a:cubicBezTo>
                  <a:cubicBezTo>
                    <a:pt x="157" y="150"/>
                    <a:pt x="157" y="150"/>
                    <a:pt x="157" y="150"/>
                  </a:cubicBezTo>
                  <a:cubicBezTo>
                    <a:pt x="158" y="149"/>
                    <a:pt x="159" y="148"/>
                    <a:pt x="160" y="146"/>
                  </a:cubicBezTo>
                  <a:cubicBezTo>
                    <a:pt x="173" y="154"/>
                    <a:pt x="173" y="154"/>
                    <a:pt x="173" y="154"/>
                  </a:cubicBezTo>
                  <a:cubicBezTo>
                    <a:pt x="185" y="134"/>
                    <a:pt x="185" y="134"/>
                    <a:pt x="185" y="134"/>
                  </a:cubicBezTo>
                  <a:cubicBezTo>
                    <a:pt x="172" y="126"/>
                    <a:pt x="172" y="126"/>
                    <a:pt x="172" y="126"/>
                  </a:cubicBezTo>
                  <a:cubicBezTo>
                    <a:pt x="172" y="125"/>
                    <a:pt x="173" y="123"/>
                    <a:pt x="173" y="122"/>
                  </a:cubicBezTo>
                  <a:cubicBezTo>
                    <a:pt x="189" y="124"/>
                    <a:pt x="189" y="124"/>
                    <a:pt x="189" y="124"/>
                  </a:cubicBezTo>
                  <a:cubicBezTo>
                    <a:pt x="193" y="101"/>
                    <a:pt x="193" y="101"/>
                    <a:pt x="193" y="101"/>
                  </a:cubicBezTo>
                  <a:cubicBezTo>
                    <a:pt x="177" y="99"/>
                    <a:pt x="177" y="99"/>
                    <a:pt x="177" y="99"/>
                  </a:cubicBezTo>
                  <a:cubicBezTo>
                    <a:pt x="178" y="98"/>
                    <a:pt x="178" y="97"/>
                    <a:pt x="178" y="96"/>
                  </a:cubicBezTo>
                  <a:cubicBezTo>
                    <a:pt x="178" y="95"/>
                    <a:pt x="178" y="95"/>
                    <a:pt x="177" y="94"/>
                  </a:cubicBezTo>
                  <a:cubicBezTo>
                    <a:pt x="193" y="91"/>
                    <a:pt x="193" y="91"/>
                    <a:pt x="193" y="91"/>
                  </a:cubicBezTo>
                  <a:lnTo>
                    <a:pt x="189" y="68"/>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Gill Sans MT" panose="020B0502020104020203" pitchFamily="34" charset="0"/>
              </a:endParaRPr>
            </a:p>
          </p:txBody>
        </p:sp>
        <p:sp>
          <p:nvSpPr>
            <p:cNvPr id="181" name="Freeform 29">
              <a:extLst>
                <a:ext uri="{FF2B5EF4-FFF2-40B4-BE49-F238E27FC236}">
                  <a16:creationId xmlns:a16="http://schemas.microsoft.com/office/drawing/2014/main" id="{F7046984-D3E5-2091-F01C-0DE891488FF3}"/>
                </a:ext>
              </a:extLst>
            </p:cNvPr>
            <p:cNvSpPr>
              <a:spLocks noEditPoints="1"/>
            </p:cNvSpPr>
            <p:nvPr/>
          </p:nvSpPr>
          <p:spPr bwMode="auto">
            <a:xfrm>
              <a:off x="4447633" y="3993177"/>
              <a:ext cx="887044" cy="880163"/>
            </a:xfrm>
            <a:custGeom>
              <a:avLst/>
              <a:gdLst>
                <a:gd name="T0" fmla="*/ 545 w 545"/>
                <a:gd name="T1" fmla="*/ 256 h 541"/>
                <a:gd name="T2" fmla="*/ 485 w 545"/>
                <a:gd name="T3" fmla="*/ 185 h 541"/>
                <a:gd name="T4" fmla="*/ 452 w 545"/>
                <a:gd name="T5" fmla="*/ 128 h 541"/>
                <a:gd name="T6" fmla="*/ 421 w 545"/>
                <a:gd name="T7" fmla="*/ 42 h 541"/>
                <a:gd name="T8" fmla="*/ 396 w 545"/>
                <a:gd name="T9" fmla="*/ 27 h 541"/>
                <a:gd name="T10" fmla="*/ 305 w 545"/>
                <a:gd name="T11" fmla="*/ 43 h 541"/>
                <a:gd name="T12" fmla="*/ 239 w 545"/>
                <a:gd name="T13" fmla="*/ 43 h 541"/>
                <a:gd name="T14" fmla="*/ 149 w 545"/>
                <a:gd name="T15" fmla="*/ 27 h 541"/>
                <a:gd name="T16" fmla="*/ 124 w 545"/>
                <a:gd name="T17" fmla="*/ 42 h 541"/>
                <a:gd name="T18" fmla="*/ 93 w 545"/>
                <a:gd name="T19" fmla="*/ 128 h 541"/>
                <a:gd name="T20" fmla="*/ 59 w 545"/>
                <a:gd name="T21" fmla="*/ 185 h 541"/>
                <a:gd name="T22" fmla="*/ 0 w 545"/>
                <a:gd name="T23" fmla="*/ 256 h 541"/>
                <a:gd name="T24" fmla="*/ 43 w 545"/>
                <a:gd name="T25" fmla="*/ 277 h 541"/>
                <a:gd name="T26" fmla="*/ 55 w 545"/>
                <a:gd name="T27" fmla="*/ 342 h 541"/>
                <a:gd name="T28" fmla="*/ 55 w 545"/>
                <a:gd name="T29" fmla="*/ 434 h 541"/>
                <a:gd name="T30" fmla="*/ 73 w 545"/>
                <a:gd name="T31" fmla="*/ 456 h 541"/>
                <a:gd name="T32" fmla="*/ 164 w 545"/>
                <a:gd name="T33" fmla="*/ 472 h 541"/>
                <a:gd name="T34" fmla="*/ 226 w 545"/>
                <a:gd name="T35" fmla="*/ 495 h 541"/>
                <a:gd name="T36" fmla="*/ 305 w 545"/>
                <a:gd name="T37" fmla="*/ 541 h 541"/>
                <a:gd name="T38" fmla="*/ 334 w 545"/>
                <a:gd name="T39" fmla="*/ 536 h 541"/>
                <a:gd name="T40" fmla="*/ 393 w 545"/>
                <a:gd name="T41" fmla="*/ 465 h 541"/>
                <a:gd name="T42" fmla="*/ 443 w 545"/>
                <a:gd name="T43" fmla="*/ 423 h 541"/>
                <a:gd name="T44" fmla="*/ 523 w 545"/>
                <a:gd name="T45" fmla="*/ 377 h 541"/>
                <a:gd name="T46" fmla="*/ 533 w 545"/>
                <a:gd name="T47" fmla="*/ 350 h 541"/>
                <a:gd name="T48" fmla="*/ 502 w 545"/>
                <a:gd name="T49" fmla="*/ 270 h 541"/>
                <a:gd name="T50" fmla="*/ 408 w 545"/>
                <a:gd name="T51" fmla="*/ 277 h 541"/>
                <a:gd name="T52" fmla="*/ 378 w 545"/>
                <a:gd name="T53" fmla="*/ 312 h 541"/>
                <a:gd name="T54" fmla="*/ 362 w 545"/>
                <a:gd name="T55" fmla="*/ 341 h 541"/>
                <a:gd name="T56" fmla="*/ 346 w 545"/>
                <a:gd name="T57" fmla="*/ 384 h 541"/>
                <a:gd name="T58" fmla="*/ 334 w 545"/>
                <a:gd name="T59" fmla="*/ 391 h 541"/>
                <a:gd name="T60" fmla="*/ 289 w 545"/>
                <a:gd name="T61" fmla="*/ 383 h 541"/>
                <a:gd name="T62" fmla="*/ 256 w 545"/>
                <a:gd name="T63" fmla="*/ 383 h 541"/>
                <a:gd name="T64" fmla="*/ 211 w 545"/>
                <a:gd name="T65" fmla="*/ 391 h 541"/>
                <a:gd name="T66" fmla="*/ 198 w 545"/>
                <a:gd name="T67" fmla="*/ 384 h 541"/>
                <a:gd name="T68" fmla="*/ 183 w 545"/>
                <a:gd name="T69" fmla="*/ 341 h 541"/>
                <a:gd name="T70" fmla="*/ 166 w 545"/>
                <a:gd name="T71" fmla="*/ 312 h 541"/>
                <a:gd name="T72" fmla="*/ 137 w 545"/>
                <a:gd name="T73" fmla="*/ 277 h 541"/>
                <a:gd name="T74" fmla="*/ 158 w 545"/>
                <a:gd name="T75" fmla="*/ 267 h 541"/>
                <a:gd name="T76" fmla="*/ 164 w 545"/>
                <a:gd name="T77" fmla="*/ 234 h 541"/>
                <a:gd name="T78" fmla="*/ 164 w 545"/>
                <a:gd name="T79" fmla="*/ 189 h 541"/>
                <a:gd name="T80" fmla="*/ 173 w 545"/>
                <a:gd name="T81" fmla="*/ 178 h 541"/>
                <a:gd name="T82" fmla="*/ 218 w 545"/>
                <a:gd name="T83" fmla="*/ 170 h 541"/>
                <a:gd name="T84" fmla="*/ 249 w 545"/>
                <a:gd name="T85" fmla="*/ 159 h 541"/>
                <a:gd name="T86" fmla="*/ 289 w 545"/>
                <a:gd name="T87" fmla="*/ 136 h 541"/>
                <a:gd name="T88" fmla="*/ 303 w 545"/>
                <a:gd name="T89" fmla="*/ 138 h 541"/>
                <a:gd name="T90" fmla="*/ 332 w 545"/>
                <a:gd name="T91" fmla="*/ 173 h 541"/>
                <a:gd name="T92" fmla="*/ 357 w 545"/>
                <a:gd name="T93" fmla="*/ 194 h 541"/>
                <a:gd name="T94" fmla="*/ 397 w 545"/>
                <a:gd name="T95" fmla="*/ 217 h 541"/>
                <a:gd name="T96" fmla="*/ 402 w 545"/>
                <a:gd name="T97" fmla="*/ 231 h 541"/>
                <a:gd name="T98" fmla="*/ 386 w 545"/>
                <a:gd name="T99" fmla="*/ 270 h 5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45" h="541">
                  <a:moveTo>
                    <a:pt x="502" y="270"/>
                  </a:moveTo>
                  <a:cubicBezTo>
                    <a:pt x="502" y="268"/>
                    <a:pt x="502" y="266"/>
                    <a:pt x="501" y="263"/>
                  </a:cubicBezTo>
                  <a:cubicBezTo>
                    <a:pt x="545" y="256"/>
                    <a:pt x="545" y="256"/>
                    <a:pt x="545" y="256"/>
                  </a:cubicBezTo>
                  <a:cubicBezTo>
                    <a:pt x="533" y="191"/>
                    <a:pt x="533" y="191"/>
                    <a:pt x="533" y="191"/>
                  </a:cubicBezTo>
                  <a:cubicBezTo>
                    <a:pt x="490" y="198"/>
                    <a:pt x="490" y="198"/>
                    <a:pt x="490" y="198"/>
                  </a:cubicBezTo>
                  <a:cubicBezTo>
                    <a:pt x="489" y="194"/>
                    <a:pt x="487" y="190"/>
                    <a:pt x="485" y="185"/>
                  </a:cubicBezTo>
                  <a:cubicBezTo>
                    <a:pt x="523" y="164"/>
                    <a:pt x="523" y="164"/>
                    <a:pt x="523" y="164"/>
                  </a:cubicBezTo>
                  <a:cubicBezTo>
                    <a:pt x="490" y="106"/>
                    <a:pt x="490" y="106"/>
                    <a:pt x="490" y="106"/>
                  </a:cubicBezTo>
                  <a:cubicBezTo>
                    <a:pt x="452" y="128"/>
                    <a:pt x="452" y="128"/>
                    <a:pt x="452" y="128"/>
                  </a:cubicBezTo>
                  <a:cubicBezTo>
                    <a:pt x="449" y="125"/>
                    <a:pt x="446" y="121"/>
                    <a:pt x="443" y="118"/>
                  </a:cubicBezTo>
                  <a:cubicBezTo>
                    <a:pt x="472" y="84"/>
                    <a:pt x="472" y="84"/>
                    <a:pt x="472" y="84"/>
                  </a:cubicBezTo>
                  <a:cubicBezTo>
                    <a:pt x="421" y="42"/>
                    <a:pt x="421" y="42"/>
                    <a:pt x="421" y="42"/>
                  </a:cubicBezTo>
                  <a:cubicBezTo>
                    <a:pt x="393" y="75"/>
                    <a:pt x="393" y="75"/>
                    <a:pt x="393" y="75"/>
                  </a:cubicBezTo>
                  <a:cubicBezTo>
                    <a:pt x="389" y="73"/>
                    <a:pt x="385" y="70"/>
                    <a:pt x="381" y="68"/>
                  </a:cubicBezTo>
                  <a:cubicBezTo>
                    <a:pt x="396" y="27"/>
                    <a:pt x="396" y="27"/>
                    <a:pt x="396" y="27"/>
                  </a:cubicBezTo>
                  <a:cubicBezTo>
                    <a:pt x="334" y="5"/>
                    <a:pt x="334" y="5"/>
                    <a:pt x="334" y="5"/>
                  </a:cubicBezTo>
                  <a:cubicBezTo>
                    <a:pt x="319" y="46"/>
                    <a:pt x="319" y="46"/>
                    <a:pt x="319" y="46"/>
                  </a:cubicBezTo>
                  <a:cubicBezTo>
                    <a:pt x="314" y="45"/>
                    <a:pt x="310" y="44"/>
                    <a:pt x="305" y="43"/>
                  </a:cubicBezTo>
                  <a:cubicBezTo>
                    <a:pt x="305" y="0"/>
                    <a:pt x="305" y="0"/>
                    <a:pt x="305" y="0"/>
                  </a:cubicBezTo>
                  <a:cubicBezTo>
                    <a:pt x="239" y="0"/>
                    <a:pt x="239" y="0"/>
                    <a:pt x="239" y="0"/>
                  </a:cubicBezTo>
                  <a:cubicBezTo>
                    <a:pt x="239" y="43"/>
                    <a:pt x="239" y="43"/>
                    <a:pt x="239" y="43"/>
                  </a:cubicBezTo>
                  <a:cubicBezTo>
                    <a:pt x="235" y="44"/>
                    <a:pt x="230" y="45"/>
                    <a:pt x="226" y="46"/>
                  </a:cubicBezTo>
                  <a:cubicBezTo>
                    <a:pt x="211" y="5"/>
                    <a:pt x="211" y="5"/>
                    <a:pt x="211" y="5"/>
                  </a:cubicBezTo>
                  <a:cubicBezTo>
                    <a:pt x="149" y="27"/>
                    <a:pt x="149" y="27"/>
                    <a:pt x="149" y="27"/>
                  </a:cubicBezTo>
                  <a:cubicBezTo>
                    <a:pt x="164" y="68"/>
                    <a:pt x="164" y="68"/>
                    <a:pt x="164" y="68"/>
                  </a:cubicBezTo>
                  <a:cubicBezTo>
                    <a:pt x="160" y="70"/>
                    <a:pt x="156" y="73"/>
                    <a:pt x="152" y="75"/>
                  </a:cubicBezTo>
                  <a:cubicBezTo>
                    <a:pt x="124" y="42"/>
                    <a:pt x="124" y="42"/>
                    <a:pt x="124" y="42"/>
                  </a:cubicBezTo>
                  <a:cubicBezTo>
                    <a:pt x="73" y="84"/>
                    <a:pt x="73" y="84"/>
                    <a:pt x="73" y="84"/>
                  </a:cubicBezTo>
                  <a:cubicBezTo>
                    <a:pt x="101" y="118"/>
                    <a:pt x="101" y="118"/>
                    <a:pt x="101" y="118"/>
                  </a:cubicBezTo>
                  <a:cubicBezTo>
                    <a:pt x="98" y="121"/>
                    <a:pt x="95" y="125"/>
                    <a:pt x="93" y="128"/>
                  </a:cubicBezTo>
                  <a:cubicBezTo>
                    <a:pt x="55" y="106"/>
                    <a:pt x="55" y="106"/>
                    <a:pt x="55" y="106"/>
                  </a:cubicBezTo>
                  <a:cubicBezTo>
                    <a:pt x="22" y="164"/>
                    <a:pt x="22" y="164"/>
                    <a:pt x="22" y="164"/>
                  </a:cubicBezTo>
                  <a:cubicBezTo>
                    <a:pt x="59" y="185"/>
                    <a:pt x="59" y="185"/>
                    <a:pt x="59" y="185"/>
                  </a:cubicBezTo>
                  <a:cubicBezTo>
                    <a:pt x="58" y="190"/>
                    <a:pt x="56" y="194"/>
                    <a:pt x="55" y="198"/>
                  </a:cubicBezTo>
                  <a:cubicBezTo>
                    <a:pt x="12" y="191"/>
                    <a:pt x="12" y="191"/>
                    <a:pt x="12" y="191"/>
                  </a:cubicBezTo>
                  <a:cubicBezTo>
                    <a:pt x="0" y="256"/>
                    <a:pt x="0" y="256"/>
                    <a:pt x="0" y="256"/>
                  </a:cubicBezTo>
                  <a:cubicBezTo>
                    <a:pt x="43" y="263"/>
                    <a:pt x="43" y="263"/>
                    <a:pt x="43" y="263"/>
                  </a:cubicBezTo>
                  <a:cubicBezTo>
                    <a:pt x="43" y="266"/>
                    <a:pt x="43" y="268"/>
                    <a:pt x="43" y="270"/>
                  </a:cubicBezTo>
                  <a:cubicBezTo>
                    <a:pt x="43" y="272"/>
                    <a:pt x="43" y="275"/>
                    <a:pt x="43" y="277"/>
                  </a:cubicBezTo>
                  <a:cubicBezTo>
                    <a:pt x="0" y="285"/>
                    <a:pt x="0" y="285"/>
                    <a:pt x="0" y="285"/>
                  </a:cubicBezTo>
                  <a:cubicBezTo>
                    <a:pt x="12" y="350"/>
                    <a:pt x="12" y="350"/>
                    <a:pt x="12" y="350"/>
                  </a:cubicBezTo>
                  <a:cubicBezTo>
                    <a:pt x="55" y="342"/>
                    <a:pt x="55" y="342"/>
                    <a:pt x="55" y="342"/>
                  </a:cubicBezTo>
                  <a:cubicBezTo>
                    <a:pt x="56" y="346"/>
                    <a:pt x="58" y="351"/>
                    <a:pt x="59" y="355"/>
                  </a:cubicBezTo>
                  <a:cubicBezTo>
                    <a:pt x="22" y="377"/>
                    <a:pt x="22" y="377"/>
                    <a:pt x="22" y="377"/>
                  </a:cubicBezTo>
                  <a:cubicBezTo>
                    <a:pt x="55" y="434"/>
                    <a:pt x="55" y="434"/>
                    <a:pt x="55" y="434"/>
                  </a:cubicBezTo>
                  <a:cubicBezTo>
                    <a:pt x="93" y="412"/>
                    <a:pt x="93" y="412"/>
                    <a:pt x="93" y="412"/>
                  </a:cubicBezTo>
                  <a:cubicBezTo>
                    <a:pt x="95" y="416"/>
                    <a:pt x="98" y="419"/>
                    <a:pt x="101" y="423"/>
                  </a:cubicBezTo>
                  <a:cubicBezTo>
                    <a:pt x="73" y="456"/>
                    <a:pt x="73" y="456"/>
                    <a:pt x="73" y="456"/>
                  </a:cubicBezTo>
                  <a:cubicBezTo>
                    <a:pt x="124" y="499"/>
                    <a:pt x="124" y="499"/>
                    <a:pt x="124" y="499"/>
                  </a:cubicBezTo>
                  <a:cubicBezTo>
                    <a:pt x="152" y="465"/>
                    <a:pt x="152" y="465"/>
                    <a:pt x="152" y="465"/>
                  </a:cubicBezTo>
                  <a:cubicBezTo>
                    <a:pt x="156" y="468"/>
                    <a:pt x="160" y="470"/>
                    <a:pt x="164" y="472"/>
                  </a:cubicBezTo>
                  <a:cubicBezTo>
                    <a:pt x="149" y="513"/>
                    <a:pt x="149" y="513"/>
                    <a:pt x="149" y="513"/>
                  </a:cubicBezTo>
                  <a:cubicBezTo>
                    <a:pt x="211" y="536"/>
                    <a:pt x="211" y="536"/>
                    <a:pt x="211" y="536"/>
                  </a:cubicBezTo>
                  <a:cubicBezTo>
                    <a:pt x="226" y="495"/>
                    <a:pt x="226" y="495"/>
                    <a:pt x="226" y="495"/>
                  </a:cubicBezTo>
                  <a:cubicBezTo>
                    <a:pt x="230" y="496"/>
                    <a:pt x="235" y="496"/>
                    <a:pt x="239" y="497"/>
                  </a:cubicBezTo>
                  <a:cubicBezTo>
                    <a:pt x="239" y="541"/>
                    <a:pt x="239" y="541"/>
                    <a:pt x="239" y="541"/>
                  </a:cubicBezTo>
                  <a:cubicBezTo>
                    <a:pt x="305" y="541"/>
                    <a:pt x="305" y="541"/>
                    <a:pt x="305" y="541"/>
                  </a:cubicBezTo>
                  <a:cubicBezTo>
                    <a:pt x="305" y="497"/>
                    <a:pt x="305" y="497"/>
                    <a:pt x="305" y="497"/>
                  </a:cubicBezTo>
                  <a:cubicBezTo>
                    <a:pt x="310" y="496"/>
                    <a:pt x="314" y="496"/>
                    <a:pt x="319" y="495"/>
                  </a:cubicBezTo>
                  <a:cubicBezTo>
                    <a:pt x="334" y="536"/>
                    <a:pt x="334" y="536"/>
                    <a:pt x="334" y="536"/>
                  </a:cubicBezTo>
                  <a:cubicBezTo>
                    <a:pt x="396" y="513"/>
                    <a:pt x="396" y="513"/>
                    <a:pt x="396" y="513"/>
                  </a:cubicBezTo>
                  <a:cubicBezTo>
                    <a:pt x="381" y="472"/>
                    <a:pt x="381" y="472"/>
                    <a:pt x="381" y="472"/>
                  </a:cubicBezTo>
                  <a:cubicBezTo>
                    <a:pt x="385" y="470"/>
                    <a:pt x="389" y="468"/>
                    <a:pt x="393" y="465"/>
                  </a:cubicBezTo>
                  <a:cubicBezTo>
                    <a:pt x="421" y="499"/>
                    <a:pt x="421" y="499"/>
                    <a:pt x="421" y="499"/>
                  </a:cubicBezTo>
                  <a:cubicBezTo>
                    <a:pt x="472" y="456"/>
                    <a:pt x="472" y="456"/>
                    <a:pt x="472" y="456"/>
                  </a:cubicBezTo>
                  <a:cubicBezTo>
                    <a:pt x="443" y="423"/>
                    <a:pt x="443" y="423"/>
                    <a:pt x="443" y="423"/>
                  </a:cubicBezTo>
                  <a:cubicBezTo>
                    <a:pt x="446" y="419"/>
                    <a:pt x="449" y="416"/>
                    <a:pt x="452" y="412"/>
                  </a:cubicBezTo>
                  <a:cubicBezTo>
                    <a:pt x="490" y="434"/>
                    <a:pt x="490" y="434"/>
                    <a:pt x="490" y="434"/>
                  </a:cubicBezTo>
                  <a:cubicBezTo>
                    <a:pt x="523" y="377"/>
                    <a:pt x="523" y="377"/>
                    <a:pt x="523" y="377"/>
                  </a:cubicBezTo>
                  <a:cubicBezTo>
                    <a:pt x="485" y="355"/>
                    <a:pt x="485" y="355"/>
                    <a:pt x="485" y="355"/>
                  </a:cubicBezTo>
                  <a:cubicBezTo>
                    <a:pt x="487" y="351"/>
                    <a:pt x="489" y="346"/>
                    <a:pt x="490" y="342"/>
                  </a:cubicBezTo>
                  <a:cubicBezTo>
                    <a:pt x="533" y="350"/>
                    <a:pt x="533" y="350"/>
                    <a:pt x="533" y="350"/>
                  </a:cubicBezTo>
                  <a:cubicBezTo>
                    <a:pt x="545" y="285"/>
                    <a:pt x="545" y="285"/>
                    <a:pt x="545" y="285"/>
                  </a:cubicBezTo>
                  <a:cubicBezTo>
                    <a:pt x="501" y="277"/>
                    <a:pt x="501" y="277"/>
                    <a:pt x="501" y="277"/>
                  </a:cubicBezTo>
                  <a:cubicBezTo>
                    <a:pt x="502" y="275"/>
                    <a:pt x="502" y="272"/>
                    <a:pt x="502" y="270"/>
                  </a:cubicBezTo>
                  <a:close/>
                  <a:moveTo>
                    <a:pt x="386" y="270"/>
                  </a:moveTo>
                  <a:cubicBezTo>
                    <a:pt x="386" y="271"/>
                    <a:pt x="386" y="272"/>
                    <a:pt x="386" y="274"/>
                  </a:cubicBezTo>
                  <a:cubicBezTo>
                    <a:pt x="408" y="277"/>
                    <a:pt x="408" y="277"/>
                    <a:pt x="408" y="277"/>
                  </a:cubicBezTo>
                  <a:cubicBezTo>
                    <a:pt x="402" y="310"/>
                    <a:pt x="402" y="310"/>
                    <a:pt x="402" y="310"/>
                  </a:cubicBezTo>
                  <a:cubicBezTo>
                    <a:pt x="381" y="306"/>
                    <a:pt x="381" y="306"/>
                    <a:pt x="381" y="306"/>
                  </a:cubicBezTo>
                  <a:cubicBezTo>
                    <a:pt x="380" y="308"/>
                    <a:pt x="379" y="310"/>
                    <a:pt x="378" y="312"/>
                  </a:cubicBezTo>
                  <a:cubicBezTo>
                    <a:pt x="397" y="323"/>
                    <a:pt x="397" y="323"/>
                    <a:pt x="397" y="323"/>
                  </a:cubicBezTo>
                  <a:cubicBezTo>
                    <a:pt x="381" y="352"/>
                    <a:pt x="381" y="352"/>
                    <a:pt x="381" y="352"/>
                  </a:cubicBezTo>
                  <a:cubicBezTo>
                    <a:pt x="362" y="341"/>
                    <a:pt x="362" y="341"/>
                    <a:pt x="362" y="341"/>
                  </a:cubicBezTo>
                  <a:cubicBezTo>
                    <a:pt x="360" y="343"/>
                    <a:pt x="359" y="344"/>
                    <a:pt x="357" y="346"/>
                  </a:cubicBezTo>
                  <a:cubicBezTo>
                    <a:pt x="371" y="363"/>
                    <a:pt x="371" y="363"/>
                    <a:pt x="371" y="363"/>
                  </a:cubicBezTo>
                  <a:cubicBezTo>
                    <a:pt x="346" y="384"/>
                    <a:pt x="346" y="384"/>
                    <a:pt x="346" y="384"/>
                  </a:cubicBezTo>
                  <a:cubicBezTo>
                    <a:pt x="332" y="367"/>
                    <a:pt x="332" y="367"/>
                    <a:pt x="332" y="367"/>
                  </a:cubicBezTo>
                  <a:cubicBezTo>
                    <a:pt x="330" y="368"/>
                    <a:pt x="328" y="370"/>
                    <a:pt x="326" y="371"/>
                  </a:cubicBezTo>
                  <a:cubicBezTo>
                    <a:pt x="334" y="391"/>
                    <a:pt x="334" y="391"/>
                    <a:pt x="334" y="391"/>
                  </a:cubicBezTo>
                  <a:cubicBezTo>
                    <a:pt x="303" y="402"/>
                    <a:pt x="303" y="402"/>
                    <a:pt x="303" y="402"/>
                  </a:cubicBezTo>
                  <a:cubicBezTo>
                    <a:pt x="296" y="382"/>
                    <a:pt x="296" y="382"/>
                    <a:pt x="296" y="382"/>
                  </a:cubicBezTo>
                  <a:cubicBezTo>
                    <a:pt x="293" y="382"/>
                    <a:pt x="291" y="383"/>
                    <a:pt x="289" y="383"/>
                  </a:cubicBezTo>
                  <a:cubicBezTo>
                    <a:pt x="289" y="405"/>
                    <a:pt x="289" y="405"/>
                    <a:pt x="289" y="405"/>
                  </a:cubicBezTo>
                  <a:cubicBezTo>
                    <a:pt x="256" y="405"/>
                    <a:pt x="256" y="405"/>
                    <a:pt x="256" y="405"/>
                  </a:cubicBezTo>
                  <a:cubicBezTo>
                    <a:pt x="256" y="383"/>
                    <a:pt x="256" y="383"/>
                    <a:pt x="256" y="383"/>
                  </a:cubicBezTo>
                  <a:cubicBezTo>
                    <a:pt x="254" y="383"/>
                    <a:pt x="251" y="382"/>
                    <a:pt x="249" y="382"/>
                  </a:cubicBezTo>
                  <a:cubicBezTo>
                    <a:pt x="242" y="402"/>
                    <a:pt x="242" y="402"/>
                    <a:pt x="242" y="402"/>
                  </a:cubicBezTo>
                  <a:cubicBezTo>
                    <a:pt x="211" y="391"/>
                    <a:pt x="211" y="391"/>
                    <a:pt x="211" y="391"/>
                  </a:cubicBezTo>
                  <a:cubicBezTo>
                    <a:pt x="218" y="371"/>
                    <a:pt x="218" y="371"/>
                    <a:pt x="218" y="371"/>
                  </a:cubicBezTo>
                  <a:cubicBezTo>
                    <a:pt x="216" y="370"/>
                    <a:pt x="214" y="368"/>
                    <a:pt x="212" y="367"/>
                  </a:cubicBezTo>
                  <a:cubicBezTo>
                    <a:pt x="198" y="384"/>
                    <a:pt x="198" y="384"/>
                    <a:pt x="198" y="384"/>
                  </a:cubicBezTo>
                  <a:cubicBezTo>
                    <a:pt x="173" y="363"/>
                    <a:pt x="173" y="363"/>
                    <a:pt x="173" y="363"/>
                  </a:cubicBezTo>
                  <a:cubicBezTo>
                    <a:pt x="187" y="346"/>
                    <a:pt x="187" y="346"/>
                    <a:pt x="187" y="346"/>
                  </a:cubicBezTo>
                  <a:cubicBezTo>
                    <a:pt x="186" y="344"/>
                    <a:pt x="184" y="343"/>
                    <a:pt x="183" y="341"/>
                  </a:cubicBezTo>
                  <a:cubicBezTo>
                    <a:pt x="164" y="352"/>
                    <a:pt x="164" y="352"/>
                    <a:pt x="164" y="352"/>
                  </a:cubicBezTo>
                  <a:cubicBezTo>
                    <a:pt x="148" y="323"/>
                    <a:pt x="148" y="323"/>
                    <a:pt x="148" y="323"/>
                  </a:cubicBezTo>
                  <a:cubicBezTo>
                    <a:pt x="166" y="312"/>
                    <a:pt x="166" y="312"/>
                    <a:pt x="166" y="312"/>
                  </a:cubicBezTo>
                  <a:cubicBezTo>
                    <a:pt x="166" y="310"/>
                    <a:pt x="165" y="308"/>
                    <a:pt x="164" y="306"/>
                  </a:cubicBezTo>
                  <a:cubicBezTo>
                    <a:pt x="143" y="310"/>
                    <a:pt x="143" y="310"/>
                    <a:pt x="143" y="310"/>
                  </a:cubicBezTo>
                  <a:cubicBezTo>
                    <a:pt x="137" y="277"/>
                    <a:pt x="137" y="277"/>
                    <a:pt x="137" y="277"/>
                  </a:cubicBezTo>
                  <a:cubicBezTo>
                    <a:pt x="158" y="274"/>
                    <a:pt x="158" y="274"/>
                    <a:pt x="158" y="274"/>
                  </a:cubicBezTo>
                  <a:cubicBezTo>
                    <a:pt x="158" y="272"/>
                    <a:pt x="158" y="271"/>
                    <a:pt x="158" y="270"/>
                  </a:cubicBezTo>
                  <a:cubicBezTo>
                    <a:pt x="158" y="269"/>
                    <a:pt x="158" y="268"/>
                    <a:pt x="158" y="267"/>
                  </a:cubicBezTo>
                  <a:cubicBezTo>
                    <a:pt x="137" y="263"/>
                    <a:pt x="137" y="263"/>
                    <a:pt x="137" y="263"/>
                  </a:cubicBezTo>
                  <a:cubicBezTo>
                    <a:pt x="143" y="231"/>
                    <a:pt x="143" y="231"/>
                    <a:pt x="143" y="231"/>
                  </a:cubicBezTo>
                  <a:cubicBezTo>
                    <a:pt x="164" y="234"/>
                    <a:pt x="164" y="234"/>
                    <a:pt x="164" y="234"/>
                  </a:cubicBezTo>
                  <a:cubicBezTo>
                    <a:pt x="165" y="232"/>
                    <a:pt x="166" y="230"/>
                    <a:pt x="166" y="228"/>
                  </a:cubicBezTo>
                  <a:cubicBezTo>
                    <a:pt x="148" y="217"/>
                    <a:pt x="148" y="217"/>
                    <a:pt x="148" y="217"/>
                  </a:cubicBezTo>
                  <a:cubicBezTo>
                    <a:pt x="164" y="189"/>
                    <a:pt x="164" y="189"/>
                    <a:pt x="164" y="189"/>
                  </a:cubicBezTo>
                  <a:cubicBezTo>
                    <a:pt x="183" y="200"/>
                    <a:pt x="183" y="200"/>
                    <a:pt x="183" y="200"/>
                  </a:cubicBezTo>
                  <a:cubicBezTo>
                    <a:pt x="184" y="198"/>
                    <a:pt x="186" y="196"/>
                    <a:pt x="187" y="194"/>
                  </a:cubicBezTo>
                  <a:cubicBezTo>
                    <a:pt x="173" y="178"/>
                    <a:pt x="173" y="178"/>
                    <a:pt x="173" y="178"/>
                  </a:cubicBezTo>
                  <a:cubicBezTo>
                    <a:pt x="198" y="157"/>
                    <a:pt x="198" y="157"/>
                    <a:pt x="198" y="157"/>
                  </a:cubicBezTo>
                  <a:cubicBezTo>
                    <a:pt x="212" y="173"/>
                    <a:pt x="212" y="173"/>
                    <a:pt x="212" y="173"/>
                  </a:cubicBezTo>
                  <a:cubicBezTo>
                    <a:pt x="214" y="172"/>
                    <a:pt x="216" y="171"/>
                    <a:pt x="218" y="170"/>
                  </a:cubicBezTo>
                  <a:cubicBezTo>
                    <a:pt x="211" y="149"/>
                    <a:pt x="211" y="149"/>
                    <a:pt x="211" y="149"/>
                  </a:cubicBezTo>
                  <a:cubicBezTo>
                    <a:pt x="242" y="138"/>
                    <a:pt x="242" y="138"/>
                    <a:pt x="242" y="138"/>
                  </a:cubicBezTo>
                  <a:cubicBezTo>
                    <a:pt x="249" y="159"/>
                    <a:pt x="249" y="159"/>
                    <a:pt x="249" y="159"/>
                  </a:cubicBezTo>
                  <a:cubicBezTo>
                    <a:pt x="251" y="158"/>
                    <a:pt x="254" y="158"/>
                    <a:pt x="256" y="157"/>
                  </a:cubicBezTo>
                  <a:cubicBezTo>
                    <a:pt x="256" y="136"/>
                    <a:pt x="256" y="136"/>
                    <a:pt x="256" y="136"/>
                  </a:cubicBezTo>
                  <a:cubicBezTo>
                    <a:pt x="289" y="136"/>
                    <a:pt x="289" y="136"/>
                    <a:pt x="289" y="136"/>
                  </a:cubicBezTo>
                  <a:cubicBezTo>
                    <a:pt x="289" y="157"/>
                    <a:pt x="289" y="157"/>
                    <a:pt x="289" y="157"/>
                  </a:cubicBezTo>
                  <a:cubicBezTo>
                    <a:pt x="291" y="158"/>
                    <a:pt x="293" y="158"/>
                    <a:pt x="296" y="159"/>
                  </a:cubicBezTo>
                  <a:cubicBezTo>
                    <a:pt x="303" y="138"/>
                    <a:pt x="303" y="138"/>
                    <a:pt x="303" y="138"/>
                  </a:cubicBezTo>
                  <a:cubicBezTo>
                    <a:pt x="334" y="149"/>
                    <a:pt x="334" y="149"/>
                    <a:pt x="334" y="149"/>
                  </a:cubicBezTo>
                  <a:cubicBezTo>
                    <a:pt x="326" y="170"/>
                    <a:pt x="326" y="170"/>
                    <a:pt x="326" y="170"/>
                  </a:cubicBezTo>
                  <a:cubicBezTo>
                    <a:pt x="328" y="171"/>
                    <a:pt x="330" y="172"/>
                    <a:pt x="332" y="173"/>
                  </a:cubicBezTo>
                  <a:cubicBezTo>
                    <a:pt x="346" y="157"/>
                    <a:pt x="346" y="157"/>
                    <a:pt x="346" y="157"/>
                  </a:cubicBezTo>
                  <a:cubicBezTo>
                    <a:pt x="371" y="178"/>
                    <a:pt x="371" y="178"/>
                    <a:pt x="371" y="178"/>
                  </a:cubicBezTo>
                  <a:cubicBezTo>
                    <a:pt x="357" y="194"/>
                    <a:pt x="357" y="194"/>
                    <a:pt x="357" y="194"/>
                  </a:cubicBezTo>
                  <a:cubicBezTo>
                    <a:pt x="359" y="196"/>
                    <a:pt x="360" y="198"/>
                    <a:pt x="362" y="200"/>
                  </a:cubicBezTo>
                  <a:cubicBezTo>
                    <a:pt x="381" y="189"/>
                    <a:pt x="381" y="189"/>
                    <a:pt x="381" y="189"/>
                  </a:cubicBezTo>
                  <a:cubicBezTo>
                    <a:pt x="397" y="217"/>
                    <a:pt x="397" y="217"/>
                    <a:pt x="397" y="217"/>
                  </a:cubicBezTo>
                  <a:cubicBezTo>
                    <a:pt x="378" y="228"/>
                    <a:pt x="378" y="228"/>
                    <a:pt x="378" y="228"/>
                  </a:cubicBezTo>
                  <a:cubicBezTo>
                    <a:pt x="379" y="230"/>
                    <a:pt x="380" y="232"/>
                    <a:pt x="381" y="234"/>
                  </a:cubicBezTo>
                  <a:cubicBezTo>
                    <a:pt x="402" y="231"/>
                    <a:pt x="402" y="231"/>
                    <a:pt x="402" y="231"/>
                  </a:cubicBezTo>
                  <a:cubicBezTo>
                    <a:pt x="408" y="263"/>
                    <a:pt x="408" y="263"/>
                    <a:pt x="408" y="263"/>
                  </a:cubicBezTo>
                  <a:cubicBezTo>
                    <a:pt x="386" y="267"/>
                    <a:pt x="386" y="267"/>
                    <a:pt x="386" y="267"/>
                  </a:cubicBezTo>
                  <a:cubicBezTo>
                    <a:pt x="386" y="268"/>
                    <a:pt x="386" y="269"/>
                    <a:pt x="386" y="2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Gill Sans MT" panose="020B0502020104020203" pitchFamily="34" charset="0"/>
              </a:endParaRPr>
            </a:p>
          </p:txBody>
        </p:sp>
      </p:grpSp>
      <p:sp>
        <p:nvSpPr>
          <p:cNvPr id="182" name="Freeform 30">
            <a:extLst>
              <a:ext uri="{FF2B5EF4-FFF2-40B4-BE49-F238E27FC236}">
                <a16:creationId xmlns:a16="http://schemas.microsoft.com/office/drawing/2014/main" id="{5DCD89AC-5E96-9D4F-6E39-64B7784E4254}"/>
              </a:ext>
            </a:extLst>
          </p:cNvPr>
          <p:cNvSpPr>
            <a:spLocks noEditPoints="1"/>
          </p:cNvSpPr>
          <p:nvPr/>
        </p:nvSpPr>
        <p:spPr bwMode="auto">
          <a:xfrm>
            <a:off x="6262251" y="1685374"/>
            <a:ext cx="727390" cy="722573"/>
          </a:xfrm>
          <a:custGeom>
            <a:avLst/>
            <a:gdLst>
              <a:gd name="T0" fmla="*/ 447 w 447"/>
              <a:gd name="T1" fmla="*/ 210 h 444"/>
              <a:gd name="T2" fmla="*/ 398 w 447"/>
              <a:gd name="T3" fmla="*/ 152 h 444"/>
              <a:gd name="T4" fmla="*/ 371 w 447"/>
              <a:gd name="T5" fmla="*/ 105 h 444"/>
              <a:gd name="T6" fmla="*/ 345 w 447"/>
              <a:gd name="T7" fmla="*/ 34 h 444"/>
              <a:gd name="T8" fmla="*/ 325 w 447"/>
              <a:gd name="T9" fmla="*/ 23 h 444"/>
              <a:gd name="T10" fmla="*/ 250 w 447"/>
              <a:gd name="T11" fmla="*/ 36 h 444"/>
              <a:gd name="T12" fmla="*/ 196 w 447"/>
              <a:gd name="T13" fmla="*/ 36 h 444"/>
              <a:gd name="T14" fmla="*/ 122 w 447"/>
              <a:gd name="T15" fmla="*/ 23 h 444"/>
              <a:gd name="T16" fmla="*/ 101 w 447"/>
              <a:gd name="T17" fmla="*/ 34 h 444"/>
              <a:gd name="T18" fmla="*/ 76 w 447"/>
              <a:gd name="T19" fmla="*/ 105 h 444"/>
              <a:gd name="T20" fmla="*/ 49 w 447"/>
              <a:gd name="T21" fmla="*/ 152 h 444"/>
              <a:gd name="T22" fmla="*/ 0 w 447"/>
              <a:gd name="T23" fmla="*/ 210 h 444"/>
              <a:gd name="T24" fmla="*/ 35 w 447"/>
              <a:gd name="T25" fmla="*/ 227 h 444"/>
              <a:gd name="T26" fmla="*/ 45 w 447"/>
              <a:gd name="T27" fmla="*/ 281 h 444"/>
              <a:gd name="T28" fmla="*/ 45 w 447"/>
              <a:gd name="T29" fmla="*/ 356 h 444"/>
              <a:gd name="T30" fmla="*/ 60 w 447"/>
              <a:gd name="T31" fmla="*/ 374 h 444"/>
              <a:gd name="T32" fmla="*/ 134 w 447"/>
              <a:gd name="T33" fmla="*/ 387 h 444"/>
              <a:gd name="T34" fmla="*/ 185 w 447"/>
              <a:gd name="T35" fmla="*/ 406 h 444"/>
              <a:gd name="T36" fmla="*/ 250 w 447"/>
              <a:gd name="T37" fmla="*/ 444 h 444"/>
              <a:gd name="T38" fmla="*/ 274 w 447"/>
              <a:gd name="T39" fmla="*/ 440 h 444"/>
              <a:gd name="T40" fmla="*/ 322 w 447"/>
              <a:gd name="T41" fmla="*/ 382 h 444"/>
              <a:gd name="T42" fmla="*/ 364 w 447"/>
              <a:gd name="T43" fmla="*/ 347 h 444"/>
              <a:gd name="T44" fmla="*/ 429 w 447"/>
              <a:gd name="T45" fmla="*/ 309 h 444"/>
              <a:gd name="T46" fmla="*/ 437 w 447"/>
              <a:gd name="T47" fmla="*/ 287 h 444"/>
              <a:gd name="T48" fmla="*/ 411 w 447"/>
              <a:gd name="T49" fmla="*/ 222 h 444"/>
              <a:gd name="T50" fmla="*/ 344 w 447"/>
              <a:gd name="T51" fmla="*/ 136 h 444"/>
              <a:gd name="T52" fmla="*/ 209 w 447"/>
              <a:gd name="T53" fmla="*/ 56 h 444"/>
              <a:gd name="T54" fmla="*/ 87 w 447"/>
              <a:gd name="T55" fmla="*/ 127 h 444"/>
              <a:gd name="T56" fmla="*/ 57 w 447"/>
              <a:gd name="T57" fmla="*/ 222 h 444"/>
              <a:gd name="T58" fmla="*/ 75 w 447"/>
              <a:gd name="T59" fmla="*/ 222 h 444"/>
              <a:gd name="T60" fmla="*/ 209 w 447"/>
              <a:gd name="T61" fmla="*/ 388 h 444"/>
              <a:gd name="T62" fmla="*/ 209 w 447"/>
              <a:gd name="T63" fmla="*/ 369 h 444"/>
              <a:gd name="T64" fmla="*/ 209 w 447"/>
              <a:gd name="T65" fmla="*/ 336 h 444"/>
              <a:gd name="T66" fmla="*/ 197 w 447"/>
              <a:gd name="T67" fmla="*/ 334 h 444"/>
              <a:gd name="T68" fmla="*/ 172 w 447"/>
              <a:gd name="T69" fmla="*/ 304 h 444"/>
              <a:gd name="T70" fmla="*/ 151 w 447"/>
              <a:gd name="T71" fmla="*/ 286 h 444"/>
              <a:gd name="T72" fmla="*/ 117 w 447"/>
              <a:gd name="T73" fmla="*/ 267 h 444"/>
              <a:gd name="T74" fmla="*/ 113 w 447"/>
              <a:gd name="T75" fmla="*/ 256 h 444"/>
              <a:gd name="T76" fmla="*/ 126 w 447"/>
              <a:gd name="T77" fmla="*/ 222 h 444"/>
              <a:gd name="T78" fmla="*/ 113 w 447"/>
              <a:gd name="T79" fmla="*/ 188 h 444"/>
              <a:gd name="T80" fmla="*/ 117 w 447"/>
              <a:gd name="T81" fmla="*/ 177 h 444"/>
              <a:gd name="T82" fmla="*/ 151 w 447"/>
              <a:gd name="T83" fmla="*/ 157 h 444"/>
              <a:gd name="T84" fmla="*/ 172 w 447"/>
              <a:gd name="T85" fmla="*/ 139 h 444"/>
              <a:gd name="T86" fmla="*/ 197 w 447"/>
              <a:gd name="T87" fmla="*/ 109 h 444"/>
              <a:gd name="T88" fmla="*/ 209 w 447"/>
              <a:gd name="T89" fmla="*/ 107 h 444"/>
              <a:gd name="T90" fmla="*/ 243 w 447"/>
              <a:gd name="T91" fmla="*/ 127 h 444"/>
              <a:gd name="T92" fmla="*/ 269 w 447"/>
              <a:gd name="T93" fmla="*/ 136 h 444"/>
              <a:gd name="T94" fmla="*/ 308 w 447"/>
              <a:gd name="T95" fmla="*/ 143 h 444"/>
              <a:gd name="T96" fmla="*/ 316 w 447"/>
              <a:gd name="T97" fmla="*/ 152 h 444"/>
              <a:gd name="T98" fmla="*/ 316 w 447"/>
              <a:gd name="T99" fmla="*/ 191 h 444"/>
              <a:gd name="T100" fmla="*/ 320 w 447"/>
              <a:gd name="T101" fmla="*/ 219 h 444"/>
              <a:gd name="T102" fmla="*/ 339 w 447"/>
              <a:gd name="T103" fmla="*/ 228 h 444"/>
              <a:gd name="T104" fmla="*/ 314 w 447"/>
              <a:gd name="T105" fmla="*/ 258 h 444"/>
              <a:gd name="T106" fmla="*/ 300 w 447"/>
              <a:gd name="T107" fmla="*/ 282 h 444"/>
              <a:gd name="T108" fmla="*/ 286 w 447"/>
              <a:gd name="T109" fmla="*/ 319 h 444"/>
              <a:gd name="T110" fmla="*/ 276 w 447"/>
              <a:gd name="T111" fmla="*/ 325 h 444"/>
              <a:gd name="T112" fmla="*/ 237 w 447"/>
              <a:gd name="T113" fmla="*/ 318 h 444"/>
              <a:gd name="T114" fmla="*/ 238 w 447"/>
              <a:gd name="T115" fmla="*/ 369 h 444"/>
              <a:gd name="T116" fmla="*/ 238 w 447"/>
              <a:gd name="T117" fmla="*/ 388 h 444"/>
              <a:gd name="T118" fmla="*/ 371 w 447"/>
              <a:gd name="T119" fmla="*/ 222 h 444"/>
              <a:gd name="T120" fmla="*/ 390 w 447"/>
              <a:gd name="T121" fmla="*/ 222 h 4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47" h="444">
                <a:moveTo>
                  <a:pt x="411" y="222"/>
                </a:moveTo>
                <a:cubicBezTo>
                  <a:pt x="411" y="220"/>
                  <a:pt x="411" y="218"/>
                  <a:pt x="411" y="216"/>
                </a:cubicBezTo>
                <a:cubicBezTo>
                  <a:pt x="447" y="210"/>
                  <a:pt x="447" y="210"/>
                  <a:pt x="447" y="210"/>
                </a:cubicBezTo>
                <a:cubicBezTo>
                  <a:pt x="437" y="157"/>
                  <a:pt x="437" y="157"/>
                  <a:pt x="437" y="157"/>
                </a:cubicBezTo>
                <a:cubicBezTo>
                  <a:pt x="402" y="163"/>
                  <a:pt x="402" y="163"/>
                  <a:pt x="402" y="163"/>
                </a:cubicBezTo>
                <a:cubicBezTo>
                  <a:pt x="401" y="159"/>
                  <a:pt x="399" y="156"/>
                  <a:pt x="398" y="152"/>
                </a:cubicBezTo>
                <a:cubicBezTo>
                  <a:pt x="429" y="134"/>
                  <a:pt x="429" y="134"/>
                  <a:pt x="429" y="134"/>
                </a:cubicBezTo>
                <a:cubicBezTo>
                  <a:pt x="402" y="87"/>
                  <a:pt x="402" y="87"/>
                  <a:pt x="402" y="87"/>
                </a:cubicBezTo>
                <a:cubicBezTo>
                  <a:pt x="371" y="105"/>
                  <a:pt x="371" y="105"/>
                  <a:pt x="371" y="105"/>
                </a:cubicBezTo>
                <a:cubicBezTo>
                  <a:pt x="369" y="102"/>
                  <a:pt x="366" y="100"/>
                  <a:pt x="364" y="97"/>
                </a:cubicBezTo>
                <a:cubicBezTo>
                  <a:pt x="387" y="69"/>
                  <a:pt x="387" y="69"/>
                  <a:pt x="387" y="69"/>
                </a:cubicBezTo>
                <a:cubicBezTo>
                  <a:pt x="345" y="34"/>
                  <a:pt x="345" y="34"/>
                  <a:pt x="345" y="34"/>
                </a:cubicBezTo>
                <a:cubicBezTo>
                  <a:pt x="322" y="62"/>
                  <a:pt x="322" y="62"/>
                  <a:pt x="322" y="62"/>
                </a:cubicBezTo>
                <a:cubicBezTo>
                  <a:pt x="319" y="60"/>
                  <a:pt x="316" y="58"/>
                  <a:pt x="312" y="56"/>
                </a:cubicBezTo>
                <a:cubicBezTo>
                  <a:pt x="325" y="23"/>
                  <a:pt x="325" y="23"/>
                  <a:pt x="325" y="23"/>
                </a:cubicBezTo>
                <a:cubicBezTo>
                  <a:pt x="274" y="4"/>
                  <a:pt x="274" y="4"/>
                  <a:pt x="274" y="4"/>
                </a:cubicBezTo>
                <a:cubicBezTo>
                  <a:pt x="261" y="38"/>
                  <a:pt x="261" y="38"/>
                  <a:pt x="261" y="38"/>
                </a:cubicBezTo>
                <a:cubicBezTo>
                  <a:pt x="258" y="37"/>
                  <a:pt x="254" y="36"/>
                  <a:pt x="250" y="36"/>
                </a:cubicBezTo>
                <a:cubicBezTo>
                  <a:pt x="250" y="0"/>
                  <a:pt x="250" y="0"/>
                  <a:pt x="250" y="0"/>
                </a:cubicBezTo>
                <a:cubicBezTo>
                  <a:pt x="196" y="0"/>
                  <a:pt x="196" y="0"/>
                  <a:pt x="196" y="0"/>
                </a:cubicBezTo>
                <a:cubicBezTo>
                  <a:pt x="196" y="36"/>
                  <a:pt x="196" y="36"/>
                  <a:pt x="196" y="36"/>
                </a:cubicBezTo>
                <a:cubicBezTo>
                  <a:pt x="192" y="36"/>
                  <a:pt x="189" y="37"/>
                  <a:pt x="185" y="38"/>
                </a:cubicBezTo>
                <a:cubicBezTo>
                  <a:pt x="173" y="4"/>
                  <a:pt x="173" y="4"/>
                  <a:pt x="173" y="4"/>
                </a:cubicBezTo>
                <a:cubicBezTo>
                  <a:pt x="122" y="23"/>
                  <a:pt x="122" y="23"/>
                  <a:pt x="122" y="23"/>
                </a:cubicBezTo>
                <a:cubicBezTo>
                  <a:pt x="134" y="56"/>
                  <a:pt x="134" y="56"/>
                  <a:pt x="134" y="56"/>
                </a:cubicBezTo>
                <a:cubicBezTo>
                  <a:pt x="131" y="58"/>
                  <a:pt x="128" y="60"/>
                  <a:pt x="124" y="62"/>
                </a:cubicBezTo>
                <a:cubicBezTo>
                  <a:pt x="101" y="34"/>
                  <a:pt x="101" y="34"/>
                  <a:pt x="101" y="34"/>
                </a:cubicBezTo>
                <a:cubicBezTo>
                  <a:pt x="60" y="69"/>
                  <a:pt x="60" y="69"/>
                  <a:pt x="60" y="69"/>
                </a:cubicBezTo>
                <a:cubicBezTo>
                  <a:pt x="83" y="97"/>
                  <a:pt x="83" y="97"/>
                  <a:pt x="83" y="97"/>
                </a:cubicBezTo>
                <a:cubicBezTo>
                  <a:pt x="80" y="100"/>
                  <a:pt x="78" y="102"/>
                  <a:pt x="76" y="105"/>
                </a:cubicBezTo>
                <a:cubicBezTo>
                  <a:pt x="45" y="87"/>
                  <a:pt x="45" y="87"/>
                  <a:pt x="45" y="87"/>
                </a:cubicBezTo>
                <a:cubicBezTo>
                  <a:pt x="18" y="134"/>
                  <a:pt x="18" y="134"/>
                  <a:pt x="18" y="134"/>
                </a:cubicBezTo>
                <a:cubicBezTo>
                  <a:pt x="49" y="152"/>
                  <a:pt x="49" y="152"/>
                  <a:pt x="49" y="152"/>
                </a:cubicBezTo>
                <a:cubicBezTo>
                  <a:pt x="47" y="156"/>
                  <a:pt x="46" y="159"/>
                  <a:pt x="45" y="163"/>
                </a:cubicBezTo>
                <a:cubicBezTo>
                  <a:pt x="9" y="157"/>
                  <a:pt x="9" y="157"/>
                  <a:pt x="9" y="157"/>
                </a:cubicBezTo>
                <a:cubicBezTo>
                  <a:pt x="0" y="210"/>
                  <a:pt x="0" y="210"/>
                  <a:pt x="0" y="210"/>
                </a:cubicBezTo>
                <a:cubicBezTo>
                  <a:pt x="35" y="216"/>
                  <a:pt x="35" y="216"/>
                  <a:pt x="35" y="216"/>
                </a:cubicBezTo>
                <a:cubicBezTo>
                  <a:pt x="35" y="218"/>
                  <a:pt x="35" y="220"/>
                  <a:pt x="35" y="222"/>
                </a:cubicBezTo>
                <a:cubicBezTo>
                  <a:pt x="35" y="224"/>
                  <a:pt x="35" y="226"/>
                  <a:pt x="35" y="227"/>
                </a:cubicBezTo>
                <a:cubicBezTo>
                  <a:pt x="0" y="234"/>
                  <a:pt x="0" y="234"/>
                  <a:pt x="0" y="234"/>
                </a:cubicBezTo>
                <a:cubicBezTo>
                  <a:pt x="9" y="287"/>
                  <a:pt x="9" y="287"/>
                  <a:pt x="9" y="287"/>
                </a:cubicBezTo>
                <a:cubicBezTo>
                  <a:pt x="45" y="281"/>
                  <a:pt x="45" y="281"/>
                  <a:pt x="45" y="281"/>
                </a:cubicBezTo>
                <a:cubicBezTo>
                  <a:pt x="46" y="284"/>
                  <a:pt x="47" y="288"/>
                  <a:pt x="49" y="291"/>
                </a:cubicBezTo>
                <a:cubicBezTo>
                  <a:pt x="18" y="309"/>
                  <a:pt x="18" y="309"/>
                  <a:pt x="18" y="309"/>
                </a:cubicBezTo>
                <a:cubicBezTo>
                  <a:pt x="45" y="356"/>
                  <a:pt x="45" y="356"/>
                  <a:pt x="45" y="356"/>
                </a:cubicBezTo>
                <a:cubicBezTo>
                  <a:pt x="76" y="338"/>
                  <a:pt x="76" y="338"/>
                  <a:pt x="76" y="338"/>
                </a:cubicBezTo>
                <a:cubicBezTo>
                  <a:pt x="78" y="341"/>
                  <a:pt x="80" y="344"/>
                  <a:pt x="83" y="347"/>
                </a:cubicBezTo>
                <a:cubicBezTo>
                  <a:pt x="60" y="374"/>
                  <a:pt x="60" y="374"/>
                  <a:pt x="60" y="374"/>
                </a:cubicBezTo>
                <a:cubicBezTo>
                  <a:pt x="101" y="409"/>
                  <a:pt x="101" y="409"/>
                  <a:pt x="101" y="409"/>
                </a:cubicBezTo>
                <a:cubicBezTo>
                  <a:pt x="124" y="382"/>
                  <a:pt x="124" y="382"/>
                  <a:pt x="124" y="382"/>
                </a:cubicBezTo>
                <a:cubicBezTo>
                  <a:pt x="128" y="384"/>
                  <a:pt x="131" y="386"/>
                  <a:pt x="134" y="387"/>
                </a:cubicBezTo>
                <a:cubicBezTo>
                  <a:pt x="122" y="421"/>
                  <a:pt x="122" y="421"/>
                  <a:pt x="122" y="421"/>
                </a:cubicBezTo>
                <a:cubicBezTo>
                  <a:pt x="173" y="440"/>
                  <a:pt x="173" y="440"/>
                  <a:pt x="173" y="440"/>
                </a:cubicBezTo>
                <a:cubicBezTo>
                  <a:pt x="185" y="406"/>
                  <a:pt x="185" y="406"/>
                  <a:pt x="185" y="406"/>
                </a:cubicBezTo>
                <a:cubicBezTo>
                  <a:pt x="189" y="407"/>
                  <a:pt x="192" y="407"/>
                  <a:pt x="196" y="408"/>
                </a:cubicBezTo>
                <a:cubicBezTo>
                  <a:pt x="196" y="444"/>
                  <a:pt x="196" y="444"/>
                  <a:pt x="196" y="444"/>
                </a:cubicBezTo>
                <a:cubicBezTo>
                  <a:pt x="250" y="444"/>
                  <a:pt x="250" y="444"/>
                  <a:pt x="250" y="444"/>
                </a:cubicBezTo>
                <a:cubicBezTo>
                  <a:pt x="250" y="408"/>
                  <a:pt x="250" y="408"/>
                  <a:pt x="250" y="408"/>
                </a:cubicBezTo>
                <a:cubicBezTo>
                  <a:pt x="254" y="407"/>
                  <a:pt x="258" y="407"/>
                  <a:pt x="261" y="406"/>
                </a:cubicBezTo>
                <a:cubicBezTo>
                  <a:pt x="274" y="440"/>
                  <a:pt x="274" y="440"/>
                  <a:pt x="274" y="440"/>
                </a:cubicBezTo>
                <a:cubicBezTo>
                  <a:pt x="325" y="421"/>
                  <a:pt x="325" y="421"/>
                  <a:pt x="325" y="421"/>
                </a:cubicBezTo>
                <a:cubicBezTo>
                  <a:pt x="312" y="387"/>
                  <a:pt x="312" y="387"/>
                  <a:pt x="312" y="387"/>
                </a:cubicBezTo>
                <a:cubicBezTo>
                  <a:pt x="316" y="386"/>
                  <a:pt x="319" y="384"/>
                  <a:pt x="322" y="382"/>
                </a:cubicBezTo>
                <a:cubicBezTo>
                  <a:pt x="345" y="409"/>
                  <a:pt x="345" y="409"/>
                  <a:pt x="345" y="409"/>
                </a:cubicBezTo>
                <a:cubicBezTo>
                  <a:pt x="387" y="374"/>
                  <a:pt x="387" y="374"/>
                  <a:pt x="387" y="374"/>
                </a:cubicBezTo>
                <a:cubicBezTo>
                  <a:pt x="364" y="347"/>
                  <a:pt x="364" y="347"/>
                  <a:pt x="364" y="347"/>
                </a:cubicBezTo>
                <a:cubicBezTo>
                  <a:pt x="366" y="344"/>
                  <a:pt x="368" y="341"/>
                  <a:pt x="371" y="338"/>
                </a:cubicBezTo>
                <a:cubicBezTo>
                  <a:pt x="402" y="356"/>
                  <a:pt x="402" y="356"/>
                  <a:pt x="402" y="356"/>
                </a:cubicBezTo>
                <a:cubicBezTo>
                  <a:pt x="429" y="309"/>
                  <a:pt x="429" y="309"/>
                  <a:pt x="429" y="309"/>
                </a:cubicBezTo>
                <a:cubicBezTo>
                  <a:pt x="398" y="291"/>
                  <a:pt x="398" y="291"/>
                  <a:pt x="398" y="291"/>
                </a:cubicBezTo>
                <a:cubicBezTo>
                  <a:pt x="399" y="288"/>
                  <a:pt x="401" y="284"/>
                  <a:pt x="402" y="281"/>
                </a:cubicBezTo>
                <a:cubicBezTo>
                  <a:pt x="437" y="287"/>
                  <a:pt x="437" y="287"/>
                  <a:pt x="437" y="287"/>
                </a:cubicBezTo>
                <a:cubicBezTo>
                  <a:pt x="447" y="234"/>
                  <a:pt x="447" y="234"/>
                  <a:pt x="447" y="234"/>
                </a:cubicBezTo>
                <a:cubicBezTo>
                  <a:pt x="411" y="227"/>
                  <a:pt x="411" y="227"/>
                  <a:pt x="411" y="227"/>
                </a:cubicBezTo>
                <a:cubicBezTo>
                  <a:pt x="411" y="226"/>
                  <a:pt x="411" y="224"/>
                  <a:pt x="411" y="222"/>
                </a:cubicBezTo>
                <a:close/>
                <a:moveTo>
                  <a:pt x="238" y="56"/>
                </a:moveTo>
                <a:cubicBezTo>
                  <a:pt x="288" y="60"/>
                  <a:pt x="332" y="87"/>
                  <a:pt x="360" y="127"/>
                </a:cubicBezTo>
                <a:cubicBezTo>
                  <a:pt x="344" y="136"/>
                  <a:pt x="344" y="136"/>
                  <a:pt x="344" y="136"/>
                </a:cubicBezTo>
                <a:cubicBezTo>
                  <a:pt x="320" y="102"/>
                  <a:pt x="281" y="78"/>
                  <a:pt x="238" y="74"/>
                </a:cubicBezTo>
                <a:lnTo>
                  <a:pt x="238" y="56"/>
                </a:lnTo>
                <a:close/>
                <a:moveTo>
                  <a:pt x="209" y="56"/>
                </a:moveTo>
                <a:cubicBezTo>
                  <a:pt x="209" y="74"/>
                  <a:pt x="209" y="74"/>
                  <a:pt x="209" y="74"/>
                </a:cubicBezTo>
                <a:cubicBezTo>
                  <a:pt x="165" y="78"/>
                  <a:pt x="127" y="102"/>
                  <a:pt x="103" y="136"/>
                </a:cubicBezTo>
                <a:cubicBezTo>
                  <a:pt x="87" y="127"/>
                  <a:pt x="87" y="127"/>
                  <a:pt x="87" y="127"/>
                </a:cubicBezTo>
                <a:cubicBezTo>
                  <a:pt x="114" y="87"/>
                  <a:pt x="158" y="60"/>
                  <a:pt x="209" y="56"/>
                </a:cubicBezTo>
                <a:close/>
                <a:moveTo>
                  <a:pt x="73" y="292"/>
                </a:moveTo>
                <a:cubicBezTo>
                  <a:pt x="63" y="271"/>
                  <a:pt x="57" y="247"/>
                  <a:pt x="57" y="222"/>
                </a:cubicBezTo>
                <a:cubicBezTo>
                  <a:pt x="57" y="197"/>
                  <a:pt x="63" y="173"/>
                  <a:pt x="73" y="151"/>
                </a:cubicBezTo>
                <a:cubicBezTo>
                  <a:pt x="88" y="160"/>
                  <a:pt x="88" y="160"/>
                  <a:pt x="88" y="160"/>
                </a:cubicBezTo>
                <a:cubicBezTo>
                  <a:pt x="80" y="179"/>
                  <a:pt x="75" y="200"/>
                  <a:pt x="75" y="222"/>
                </a:cubicBezTo>
                <a:cubicBezTo>
                  <a:pt x="75" y="244"/>
                  <a:pt x="80" y="265"/>
                  <a:pt x="88" y="283"/>
                </a:cubicBezTo>
                <a:lnTo>
                  <a:pt x="73" y="292"/>
                </a:lnTo>
                <a:close/>
                <a:moveTo>
                  <a:pt x="209" y="388"/>
                </a:moveTo>
                <a:cubicBezTo>
                  <a:pt x="158" y="383"/>
                  <a:pt x="114" y="356"/>
                  <a:pt x="87" y="317"/>
                </a:cubicBezTo>
                <a:cubicBezTo>
                  <a:pt x="103" y="308"/>
                  <a:pt x="103" y="308"/>
                  <a:pt x="103" y="308"/>
                </a:cubicBezTo>
                <a:cubicBezTo>
                  <a:pt x="127" y="342"/>
                  <a:pt x="165" y="365"/>
                  <a:pt x="209" y="369"/>
                </a:cubicBezTo>
                <a:lnTo>
                  <a:pt x="209" y="388"/>
                </a:lnTo>
                <a:close/>
                <a:moveTo>
                  <a:pt x="237" y="336"/>
                </a:moveTo>
                <a:cubicBezTo>
                  <a:pt x="209" y="336"/>
                  <a:pt x="209" y="336"/>
                  <a:pt x="209" y="336"/>
                </a:cubicBezTo>
                <a:cubicBezTo>
                  <a:pt x="209" y="318"/>
                  <a:pt x="209" y="318"/>
                  <a:pt x="209" y="318"/>
                </a:cubicBezTo>
                <a:cubicBezTo>
                  <a:pt x="207" y="318"/>
                  <a:pt x="205" y="317"/>
                  <a:pt x="204" y="317"/>
                </a:cubicBezTo>
                <a:cubicBezTo>
                  <a:pt x="197" y="334"/>
                  <a:pt x="197" y="334"/>
                  <a:pt x="197" y="334"/>
                </a:cubicBezTo>
                <a:cubicBezTo>
                  <a:pt x="171" y="325"/>
                  <a:pt x="171" y="325"/>
                  <a:pt x="171" y="325"/>
                </a:cubicBezTo>
                <a:cubicBezTo>
                  <a:pt x="177" y="307"/>
                  <a:pt x="177" y="307"/>
                  <a:pt x="177" y="307"/>
                </a:cubicBezTo>
                <a:cubicBezTo>
                  <a:pt x="176" y="306"/>
                  <a:pt x="174" y="305"/>
                  <a:pt x="172" y="304"/>
                </a:cubicBezTo>
                <a:cubicBezTo>
                  <a:pt x="160" y="319"/>
                  <a:pt x="160" y="319"/>
                  <a:pt x="160" y="319"/>
                </a:cubicBezTo>
                <a:cubicBezTo>
                  <a:pt x="139" y="301"/>
                  <a:pt x="139" y="301"/>
                  <a:pt x="139" y="301"/>
                </a:cubicBezTo>
                <a:cubicBezTo>
                  <a:pt x="151" y="286"/>
                  <a:pt x="151" y="286"/>
                  <a:pt x="151" y="286"/>
                </a:cubicBezTo>
                <a:cubicBezTo>
                  <a:pt x="149" y="285"/>
                  <a:pt x="148" y="284"/>
                  <a:pt x="147" y="282"/>
                </a:cubicBezTo>
                <a:cubicBezTo>
                  <a:pt x="131" y="291"/>
                  <a:pt x="131" y="291"/>
                  <a:pt x="131" y="291"/>
                </a:cubicBezTo>
                <a:cubicBezTo>
                  <a:pt x="117" y="267"/>
                  <a:pt x="117" y="267"/>
                  <a:pt x="117" y="267"/>
                </a:cubicBezTo>
                <a:cubicBezTo>
                  <a:pt x="133" y="258"/>
                  <a:pt x="133" y="258"/>
                  <a:pt x="133" y="258"/>
                </a:cubicBezTo>
                <a:cubicBezTo>
                  <a:pt x="132" y="256"/>
                  <a:pt x="132" y="254"/>
                  <a:pt x="131" y="252"/>
                </a:cubicBezTo>
                <a:cubicBezTo>
                  <a:pt x="113" y="256"/>
                  <a:pt x="113" y="256"/>
                  <a:pt x="113" y="256"/>
                </a:cubicBezTo>
                <a:cubicBezTo>
                  <a:pt x="108" y="228"/>
                  <a:pt x="108" y="228"/>
                  <a:pt x="108" y="228"/>
                </a:cubicBezTo>
                <a:cubicBezTo>
                  <a:pt x="126" y="225"/>
                  <a:pt x="126" y="225"/>
                  <a:pt x="126" y="225"/>
                </a:cubicBezTo>
                <a:cubicBezTo>
                  <a:pt x="126" y="224"/>
                  <a:pt x="126" y="223"/>
                  <a:pt x="126" y="222"/>
                </a:cubicBezTo>
                <a:cubicBezTo>
                  <a:pt x="126" y="221"/>
                  <a:pt x="126" y="220"/>
                  <a:pt x="126" y="219"/>
                </a:cubicBezTo>
                <a:cubicBezTo>
                  <a:pt x="108" y="216"/>
                  <a:pt x="108" y="216"/>
                  <a:pt x="108" y="216"/>
                </a:cubicBezTo>
                <a:cubicBezTo>
                  <a:pt x="113" y="188"/>
                  <a:pt x="113" y="188"/>
                  <a:pt x="113" y="188"/>
                </a:cubicBezTo>
                <a:cubicBezTo>
                  <a:pt x="131" y="191"/>
                  <a:pt x="131" y="191"/>
                  <a:pt x="131" y="191"/>
                </a:cubicBezTo>
                <a:cubicBezTo>
                  <a:pt x="132" y="189"/>
                  <a:pt x="132" y="188"/>
                  <a:pt x="133" y="186"/>
                </a:cubicBezTo>
                <a:cubicBezTo>
                  <a:pt x="117" y="177"/>
                  <a:pt x="117" y="177"/>
                  <a:pt x="117" y="177"/>
                </a:cubicBezTo>
                <a:cubicBezTo>
                  <a:pt x="131" y="152"/>
                  <a:pt x="131" y="152"/>
                  <a:pt x="131" y="152"/>
                </a:cubicBezTo>
                <a:cubicBezTo>
                  <a:pt x="147" y="162"/>
                  <a:pt x="147" y="162"/>
                  <a:pt x="147" y="162"/>
                </a:cubicBezTo>
                <a:cubicBezTo>
                  <a:pt x="148" y="160"/>
                  <a:pt x="149" y="159"/>
                  <a:pt x="151" y="157"/>
                </a:cubicBezTo>
                <a:cubicBezTo>
                  <a:pt x="139" y="143"/>
                  <a:pt x="139" y="143"/>
                  <a:pt x="139" y="143"/>
                </a:cubicBezTo>
                <a:cubicBezTo>
                  <a:pt x="160" y="125"/>
                  <a:pt x="160" y="125"/>
                  <a:pt x="160" y="125"/>
                </a:cubicBezTo>
                <a:cubicBezTo>
                  <a:pt x="172" y="139"/>
                  <a:pt x="172" y="139"/>
                  <a:pt x="172" y="139"/>
                </a:cubicBezTo>
                <a:cubicBezTo>
                  <a:pt x="174" y="138"/>
                  <a:pt x="176" y="137"/>
                  <a:pt x="177" y="136"/>
                </a:cubicBezTo>
                <a:cubicBezTo>
                  <a:pt x="171" y="119"/>
                  <a:pt x="171" y="119"/>
                  <a:pt x="171" y="119"/>
                </a:cubicBezTo>
                <a:cubicBezTo>
                  <a:pt x="197" y="109"/>
                  <a:pt x="197" y="109"/>
                  <a:pt x="197" y="109"/>
                </a:cubicBezTo>
                <a:cubicBezTo>
                  <a:pt x="204" y="127"/>
                  <a:pt x="204" y="127"/>
                  <a:pt x="204" y="127"/>
                </a:cubicBezTo>
                <a:cubicBezTo>
                  <a:pt x="205" y="126"/>
                  <a:pt x="207" y="126"/>
                  <a:pt x="209" y="126"/>
                </a:cubicBezTo>
                <a:cubicBezTo>
                  <a:pt x="209" y="107"/>
                  <a:pt x="209" y="107"/>
                  <a:pt x="209" y="107"/>
                </a:cubicBezTo>
                <a:cubicBezTo>
                  <a:pt x="237" y="107"/>
                  <a:pt x="237" y="107"/>
                  <a:pt x="237" y="107"/>
                </a:cubicBezTo>
                <a:cubicBezTo>
                  <a:pt x="237" y="126"/>
                  <a:pt x="237" y="126"/>
                  <a:pt x="237" y="126"/>
                </a:cubicBezTo>
                <a:cubicBezTo>
                  <a:pt x="239" y="126"/>
                  <a:pt x="241" y="126"/>
                  <a:pt x="243" y="127"/>
                </a:cubicBezTo>
                <a:cubicBezTo>
                  <a:pt x="249" y="109"/>
                  <a:pt x="249" y="109"/>
                  <a:pt x="249" y="109"/>
                </a:cubicBezTo>
                <a:cubicBezTo>
                  <a:pt x="276" y="119"/>
                  <a:pt x="276" y="119"/>
                  <a:pt x="276" y="119"/>
                </a:cubicBezTo>
                <a:cubicBezTo>
                  <a:pt x="269" y="136"/>
                  <a:pt x="269" y="136"/>
                  <a:pt x="269" y="136"/>
                </a:cubicBezTo>
                <a:cubicBezTo>
                  <a:pt x="271" y="137"/>
                  <a:pt x="273" y="138"/>
                  <a:pt x="274" y="139"/>
                </a:cubicBezTo>
                <a:cubicBezTo>
                  <a:pt x="286" y="125"/>
                  <a:pt x="286" y="125"/>
                  <a:pt x="286" y="125"/>
                </a:cubicBezTo>
                <a:cubicBezTo>
                  <a:pt x="308" y="143"/>
                  <a:pt x="308" y="143"/>
                  <a:pt x="308" y="143"/>
                </a:cubicBezTo>
                <a:cubicBezTo>
                  <a:pt x="296" y="157"/>
                  <a:pt x="296" y="157"/>
                  <a:pt x="296" y="157"/>
                </a:cubicBezTo>
                <a:cubicBezTo>
                  <a:pt x="297" y="159"/>
                  <a:pt x="298" y="160"/>
                  <a:pt x="300" y="162"/>
                </a:cubicBezTo>
                <a:cubicBezTo>
                  <a:pt x="316" y="152"/>
                  <a:pt x="316" y="152"/>
                  <a:pt x="316" y="152"/>
                </a:cubicBezTo>
                <a:cubicBezTo>
                  <a:pt x="330" y="177"/>
                  <a:pt x="330" y="177"/>
                  <a:pt x="330" y="177"/>
                </a:cubicBezTo>
                <a:cubicBezTo>
                  <a:pt x="314" y="186"/>
                  <a:pt x="314" y="186"/>
                  <a:pt x="314" y="186"/>
                </a:cubicBezTo>
                <a:cubicBezTo>
                  <a:pt x="314" y="188"/>
                  <a:pt x="315" y="189"/>
                  <a:pt x="316" y="191"/>
                </a:cubicBezTo>
                <a:cubicBezTo>
                  <a:pt x="334" y="188"/>
                  <a:pt x="334" y="188"/>
                  <a:pt x="334" y="188"/>
                </a:cubicBezTo>
                <a:cubicBezTo>
                  <a:pt x="339" y="216"/>
                  <a:pt x="339" y="216"/>
                  <a:pt x="339" y="216"/>
                </a:cubicBezTo>
                <a:cubicBezTo>
                  <a:pt x="320" y="219"/>
                  <a:pt x="320" y="219"/>
                  <a:pt x="320" y="219"/>
                </a:cubicBezTo>
                <a:cubicBezTo>
                  <a:pt x="320" y="220"/>
                  <a:pt x="320" y="221"/>
                  <a:pt x="320" y="222"/>
                </a:cubicBezTo>
                <a:cubicBezTo>
                  <a:pt x="320" y="223"/>
                  <a:pt x="320" y="224"/>
                  <a:pt x="320" y="225"/>
                </a:cubicBezTo>
                <a:cubicBezTo>
                  <a:pt x="339" y="228"/>
                  <a:pt x="339" y="228"/>
                  <a:pt x="339" y="228"/>
                </a:cubicBezTo>
                <a:cubicBezTo>
                  <a:pt x="334" y="256"/>
                  <a:pt x="334" y="256"/>
                  <a:pt x="334" y="256"/>
                </a:cubicBezTo>
                <a:cubicBezTo>
                  <a:pt x="316" y="252"/>
                  <a:pt x="316" y="252"/>
                  <a:pt x="316" y="252"/>
                </a:cubicBezTo>
                <a:cubicBezTo>
                  <a:pt x="315" y="254"/>
                  <a:pt x="314" y="256"/>
                  <a:pt x="314" y="258"/>
                </a:cubicBezTo>
                <a:cubicBezTo>
                  <a:pt x="330" y="267"/>
                  <a:pt x="330" y="267"/>
                  <a:pt x="330" y="267"/>
                </a:cubicBezTo>
                <a:cubicBezTo>
                  <a:pt x="316" y="291"/>
                  <a:pt x="316" y="291"/>
                  <a:pt x="316" y="291"/>
                </a:cubicBezTo>
                <a:cubicBezTo>
                  <a:pt x="300" y="282"/>
                  <a:pt x="300" y="282"/>
                  <a:pt x="300" y="282"/>
                </a:cubicBezTo>
                <a:cubicBezTo>
                  <a:pt x="298" y="284"/>
                  <a:pt x="297" y="285"/>
                  <a:pt x="296" y="286"/>
                </a:cubicBezTo>
                <a:cubicBezTo>
                  <a:pt x="308" y="301"/>
                  <a:pt x="308" y="301"/>
                  <a:pt x="308" y="301"/>
                </a:cubicBezTo>
                <a:cubicBezTo>
                  <a:pt x="286" y="319"/>
                  <a:pt x="286" y="319"/>
                  <a:pt x="286" y="319"/>
                </a:cubicBezTo>
                <a:cubicBezTo>
                  <a:pt x="274" y="304"/>
                  <a:pt x="274" y="304"/>
                  <a:pt x="274" y="304"/>
                </a:cubicBezTo>
                <a:cubicBezTo>
                  <a:pt x="273" y="305"/>
                  <a:pt x="271" y="306"/>
                  <a:pt x="269" y="307"/>
                </a:cubicBezTo>
                <a:cubicBezTo>
                  <a:pt x="276" y="325"/>
                  <a:pt x="276" y="325"/>
                  <a:pt x="276" y="325"/>
                </a:cubicBezTo>
                <a:cubicBezTo>
                  <a:pt x="249" y="334"/>
                  <a:pt x="249" y="334"/>
                  <a:pt x="249" y="334"/>
                </a:cubicBezTo>
                <a:cubicBezTo>
                  <a:pt x="243" y="317"/>
                  <a:pt x="243" y="317"/>
                  <a:pt x="243" y="317"/>
                </a:cubicBezTo>
                <a:cubicBezTo>
                  <a:pt x="241" y="317"/>
                  <a:pt x="239" y="318"/>
                  <a:pt x="237" y="318"/>
                </a:cubicBezTo>
                <a:lnTo>
                  <a:pt x="237" y="336"/>
                </a:lnTo>
                <a:close/>
                <a:moveTo>
                  <a:pt x="238" y="388"/>
                </a:moveTo>
                <a:cubicBezTo>
                  <a:pt x="238" y="369"/>
                  <a:pt x="238" y="369"/>
                  <a:pt x="238" y="369"/>
                </a:cubicBezTo>
                <a:cubicBezTo>
                  <a:pt x="281" y="365"/>
                  <a:pt x="320" y="342"/>
                  <a:pt x="344" y="308"/>
                </a:cubicBezTo>
                <a:cubicBezTo>
                  <a:pt x="360" y="317"/>
                  <a:pt x="360" y="317"/>
                  <a:pt x="360" y="317"/>
                </a:cubicBezTo>
                <a:cubicBezTo>
                  <a:pt x="332" y="356"/>
                  <a:pt x="288" y="383"/>
                  <a:pt x="238" y="388"/>
                </a:cubicBezTo>
                <a:close/>
                <a:moveTo>
                  <a:pt x="374" y="292"/>
                </a:moveTo>
                <a:cubicBezTo>
                  <a:pt x="358" y="283"/>
                  <a:pt x="358" y="283"/>
                  <a:pt x="358" y="283"/>
                </a:cubicBezTo>
                <a:cubicBezTo>
                  <a:pt x="367" y="265"/>
                  <a:pt x="371" y="244"/>
                  <a:pt x="371" y="222"/>
                </a:cubicBezTo>
                <a:cubicBezTo>
                  <a:pt x="371" y="200"/>
                  <a:pt x="367" y="179"/>
                  <a:pt x="358" y="160"/>
                </a:cubicBezTo>
                <a:cubicBezTo>
                  <a:pt x="374" y="151"/>
                  <a:pt x="374" y="151"/>
                  <a:pt x="374" y="151"/>
                </a:cubicBezTo>
                <a:cubicBezTo>
                  <a:pt x="384" y="173"/>
                  <a:pt x="390" y="197"/>
                  <a:pt x="390" y="222"/>
                </a:cubicBezTo>
                <a:cubicBezTo>
                  <a:pt x="390" y="247"/>
                  <a:pt x="384" y="271"/>
                  <a:pt x="374" y="292"/>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Gill Sans MT" panose="020B0502020104020203" pitchFamily="34" charset="0"/>
            </a:endParaRPr>
          </a:p>
        </p:txBody>
      </p:sp>
      <p:sp>
        <p:nvSpPr>
          <p:cNvPr id="183" name="Freeform 31">
            <a:extLst>
              <a:ext uri="{FF2B5EF4-FFF2-40B4-BE49-F238E27FC236}">
                <a16:creationId xmlns:a16="http://schemas.microsoft.com/office/drawing/2014/main" id="{BA1EEF8A-3E31-2B35-000B-11464652654E}"/>
              </a:ext>
            </a:extLst>
          </p:cNvPr>
          <p:cNvSpPr>
            <a:spLocks noEditPoints="1"/>
          </p:cNvSpPr>
          <p:nvPr/>
        </p:nvSpPr>
        <p:spPr bwMode="auto">
          <a:xfrm>
            <a:off x="5671118" y="4052660"/>
            <a:ext cx="727390" cy="722573"/>
          </a:xfrm>
          <a:custGeom>
            <a:avLst/>
            <a:gdLst>
              <a:gd name="T0" fmla="*/ 437 w 447"/>
              <a:gd name="T1" fmla="*/ 157 h 444"/>
              <a:gd name="T2" fmla="*/ 402 w 447"/>
              <a:gd name="T3" fmla="*/ 88 h 444"/>
              <a:gd name="T4" fmla="*/ 346 w 447"/>
              <a:gd name="T5" fmla="*/ 35 h 444"/>
              <a:gd name="T6" fmla="*/ 274 w 447"/>
              <a:gd name="T7" fmla="*/ 4 h 444"/>
              <a:gd name="T8" fmla="*/ 197 w 447"/>
              <a:gd name="T9" fmla="*/ 0 h 444"/>
              <a:gd name="T10" fmla="*/ 122 w 447"/>
              <a:gd name="T11" fmla="*/ 23 h 444"/>
              <a:gd name="T12" fmla="*/ 60 w 447"/>
              <a:gd name="T13" fmla="*/ 70 h 444"/>
              <a:gd name="T14" fmla="*/ 18 w 447"/>
              <a:gd name="T15" fmla="*/ 135 h 444"/>
              <a:gd name="T16" fmla="*/ 0 w 447"/>
              <a:gd name="T17" fmla="*/ 210 h 444"/>
              <a:gd name="T18" fmla="*/ 0 w 447"/>
              <a:gd name="T19" fmla="*/ 234 h 444"/>
              <a:gd name="T20" fmla="*/ 18 w 447"/>
              <a:gd name="T21" fmla="*/ 310 h 444"/>
              <a:gd name="T22" fmla="*/ 60 w 447"/>
              <a:gd name="T23" fmla="*/ 375 h 444"/>
              <a:gd name="T24" fmla="*/ 122 w 447"/>
              <a:gd name="T25" fmla="*/ 421 h 444"/>
              <a:gd name="T26" fmla="*/ 197 w 447"/>
              <a:gd name="T27" fmla="*/ 444 h 444"/>
              <a:gd name="T28" fmla="*/ 274 w 447"/>
              <a:gd name="T29" fmla="*/ 440 h 444"/>
              <a:gd name="T30" fmla="*/ 346 w 447"/>
              <a:gd name="T31" fmla="*/ 410 h 444"/>
              <a:gd name="T32" fmla="*/ 402 w 447"/>
              <a:gd name="T33" fmla="*/ 357 h 444"/>
              <a:gd name="T34" fmla="*/ 437 w 447"/>
              <a:gd name="T35" fmla="*/ 287 h 444"/>
              <a:gd name="T36" fmla="*/ 238 w 447"/>
              <a:gd name="T37" fmla="*/ 56 h 444"/>
              <a:gd name="T38" fmla="*/ 238 w 447"/>
              <a:gd name="T39" fmla="*/ 56 h 444"/>
              <a:gd name="T40" fmla="*/ 314 w 447"/>
              <a:gd name="T41" fmla="*/ 258 h 444"/>
              <a:gd name="T42" fmla="*/ 296 w 447"/>
              <a:gd name="T43" fmla="*/ 287 h 444"/>
              <a:gd name="T44" fmla="*/ 339 w 447"/>
              <a:gd name="T45" fmla="*/ 228 h 444"/>
              <a:gd name="T46" fmla="*/ 133 w 447"/>
              <a:gd name="T47" fmla="*/ 258 h 444"/>
              <a:gd name="T48" fmla="*/ 113 w 447"/>
              <a:gd name="T49" fmla="*/ 227 h 444"/>
              <a:gd name="T50" fmla="*/ 147 w 447"/>
              <a:gd name="T51" fmla="*/ 282 h 444"/>
              <a:gd name="T52" fmla="*/ 133 w 447"/>
              <a:gd name="T53" fmla="*/ 186 h 444"/>
              <a:gd name="T54" fmla="*/ 151 w 447"/>
              <a:gd name="T55" fmla="*/ 158 h 444"/>
              <a:gd name="T56" fmla="*/ 108 w 447"/>
              <a:gd name="T57" fmla="*/ 216 h 444"/>
              <a:gd name="T58" fmla="*/ 314 w 447"/>
              <a:gd name="T59" fmla="*/ 186 h 444"/>
              <a:gd name="T60" fmla="*/ 334 w 447"/>
              <a:gd name="T61" fmla="*/ 217 h 444"/>
              <a:gd name="T62" fmla="*/ 300 w 447"/>
              <a:gd name="T63" fmla="*/ 162 h 444"/>
              <a:gd name="T64" fmla="*/ 270 w 447"/>
              <a:gd name="T65" fmla="*/ 137 h 444"/>
              <a:gd name="T66" fmla="*/ 229 w 447"/>
              <a:gd name="T67" fmla="*/ 210 h 444"/>
              <a:gd name="T68" fmla="*/ 243 w 447"/>
              <a:gd name="T69" fmla="*/ 127 h 444"/>
              <a:gd name="T70" fmla="*/ 146 w 447"/>
              <a:gd name="T71" fmla="*/ 137 h 444"/>
              <a:gd name="T72" fmla="*/ 171 w 447"/>
              <a:gd name="T73" fmla="*/ 119 h 444"/>
              <a:gd name="T74" fmla="*/ 210 w 447"/>
              <a:gd name="T75" fmla="*/ 107 h 444"/>
              <a:gd name="T76" fmla="*/ 87 w 447"/>
              <a:gd name="T77" fmla="*/ 127 h 444"/>
              <a:gd name="T78" fmla="*/ 73 w 447"/>
              <a:gd name="T79" fmla="*/ 152 h 444"/>
              <a:gd name="T80" fmla="*/ 73 w 447"/>
              <a:gd name="T81" fmla="*/ 293 h 444"/>
              <a:gd name="T82" fmla="*/ 209 w 447"/>
              <a:gd name="T83" fmla="*/ 370 h 444"/>
              <a:gd name="T84" fmla="*/ 171 w 447"/>
              <a:gd name="T85" fmla="*/ 325 h 444"/>
              <a:gd name="T86" fmla="*/ 146 w 447"/>
              <a:gd name="T87" fmla="*/ 307 h 444"/>
              <a:gd name="T88" fmla="*/ 210 w 447"/>
              <a:gd name="T89" fmla="*/ 318 h 444"/>
              <a:gd name="T90" fmla="*/ 229 w 447"/>
              <a:gd name="T91" fmla="*/ 235 h 444"/>
              <a:gd name="T92" fmla="*/ 270 w 447"/>
              <a:gd name="T93" fmla="*/ 308 h 444"/>
              <a:gd name="T94" fmla="*/ 238 w 447"/>
              <a:gd name="T95" fmla="*/ 318 h 444"/>
              <a:gd name="T96" fmla="*/ 344 w 447"/>
              <a:gd name="T97" fmla="*/ 308 h 444"/>
              <a:gd name="T98" fmla="*/ 359 w 447"/>
              <a:gd name="T99" fmla="*/ 284 h 444"/>
              <a:gd name="T100" fmla="*/ 390 w 447"/>
              <a:gd name="T101" fmla="*/ 222 h 4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47" h="444">
                <a:moveTo>
                  <a:pt x="412" y="222"/>
                </a:moveTo>
                <a:cubicBezTo>
                  <a:pt x="412" y="220"/>
                  <a:pt x="412" y="218"/>
                  <a:pt x="412" y="217"/>
                </a:cubicBezTo>
                <a:cubicBezTo>
                  <a:pt x="447" y="210"/>
                  <a:pt x="447" y="210"/>
                  <a:pt x="447" y="210"/>
                </a:cubicBezTo>
                <a:cubicBezTo>
                  <a:pt x="437" y="157"/>
                  <a:pt x="437" y="157"/>
                  <a:pt x="437" y="157"/>
                </a:cubicBezTo>
                <a:cubicBezTo>
                  <a:pt x="402" y="163"/>
                  <a:pt x="402" y="163"/>
                  <a:pt x="402" y="163"/>
                </a:cubicBezTo>
                <a:cubicBezTo>
                  <a:pt x="401" y="160"/>
                  <a:pt x="400" y="156"/>
                  <a:pt x="398" y="153"/>
                </a:cubicBezTo>
                <a:cubicBezTo>
                  <a:pt x="429" y="135"/>
                  <a:pt x="429" y="135"/>
                  <a:pt x="429" y="135"/>
                </a:cubicBezTo>
                <a:cubicBezTo>
                  <a:pt x="402" y="88"/>
                  <a:pt x="402" y="88"/>
                  <a:pt x="402" y="88"/>
                </a:cubicBezTo>
                <a:cubicBezTo>
                  <a:pt x="371" y="106"/>
                  <a:pt x="371" y="106"/>
                  <a:pt x="371" y="106"/>
                </a:cubicBezTo>
                <a:cubicBezTo>
                  <a:pt x="369" y="103"/>
                  <a:pt x="366" y="100"/>
                  <a:pt x="364" y="97"/>
                </a:cubicBezTo>
                <a:cubicBezTo>
                  <a:pt x="387" y="70"/>
                  <a:pt x="387" y="70"/>
                  <a:pt x="387" y="70"/>
                </a:cubicBezTo>
                <a:cubicBezTo>
                  <a:pt x="346" y="35"/>
                  <a:pt x="346" y="35"/>
                  <a:pt x="346" y="35"/>
                </a:cubicBezTo>
                <a:cubicBezTo>
                  <a:pt x="322" y="62"/>
                  <a:pt x="322" y="62"/>
                  <a:pt x="322" y="62"/>
                </a:cubicBezTo>
                <a:cubicBezTo>
                  <a:pt x="319" y="60"/>
                  <a:pt x="316" y="58"/>
                  <a:pt x="313" y="57"/>
                </a:cubicBezTo>
                <a:cubicBezTo>
                  <a:pt x="325" y="23"/>
                  <a:pt x="325" y="23"/>
                  <a:pt x="325" y="23"/>
                </a:cubicBezTo>
                <a:cubicBezTo>
                  <a:pt x="274" y="4"/>
                  <a:pt x="274" y="4"/>
                  <a:pt x="274" y="4"/>
                </a:cubicBezTo>
                <a:cubicBezTo>
                  <a:pt x="262" y="38"/>
                  <a:pt x="262" y="38"/>
                  <a:pt x="262" y="38"/>
                </a:cubicBezTo>
                <a:cubicBezTo>
                  <a:pt x="258" y="37"/>
                  <a:pt x="254" y="37"/>
                  <a:pt x="251" y="36"/>
                </a:cubicBezTo>
                <a:cubicBezTo>
                  <a:pt x="251" y="0"/>
                  <a:pt x="251" y="0"/>
                  <a:pt x="251" y="0"/>
                </a:cubicBezTo>
                <a:cubicBezTo>
                  <a:pt x="197" y="0"/>
                  <a:pt x="197" y="0"/>
                  <a:pt x="197" y="0"/>
                </a:cubicBezTo>
                <a:cubicBezTo>
                  <a:pt x="197" y="36"/>
                  <a:pt x="197" y="36"/>
                  <a:pt x="197" y="36"/>
                </a:cubicBezTo>
                <a:cubicBezTo>
                  <a:pt x="193" y="37"/>
                  <a:pt x="189" y="37"/>
                  <a:pt x="185" y="38"/>
                </a:cubicBezTo>
                <a:cubicBezTo>
                  <a:pt x="173" y="4"/>
                  <a:pt x="173" y="4"/>
                  <a:pt x="173" y="4"/>
                </a:cubicBezTo>
                <a:cubicBezTo>
                  <a:pt x="122" y="23"/>
                  <a:pt x="122" y="23"/>
                  <a:pt x="122" y="23"/>
                </a:cubicBezTo>
                <a:cubicBezTo>
                  <a:pt x="135" y="57"/>
                  <a:pt x="135" y="57"/>
                  <a:pt x="135" y="57"/>
                </a:cubicBezTo>
                <a:cubicBezTo>
                  <a:pt x="131" y="58"/>
                  <a:pt x="128" y="60"/>
                  <a:pt x="125" y="62"/>
                </a:cubicBezTo>
                <a:cubicBezTo>
                  <a:pt x="102" y="35"/>
                  <a:pt x="102" y="35"/>
                  <a:pt x="102" y="35"/>
                </a:cubicBezTo>
                <a:cubicBezTo>
                  <a:pt x="60" y="70"/>
                  <a:pt x="60" y="70"/>
                  <a:pt x="60" y="70"/>
                </a:cubicBezTo>
                <a:cubicBezTo>
                  <a:pt x="83" y="97"/>
                  <a:pt x="83" y="97"/>
                  <a:pt x="83" y="97"/>
                </a:cubicBezTo>
                <a:cubicBezTo>
                  <a:pt x="81" y="100"/>
                  <a:pt x="78" y="103"/>
                  <a:pt x="76" y="106"/>
                </a:cubicBezTo>
                <a:cubicBezTo>
                  <a:pt x="45" y="88"/>
                  <a:pt x="45" y="88"/>
                  <a:pt x="45" y="88"/>
                </a:cubicBezTo>
                <a:cubicBezTo>
                  <a:pt x="18" y="135"/>
                  <a:pt x="18" y="135"/>
                  <a:pt x="18" y="135"/>
                </a:cubicBezTo>
                <a:cubicBezTo>
                  <a:pt x="49" y="153"/>
                  <a:pt x="49" y="153"/>
                  <a:pt x="49" y="153"/>
                </a:cubicBezTo>
                <a:cubicBezTo>
                  <a:pt x="48" y="156"/>
                  <a:pt x="46" y="160"/>
                  <a:pt x="45" y="163"/>
                </a:cubicBezTo>
                <a:cubicBezTo>
                  <a:pt x="10" y="157"/>
                  <a:pt x="10" y="157"/>
                  <a:pt x="10" y="157"/>
                </a:cubicBezTo>
                <a:cubicBezTo>
                  <a:pt x="0" y="210"/>
                  <a:pt x="0" y="210"/>
                  <a:pt x="0" y="210"/>
                </a:cubicBezTo>
                <a:cubicBezTo>
                  <a:pt x="36" y="217"/>
                  <a:pt x="36" y="217"/>
                  <a:pt x="36" y="217"/>
                </a:cubicBezTo>
                <a:cubicBezTo>
                  <a:pt x="36" y="218"/>
                  <a:pt x="36" y="220"/>
                  <a:pt x="36" y="222"/>
                </a:cubicBezTo>
                <a:cubicBezTo>
                  <a:pt x="36" y="224"/>
                  <a:pt x="36" y="226"/>
                  <a:pt x="36" y="228"/>
                </a:cubicBezTo>
                <a:cubicBezTo>
                  <a:pt x="0" y="234"/>
                  <a:pt x="0" y="234"/>
                  <a:pt x="0" y="234"/>
                </a:cubicBezTo>
                <a:cubicBezTo>
                  <a:pt x="10" y="287"/>
                  <a:pt x="10" y="287"/>
                  <a:pt x="10" y="287"/>
                </a:cubicBezTo>
                <a:cubicBezTo>
                  <a:pt x="45" y="281"/>
                  <a:pt x="45" y="281"/>
                  <a:pt x="45" y="281"/>
                </a:cubicBezTo>
                <a:cubicBezTo>
                  <a:pt x="46" y="285"/>
                  <a:pt x="48" y="288"/>
                  <a:pt x="49" y="292"/>
                </a:cubicBezTo>
                <a:cubicBezTo>
                  <a:pt x="18" y="310"/>
                  <a:pt x="18" y="310"/>
                  <a:pt x="18" y="310"/>
                </a:cubicBezTo>
                <a:cubicBezTo>
                  <a:pt x="45" y="357"/>
                  <a:pt x="45" y="357"/>
                  <a:pt x="45" y="357"/>
                </a:cubicBezTo>
                <a:cubicBezTo>
                  <a:pt x="76" y="339"/>
                  <a:pt x="76" y="339"/>
                  <a:pt x="76" y="339"/>
                </a:cubicBezTo>
                <a:cubicBezTo>
                  <a:pt x="78" y="342"/>
                  <a:pt x="81" y="344"/>
                  <a:pt x="83" y="347"/>
                </a:cubicBezTo>
                <a:cubicBezTo>
                  <a:pt x="60" y="375"/>
                  <a:pt x="60" y="375"/>
                  <a:pt x="60" y="375"/>
                </a:cubicBezTo>
                <a:cubicBezTo>
                  <a:pt x="102" y="410"/>
                  <a:pt x="102" y="410"/>
                  <a:pt x="102" y="410"/>
                </a:cubicBezTo>
                <a:cubicBezTo>
                  <a:pt x="125" y="382"/>
                  <a:pt x="125" y="382"/>
                  <a:pt x="125" y="382"/>
                </a:cubicBezTo>
                <a:cubicBezTo>
                  <a:pt x="128" y="384"/>
                  <a:pt x="131" y="386"/>
                  <a:pt x="135" y="388"/>
                </a:cubicBezTo>
                <a:cubicBezTo>
                  <a:pt x="122" y="421"/>
                  <a:pt x="122" y="421"/>
                  <a:pt x="122" y="421"/>
                </a:cubicBezTo>
                <a:cubicBezTo>
                  <a:pt x="173" y="440"/>
                  <a:pt x="173" y="440"/>
                  <a:pt x="173" y="440"/>
                </a:cubicBezTo>
                <a:cubicBezTo>
                  <a:pt x="185" y="406"/>
                  <a:pt x="185" y="406"/>
                  <a:pt x="185" y="406"/>
                </a:cubicBezTo>
                <a:cubicBezTo>
                  <a:pt x="189" y="407"/>
                  <a:pt x="193" y="408"/>
                  <a:pt x="197" y="408"/>
                </a:cubicBezTo>
                <a:cubicBezTo>
                  <a:pt x="197" y="444"/>
                  <a:pt x="197" y="444"/>
                  <a:pt x="197" y="444"/>
                </a:cubicBezTo>
                <a:cubicBezTo>
                  <a:pt x="251" y="444"/>
                  <a:pt x="251" y="444"/>
                  <a:pt x="251" y="444"/>
                </a:cubicBezTo>
                <a:cubicBezTo>
                  <a:pt x="251" y="408"/>
                  <a:pt x="251" y="408"/>
                  <a:pt x="251" y="408"/>
                </a:cubicBezTo>
                <a:cubicBezTo>
                  <a:pt x="254" y="408"/>
                  <a:pt x="258" y="407"/>
                  <a:pt x="262" y="406"/>
                </a:cubicBezTo>
                <a:cubicBezTo>
                  <a:pt x="274" y="440"/>
                  <a:pt x="274" y="440"/>
                  <a:pt x="274" y="440"/>
                </a:cubicBezTo>
                <a:cubicBezTo>
                  <a:pt x="325" y="421"/>
                  <a:pt x="325" y="421"/>
                  <a:pt x="325" y="421"/>
                </a:cubicBezTo>
                <a:cubicBezTo>
                  <a:pt x="313" y="388"/>
                  <a:pt x="313" y="388"/>
                  <a:pt x="313" y="388"/>
                </a:cubicBezTo>
                <a:cubicBezTo>
                  <a:pt x="316" y="386"/>
                  <a:pt x="319" y="384"/>
                  <a:pt x="322" y="382"/>
                </a:cubicBezTo>
                <a:cubicBezTo>
                  <a:pt x="346" y="410"/>
                  <a:pt x="346" y="410"/>
                  <a:pt x="346" y="410"/>
                </a:cubicBezTo>
                <a:cubicBezTo>
                  <a:pt x="387" y="375"/>
                  <a:pt x="387" y="375"/>
                  <a:pt x="387" y="375"/>
                </a:cubicBezTo>
                <a:cubicBezTo>
                  <a:pt x="364" y="347"/>
                  <a:pt x="364" y="347"/>
                  <a:pt x="364" y="347"/>
                </a:cubicBezTo>
                <a:cubicBezTo>
                  <a:pt x="366" y="344"/>
                  <a:pt x="369" y="342"/>
                  <a:pt x="371" y="339"/>
                </a:cubicBezTo>
                <a:cubicBezTo>
                  <a:pt x="402" y="357"/>
                  <a:pt x="402" y="357"/>
                  <a:pt x="402" y="357"/>
                </a:cubicBezTo>
                <a:cubicBezTo>
                  <a:pt x="429" y="310"/>
                  <a:pt x="429" y="310"/>
                  <a:pt x="429" y="310"/>
                </a:cubicBezTo>
                <a:cubicBezTo>
                  <a:pt x="398" y="292"/>
                  <a:pt x="398" y="292"/>
                  <a:pt x="398" y="292"/>
                </a:cubicBezTo>
                <a:cubicBezTo>
                  <a:pt x="400" y="288"/>
                  <a:pt x="401" y="285"/>
                  <a:pt x="402" y="281"/>
                </a:cubicBezTo>
                <a:cubicBezTo>
                  <a:pt x="437" y="287"/>
                  <a:pt x="437" y="287"/>
                  <a:pt x="437" y="287"/>
                </a:cubicBezTo>
                <a:cubicBezTo>
                  <a:pt x="447" y="234"/>
                  <a:pt x="447" y="234"/>
                  <a:pt x="447" y="234"/>
                </a:cubicBezTo>
                <a:cubicBezTo>
                  <a:pt x="412" y="228"/>
                  <a:pt x="412" y="228"/>
                  <a:pt x="412" y="228"/>
                </a:cubicBezTo>
                <a:cubicBezTo>
                  <a:pt x="412" y="226"/>
                  <a:pt x="412" y="224"/>
                  <a:pt x="412" y="222"/>
                </a:cubicBezTo>
                <a:close/>
                <a:moveTo>
                  <a:pt x="238" y="56"/>
                </a:moveTo>
                <a:cubicBezTo>
                  <a:pt x="288" y="61"/>
                  <a:pt x="333" y="88"/>
                  <a:pt x="360" y="127"/>
                </a:cubicBezTo>
                <a:cubicBezTo>
                  <a:pt x="344" y="136"/>
                  <a:pt x="344" y="136"/>
                  <a:pt x="344" y="136"/>
                </a:cubicBezTo>
                <a:cubicBezTo>
                  <a:pt x="320" y="102"/>
                  <a:pt x="282" y="79"/>
                  <a:pt x="238" y="75"/>
                </a:cubicBezTo>
                <a:lnTo>
                  <a:pt x="238" y="56"/>
                </a:lnTo>
                <a:close/>
                <a:moveTo>
                  <a:pt x="339" y="228"/>
                </a:moveTo>
                <a:cubicBezTo>
                  <a:pt x="334" y="256"/>
                  <a:pt x="334" y="256"/>
                  <a:pt x="334" y="256"/>
                </a:cubicBezTo>
                <a:cubicBezTo>
                  <a:pt x="316" y="253"/>
                  <a:pt x="316" y="253"/>
                  <a:pt x="316" y="253"/>
                </a:cubicBezTo>
                <a:cubicBezTo>
                  <a:pt x="315" y="254"/>
                  <a:pt x="315" y="256"/>
                  <a:pt x="314" y="258"/>
                </a:cubicBezTo>
                <a:cubicBezTo>
                  <a:pt x="330" y="267"/>
                  <a:pt x="330" y="267"/>
                  <a:pt x="330" y="267"/>
                </a:cubicBezTo>
                <a:cubicBezTo>
                  <a:pt x="316" y="292"/>
                  <a:pt x="316" y="292"/>
                  <a:pt x="316" y="292"/>
                </a:cubicBezTo>
                <a:cubicBezTo>
                  <a:pt x="300" y="282"/>
                  <a:pt x="300" y="282"/>
                  <a:pt x="300" y="282"/>
                </a:cubicBezTo>
                <a:cubicBezTo>
                  <a:pt x="299" y="284"/>
                  <a:pt x="297" y="285"/>
                  <a:pt x="296" y="287"/>
                </a:cubicBezTo>
                <a:cubicBezTo>
                  <a:pt x="299" y="290"/>
                  <a:pt x="299" y="290"/>
                  <a:pt x="299" y="290"/>
                </a:cubicBezTo>
                <a:cubicBezTo>
                  <a:pt x="236" y="227"/>
                  <a:pt x="236" y="227"/>
                  <a:pt x="236" y="227"/>
                </a:cubicBezTo>
                <a:cubicBezTo>
                  <a:pt x="334" y="227"/>
                  <a:pt x="334" y="227"/>
                  <a:pt x="334" y="227"/>
                </a:cubicBezTo>
                <a:lnTo>
                  <a:pt x="339" y="228"/>
                </a:lnTo>
                <a:close/>
                <a:moveTo>
                  <a:pt x="147" y="282"/>
                </a:moveTo>
                <a:cubicBezTo>
                  <a:pt x="131" y="292"/>
                  <a:pt x="131" y="292"/>
                  <a:pt x="131" y="292"/>
                </a:cubicBezTo>
                <a:cubicBezTo>
                  <a:pt x="117" y="267"/>
                  <a:pt x="117" y="267"/>
                  <a:pt x="117" y="267"/>
                </a:cubicBezTo>
                <a:cubicBezTo>
                  <a:pt x="133" y="258"/>
                  <a:pt x="133" y="258"/>
                  <a:pt x="133" y="258"/>
                </a:cubicBezTo>
                <a:cubicBezTo>
                  <a:pt x="133" y="256"/>
                  <a:pt x="132" y="254"/>
                  <a:pt x="131" y="253"/>
                </a:cubicBezTo>
                <a:cubicBezTo>
                  <a:pt x="113" y="256"/>
                  <a:pt x="113" y="256"/>
                  <a:pt x="113" y="256"/>
                </a:cubicBezTo>
                <a:cubicBezTo>
                  <a:pt x="108" y="228"/>
                  <a:pt x="108" y="228"/>
                  <a:pt x="108" y="228"/>
                </a:cubicBezTo>
                <a:cubicBezTo>
                  <a:pt x="113" y="227"/>
                  <a:pt x="113" y="227"/>
                  <a:pt x="113" y="227"/>
                </a:cubicBezTo>
                <a:cubicBezTo>
                  <a:pt x="211" y="227"/>
                  <a:pt x="211" y="227"/>
                  <a:pt x="211" y="227"/>
                </a:cubicBezTo>
                <a:cubicBezTo>
                  <a:pt x="148" y="290"/>
                  <a:pt x="148" y="290"/>
                  <a:pt x="148" y="290"/>
                </a:cubicBezTo>
                <a:cubicBezTo>
                  <a:pt x="151" y="287"/>
                  <a:pt x="151" y="287"/>
                  <a:pt x="151" y="287"/>
                </a:cubicBezTo>
                <a:cubicBezTo>
                  <a:pt x="150" y="285"/>
                  <a:pt x="149" y="284"/>
                  <a:pt x="147" y="282"/>
                </a:cubicBezTo>
                <a:close/>
                <a:moveTo>
                  <a:pt x="108" y="216"/>
                </a:moveTo>
                <a:cubicBezTo>
                  <a:pt x="113" y="188"/>
                  <a:pt x="113" y="188"/>
                  <a:pt x="113" y="188"/>
                </a:cubicBezTo>
                <a:cubicBezTo>
                  <a:pt x="131" y="192"/>
                  <a:pt x="131" y="192"/>
                  <a:pt x="131" y="192"/>
                </a:cubicBezTo>
                <a:cubicBezTo>
                  <a:pt x="132" y="190"/>
                  <a:pt x="133" y="188"/>
                  <a:pt x="133" y="186"/>
                </a:cubicBezTo>
                <a:cubicBezTo>
                  <a:pt x="117" y="177"/>
                  <a:pt x="117" y="177"/>
                  <a:pt x="117" y="177"/>
                </a:cubicBezTo>
                <a:cubicBezTo>
                  <a:pt x="131" y="153"/>
                  <a:pt x="131" y="153"/>
                  <a:pt x="131" y="153"/>
                </a:cubicBezTo>
                <a:cubicBezTo>
                  <a:pt x="147" y="162"/>
                  <a:pt x="147" y="162"/>
                  <a:pt x="147" y="162"/>
                </a:cubicBezTo>
                <a:cubicBezTo>
                  <a:pt x="149" y="160"/>
                  <a:pt x="150" y="159"/>
                  <a:pt x="151" y="158"/>
                </a:cubicBezTo>
                <a:cubicBezTo>
                  <a:pt x="148" y="154"/>
                  <a:pt x="148" y="154"/>
                  <a:pt x="148" y="154"/>
                </a:cubicBezTo>
                <a:cubicBezTo>
                  <a:pt x="211" y="217"/>
                  <a:pt x="211" y="217"/>
                  <a:pt x="211" y="217"/>
                </a:cubicBezTo>
                <a:cubicBezTo>
                  <a:pt x="113" y="217"/>
                  <a:pt x="113" y="217"/>
                  <a:pt x="113" y="217"/>
                </a:cubicBezTo>
                <a:lnTo>
                  <a:pt x="108" y="216"/>
                </a:lnTo>
                <a:close/>
                <a:moveTo>
                  <a:pt x="300" y="162"/>
                </a:moveTo>
                <a:cubicBezTo>
                  <a:pt x="316" y="153"/>
                  <a:pt x="316" y="153"/>
                  <a:pt x="316" y="153"/>
                </a:cubicBezTo>
                <a:cubicBezTo>
                  <a:pt x="330" y="177"/>
                  <a:pt x="330" y="177"/>
                  <a:pt x="330" y="177"/>
                </a:cubicBezTo>
                <a:cubicBezTo>
                  <a:pt x="314" y="186"/>
                  <a:pt x="314" y="186"/>
                  <a:pt x="314" y="186"/>
                </a:cubicBezTo>
                <a:cubicBezTo>
                  <a:pt x="315" y="188"/>
                  <a:pt x="315" y="190"/>
                  <a:pt x="316" y="192"/>
                </a:cubicBezTo>
                <a:cubicBezTo>
                  <a:pt x="334" y="188"/>
                  <a:pt x="334" y="188"/>
                  <a:pt x="334" y="188"/>
                </a:cubicBezTo>
                <a:cubicBezTo>
                  <a:pt x="339" y="216"/>
                  <a:pt x="339" y="216"/>
                  <a:pt x="339" y="216"/>
                </a:cubicBezTo>
                <a:cubicBezTo>
                  <a:pt x="334" y="217"/>
                  <a:pt x="334" y="217"/>
                  <a:pt x="334" y="217"/>
                </a:cubicBezTo>
                <a:cubicBezTo>
                  <a:pt x="236" y="217"/>
                  <a:pt x="236" y="217"/>
                  <a:pt x="236" y="217"/>
                </a:cubicBezTo>
                <a:cubicBezTo>
                  <a:pt x="299" y="154"/>
                  <a:pt x="299" y="154"/>
                  <a:pt x="299" y="154"/>
                </a:cubicBezTo>
                <a:cubicBezTo>
                  <a:pt x="296" y="158"/>
                  <a:pt x="296" y="158"/>
                  <a:pt x="296" y="158"/>
                </a:cubicBezTo>
                <a:cubicBezTo>
                  <a:pt x="297" y="159"/>
                  <a:pt x="299" y="160"/>
                  <a:pt x="300" y="162"/>
                </a:cubicBezTo>
                <a:close/>
                <a:moveTo>
                  <a:pt x="243" y="127"/>
                </a:moveTo>
                <a:cubicBezTo>
                  <a:pt x="250" y="110"/>
                  <a:pt x="250" y="110"/>
                  <a:pt x="250" y="110"/>
                </a:cubicBezTo>
                <a:cubicBezTo>
                  <a:pt x="276" y="119"/>
                  <a:pt x="276" y="119"/>
                  <a:pt x="276" y="119"/>
                </a:cubicBezTo>
                <a:cubicBezTo>
                  <a:pt x="270" y="137"/>
                  <a:pt x="270" y="137"/>
                  <a:pt x="270" y="137"/>
                </a:cubicBezTo>
                <a:cubicBezTo>
                  <a:pt x="271" y="138"/>
                  <a:pt x="273" y="138"/>
                  <a:pt x="275" y="140"/>
                </a:cubicBezTo>
                <a:cubicBezTo>
                  <a:pt x="287" y="125"/>
                  <a:pt x="287" y="125"/>
                  <a:pt x="287" y="125"/>
                </a:cubicBezTo>
                <a:cubicBezTo>
                  <a:pt x="301" y="137"/>
                  <a:pt x="301" y="137"/>
                  <a:pt x="301" y="137"/>
                </a:cubicBezTo>
                <a:cubicBezTo>
                  <a:pt x="229" y="210"/>
                  <a:pt x="229" y="210"/>
                  <a:pt x="229" y="210"/>
                </a:cubicBezTo>
                <a:cubicBezTo>
                  <a:pt x="229" y="107"/>
                  <a:pt x="229" y="107"/>
                  <a:pt x="229" y="107"/>
                </a:cubicBezTo>
                <a:cubicBezTo>
                  <a:pt x="238" y="107"/>
                  <a:pt x="238" y="107"/>
                  <a:pt x="238" y="107"/>
                </a:cubicBezTo>
                <a:cubicBezTo>
                  <a:pt x="238" y="126"/>
                  <a:pt x="238" y="126"/>
                  <a:pt x="238" y="126"/>
                </a:cubicBezTo>
                <a:cubicBezTo>
                  <a:pt x="240" y="126"/>
                  <a:pt x="241" y="127"/>
                  <a:pt x="243" y="127"/>
                </a:cubicBezTo>
                <a:close/>
                <a:moveTo>
                  <a:pt x="210" y="107"/>
                </a:moveTo>
                <a:cubicBezTo>
                  <a:pt x="218" y="107"/>
                  <a:pt x="218" y="107"/>
                  <a:pt x="218" y="107"/>
                </a:cubicBezTo>
                <a:cubicBezTo>
                  <a:pt x="218" y="210"/>
                  <a:pt x="218" y="210"/>
                  <a:pt x="218" y="210"/>
                </a:cubicBezTo>
                <a:cubicBezTo>
                  <a:pt x="146" y="137"/>
                  <a:pt x="146" y="137"/>
                  <a:pt x="146" y="137"/>
                </a:cubicBezTo>
                <a:cubicBezTo>
                  <a:pt x="161" y="125"/>
                  <a:pt x="161" y="125"/>
                  <a:pt x="161" y="125"/>
                </a:cubicBezTo>
                <a:cubicBezTo>
                  <a:pt x="173" y="140"/>
                  <a:pt x="173" y="140"/>
                  <a:pt x="173" y="140"/>
                </a:cubicBezTo>
                <a:cubicBezTo>
                  <a:pt x="174" y="138"/>
                  <a:pt x="176" y="138"/>
                  <a:pt x="178" y="137"/>
                </a:cubicBezTo>
                <a:cubicBezTo>
                  <a:pt x="171" y="119"/>
                  <a:pt x="171" y="119"/>
                  <a:pt x="171" y="119"/>
                </a:cubicBezTo>
                <a:cubicBezTo>
                  <a:pt x="198" y="110"/>
                  <a:pt x="198" y="110"/>
                  <a:pt x="198" y="110"/>
                </a:cubicBezTo>
                <a:cubicBezTo>
                  <a:pt x="204" y="127"/>
                  <a:pt x="204" y="127"/>
                  <a:pt x="204" y="127"/>
                </a:cubicBezTo>
                <a:cubicBezTo>
                  <a:pt x="206" y="127"/>
                  <a:pt x="208" y="126"/>
                  <a:pt x="210" y="126"/>
                </a:cubicBezTo>
                <a:lnTo>
                  <a:pt x="210" y="107"/>
                </a:lnTo>
                <a:close/>
                <a:moveTo>
                  <a:pt x="209" y="56"/>
                </a:moveTo>
                <a:cubicBezTo>
                  <a:pt x="209" y="75"/>
                  <a:pt x="209" y="75"/>
                  <a:pt x="209" y="75"/>
                </a:cubicBezTo>
                <a:cubicBezTo>
                  <a:pt x="166" y="79"/>
                  <a:pt x="127" y="102"/>
                  <a:pt x="103" y="136"/>
                </a:cubicBezTo>
                <a:cubicBezTo>
                  <a:pt x="87" y="127"/>
                  <a:pt x="87" y="127"/>
                  <a:pt x="87" y="127"/>
                </a:cubicBezTo>
                <a:cubicBezTo>
                  <a:pt x="115" y="88"/>
                  <a:pt x="159" y="61"/>
                  <a:pt x="209" y="56"/>
                </a:cubicBezTo>
                <a:close/>
                <a:moveTo>
                  <a:pt x="73" y="293"/>
                </a:moveTo>
                <a:cubicBezTo>
                  <a:pt x="63" y="271"/>
                  <a:pt x="57" y="247"/>
                  <a:pt x="57" y="222"/>
                </a:cubicBezTo>
                <a:cubicBezTo>
                  <a:pt x="57" y="197"/>
                  <a:pt x="63" y="173"/>
                  <a:pt x="73" y="152"/>
                </a:cubicBezTo>
                <a:cubicBezTo>
                  <a:pt x="89" y="161"/>
                  <a:pt x="89" y="161"/>
                  <a:pt x="89" y="161"/>
                </a:cubicBezTo>
                <a:cubicBezTo>
                  <a:pt x="80" y="179"/>
                  <a:pt x="75" y="200"/>
                  <a:pt x="75" y="222"/>
                </a:cubicBezTo>
                <a:cubicBezTo>
                  <a:pt x="75" y="244"/>
                  <a:pt x="80" y="265"/>
                  <a:pt x="89" y="284"/>
                </a:cubicBezTo>
                <a:lnTo>
                  <a:pt x="73" y="293"/>
                </a:lnTo>
                <a:close/>
                <a:moveTo>
                  <a:pt x="209" y="388"/>
                </a:moveTo>
                <a:cubicBezTo>
                  <a:pt x="159" y="384"/>
                  <a:pt x="115" y="357"/>
                  <a:pt x="87" y="317"/>
                </a:cubicBezTo>
                <a:cubicBezTo>
                  <a:pt x="103" y="308"/>
                  <a:pt x="103" y="308"/>
                  <a:pt x="103" y="308"/>
                </a:cubicBezTo>
                <a:cubicBezTo>
                  <a:pt x="127" y="342"/>
                  <a:pt x="166" y="366"/>
                  <a:pt x="209" y="370"/>
                </a:cubicBezTo>
                <a:lnTo>
                  <a:pt x="209" y="388"/>
                </a:lnTo>
                <a:close/>
                <a:moveTo>
                  <a:pt x="204" y="317"/>
                </a:moveTo>
                <a:cubicBezTo>
                  <a:pt x="198" y="335"/>
                  <a:pt x="198" y="335"/>
                  <a:pt x="198" y="335"/>
                </a:cubicBezTo>
                <a:cubicBezTo>
                  <a:pt x="171" y="325"/>
                  <a:pt x="171" y="325"/>
                  <a:pt x="171" y="325"/>
                </a:cubicBezTo>
                <a:cubicBezTo>
                  <a:pt x="178" y="308"/>
                  <a:pt x="178" y="308"/>
                  <a:pt x="178" y="308"/>
                </a:cubicBezTo>
                <a:cubicBezTo>
                  <a:pt x="176" y="307"/>
                  <a:pt x="174" y="306"/>
                  <a:pt x="173" y="305"/>
                </a:cubicBezTo>
                <a:cubicBezTo>
                  <a:pt x="161" y="319"/>
                  <a:pt x="161" y="319"/>
                  <a:pt x="161" y="319"/>
                </a:cubicBezTo>
                <a:cubicBezTo>
                  <a:pt x="146" y="307"/>
                  <a:pt x="146" y="307"/>
                  <a:pt x="146" y="307"/>
                </a:cubicBezTo>
                <a:cubicBezTo>
                  <a:pt x="218" y="235"/>
                  <a:pt x="218" y="235"/>
                  <a:pt x="218" y="235"/>
                </a:cubicBezTo>
                <a:cubicBezTo>
                  <a:pt x="218" y="337"/>
                  <a:pt x="218" y="337"/>
                  <a:pt x="218" y="337"/>
                </a:cubicBezTo>
                <a:cubicBezTo>
                  <a:pt x="210" y="337"/>
                  <a:pt x="210" y="337"/>
                  <a:pt x="210" y="337"/>
                </a:cubicBezTo>
                <a:cubicBezTo>
                  <a:pt x="210" y="318"/>
                  <a:pt x="210" y="318"/>
                  <a:pt x="210" y="318"/>
                </a:cubicBezTo>
                <a:cubicBezTo>
                  <a:pt x="208" y="318"/>
                  <a:pt x="206" y="318"/>
                  <a:pt x="204" y="317"/>
                </a:cubicBezTo>
                <a:close/>
                <a:moveTo>
                  <a:pt x="238" y="337"/>
                </a:moveTo>
                <a:cubicBezTo>
                  <a:pt x="229" y="337"/>
                  <a:pt x="229" y="337"/>
                  <a:pt x="229" y="337"/>
                </a:cubicBezTo>
                <a:cubicBezTo>
                  <a:pt x="229" y="235"/>
                  <a:pt x="229" y="235"/>
                  <a:pt x="229" y="235"/>
                </a:cubicBezTo>
                <a:cubicBezTo>
                  <a:pt x="301" y="307"/>
                  <a:pt x="301" y="307"/>
                  <a:pt x="301" y="307"/>
                </a:cubicBezTo>
                <a:cubicBezTo>
                  <a:pt x="287" y="319"/>
                  <a:pt x="287" y="319"/>
                  <a:pt x="287" y="319"/>
                </a:cubicBezTo>
                <a:cubicBezTo>
                  <a:pt x="275" y="305"/>
                  <a:pt x="275" y="305"/>
                  <a:pt x="275" y="305"/>
                </a:cubicBezTo>
                <a:cubicBezTo>
                  <a:pt x="273" y="306"/>
                  <a:pt x="271" y="307"/>
                  <a:pt x="270" y="308"/>
                </a:cubicBezTo>
                <a:cubicBezTo>
                  <a:pt x="276" y="325"/>
                  <a:pt x="276" y="325"/>
                  <a:pt x="276" y="325"/>
                </a:cubicBezTo>
                <a:cubicBezTo>
                  <a:pt x="250" y="335"/>
                  <a:pt x="250" y="335"/>
                  <a:pt x="250" y="335"/>
                </a:cubicBezTo>
                <a:cubicBezTo>
                  <a:pt x="243" y="317"/>
                  <a:pt x="243" y="317"/>
                  <a:pt x="243" y="317"/>
                </a:cubicBezTo>
                <a:cubicBezTo>
                  <a:pt x="241" y="318"/>
                  <a:pt x="240" y="318"/>
                  <a:pt x="238" y="318"/>
                </a:cubicBezTo>
                <a:lnTo>
                  <a:pt x="238" y="337"/>
                </a:lnTo>
                <a:close/>
                <a:moveTo>
                  <a:pt x="238" y="388"/>
                </a:moveTo>
                <a:cubicBezTo>
                  <a:pt x="238" y="370"/>
                  <a:pt x="238" y="370"/>
                  <a:pt x="238" y="370"/>
                </a:cubicBezTo>
                <a:cubicBezTo>
                  <a:pt x="282" y="366"/>
                  <a:pt x="320" y="342"/>
                  <a:pt x="344" y="308"/>
                </a:cubicBezTo>
                <a:cubicBezTo>
                  <a:pt x="360" y="317"/>
                  <a:pt x="360" y="317"/>
                  <a:pt x="360" y="317"/>
                </a:cubicBezTo>
                <a:cubicBezTo>
                  <a:pt x="333" y="357"/>
                  <a:pt x="288" y="384"/>
                  <a:pt x="238" y="388"/>
                </a:cubicBezTo>
                <a:close/>
                <a:moveTo>
                  <a:pt x="374" y="293"/>
                </a:moveTo>
                <a:cubicBezTo>
                  <a:pt x="359" y="284"/>
                  <a:pt x="359" y="284"/>
                  <a:pt x="359" y="284"/>
                </a:cubicBezTo>
                <a:cubicBezTo>
                  <a:pt x="367" y="265"/>
                  <a:pt x="372" y="244"/>
                  <a:pt x="372" y="222"/>
                </a:cubicBezTo>
                <a:cubicBezTo>
                  <a:pt x="372" y="200"/>
                  <a:pt x="367" y="179"/>
                  <a:pt x="359" y="161"/>
                </a:cubicBezTo>
                <a:cubicBezTo>
                  <a:pt x="374" y="152"/>
                  <a:pt x="374" y="152"/>
                  <a:pt x="374" y="152"/>
                </a:cubicBezTo>
                <a:cubicBezTo>
                  <a:pt x="384" y="173"/>
                  <a:pt x="390" y="197"/>
                  <a:pt x="390" y="222"/>
                </a:cubicBezTo>
                <a:cubicBezTo>
                  <a:pt x="390" y="247"/>
                  <a:pt x="384" y="271"/>
                  <a:pt x="374" y="293"/>
                </a:cubicBezTo>
                <a:close/>
              </a:path>
            </a:pathLst>
          </a:custGeom>
          <a:solidFill>
            <a:srgbClr val="75787B"/>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Gill Sans MT" panose="020B0502020104020203" pitchFamily="34" charset="0"/>
            </a:endParaRPr>
          </a:p>
        </p:txBody>
      </p:sp>
      <p:grpSp>
        <p:nvGrpSpPr>
          <p:cNvPr id="184" name="Group 183">
            <a:extLst>
              <a:ext uri="{FF2B5EF4-FFF2-40B4-BE49-F238E27FC236}">
                <a16:creationId xmlns:a16="http://schemas.microsoft.com/office/drawing/2014/main" id="{E97E471E-4107-8FB6-DD66-1653C09E0C30}"/>
              </a:ext>
            </a:extLst>
          </p:cNvPr>
          <p:cNvGrpSpPr/>
          <p:nvPr/>
        </p:nvGrpSpPr>
        <p:grpSpPr>
          <a:xfrm>
            <a:off x="6398508" y="4114595"/>
            <a:ext cx="885668" cy="880851"/>
            <a:chOff x="6413031" y="4129434"/>
            <a:chExt cx="885668" cy="880851"/>
          </a:xfrm>
          <a:solidFill>
            <a:schemeClr val="accent1"/>
          </a:solidFill>
        </p:grpSpPr>
        <p:sp>
          <p:nvSpPr>
            <p:cNvPr id="185" name="Freeform 25">
              <a:extLst>
                <a:ext uri="{FF2B5EF4-FFF2-40B4-BE49-F238E27FC236}">
                  <a16:creationId xmlns:a16="http://schemas.microsoft.com/office/drawing/2014/main" id="{009AD8FB-B52E-9721-4CA1-2A77E7985DD9}"/>
                </a:ext>
              </a:extLst>
            </p:cNvPr>
            <p:cNvSpPr>
              <a:spLocks noEditPoints="1"/>
            </p:cNvSpPr>
            <p:nvPr/>
          </p:nvSpPr>
          <p:spPr bwMode="auto">
            <a:xfrm>
              <a:off x="6639437" y="4352399"/>
              <a:ext cx="432855" cy="432856"/>
            </a:xfrm>
            <a:custGeom>
              <a:avLst/>
              <a:gdLst>
                <a:gd name="T0" fmla="*/ 133 w 266"/>
                <a:gd name="T1" fmla="*/ 0 h 266"/>
                <a:gd name="T2" fmla="*/ 0 w 266"/>
                <a:gd name="T3" fmla="*/ 133 h 266"/>
                <a:gd name="T4" fmla="*/ 133 w 266"/>
                <a:gd name="T5" fmla="*/ 266 h 266"/>
                <a:gd name="T6" fmla="*/ 266 w 266"/>
                <a:gd name="T7" fmla="*/ 133 h 266"/>
                <a:gd name="T8" fmla="*/ 133 w 266"/>
                <a:gd name="T9" fmla="*/ 0 h 266"/>
                <a:gd name="T10" fmla="*/ 133 w 266"/>
                <a:gd name="T11" fmla="*/ 219 h 266"/>
                <a:gd name="T12" fmla="*/ 47 w 266"/>
                <a:gd name="T13" fmla="*/ 133 h 266"/>
                <a:gd name="T14" fmla="*/ 133 w 266"/>
                <a:gd name="T15" fmla="*/ 47 h 266"/>
                <a:gd name="T16" fmla="*/ 219 w 266"/>
                <a:gd name="T17" fmla="*/ 133 h 266"/>
                <a:gd name="T18" fmla="*/ 133 w 266"/>
                <a:gd name="T19" fmla="*/ 219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6" h="266">
                  <a:moveTo>
                    <a:pt x="133" y="0"/>
                  </a:moveTo>
                  <a:cubicBezTo>
                    <a:pt x="60" y="0"/>
                    <a:pt x="0" y="60"/>
                    <a:pt x="0" y="133"/>
                  </a:cubicBezTo>
                  <a:cubicBezTo>
                    <a:pt x="0" y="207"/>
                    <a:pt x="60" y="266"/>
                    <a:pt x="133" y="266"/>
                  </a:cubicBezTo>
                  <a:cubicBezTo>
                    <a:pt x="206" y="266"/>
                    <a:pt x="266" y="207"/>
                    <a:pt x="266" y="133"/>
                  </a:cubicBezTo>
                  <a:cubicBezTo>
                    <a:pt x="266" y="60"/>
                    <a:pt x="206" y="0"/>
                    <a:pt x="133" y="0"/>
                  </a:cubicBezTo>
                  <a:close/>
                  <a:moveTo>
                    <a:pt x="133" y="219"/>
                  </a:moveTo>
                  <a:cubicBezTo>
                    <a:pt x="85" y="219"/>
                    <a:pt x="47" y="181"/>
                    <a:pt x="47" y="133"/>
                  </a:cubicBezTo>
                  <a:cubicBezTo>
                    <a:pt x="47" y="86"/>
                    <a:pt x="85" y="47"/>
                    <a:pt x="133" y="47"/>
                  </a:cubicBezTo>
                  <a:cubicBezTo>
                    <a:pt x="181" y="47"/>
                    <a:pt x="219" y="86"/>
                    <a:pt x="219" y="133"/>
                  </a:cubicBezTo>
                  <a:cubicBezTo>
                    <a:pt x="219" y="181"/>
                    <a:pt x="181" y="219"/>
                    <a:pt x="133" y="21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Gill Sans MT" panose="020B0502020104020203" pitchFamily="34" charset="0"/>
              </a:endParaRPr>
            </a:p>
          </p:txBody>
        </p:sp>
        <p:sp>
          <p:nvSpPr>
            <p:cNvPr id="186" name="Freeform 26">
              <a:extLst>
                <a:ext uri="{FF2B5EF4-FFF2-40B4-BE49-F238E27FC236}">
                  <a16:creationId xmlns:a16="http://schemas.microsoft.com/office/drawing/2014/main" id="{A73F50BA-CB3C-89A0-68FB-F7C03120499D}"/>
                </a:ext>
              </a:extLst>
            </p:cNvPr>
            <p:cNvSpPr>
              <a:spLocks noEditPoints="1"/>
            </p:cNvSpPr>
            <p:nvPr/>
          </p:nvSpPr>
          <p:spPr bwMode="auto">
            <a:xfrm>
              <a:off x="6758489" y="4471452"/>
              <a:ext cx="196815" cy="196815"/>
            </a:xfrm>
            <a:custGeom>
              <a:avLst/>
              <a:gdLst>
                <a:gd name="T0" fmla="*/ 60 w 121"/>
                <a:gd name="T1" fmla="*/ 0 h 121"/>
                <a:gd name="T2" fmla="*/ 0 w 121"/>
                <a:gd name="T3" fmla="*/ 60 h 121"/>
                <a:gd name="T4" fmla="*/ 60 w 121"/>
                <a:gd name="T5" fmla="*/ 121 h 121"/>
                <a:gd name="T6" fmla="*/ 121 w 121"/>
                <a:gd name="T7" fmla="*/ 60 h 121"/>
                <a:gd name="T8" fmla="*/ 60 w 121"/>
                <a:gd name="T9" fmla="*/ 0 h 121"/>
                <a:gd name="T10" fmla="*/ 60 w 121"/>
                <a:gd name="T11" fmla="*/ 100 h 121"/>
                <a:gd name="T12" fmla="*/ 21 w 121"/>
                <a:gd name="T13" fmla="*/ 60 h 121"/>
                <a:gd name="T14" fmla="*/ 60 w 121"/>
                <a:gd name="T15" fmla="*/ 21 h 121"/>
                <a:gd name="T16" fmla="*/ 99 w 121"/>
                <a:gd name="T17" fmla="*/ 60 h 121"/>
                <a:gd name="T18" fmla="*/ 60 w 121"/>
                <a:gd name="T19" fmla="*/ 10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21">
                  <a:moveTo>
                    <a:pt x="60" y="0"/>
                  </a:moveTo>
                  <a:cubicBezTo>
                    <a:pt x="27" y="0"/>
                    <a:pt x="0" y="27"/>
                    <a:pt x="0" y="60"/>
                  </a:cubicBezTo>
                  <a:cubicBezTo>
                    <a:pt x="0" y="94"/>
                    <a:pt x="27" y="121"/>
                    <a:pt x="60" y="121"/>
                  </a:cubicBezTo>
                  <a:cubicBezTo>
                    <a:pt x="93" y="121"/>
                    <a:pt x="121" y="94"/>
                    <a:pt x="121" y="60"/>
                  </a:cubicBezTo>
                  <a:cubicBezTo>
                    <a:pt x="121" y="27"/>
                    <a:pt x="93" y="0"/>
                    <a:pt x="60" y="0"/>
                  </a:cubicBezTo>
                  <a:close/>
                  <a:moveTo>
                    <a:pt x="60" y="100"/>
                  </a:moveTo>
                  <a:cubicBezTo>
                    <a:pt x="38" y="100"/>
                    <a:pt x="21" y="82"/>
                    <a:pt x="21" y="60"/>
                  </a:cubicBezTo>
                  <a:cubicBezTo>
                    <a:pt x="21" y="39"/>
                    <a:pt x="38" y="21"/>
                    <a:pt x="60" y="21"/>
                  </a:cubicBezTo>
                  <a:cubicBezTo>
                    <a:pt x="82" y="21"/>
                    <a:pt x="99" y="39"/>
                    <a:pt x="99" y="60"/>
                  </a:cubicBezTo>
                  <a:cubicBezTo>
                    <a:pt x="99" y="82"/>
                    <a:pt x="82" y="100"/>
                    <a:pt x="60" y="1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Gill Sans MT" panose="020B0502020104020203" pitchFamily="34" charset="0"/>
              </a:endParaRPr>
            </a:p>
          </p:txBody>
        </p:sp>
        <p:sp>
          <p:nvSpPr>
            <p:cNvPr id="187" name="Freeform 27">
              <a:extLst>
                <a:ext uri="{FF2B5EF4-FFF2-40B4-BE49-F238E27FC236}">
                  <a16:creationId xmlns:a16="http://schemas.microsoft.com/office/drawing/2014/main" id="{92B204B8-C591-9B8B-E2DA-A53CF0321C06}"/>
                </a:ext>
              </a:extLst>
            </p:cNvPr>
            <p:cNvSpPr>
              <a:spLocks noEditPoints="1"/>
            </p:cNvSpPr>
            <p:nvPr/>
          </p:nvSpPr>
          <p:spPr bwMode="auto">
            <a:xfrm>
              <a:off x="6413031" y="4129434"/>
              <a:ext cx="885668" cy="880851"/>
            </a:xfrm>
            <a:custGeom>
              <a:avLst/>
              <a:gdLst>
                <a:gd name="T0" fmla="*/ 544 w 544"/>
                <a:gd name="T1" fmla="*/ 256 h 541"/>
                <a:gd name="T2" fmla="*/ 485 w 544"/>
                <a:gd name="T3" fmla="*/ 185 h 541"/>
                <a:gd name="T4" fmla="*/ 452 w 544"/>
                <a:gd name="T5" fmla="*/ 128 h 541"/>
                <a:gd name="T6" fmla="*/ 421 w 544"/>
                <a:gd name="T7" fmla="*/ 42 h 541"/>
                <a:gd name="T8" fmla="*/ 396 w 544"/>
                <a:gd name="T9" fmla="*/ 27 h 541"/>
                <a:gd name="T10" fmla="*/ 305 w 544"/>
                <a:gd name="T11" fmla="*/ 43 h 541"/>
                <a:gd name="T12" fmla="*/ 239 w 544"/>
                <a:gd name="T13" fmla="*/ 43 h 541"/>
                <a:gd name="T14" fmla="*/ 148 w 544"/>
                <a:gd name="T15" fmla="*/ 27 h 541"/>
                <a:gd name="T16" fmla="*/ 123 w 544"/>
                <a:gd name="T17" fmla="*/ 42 h 541"/>
                <a:gd name="T18" fmla="*/ 92 w 544"/>
                <a:gd name="T19" fmla="*/ 128 h 541"/>
                <a:gd name="T20" fmla="*/ 59 w 544"/>
                <a:gd name="T21" fmla="*/ 185 h 541"/>
                <a:gd name="T22" fmla="*/ 0 w 544"/>
                <a:gd name="T23" fmla="*/ 256 h 541"/>
                <a:gd name="T24" fmla="*/ 43 w 544"/>
                <a:gd name="T25" fmla="*/ 277 h 541"/>
                <a:gd name="T26" fmla="*/ 54 w 544"/>
                <a:gd name="T27" fmla="*/ 342 h 541"/>
                <a:gd name="T28" fmla="*/ 54 w 544"/>
                <a:gd name="T29" fmla="*/ 434 h 541"/>
                <a:gd name="T30" fmla="*/ 73 w 544"/>
                <a:gd name="T31" fmla="*/ 456 h 541"/>
                <a:gd name="T32" fmla="*/ 163 w 544"/>
                <a:gd name="T33" fmla="*/ 472 h 541"/>
                <a:gd name="T34" fmla="*/ 226 w 544"/>
                <a:gd name="T35" fmla="*/ 495 h 541"/>
                <a:gd name="T36" fmla="*/ 305 w 544"/>
                <a:gd name="T37" fmla="*/ 541 h 541"/>
                <a:gd name="T38" fmla="*/ 334 w 544"/>
                <a:gd name="T39" fmla="*/ 536 h 541"/>
                <a:gd name="T40" fmla="*/ 393 w 544"/>
                <a:gd name="T41" fmla="*/ 465 h 541"/>
                <a:gd name="T42" fmla="*/ 443 w 544"/>
                <a:gd name="T43" fmla="*/ 423 h 541"/>
                <a:gd name="T44" fmla="*/ 523 w 544"/>
                <a:gd name="T45" fmla="*/ 377 h 541"/>
                <a:gd name="T46" fmla="*/ 533 w 544"/>
                <a:gd name="T47" fmla="*/ 350 h 541"/>
                <a:gd name="T48" fmla="*/ 501 w 544"/>
                <a:gd name="T49" fmla="*/ 270 h 541"/>
                <a:gd name="T50" fmla="*/ 466 w 544"/>
                <a:gd name="T51" fmla="*/ 281 h 541"/>
                <a:gd name="T52" fmla="*/ 424 w 544"/>
                <a:gd name="T53" fmla="*/ 331 h 541"/>
                <a:gd name="T54" fmla="*/ 400 w 544"/>
                <a:gd name="T55" fmla="*/ 371 h 541"/>
                <a:gd name="T56" fmla="*/ 378 w 544"/>
                <a:gd name="T57" fmla="*/ 433 h 541"/>
                <a:gd name="T58" fmla="*/ 360 w 544"/>
                <a:gd name="T59" fmla="*/ 443 h 541"/>
                <a:gd name="T60" fmla="*/ 296 w 544"/>
                <a:gd name="T61" fmla="*/ 432 h 541"/>
                <a:gd name="T62" fmla="*/ 249 w 544"/>
                <a:gd name="T63" fmla="*/ 432 h 541"/>
                <a:gd name="T64" fmla="*/ 184 w 544"/>
                <a:gd name="T65" fmla="*/ 443 h 541"/>
                <a:gd name="T66" fmla="*/ 166 w 544"/>
                <a:gd name="T67" fmla="*/ 433 h 541"/>
                <a:gd name="T68" fmla="*/ 144 w 544"/>
                <a:gd name="T69" fmla="*/ 371 h 541"/>
                <a:gd name="T70" fmla="*/ 120 w 544"/>
                <a:gd name="T71" fmla="*/ 331 h 541"/>
                <a:gd name="T72" fmla="*/ 78 w 544"/>
                <a:gd name="T73" fmla="*/ 281 h 541"/>
                <a:gd name="T74" fmla="*/ 109 w 544"/>
                <a:gd name="T75" fmla="*/ 265 h 541"/>
                <a:gd name="T76" fmla="*/ 117 w 544"/>
                <a:gd name="T77" fmla="*/ 219 h 541"/>
                <a:gd name="T78" fmla="*/ 117 w 544"/>
                <a:gd name="T79" fmla="*/ 154 h 541"/>
                <a:gd name="T80" fmla="*/ 130 w 544"/>
                <a:gd name="T81" fmla="*/ 138 h 541"/>
                <a:gd name="T82" fmla="*/ 195 w 544"/>
                <a:gd name="T83" fmla="*/ 127 h 541"/>
                <a:gd name="T84" fmla="*/ 239 w 544"/>
                <a:gd name="T85" fmla="*/ 110 h 541"/>
                <a:gd name="T86" fmla="*/ 296 w 544"/>
                <a:gd name="T87" fmla="*/ 78 h 541"/>
                <a:gd name="T88" fmla="*/ 316 w 544"/>
                <a:gd name="T89" fmla="*/ 81 h 541"/>
                <a:gd name="T90" fmla="*/ 358 w 544"/>
                <a:gd name="T91" fmla="*/ 131 h 541"/>
                <a:gd name="T92" fmla="*/ 394 w 544"/>
                <a:gd name="T93" fmla="*/ 162 h 541"/>
                <a:gd name="T94" fmla="*/ 451 w 544"/>
                <a:gd name="T95" fmla="*/ 194 h 541"/>
                <a:gd name="T96" fmla="*/ 458 w 544"/>
                <a:gd name="T97" fmla="*/ 214 h 541"/>
                <a:gd name="T98" fmla="*/ 435 w 544"/>
                <a:gd name="T99" fmla="*/ 270 h 5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44" h="541">
                  <a:moveTo>
                    <a:pt x="501" y="270"/>
                  </a:moveTo>
                  <a:cubicBezTo>
                    <a:pt x="501" y="268"/>
                    <a:pt x="501" y="266"/>
                    <a:pt x="501" y="263"/>
                  </a:cubicBezTo>
                  <a:cubicBezTo>
                    <a:pt x="544" y="256"/>
                    <a:pt x="544" y="256"/>
                    <a:pt x="544" y="256"/>
                  </a:cubicBezTo>
                  <a:cubicBezTo>
                    <a:pt x="533" y="191"/>
                    <a:pt x="533" y="191"/>
                    <a:pt x="533" y="191"/>
                  </a:cubicBezTo>
                  <a:cubicBezTo>
                    <a:pt x="490" y="198"/>
                    <a:pt x="490" y="198"/>
                    <a:pt x="490" y="198"/>
                  </a:cubicBezTo>
                  <a:cubicBezTo>
                    <a:pt x="488" y="194"/>
                    <a:pt x="487" y="190"/>
                    <a:pt x="485" y="185"/>
                  </a:cubicBezTo>
                  <a:cubicBezTo>
                    <a:pt x="523" y="164"/>
                    <a:pt x="523" y="164"/>
                    <a:pt x="523" y="164"/>
                  </a:cubicBezTo>
                  <a:cubicBezTo>
                    <a:pt x="490" y="106"/>
                    <a:pt x="490" y="106"/>
                    <a:pt x="490" y="106"/>
                  </a:cubicBezTo>
                  <a:cubicBezTo>
                    <a:pt x="452" y="128"/>
                    <a:pt x="452" y="128"/>
                    <a:pt x="452" y="128"/>
                  </a:cubicBezTo>
                  <a:cubicBezTo>
                    <a:pt x="449" y="125"/>
                    <a:pt x="446" y="121"/>
                    <a:pt x="443" y="118"/>
                  </a:cubicBezTo>
                  <a:cubicBezTo>
                    <a:pt x="471" y="84"/>
                    <a:pt x="471" y="84"/>
                    <a:pt x="471" y="84"/>
                  </a:cubicBezTo>
                  <a:cubicBezTo>
                    <a:pt x="421" y="42"/>
                    <a:pt x="421" y="42"/>
                    <a:pt x="421" y="42"/>
                  </a:cubicBezTo>
                  <a:cubicBezTo>
                    <a:pt x="393" y="75"/>
                    <a:pt x="393" y="75"/>
                    <a:pt x="393" y="75"/>
                  </a:cubicBezTo>
                  <a:cubicBezTo>
                    <a:pt x="389" y="73"/>
                    <a:pt x="385" y="71"/>
                    <a:pt x="381" y="68"/>
                  </a:cubicBezTo>
                  <a:cubicBezTo>
                    <a:pt x="396" y="27"/>
                    <a:pt x="396" y="27"/>
                    <a:pt x="396" y="27"/>
                  </a:cubicBezTo>
                  <a:cubicBezTo>
                    <a:pt x="334" y="5"/>
                    <a:pt x="334" y="5"/>
                    <a:pt x="334" y="5"/>
                  </a:cubicBezTo>
                  <a:cubicBezTo>
                    <a:pt x="319" y="46"/>
                    <a:pt x="319" y="46"/>
                    <a:pt x="319" y="46"/>
                  </a:cubicBezTo>
                  <a:cubicBezTo>
                    <a:pt x="314" y="45"/>
                    <a:pt x="310" y="44"/>
                    <a:pt x="305" y="43"/>
                  </a:cubicBezTo>
                  <a:cubicBezTo>
                    <a:pt x="305" y="0"/>
                    <a:pt x="305" y="0"/>
                    <a:pt x="305" y="0"/>
                  </a:cubicBezTo>
                  <a:cubicBezTo>
                    <a:pt x="239" y="0"/>
                    <a:pt x="239" y="0"/>
                    <a:pt x="239" y="0"/>
                  </a:cubicBezTo>
                  <a:cubicBezTo>
                    <a:pt x="239" y="43"/>
                    <a:pt x="239" y="43"/>
                    <a:pt x="239" y="43"/>
                  </a:cubicBezTo>
                  <a:cubicBezTo>
                    <a:pt x="234" y="44"/>
                    <a:pt x="230" y="45"/>
                    <a:pt x="226" y="46"/>
                  </a:cubicBezTo>
                  <a:cubicBezTo>
                    <a:pt x="211" y="5"/>
                    <a:pt x="211" y="5"/>
                    <a:pt x="211" y="5"/>
                  </a:cubicBezTo>
                  <a:cubicBezTo>
                    <a:pt x="148" y="27"/>
                    <a:pt x="148" y="27"/>
                    <a:pt x="148" y="27"/>
                  </a:cubicBezTo>
                  <a:cubicBezTo>
                    <a:pt x="163" y="68"/>
                    <a:pt x="163" y="68"/>
                    <a:pt x="163" y="68"/>
                  </a:cubicBezTo>
                  <a:cubicBezTo>
                    <a:pt x="159" y="71"/>
                    <a:pt x="155" y="73"/>
                    <a:pt x="152" y="75"/>
                  </a:cubicBezTo>
                  <a:cubicBezTo>
                    <a:pt x="123" y="42"/>
                    <a:pt x="123" y="42"/>
                    <a:pt x="123" y="42"/>
                  </a:cubicBezTo>
                  <a:cubicBezTo>
                    <a:pt x="73" y="84"/>
                    <a:pt x="73" y="84"/>
                    <a:pt x="73" y="84"/>
                  </a:cubicBezTo>
                  <a:cubicBezTo>
                    <a:pt x="101" y="118"/>
                    <a:pt x="101" y="118"/>
                    <a:pt x="101" y="118"/>
                  </a:cubicBezTo>
                  <a:cubicBezTo>
                    <a:pt x="98" y="121"/>
                    <a:pt x="95" y="125"/>
                    <a:pt x="92" y="128"/>
                  </a:cubicBezTo>
                  <a:cubicBezTo>
                    <a:pt x="54" y="106"/>
                    <a:pt x="54" y="106"/>
                    <a:pt x="54" y="106"/>
                  </a:cubicBezTo>
                  <a:cubicBezTo>
                    <a:pt x="21" y="164"/>
                    <a:pt x="21" y="164"/>
                    <a:pt x="21" y="164"/>
                  </a:cubicBezTo>
                  <a:cubicBezTo>
                    <a:pt x="59" y="185"/>
                    <a:pt x="59" y="185"/>
                    <a:pt x="59" y="185"/>
                  </a:cubicBezTo>
                  <a:cubicBezTo>
                    <a:pt x="57" y="190"/>
                    <a:pt x="56" y="194"/>
                    <a:pt x="54" y="198"/>
                  </a:cubicBezTo>
                  <a:cubicBezTo>
                    <a:pt x="11" y="191"/>
                    <a:pt x="11" y="191"/>
                    <a:pt x="11" y="191"/>
                  </a:cubicBezTo>
                  <a:cubicBezTo>
                    <a:pt x="0" y="256"/>
                    <a:pt x="0" y="256"/>
                    <a:pt x="0" y="256"/>
                  </a:cubicBezTo>
                  <a:cubicBezTo>
                    <a:pt x="43" y="263"/>
                    <a:pt x="43" y="263"/>
                    <a:pt x="43" y="263"/>
                  </a:cubicBezTo>
                  <a:cubicBezTo>
                    <a:pt x="43" y="266"/>
                    <a:pt x="43" y="268"/>
                    <a:pt x="43" y="270"/>
                  </a:cubicBezTo>
                  <a:cubicBezTo>
                    <a:pt x="43" y="273"/>
                    <a:pt x="43" y="275"/>
                    <a:pt x="43" y="277"/>
                  </a:cubicBezTo>
                  <a:cubicBezTo>
                    <a:pt x="0" y="285"/>
                    <a:pt x="0" y="285"/>
                    <a:pt x="0" y="285"/>
                  </a:cubicBezTo>
                  <a:cubicBezTo>
                    <a:pt x="11" y="350"/>
                    <a:pt x="11" y="350"/>
                    <a:pt x="11" y="350"/>
                  </a:cubicBezTo>
                  <a:cubicBezTo>
                    <a:pt x="54" y="342"/>
                    <a:pt x="54" y="342"/>
                    <a:pt x="54" y="342"/>
                  </a:cubicBezTo>
                  <a:cubicBezTo>
                    <a:pt x="56" y="347"/>
                    <a:pt x="57" y="351"/>
                    <a:pt x="59" y="355"/>
                  </a:cubicBezTo>
                  <a:cubicBezTo>
                    <a:pt x="21" y="377"/>
                    <a:pt x="21" y="377"/>
                    <a:pt x="21" y="377"/>
                  </a:cubicBezTo>
                  <a:cubicBezTo>
                    <a:pt x="54" y="434"/>
                    <a:pt x="54" y="434"/>
                    <a:pt x="54" y="434"/>
                  </a:cubicBezTo>
                  <a:cubicBezTo>
                    <a:pt x="92" y="412"/>
                    <a:pt x="92" y="412"/>
                    <a:pt x="92" y="412"/>
                  </a:cubicBezTo>
                  <a:cubicBezTo>
                    <a:pt x="95" y="416"/>
                    <a:pt x="98" y="419"/>
                    <a:pt x="101" y="423"/>
                  </a:cubicBezTo>
                  <a:cubicBezTo>
                    <a:pt x="73" y="456"/>
                    <a:pt x="73" y="456"/>
                    <a:pt x="73" y="456"/>
                  </a:cubicBezTo>
                  <a:cubicBezTo>
                    <a:pt x="123" y="499"/>
                    <a:pt x="123" y="499"/>
                    <a:pt x="123" y="499"/>
                  </a:cubicBezTo>
                  <a:cubicBezTo>
                    <a:pt x="152" y="465"/>
                    <a:pt x="152" y="465"/>
                    <a:pt x="152" y="465"/>
                  </a:cubicBezTo>
                  <a:cubicBezTo>
                    <a:pt x="155" y="468"/>
                    <a:pt x="159" y="470"/>
                    <a:pt x="163" y="472"/>
                  </a:cubicBezTo>
                  <a:cubicBezTo>
                    <a:pt x="148" y="513"/>
                    <a:pt x="148" y="513"/>
                    <a:pt x="148" y="513"/>
                  </a:cubicBezTo>
                  <a:cubicBezTo>
                    <a:pt x="211" y="536"/>
                    <a:pt x="211" y="536"/>
                    <a:pt x="211" y="536"/>
                  </a:cubicBezTo>
                  <a:cubicBezTo>
                    <a:pt x="226" y="495"/>
                    <a:pt x="226" y="495"/>
                    <a:pt x="226" y="495"/>
                  </a:cubicBezTo>
                  <a:cubicBezTo>
                    <a:pt x="230" y="496"/>
                    <a:pt x="234" y="496"/>
                    <a:pt x="239" y="497"/>
                  </a:cubicBezTo>
                  <a:cubicBezTo>
                    <a:pt x="239" y="541"/>
                    <a:pt x="239" y="541"/>
                    <a:pt x="239" y="541"/>
                  </a:cubicBezTo>
                  <a:cubicBezTo>
                    <a:pt x="305" y="541"/>
                    <a:pt x="305" y="541"/>
                    <a:pt x="305" y="541"/>
                  </a:cubicBezTo>
                  <a:cubicBezTo>
                    <a:pt x="305" y="497"/>
                    <a:pt x="305" y="497"/>
                    <a:pt x="305" y="497"/>
                  </a:cubicBezTo>
                  <a:cubicBezTo>
                    <a:pt x="310" y="496"/>
                    <a:pt x="314" y="496"/>
                    <a:pt x="319" y="495"/>
                  </a:cubicBezTo>
                  <a:cubicBezTo>
                    <a:pt x="334" y="536"/>
                    <a:pt x="334" y="536"/>
                    <a:pt x="334" y="536"/>
                  </a:cubicBezTo>
                  <a:cubicBezTo>
                    <a:pt x="396" y="513"/>
                    <a:pt x="396" y="513"/>
                    <a:pt x="396" y="513"/>
                  </a:cubicBezTo>
                  <a:cubicBezTo>
                    <a:pt x="381" y="472"/>
                    <a:pt x="381" y="472"/>
                    <a:pt x="381" y="472"/>
                  </a:cubicBezTo>
                  <a:cubicBezTo>
                    <a:pt x="385" y="470"/>
                    <a:pt x="389" y="468"/>
                    <a:pt x="393" y="465"/>
                  </a:cubicBezTo>
                  <a:cubicBezTo>
                    <a:pt x="421" y="499"/>
                    <a:pt x="421" y="499"/>
                    <a:pt x="421" y="499"/>
                  </a:cubicBezTo>
                  <a:cubicBezTo>
                    <a:pt x="471" y="456"/>
                    <a:pt x="471" y="456"/>
                    <a:pt x="471" y="456"/>
                  </a:cubicBezTo>
                  <a:cubicBezTo>
                    <a:pt x="443" y="423"/>
                    <a:pt x="443" y="423"/>
                    <a:pt x="443" y="423"/>
                  </a:cubicBezTo>
                  <a:cubicBezTo>
                    <a:pt x="446" y="419"/>
                    <a:pt x="449" y="416"/>
                    <a:pt x="452" y="412"/>
                  </a:cubicBezTo>
                  <a:cubicBezTo>
                    <a:pt x="490" y="434"/>
                    <a:pt x="490" y="434"/>
                    <a:pt x="490" y="434"/>
                  </a:cubicBezTo>
                  <a:cubicBezTo>
                    <a:pt x="523" y="377"/>
                    <a:pt x="523" y="377"/>
                    <a:pt x="523" y="377"/>
                  </a:cubicBezTo>
                  <a:cubicBezTo>
                    <a:pt x="485" y="355"/>
                    <a:pt x="485" y="355"/>
                    <a:pt x="485" y="355"/>
                  </a:cubicBezTo>
                  <a:cubicBezTo>
                    <a:pt x="487" y="351"/>
                    <a:pt x="488" y="347"/>
                    <a:pt x="490" y="342"/>
                  </a:cubicBezTo>
                  <a:cubicBezTo>
                    <a:pt x="533" y="350"/>
                    <a:pt x="533" y="350"/>
                    <a:pt x="533" y="350"/>
                  </a:cubicBezTo>
                  <a:cubicBezTo>
                    <a:pt x="544" y="285"/>
                    <a:pt x="544" y="285"/>
                    <a:pt x="544" y="285"/>
                  </a:cubicBezTo>
                  <a:cubicBezTo>
                    <a:pt x="501" y="277"/>
                    <a:pt x="501" y="277"/>
                    <a:pt x="501" y="277"/>
                  </a:cubicBezTo>
                  <a:cubicBezTo>
                    <a:pt x="501" y="275"/>
                    <a:pt x="501" y="273"/>
                    <a:pt x="501" y="270"/>
                  </a:cubicBezTo>
                  <a:close/>
                  <a:moveTo>
                    <a:pt x="435" y="270"/>
                  </a:moveTo>
                  <a:cubicBezTo>
                    <a:pt x="435" y="272"/>
                    <a:pt x="435" y="274"/>
                    <a:pt x="435" y="275"/>
                  </a:cubicBezTo>
                  <a:cubicBezTo>
                    <a:pt x="466" y="281"/>
                    <a:pt x="466" y="281"/>
                    <a:pt x="466" y="281"/>
                  </a:cubicBezTo>
                  <a:cubicBezTo>
                    <a:pt x="458" y="327"/>
                    <a:pt x="458" y="327"/>
                    <a:pt x="458" y="327"/>
                  </a:cubicBezTo>
                  <a:cubicBezTo>
                    <a:pt x="427" y="321"/>
                    <a:pt x="427" y="321"/>
                    <a:pt x="427" y="321"/>
                  </a:cubicBezTo>
                  <a:cubicBezTo>
                    <a:pt x="426" y="325"/>
                    <a:pt x="425" y="328"/>
                    <a:pt x="424" y="331"/>
                  </a:cubicBezTo>
                  <a:cubicBezTo>
                    <a:pt x="451" y="346"/>
                    <a:pt x="451" y="346"/>
                    <a:pt x="451" y="346"/>
                  </a:cubicBezTo>
                  <a:cubicBezTo>
                    <a:pt x="427" y="387"/>
                    <a:pt x="427" y="387"/>
                    <a:pt x="427" y="387"/>
                  </a:cubicBezTo>
                  <a:cubicBezTo>
                    <a:pt x="400" y="371"/>
                    <a:pt x="400" y="371"/>
                    <a:pt x="400" y="371"/>
                  </a:cubicBezTo>
                  <a:cubicBezTo>
                    <a:pt x="398" y="374"/>
                    <a:pt x="396" y="376"/>
                    <a:pt x="394" y="379"/>
                  </a:cubicBezTo>
                  <a:cubicBezTo>
                    <a:pt x="414" y="403"/>
                    <a:pt x="414" y="403"/>
                    <a:pt x="414" y="403"/>
                  </a:cubicBezTo>
                  <a:cubicBezTo>
                    <a:pt x="378" y="433"/>
                    <a:pt x="378" y="433"/>
                    <a:pt x="378" y="433"/>
                  </a:cubicBezTo>
                  <a:cubicBezTo>
                    <a:pt x="358" y="409"/>
                    <a:pt x="358" y="409"/>
                    <a:pt x="358" y="409"/>
                  </a:cubicBezTo>
                  <a:cubicBezTo>
                    <a:pt x="355" y="411"/>
                    <a:pt x="352" y="412"/>
                    <a:pt x="349" y="414"/>
                  </a:cubicBezTo>
                  <a:cubicBezTo>
                    <a:pt x="360" y="443"/>
                    <a:pt x="360" y="443"/>
                    <a:pt x="360" y="443"/>
                  </a:cubicBezTo>
                  <a:cubicBezTo>
                    <a:pt x="316" y="459"/>
                    <a:pt x="316" y="459"/>
                    <a:pt x="316" y="459"/>
                  </a:cubicBezTo>
                  <a:cubicBezTo>
                    <a:pt x="305" y="430"/>
                    <a:pt x="305" y="430"/>
                    <a:pt x="305" y="430"/>
                  </a:cubicBezTo>
                  <a:cubicBezTo>
                    <a:pt x="302" y="431"/>
                    <a:pt x="299" y="431"/>
                    <a:pt x="296" y="432"/>
                  </a:cubicBezTo>
                  <a:cubicBezTo>
                    <a:pt x="296" y="463"/>
                    <a:pt x="296" y="463"/>
                    <a:pt x="296" y="463"/>
                  </a:cubicBezTo>
                  <a:cubicBezTo>
                    <a:pt x="249" y="463"/>
                    <a:pt x="249" y="463"/>
                    <a:pt x="249" y="463"/>
                  </a:cubicBezTo>
                  <a:cubicBezTo>
                    <a:pt x="249" y="432"/>
                    <a:pt x="249" y="432"/>
                    <a:pt x="249" y="432"/>
                  </a:cubicBezTo>
                  <a:cubicBezTo>
                    <a:pt x="245" y="431"/>
                    <a:pt x="242" y="431"/>
                    <a:pt x="239" y="430"/>
                  </a:cubicBezTo>
                  <a:cubicBezTo>
                    <a:pt x="228" y="459"/>
                    <a:pt x="228" y="459"/>
                    <a:pt x="228" y="459"/>
                  </a:cubicBezTo>
                  <a:cubicBezTo>
                    <a:pt x="184" y="443"/>
                    <a:pt x="184" y="443"/>
                    <a:pt x="184" y="443"/>
                  </a:cubicBezTo>
                  <a:cubicBezTo>
                    <a:pt x="195" y="414"/>
                    <a:pt x="195" y="414"/>
                    <a:pt x="195" y="414"/>
                  </a:cubicBezTo>
                  <a:cubicBezTo>
                    <a:pt x="192" y="412"/>
                    <a:pt x="189" y="411"/>
                    <a:pt x="186" y="409"/>
                  </a:cubicBezTo>
                  <a:cubicBezTo>
                    <a:pt x="166" y="433"/>
                    <a:pt x="166" y="433"/>
                    <a:pt x="166" y="433"/>
                  </a:cubicBezTo>
                  <a:cubicBezTo>
                    <a:pt x="130" y="403"/>
                    <a:pt x="130" y="403"/>
                    <a:pt x="130" y="403"/>
                  </a:cubicBezTo>
                  <a:cubicBezTo>
                    <a:pt x="150" y="379"/>
                    <a:pt x="150" y="379"/>
                    <a:pt x="150" y="379"/>
                  </a:cubicBezTo>
                  <a:cubicBezTo>
                    <a:pt x="148" y="376"/>
                    <a:pt x="146" y="374"/>
                    <a:pt x="144" y="371"/>
                  </a:cubicBezTo>
                  <a:cubicBezTo>
                    <a:pt x="117" y="387"/>
                    <a:pt x="117" y="387"/>
                    <a:pt x="117" y="387"/>
                  </a:cubicBezTo>
                  <a:cubicBezTo>
                    <a:pt x="94" y="346"/>
                    <a:pt x="94" y="346"/>
                    <a:pt x="94" y="346"/>
                  </a:cubicBezTo>
                  <a:cubicBezTo>
                    <a:pt x="120" y="331"/>
                    <a:pt x="120" y="331"/>
                    <a:pt x="120" y="331"/>
                  </a:cubicBezTo>
                  <a:cubicBezTo>
                    <a:pt x="119" y="328"/>
                    <a:pt x="118" y="325"/>
                    <a:pt x="117" y="321"/>
                  </a:cubicBezTo>
                  <a:cubicBezTo>
                    <a:pt x="86" y="327"/>
                    <a:pt x="86" y="327"/>
                    <a:pt x="86" y="327"/>
                  </a:cubicBezTo>
                  <a:cubicBezTo>
                    <a:pt x="78" y="281"/>
                    <a:pt x="78" y="281"/>
                    <a:pt x="78" y="281"/>
                  </a:cubicBezTo>
                  <a:cubicBezTo>
                    <a:pt x="109" y="275"/>
                    <a:pt x="109" y="275"/>
                    <a:pt x="109" y="275"/>
                  </a:cubicBezTo>
                  <a:cubicBezTo>
                    <a:pt x="109" y="274"/>
                    <a:pt x="109" y="272"/>
                    <a:pt x="109" y="270"/>
                  </a:cubicBezTo>
                  <a:cubicBezTo>
                    <a:pt x="109" y="269"/>
                    <a:pt x="109" y="267"/>
                    <a:pt x="109" y="265"/>
                  </a:cubicBezTo>
                  <a:cubicBezTo>
                    <a:pt x="78" y="260"/>
                    <a:pt x="78" y="260"/>
                    <a:pt x="78" y="260"/>
                  </a:cubicBezTo>
                  <a:cubicBezTo>
                    <a:pt x="86" y="214"/>
                    <a:pt x="86" y="214"/>
                    <a:pt x="86" y="214"/>
                  </a:cubicBezTo>
                  <a:cubicBezTo>
                    <a:pt x="117" y="219"/>
                    <a:pt x="117" y="219"/>
                    <a:pt x="117" y="219"/>
                  </a:cubicBezTo>
                  <a:cubicBezTo>
                    <a:pt x="118" y="216"/>
                    <a:pt x="119" y="213"/>
                    <a:pt x="120" y="210"/>
                  </a:cubicBezTo>
                  <a:cubicBezTo>
                    <a:pt x="94" y="194"/>
                    <a:pt x="94" y="194"/>
                    <a:pt x="94" y="194"/>
                  </a:cubicBezTo>
                  <a:cubicBezTo>
                    <a:pt x="117" y="154"/>
                    <a:pt x="117" y="154"/>
                    <a:pt x="117" y="154"/>
                  </a:cubicBezTo>
                  <a:cubicBezTo>
                    <a:pt x="144" y="169"/>
                    <a:pt x="144" y="169"/>
                    <a:pt x="144" y="169"/>
                  </a:cubicBezTo>
                  <a:cubicBezTo>
                    <a:pt x="146" y="167"/>
                    <a:pt x="148" y="164"/>
                    <a:pt x="150" y="162"/>
                  </a:cubicBezTo>
                  <a:cubicBezTo>
                    <a:pt x="130" y="138"/>
                    <a:pt x="130" y="138"/>
                    <a:pt x="130" y="138"/>
                  </a:cubicBezTo>
                  <a:cubicBezTo>
                    <a:pt x="166" y="108"/>
                    <a:pt x="166" y="108"/>
                    <a:pt x="166" y="108"/>
                  </a:cubicBezTo>
                  <a:cubicBezTo>
                    <a:pt x="186" y="131"/>
                    <a:pt x="186" y="131"/>
                    <a:pt x="186" y="131"/>
                  </a:cubicBezTo>
                  <a:cubicBezTo>
                    <a:pt x="189" y="130"/>
                    <a:pt x="192" y="128"/>
                    <a:pt x="195" y="127"/>
                  </a:cubicBezTo>
                  <a:cubicBezTo>
                    <a:pt x="184" y="97"/>
                    <a:pt x="184" y="97"/>
                    <a:pt x="184" y="97"/>
                  </a:cubicBezTo>
                  <a:cubicBezTo>
                    <a:pt x="228" y="81"/>
                    <a:pt x="228" y="81"/>
                    <a:pt x="228" y="81"/>
                  </a:cubicBezTo>
                  <a:cubicBezTo>
                    <a:pt x="239" y="110"/>
                    <a:pt x="239" y="110"/>
                    <a:pt x="239" y="110"/>
                  </a:cubicBezTo>
                  <a:cubicBezTo>
                    <a:pt x="242" y="110"/>
                    <a:pt x="245" y="109"/>
                    <a:pt x="249" y="109"/>
                  </a:cubicBezTo>
                  <a:cubicBezTo>
                    <a:pt x="249" y="78"/>
                    <a:pt x="249" y="78"/>
                    <a:pt x="249" y="78"/>
                  </a:cubicBezTo>
                  <a:cubicBezTo>
                    <a:pt x="296" y="78"/>
                    <a:pt x="296" y="78"/>
                    <a:pt x="296" y="78"/>
                  </a:cubicBezTo>
                  <a:cubicBezTo>
                    <a:pt x="296" y="109"/>
                    <a:pt x="296" y="109"/>
                    <a:pt x="296" y="109"/>
                  </a:cubicBezTo>
                  <a:cubicBezTo>
                    <a:pt x="299" y="109"/>
                    <a:pt x="302" y="110"/>
                    <a:pt x="305" y="110"/>
                  </a:cubicBezTo>
                  <a:cubicBezTo>
                    <a:pt x="316" y="81"/>
                    <a:pt x="316" y="81"/>
                    <a:pt x="316" y="81"/>
                  </a:cubicBezTo>
                  <a:cubicBezTo>
                    <a:pt x="360" y="97"/>
                    <a:pt x="360" y="97"/>
                    <a:pt x="360" y="97"/>
                  </a:cubicBezTo>
                  <a:cubicBezTo>
                    <a:pt x="349" y="127"/>
                    <a:pt x="349" y="127"/>
                    <a:pt x="349" y="127"/>
                  </a:cubicBezTo>
                  <a:cubicBezTo>
                    <a:pt x="352" y="128"/>
                    <a:pt x="355" y="130"/>
                    <a:pt x="358" y="131"/>
                  </a:cubicBezTo>
                  <a:cubicBezTo>
                    <a:pt x="378" y="108"/>
                    <a:pt x="378" y="108"/>
                    <a:pt x="378" y="108"/>
                  </a:cubicBezTo>
                  <a:cubicBezTo>
                    <a:pt x="414" y="138"/>
                    <a:pt x="414" y="138"/>
                    <a:pt x="414" y="138"/>
                  </a:cubicBezTo>
                  <a:cubicBezTo>
                    <a:pt x="394" y="162"/>
                    <a:pt x="394" y="162"/>
                    <a:pt x="394" y="162"/>
                  </a:cubicBezTo>
                  <a:cubicBezTo>
                    <a:pt x="396" y="164"/>
                    <a:pt x="398" y="167"/>
                    <a:pt x="400" y="169"/>
                  </a:cubicBezTo>
                  <a:cubicBezTo>
                    <a:pt x="427" y="154"/>
                    <a:pt x="427" y="154"/>
                    <a:pt x="427" y="154"/>
                  </a:cubicBezTo>
                  <a:cubicBezTo>
                    <a:pt x="451" y="194"/>
                    <a:pt x="451" y="194"/>
                    <a:pt x="451" y="194"/>
                  </a:cubicBezTo>
                  <a:cubicBezTo>
                    <a:pt x="424" y="210"/>
                    <a:pt x="424" y="210"/>
                    <a:pt x="424" y="210"/>
                  </a:cubicBezTo>
                  <a:cubicBezTo>
                    <a:pt x="425" y="213"/>
                    <a:pt x="426" y="216"/>
                    <a:pt x="427" y="219"/>
                  </a:cubicBezTo>
                  <a:cubicBezTo>
                    <a:pt x="458" y="214"/>
                    <a:pt x="458" y="214"/>
                    <a:pt x="458" y="214"/>
                  </a:cubicBezTo>
                  <a:cubicBezTo>
                    <a:pt x="466" y="260"/>
                    <a:pt x="466" y="260"/>
                    <a:pt x="466" y="260"/>
                  </a:cubicBezTo>
                  <a:cubicBezTo>
                    <a:pt x="435" y="265"/>
                    <a:pt x="435" y="265"/>
                    <a:pt x="435" y="265"/>
                  </a:cubicBezTo>
                  <a:cubicBezTo>
                    <a:pt x="435" y="267"/>
                    <a:pt x="435" y="269"/>
                    <a:pt x="435" y="2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Gill Sans MT" panose="020B0502020104020203" pitchFamily="34" charset="0"/>
              </a:endParaRPr>
            </a:p>
          </p:txBody>
        </p:sp>
      </p:grpSp>
      <p:sp>
        <p:nvSpPr>
          <p:cNvPr id="188" name="文本框 58">
            <a:extLst>
              <a:ext uri="{FF2B5EF4-FFF2-40B4-BE49-F238E27FC236}">
                <a16:creationId xmlns:a16="http://schemas.microsoft.com/office/drawing/2014/main" id="{9BED6C49-C2F4-FF11-B44E-98285CB03AF1}"/>
              </a:ext>
            </a:extLst>
          </p:cNvPr>
          <p:cNvSpPr txBox="1"/>
          <p:nvPr/>
        </p:nvSpPr>
        <p:spPr>
          <a:xfrm>
            <a:off x="516883" y="1015949"/>
            <a:ext cx="3242263" cy="738664"/>
          </a:xfrm>
          <a:prstGeom prst="rect">
            <a:avLst/>
          </a:prstGeom>
          <a:solidFill>
            <a:schemeClr val="bg1"/>
          </a:solidFill>
        </p:spPr>
        <p:txBody>
          <a:bodyPr wrap="square" lIns="0" tIns="0" rIns="0" bIns="0" rtlCol="0" anchor="t">
            <a:spAutoFit/>
          </a:bodyPr>
          <a:lstStyle/>
          <a:p>
            <a:pPr algn="just"/>
            <a:r>
              <a:rPr lang="en-US" sz="1200" b="0" i="0" dirty="0">
                <a:solidFill>
                  <a:srgbClr val="0D0D0D"/>
                </a:solidFill>
                <a:effectLst/>
                <a:latin typeface="Gill Sans MT" panose="020B0502020104020203" pitchFamily="34" charset="0"/>
              </a:rPr>
              <a:t>Electricity Regulatory Commissions in India allows insurance expense under O&amp;M expense norms which has been set as Rs. Lakh/ MW basis for power generation units</a:t>
            </a:r>
            <a:endParaRPr lang="en-US" sz="1200" dirty="0">
              <a:latin typeface="Gill Sans MT" panose="020B0502020104020203" pitchFamily="34" charset="0"/>
            </a:endParaRPr>
          </a:p>
        </p:txBody>
      </p:sp>
      <p:cxnSp>
        <p:nvCxnSpPr>
          <p:cNvPr id="189" name="肘形连接符 59">
            <a:extLst>
              <a:ext uri="{FF2B5EF4-FFF2-40B4-BE49-F238E27FC236}">
                <a16:creationId xmlns:a16="http://schemas.microsoft.com/office/drawing/2014/main" id="{481787B0-335D-3208-A35A-F3E37DFA4504}"/>
              </a:ext>
            </a:extLst>
          </p:cNvPr>
          <p:cNvCxnSpPr>
            <a:cxnSpLocks/>
          </p:cNvCxnSpPr>
          <p:nvPr/>
        </p:nvCxnSpPr>
        <p:spPr>
          <a:xfrm rot="10800000">
            <a:off x="3901039" y="1422076"/>
            <a:ext cx="1319200" cy="721415"/>
          </a:xfrm>
          <a:prstGeom prst="bentConnector3">
            <a:avLst/>
          </a:prstGeom>
          <a:ln w="12700">
            <a:solidFill>
              <a:srgbClr val="00000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91" name="肘形连接符 61">
            <a:extLst>
              <a:ext uri="{FF2B5EF4-FFF2-40B4-BE49-F238E27FC236}">
                <a16:creationId xmlns:a16="http://schemas.microsoft.com/office/drawing/2014/main" id="{1DF1FEAD-F422-D43F-FAB5-2883987580DC}"/>
              </a:ext>
            </a:extLst>
          </p:cNvPr>
          <p:cNvCxnSpPr>
            <a:cxnSpLocks/>
          </p:cNvCxnSpPr>
          <p:nvPr/>
        </p:nvCxnSpPr>
        <p:spPr>
          <a:xfrm flipV="1">
            <a:off x="7053772" y="1685374"/>
            <a:ext cx="1348371" cy="311426"/>
          </a:xfrm>
          <a:prstGeom prst="bentConnector3">
            <a:avLst>
              <a:gd name="adj1" fmla="val 50000"/>
            </a:avLst>
          </a:prstGeom>
          <a:ln w="12700">
            <a:solidFill>
              <a:srgbClr val="00000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93" name="肘形连接符 63">
            <a:extLst>
              <a:ext uri="{FF2B5EF4-FFF2-40B4-BE49-F238E27FC236}">
                <a16:creationId xmlns:a16="http://schemas.microsoft.com/office/drawing/2014/main" id="{8820640F-B610-F26B-C2BD-255D4A0AD5C3}"/>
              </a:ext>
            </a:extLst>
          </p:cNvPr>
          <p:cNvCxnSpPr>
            <a:cxnSpLocks/>
          </p:cNvCxnSpPr>
          <p:nvPr/>
        </p:nvCxnSpPr>
        <p:spPr>
          <a:xfrm>
            <a:off x="7293810" y="4261174"/>
            <a:ext cx="1108333" cy="442750"/>
          </a:xfrm>
          <a:prstGeom prst="bentConnector3">
            <a:avLst>
              <a:gd name="adj1" fmla="val 50000"/>
            </a:avLst>
          </a:prstGeom>
          <a:ln w="12700">
            <a:solidFill>
              <a:srgbClr val="00000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97" name="TextBox 196">
            <a:extLst>
              <a:ext uri="{FF2B5EF4-FFF2-40B4-BE49-F238E27FC236}">
                <a16:creationId xmlns:a16="http://schemas.microsoft.com/office/drawing/2014/main" id="{E557D410-0C3E-91F2-B1E4-128B9A7B2959}"/>
              </a:ext>
            </a:extLst>
          </p:cNvPr>
          <p:cNvSpPr txBox="1"/>
          <p:nvPr/>
        </p:nvSpPr>
        <p:spPr>
          <a:xfrm>
            <a:off x="480352" y="2218376"/>
            <a:ext cx="3294011" cy="1384995"/>
          </a:xfrm>
          <a:prstGeom prst="rect">
            <a:avLst/>
          </a:prstGeom>
          <a:solidFill>
            <a:schemeClr val="bg1"/>
          </a:solidFill>
        </p:spPr>
        <p:txBody>
          <a:bodyPr wrap="square">
            <a:spAutoFit/>
          </a:bodyPr>
          <a:lstStyle/>
          <a:p>
            <a:pPr algn="just"/>
            <a:r>
              <a:rPr lang="en-US" sz="1200" b="0" i="0" dirty="0">
                <a:solidFill>
                  <a:srgbClr val="0D0D0D"/>
                </a:solidFill>
                <a:effectLst/>
                <a:latin typeface="Gill Sans MT" panose="020B0502020104020203" pitchFamily="34" charset="0"/>
              </a:rPr>
              <a:t>O&amp;M expense consists of three broad categories- R&amp;M Expense, A&amp;G Expense and Employee Cost (in majority of regulations employee cost covered under A&amp;G expense head) </a:t>
            </a:r>
            <a:r>
              <a:rPr lang="en-US" sz="1200" b="1" i="0" dirty="0">
                <a:solidFill>
                  <a:srgbClr val="0D0D0D"/>
                </a:solidFill>
                <a:effectLst/>
                <a:latin typeface="Gill Sans MT" panose="020B0502020104020203" pitchFamily="34" charset="0"/>
              </a:rPr>
              <a:t>Insurance coverage comes under the category of A&amp;G expense and there is no separate norms for insurance expense.</a:t>
            </a:r>
            <a:endParaRPr lang="en-US" sz="1200" b="1" dirty="0">
              <a:latin typeface="Gill Sans MT" panose="020B0502020104020203" pitchFamily="34" charset="0"/>
            </a:endParaRPr>
          </a:p>
        </p:txBody>
      </p:sp>
      <p:cxnSp>
        <p:nvCxnSpPr>
          <p:cNvPr id="198" name="肘形连接符 59">
            <a:extLst>
              <a:ext uri="{FF2B5EF4-FFF2-40B4-BE49-F238E27FC236}">
                <a16:creationId xmlns:a16="http://schemas.microsoft.com/office/drawing/2014/main" id="{19A2469E-07A0-D6DA-0866-4BE6635FC050}"/>
              </a:ext>
            </a:extLst>
          </p:cNvPr>
          <p:cNvCxnSpPr>
            <a:cxnSpLocks/>
            <a:endCxn id="197" idx="3"/>
          </p:cNvCxnSpPr>
          <p:nvPr/>
        </p:nvCxnSpPr>
        <p:spPr>
          <a:xfrm rot="10800000">
            <a:off x="3774363" y="2910875"/>
            <a:ext cx="1163570" cy="536889"/>
          </a:xfrm>
          <a:prstGeom prst="bentConnector3">
            <a:avLst>
              <a:gd name="adj1" fmla="val 50000"/>
            </a:avLst>
          </a:prstGeom>
          <a:ln w="12700">
            <a:solidFill>
              <a:srgbClr val="00000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02" name="TextBox 201">
            <a:extLst>
              <a:ext uri="{FF2B5EF4-FFF2-40B4-BE49-F238E27FC236}">
                <a16:creationId xmlns:a16="http://schemas.microsoft.com/office/drawing/2014/main" id="{C03B903D-FFC7-4B77-680C-B5AE40F8A083}"/>
              </a:ext>
            </a:extLst>
          </p:cNvPr>
          <p:cNvSpPr txBox="1"/>
          <p:nvPr/>
        </p:nvSpPr>
        <p:spPr>
          <a:xfrm>
            <a:off x="504608" y="3993259"/>
            <a:ext cx="3294011" cy="1569660"/>
          </a:xfrm>
          <a:prstGeom prst="rect">
            <a:avLst/>
          </a:prstGeom>
          <a:solidFill>
            <a:schemeClr val="bg1"/>
          </a:solidFill>
        </p:spPr>
        <p:txBody>
          <a:bodyPr wrap="square">
            <a:spAutoFit/>
          </a:bodyPr>
          <a:lstStyle/>
          <a:p>
            <a:pPr algn="just"/>
            <a:r>
              <a:rPr lang="en-US" sz="1200" b="0" i="0" dirty="0">
                <a:solidFill>
                  <a:srgbClr val="0D0D0D"/>
                </a:solidFill>
                <a:effectLst/>
                <a:latin typeface="Gill Sans MT" panose="020B0502020104020203" pitchFamily="34" charset="0"/>
              </a:rPr>
              <a:t>For Solar power plants some of the Indian </a:t>
            </a:r>
            <a:r>
              <a:rPr lang="en-US" sz="1200" b="1" i="0" dirty="0">
                <a:solidFill>
                  <a:srgbClr val="0D0D0D"/>
                </a:solidFill>
                <a:effectLst/>
                <a:latin typeface="Gill Sans MT" panose="020B0502020104020203" pitchFamily="34" charset="0"/>
              </a:rPr>
              <a:t>State Electricity Regulatory Commissions allows insurance cost separately over and above O&amp;M norms</a:t>
            </a:r>
            <a:r>
              <a:rPr lang="en-US" sz="1200" b="0" i="0" dirty="0">
                <a:solidFill>
                  <a:srgbClr val="0D0D0D"/>
                </a:solidFill>
                <a:effectLst/>
                <a:latin typeface="Gill Sans MT" panose="020B0502020104020203" pitchFamily="34" charset="0"/>
              </a:rPr>
              <a:t>.  Example: TNERC allows insurance cost separately i.e. 0.35% of capital cost unlike the CERC which allows O&amp;M Cost inclusive of insurance cost. Similarly, GERC was allowing insurance cost as 0.35% of net asset value.</a:t>
            </a:r>
            <a:endParaRPr lang="en-US" sz="1200" dirty="0">
              <a:latin typeface="Gill Sans MT" panose="020B0502020104020203" pitchFamily="34" charset="0"/>
            </a:endParaRPr>
          </a:p>
        </p:txBody>
      </p:sp>
      <p:cxnSp>
        <p:nvCxnSpPr>
          <p:cNvPr id="205" name="肘形连接符 59">
            <a:extLst>
              <a:ext uri="{FF2B5EF4-FFF2-40B4-BE49-F238E27FC236}">
                <a16:creationId xmlns:a16="http://schemas.microsoft.com/office/drawing/2014/main" id="{5B5ECA7E-C73C-7DFF-961A-2ACC550EC1EB}"/>
              </a:ext>
            </a:extLst>
          </p:cNvPr>
          <p:cNvCxnSpPr>
            <a:cxnSpLocks/>
          </p:cNvCxnSpPr>
          <p:nvPr/>
        </p:nvCxnSpPr>
        <p:spPr>
          <a:xfrm rot="10800000" flipV="1">
            <a:off x="3743796" y="4413946"/>
            <a:ext cx="508382" cy="469850"/>
          </a:xfrm>
          <a:prstGeom prst="bentConnector3">
            <a:avLst>
              <a:gd name="adj1" fmla="val 50000"/>
            </a:avLst>
          </a:prstGeom>
          <a:ln w="12700">
            <a:solidFill>
              <a:srgbClr val="00000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09" name="文本框 58">
            <a:extLst>
              <a:ext uri="{FF2B5EF4-FFF2-40B4-BE49-F238E27FC236}">
                <a16:creationId xmlns:a16="http://schemas.microsoft.com/office/drawing/2014/main" id="{6429F45D-67C0-F7E7-20F6-F93E0C14AEFD}"/>
              </a:ext>
            </a:extLst>
          </p:cNvPr>
          <p:cNvSpPr txBox="1"/>
          <p:nvPr/>
        </p:nvSpPr>
        <p:spPr>
          <a:xfrm>
            <a:off x="8505638" y="1126899"/>
            <a:ext cx="3294011" cy="1292662"/>
          </a:xfrm>
          <a:prstGeom prst="rect">
            <a:avLst/>
          </a:prstGeom>
          <a:solidFill>
            <a:schemeClr val="bg1"/>
          </a:solidFill>
        </p:spPr>
        <p:txBody>
          <a:bodyPr wrap="square" lIns="0" tIns="0" rIns="0" bIns="0" rtlCol="0" anchor="t">
            <a:spAutoFit/>
          </a:bodyPr>
          <a:lstStyle/>
          <a:p>
            <a:pPr algn="just"/>
            <a:r>
              <a:rPr lang="en-US" sz="1200" b="1" i="0" dirty="0">
                <a:solidFill>
                  <a:srgbClr val="0D0D0D"/>
                </a:solidFill>
                <a:effectLst/>
                <a:latin typeface="Gill Sans MT" panose="020B0502020104020203" pitchFamily="34" charset="0"/>
              </a:rPr>
              <a:t>India’s electricity regulatory commissions treat insurance premium under controllable parameters and year on year escalation on premium</a:t>
            </a:r>
            <a:r>
              <a:rPr lang="en-US" sz="1200" b="0" i="0" dirty="0">
                <a:solidFill>
                  <a:srgbClr val="0D0D0D"/>
                </a:solidFill>
                <a:effectLst/>
                <a:latin typeface="Gill Sans MT" panose="020B0502020104020203" pitchFamily="34" charset="0"/>
              </a:rPr>
              <a:t> generally determined through hybrid index of WPI and CPI along with actual premium paid in historical years. IRDA is the nodal agency for insurance regulatory in India.</a:t>
            </a:r>
          </a:p>
        </p:txBody>
      </p:sp>
      <p:sp>
        <p:nvSpPr>
          <p:cNvPr id="210" name="文本框 58">
            <a:extLst>
              <a:ext uri="{FF2B5EF4-FFF2-40B4-BE49-F238E27FC236}">
                <a16:creationId xmlns:a16="http://schemas.microsoft.com/office/drawing/2014/main" id="{657710FC-6F4A-C0EA-429D-9674F0B157F9}"/>
              </a:ext>
            </a:extLst>
          </p:cNvPr>
          <p:cNvSpPr txBox="1"/>
          <p:nvPr/>
        </p:nvSpPr>
        <p:spPr>
          <a:xfrm>
            <a:off x="8505638" y="4027504"/>
            <a:ext cx="3294011" cy="1292662"/>
          </a:xfrm>
          <a:prstGeom prst="rect">
            <a:avLst/>
          </a:prstGeom>
          <a:solidFill>
            <a:schemeClr val="bg1"/>
          </a:solidFill>
        </p:spPr>
        <p:txBody>
          <a:bodyPr wrap="square" lIns="0" tIns="0" rIns="0" bIns="0" rtlCol="0" anchor="t">
            <a:spAutoFit/>
          </a:bodyPr>
          <a:lstStyle/>
          <a:p>
            <a:pPr algn="just"/>
            <a:r>
              <a:rPr lang="en-US" sz="1200" b="0" i="0" dirty="0">
                <a:solidFill>
                  <a:srgbClr val="0D0D0D"/>
                </a:solidFill>
                <a:effectLst/>
                <a:latin typeface="Gill Sans MT" panose="020B0502020104020203" pitchFamily="34" charset="0"/>
              </a:rPr>
              <a:t>As per </a:t>
            </a:r>
            <a:r>
              <a:rPr lang="en-US" sz="1200" b="0" i="0" dirty="0">
                <a:solidFill>
                  <a:schemeClr val="bg2"/>
                </a:solidFill>
                <a:effectLst/>
                <a:latin typeface="Gill Sans MT" panose="020B0502020104020203" pitchFamily="34" charset="0"/>
                <a:hlinkClick r:id="rId6" action="ppaction://hlinksldjump">
                  <a:extLst>
                    <a:ext uri="{A12FA001-AC4F-418D-AE19-62706E023703}">
                      <ahyp:hlinkClr xmlns:ahyp="http://schemas.microsoft.com/office/drawing/2018/hyperlinkcolor" val="tx"/>
                    </a:ext>
                  </a:extLst>
                </a:hlinkClick>
              </a:rPr>
              <a:t>THDC</a:t>
            </a:r>
            <a:r>
              <a:rPr lang="en-US" sz="1200" b="0" i="0" dirty="0">
                <a:solidFill>
                  <a:srgbClr val="0D0D0D"/>
                </a:solidFill>
                <a:effectLst/>
                <a:latin typeface="Gill Sans MT" panose="020B0502020104020203" pitchFamily="34" charset="0"/>
              </a:rPr>
              <a:t> (formerly known as Tehri Hydro Development Corporation Limited) 2024-2025 insurance NIT,  the </a:t>
            </a:r>
            <a:r>
              <a:rPr lang="en-US" sz="1200" b="1" i="0" dirty="0">
                <a:solidFill>
                  <a:srgbClr val="0D0D0D"/>
                </a:solidFill>
                <a:effectLst/>
                <a:latin typeface="Gill Sans MT" panose="020B0502020104020203" pitchFamily="34" charset="0"/>
              </a:rPr>
              <a:t>Business Interruption sum-insured would be based on tariff applicable</a:t>
            </a:r>
            <a:r>
              <a:rPr lang="en-US" sz="1200" b="0" i="0" dirty="0">
                <a:solidFill>
                  <a:srgbClr val="0D0D0D"/>
                </a:solidFill>
                <a:effectLst/>
                <a:latin typeface="Gill Sans MT" panose="020B0502020104020203" pitchFamily="34" charset="0"/>
              </a:rPr>
              <a:t>; AFC submitted before CERC for the F.Y. 2024-25 and Annual Plant Availability Factor based on the normative plant availability factor (NAPAF) etc.</a:t>
            </a:r>
          </a:p>
        </p:txBody>
      </p:sp>
      <p:sp>
        <p:nvSpPr>
          <p:cNvPr id="218" name="Rectangle: Rounded Corners 217">
            <a:extLst>
              <a:ext uri="{FF2B5EF4-FFF2-40B4-BE49-F238E27FC236}">
                <a16:creationId xmlns:a16="http://schemas.microsoft.com/office/drawing/2014/main" id="{EE50B3FC-D2FB-79F6-B094-C0A7B38362CF}"/>
              </a:ext>
            </a:extLst>
          </p:cNvPr>
          <p:cNvSpPr/>
          <p:nvPr/>
        </p:nvSpPr>
        <p:spPr bwMode="gray">
          <a:xfrm>
            <a:off x="699752" y="5689402"/>
            <a:ext cx="11256895" cy="441039"/>
          </a:xfrm>
          <a:prstGeom prst="roundRect">
            <a:avLst/>
          </a:prstGeom>
          <a:solidFill>
            <a:schemeClr val="bg1">
              <a:lumMod val="95000"/>
            </a:schemeClr>
          </a:solidFill>
          <a:ln w="19050" algn="ctr">
            <a:solidFill>
              <a:schemeClr val="tx1"/>
            </a:solidFill>
            <a:miter lim="800000"/>
            <a:headEnd/>
            <a:tailEnd/>
          </a:ln>
        </p:spPr>
        <p:txBody>
          <a:bodyPr wrap="square" lIns="88900" tIns="88900" rIns="88900" bIns="88900" rtlCol="0" anchor="ctr"/>
          <a:lstStyle/>
          <a:p>
            <a:pPr marL="171450" indent="-171450">
              <a:lnSpc>
                <a:spcPct val="106000"/>
              </a:lnSpc>
              <a:buFont typeface="Arial" panose="020B0604020202020204" pitchFamily="34" charset="0"/>
              <a:buChar char="•"/>
            </a:pPr>
            <a:r>
              <a:rPr lang="en-US" sz="1400" dirty="0">
                <a:latin typeface="Gill Sans MT" panose="020B0502020104020203" pitchFamily="34" charset="0"/>
              </a:rPr>
              <a:t>Post 2013 Uttarakhand floods, insurance companies have increased insurance premiums manifold; however, same is not reflected under current regulatory treatment of Commissions in the calculations of normative O&amp;M expenses allowed for recovery through tariff</a:t>
            </a:r>
          </a:p>
        </p:txBody>
      </p:sp>
      <p:pic>
        <p:nvPicPr>
          <p:cNvPr id="219" name="Graphic 218" descr="Right pointing backhand index with solid fill">
            <a:extLst>
              <a:ext uri="{FF2B5EF4-FFF2-40B4-BE49-F238E27FC236}">
                <a16:creationId xmlns:a16="http://schemas.microsoft.com/office/drawing/2014/main" id="{8538BD99-843C-4182-CDDB-0D6A16274B3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7323" y="5562919"/>
            <a:ext cx="507155" cy="507155"/>
          </a:xfrm>
          <a:prstGeom prst="rect">
            <a:avLst/>
          </a:prstGeom>
        </p:spPr>
      </p:pic>
      <p:sp>
        <p:nvSpPr>
          <p:cNvPr id="6" name="TextBox 5">
            <a:extLst>
              <a:ext uri="{FF2B5EF4-FFF2-40B4-BE49-F238E27FC236}">
                <a16:creationId xmlns:a16="http://schemas.microsoft.com/office/drawing/2014/main" id="{95E6A1E2-6B96-CA9F-EA44-F70309AE0EF6}"/>
              </a:ext>
            </a:extLst>
          </p:cNvPr>
          <p:cNvSpPr txBox="1"/>
          <p:nvPr/>
        </p:nvSpPr>
        <p:spPr>
          <a:xfrm>
            <a:off x="748615" y="6190153"/>
            <a:ext cx="11208032" cy="553998"/>
          </a:xfrm>
          <a:prstGeom prst="rect">
            <a:avLst/>
          </a:prstGeom>
          <a:noFill/>
        </p:spPr>
        <p:txBody>
          <a:bodyPr wrap="square" lIns="0" tIns="0" rIns="0" bIns="0" rtlCol="0">
            <a:spAutoFit/>
          </a:bodyPr>
          <a:lstStyle/>
          <a:p>
            <a:pPr>
              <a:buSzPct val="100000"/>
            </a:pPr>
            <a:r>
              <a:rPr lang="en-US" sz="1200" b="1" i="1" dirty="0">
                <a:solidFill>
                  <a:srgbClr val="313131"/>
                </a:solidFill>
                <a:latin typeface="Gill Sans MT" panose="020B0502020104020203" pitchFamily="34" charset="0"/>
              </a:rPr>
              <a:t>Note:</a:t>
            </a:r>
            <a:r>
              <a:rPr lang="en-US" sz="1200" i="1" dirty="0">
                <a:solidFill>
                  <a:srgbClr val="313131"/>
                </a:solidFill>
                <a:latin typeface="Gill Sans MT" panose="020B0502020104020203" pitchFamily="34" charset="0"/>
              </a:rPr>
              <a:t> 1. Case Study </a:t>
            </a:r>
            <a:r>
              <a:rPr lang="en-US" sz="1200" i="1" dirty="0" err="1">
                <a:solidFill>
                  <a:srgbClr val="313131"/>
                </a:solidFill>
                <a:latin typeface="Gill Sans MT" panose="020B0502020104020203" pitchFamily="34" charset="0"/>
              </a:rPr>
              <a:t>wrt</a:t>
            </a:r>
            <a:r>
              <a:rPr lang="en-US" sz="1200" i="1" dirty="0">
                <a:solidFill>
                  <a:srgbClr val="313131"/>
                </a:solidFill>
                <a:latin typeface="Gill Sans MT" panose="020B0502020104020203" pitchFamily="34" charset="0"/>
              </a:rPr>
              <a:t> Actual passthrough of Insurance Premium by UERC in 9 LHPs of UJVN for FY 22 True Up provided in </a:t>
            </a:r>
            <a:r>
              <a:rPr lang="en-US" sz="1200" i="1" dirty="0">
                <a:solidFill>
                  <a:schemeClr val="bg2"/>
                </a:solidFill>
                <a:latin typeface="Gill Sans MT" panose="020B0502020104020203" pitchFamily="34" charset="0"/>
                <a:hlinkClick r:id="rId9" action="ppaction://hlinksldjump">
                  <a:extLst>
                    <a:ext uri="{A12FA001-AC4F-418D-AE19-62706E023703}">
                      <ahyp:hlinkClr xmlns:ahyp="http://schemas.microsoft.com/office/drawing/2018/hyperlinkcolor" val="tx"/>
                    </a:ext>
                  </a:extLst>
                </a:hlinkClick>
              </a:rPr>
              <a:t>Annexure</a:t>
            </a:r>
            <a:endParaRPr lang="en-US" sz="1200" i="1" dirty="0">
              <a:solidFill>
                <a:schemeClr val="bg2"/>
              </a:solidFill>
              <a:latin typeface="Gill Sans MT" panose="020B0502020104020203" pitchFamily="34" charset="0"/>
            </a:endParaRPr>
          </a:p>
          <a:p>
            <a:pPr marL="401638">
              <a:buSzPct val="100000"/>
            </a:pPr>
            <a:r>
              <a:rPr lang="en-US" sz="1200" i="1" dirty="0">
                <a:solidFill>
                  <a:srgbClr val="313131"/>
                </a:solidFill>
                <a:latin typeface="Gill Sans MT" panose="020B0502020104020203" pitchFamily="34" charset="0"/>
              </a:rPr>
              <a:t>2. Details with respect to IRDAI (Reinsurance) (Amendment) Regulations 2023 provided in </a:t>
            </a:r>
            <a:r>
              <a:rPr lang="en-US" sz="1200" i="1" dirty="0">
                <a:solidFill>
                  <a:schemeClr val="bg2"/>
                </a:solidFill>
                <a:latin typeface="Gill Sans MT" panose="020B0502020104020203" pitchFamily="34" charset="0"/>
                <a:hlinkClick r:id="rId10" action="ppaction://hlinksldjump">
                  <a:extLst>
                    <a:ext uri="{A12FA001-AC4F-418D-AE19-62706E023703}">
                      <ahyp:hlinkClr xmlns:ahyp="http://schemas.microsoft.com/office/drawing/2018/hyperlinkcolor" val="tx"/>
                    </a:ext>
                  </a:extLst>
                </a:hlinkClick>
              </a:rPr>
              <a:t>Annexure</a:t>
            </a:r>
            <a:endParaRPr lang="en-US" sz="1200" i="1" dirty="0">
              <a:solidFill>
                <a:schemeClr val="bg2"/>
              </a:solidFill>
              <a:latin typeface="Gill Sans MT" panose="020B0502020104020203" pitchFamily="34" charset="0"/>
            </a:endParaRPr>
          </a:p>
          <a:p>
            <a:pPr marL="401638">
              <a:buSzPct val="100000"/>
            </a:pPr>
            <a:r>
              <a:rPr lang="en-US" sz="1200" i="1" dirty="0">
                <a:solidFill>
                  <a:srgbClr val="313131"/>
                </a:solidFill>
                <a:latin typeface="Gill Sans MT" panose="020B0502020104020203" pitchFamily="34" charset="0"/>
              </a:rPr>
              <a:t>3. Regulatory Treatment of Insurance in Electricity Act under sections 62 and 63 mentioned in </a:t>
            </a:r>
            <a:r>
              <a:rPr lang="en-US" sz="1200" i="1" dirty="0">
                <a:solidFill>
                  <a:schemeClr val="bg2"/>
                </a:solidFill>
                <a:latin typeface="Gill Sans MT" panose="020B0502020104020203" pitchFamily="34" charset="0"/>
                <a:hlinkClick r:id="rId11" action="ppaction://hlinksldjump">
                  <a:extLst>
                    <a:ext uri="{A12FA001-AC4F-418D-AE19-62706E023703}">
                      <ahyp:hlinkClr xmlns:ahyp="http://schemas.microsoft.com/office/drawing/2018/hyperlinkcolor" val="tx"/>
                    </a:ext>
                  </a:extLst>
                </a:hlinkClick>
              </a:rPr>
              <a:t>Annexure</a:t>
            </a:r>
            <a:endParaRPr lang="en-US" sz="1200" i="1" dirty="0">
              <a:solidFill>
                <a:schemeClr val="bg2"/>
              </a:solidFill>
              <a:latin typeface="Gill Sans MT" panose="020B0502020104020203" pitchFamily="34" charset="0"/>
            </a:endParaRPr>
          </a:p>
        </p:txBody>
      </p:sp>
    </p:spTree>
    <p:extLst>
      <p:ext uri="{BB962C8B-B14F-4D97-AF65-F5344CB8AC3E}">
        <p14:creationId xmlns:p14="http://schemas.microsoft.com/office/powerpoint/2010/main" val="3741606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538EF-6B78-D65A-1351-7E3A44B80140}"/>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65B582C-8776-9845-79F3-B00788DD532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think-cell data - do not delete" hidden="1">
                        <a:extLst>
                          <a:ext uri="{FF2B5EF4-FFF2-40B4-BE49-F238E27FC236}">
                            <a16:creationId xmlns:a16="http://schemas.microsoft.com/office/drawing/2014/main" id="{B65B582C-8776-9845-79F3-B00788DD532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ext Placeholder 2">
            <a:extLst>
              <a:ext uri="{FF2B5EF4-FFF2-40B4-BE49-F238E27FC236}">
                <a16:creationId xmlns:a16="http://schemas.microsoft.com/office/drawing/2014/main" id="{F385D936-C7DE-C5A9-C93A-8B03AA787898}"/>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600" dirty="0">
                <a:solidFill>
                  <a:schemeClr val="bg2">
                    <a:lumMod val="50000"/>
                  </a:schemeClr>
                </a:solidFill>
                <a:latin typeface="Gill Sans MT" panose="020B0502020104020203" pitchFamily="34" charset="0"/>
              </a:rPr>
              <a:t>Two contrasting case studies with respect to impact of insurance product on entire project</a:t>
            </a:r>
          </a:p>
        </p:txBody>
      </p:sp>
      <p:sp>
        <p:nvSpPr>
          <p:cNvPr id="10" name="Title 2">
            <a:extLst>
              <a:ext uri="{FF2B5EF4-FFF2-40B4-BE49-F238E27FC236}">
                <a16:creationId xmlns:a16="http://schemas.microsoft.com/office/drawing/2014/main" id="{18C54B32-5ADE-99EA-9DE6-E78FA6BE9896}"/>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dirty="0">
                <a:solidFill>
                  <a:srgbClr val="BA0C2F"/>
                </a:solidFill>
                <a:latin typeface="Gill Sans MT" panose="020B0502020104020203" pitchFamily="34" charset="0"/>
              </a:rPr>
              <a:t>Insurance Case Studies in Hydro Project – Sikkim (India) and </a:t>
            </a:r>
            <a:r>
              <a:rPr lang="en-US" dirty="0" err="1">
                <a:solidFill>
                  <a:srgbClr val="BA0C2F"/>
                </a:solidFill>
                <a:latin typeface="Gill Sans MT" panose="020B0502020104020203" pitchFamily="34" charset="0"/>
              </a:rPr>
              <a:t>Rasuwa</a:t>
            </a:r>
            <a:r>
              <a:rPr lang="en-US" dirty="0">
                <a:solidFill>
                  <a:srgbClr val="BA0C2F"/>
                </a:solidFill>
                <a:latin typeface="Gill Sans MT" panose="020B0502020104020203" pitchFamily="34" charset="0"/>
              </a:rPr>
              <a:t> (Nepal)</a:t>
            </a:r>
          </a:p>
        </p:txBody>
      </p:sp>
      <p:cxnSp>
        <p:nvCxnSpPr>
          <p:cNvPr id="18" name="Straight Connector 17">
            <a:extLst>
              <a:ext uri="{FF2B5EF4-FFF2-40B4-BE49-F238E27FC236}">
                <a16:creationId xmlns:a16="http://schemas.microsoft.com/office/drawing/2014/main" id="{A1607BEE-41D4-6D79-3571-042E87E1C5F7}"/>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B85BCB0-040E-1D1C-FCF1-48FF3C6F373C}"/>
              </a:ext>
            </a:extLst>
          </p:cNvPr>
          <p:cNvSpPr txBox="1"/>
          <p:nvPr/>
        </p:nvSpPr>
        <p:spPr>
          <a:xfrm>
            <a:off x="367074" y="1252826"/>
            <a:ext cx="5577418" cy="954107"/>
          </a:xfrm>
          <a:prstGeom prst="rect">
            <a:avLst/>
          </a:prstGeom>
          <a:noFill/>
        </p:spPr>
        <p:txBody>
          <a:bodyPr wrap="square">
            <a:spAutoFit/>
          </a:bodyPr>
          <a:lstStyle/>
          <a:p>
            <a:pPr algn="just"/>
            <a:r>
              <a:rPr lang="en-US" sz="1400" dirty="0">
                <a:solidFill>
                  <a:srgbClr val="000000"/>
                </a:solidFill>
                <a:effectLst/>
                <a:latin typeface="Gill Sans MT" panose="020B0502020104020203" pitchFamily="34" charset="0"/>
                <a:ea typeface="Calibri" panose="020F0502020204030204" pitchFamily="34" charset="0"/>
              </a:rPr>
              <a:t>Sikkim government faces challenges as global reinsurers, including GIC Re, Swiss Re, and Munich Re, stick to a contract clause limiting claim payouts to Rs 500 crore for the Teesta Stage III Hydro power project, despite a sum assured of Rs 12,000 crore.</a:t>
            </a:r>
            <a:endParaRPr lang="en-US" sz="1400" dirty="0">
              <a:latin typeface="Gill Sans MT" panose="020B0502020104020203" pitchFamily="34" charset="0"/>
            </a:endParaRPr>
          </a:p>
        </p:txBody>
      </p:sp>
      <p:sp>
        <p:nvSpPr>
          <p:cNvPr id="15" name="Freeform 3">
            <a:extLst>
              <a:ext uri="{FF2B5EF4-FFF2-40B4-BE49-F238E27FC236}">
                <a16:creationId xmlns:a16="http://schemas.microsoft.com/office/drawing/2014/main" id="{B1BDE5F0-3888-F331-FCCB-60FCCF8580FA}"/>
              </a:ext>
            </a:extLst>
          </p:cNvPr>
          <p:cNvSpPr>
            <a:spLocks/>
          </p:cNvSpPr>
          <p:nvPr/>
        </p:nvSpPr>
        <p:spPr bwMode="gray">
          <a:xfrm>
            <a:off x="377068" y="2211015"/>
            <a:ext cx="5577418" cy="656998"/>
          </a:xfrm>
          <a:prstGeom prst="roundRect">
            <a:avLst>
              <a:gd name="adj" fmla="val 50000"/>
            </a:avLst>
          </a:prstGeom>
          <a:solidFill>
            <a:schemeClr val="accent2"/>
          </a:solidFill>
          <a:ln w="9525">
            <a:noFill/>
          </a:ln>
          <a:effectLst/>
        </p:spPr>
        <p:style>
          <a:lnRef idx="3">
            <a:schemeClr val="lt1"/>
          </a:lnRef>
          <a:fillRef idx="1">
            <a:schemeClr val="accent6"/>
          </a:fillRef>
          <a:effectRef idx="1">
            <a:schemeClr val="accent6"/>
          </a:effectRef>
          <a:fontRef idx="minor">
            <a:schemeClr val="lt1"/>
          </a:fontRef>
        </p:style>
        <p:txBody>
          <a:bodyPr wrap="square" lIns="612000" tIns="68580" rIns="68580" bIns="68580" rtlCol="0" anchor="ctr"/>
          <a:lstStyle/>
          <a:p>
            <a:r>
              <a:rPr lang="en-US" sz="1300" dirty="0">
                <a:solidFill>
                  <a:schemeClr val="bg1"/>
                </a:solidFill>
                <a:latin typeface="Gill Sans MT" panose="020B0502020104020203" pitchFamily="34" charset="0"/>
              </a:rPr>
              <a:t>The project, destroyed by a glacial lake outburst flood (GLOF), is primarily reinsured, with primary insurers acting as fronting companies</a:t>
            </a:r>
          </a:p>
        </p:txBody>
      </p:sp>
      <p:sp>
        <p:nvSpPr>
          <p:cNvPr id="17" name="Freeform 3">
            <a:extLst>
              <a:ext uri="{FF2B5EF4-FFF2-40B4-BE49-F238E27FC236}">
                <a16:creationId xmlns:a16="http://schemas.microsoft.com/office/drawing/2014/main" id="{C5959C27-F499-117A-4318-3042E69F686D}"/>
              </a:ext>
            </a:extLst>
          </p:cNvPr>
          <p:cNvSpPr>
            <a:spLocks/>
          </p:cNvSpPr>
          <p:nvPr/>
        </p:nvSpPr>
        <p:spPr bwMode="gray">
          <a:xfrm>
            <a:off x="392510" y="2969473"/>
            <a:ext cx="5577421" cy="656998"/>
          </a:xfrm>
          <a:prstGeom prst="roundRect">
            <a:avLst>
              <a:gd name="adj" fmla="val 50000"/>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lIns="612000" tIns="68580" rIns="68580" bIns="68580" rtlCol="0" anchor="ctr"/>
          <a:lstStyle/>
          <a:p>
            <a:r>
              <a:rPr lang="en-US" sz="1300" dirty="0">
                <a:solidFill>
                  <a:schemeClr val="bg1"/>
                </a:solidFill>
                <a:latin typeface="Gill Sans MT" panose="020B0502020104020203" pitchFamily="34" charset="0"/>
              </a:rPr>
              <a:t>Reinsurers cite contract terms, which cap claim settlements at Rs 500 crore for GLOF damage, with premiums paid accordingly</a:t>
            </a:r>
          </a:p>
        </p:txBody>
      </p:sp>
      <p:sp>
        <p:nvSpPr>
          <p:cNvPr id="19" name="Freeform 3">
            <a:extLst>
              <a:ext uri="{FF2B5EF4-FFF2-40B4-BE49-F238E27FC236}">
                <a16:creationId xmlns:a16="http://schemas.microsoft.com/office/drawing/2014/main" id="{DB79C1FA-F9BA-3566-4304-2F840B29A309}"/>
              </a:ext>
            </a:extLst>
          </p:cNvPr>
          <p:cNvSpPr>
            <a:spLocks/>
          </p:cNvSpPr>
          <p:nvPr/>
        </p:nvSpPr>
        <p:spPr bwMode="gray">
          <a:xfrm>
            <a:off x="392510" y="3705574"/>
            <a:ext cx="5577421" cy="641788"/>
          </a:xfrm>
          <a:prstGeom prst="roundRect">
            <a:avLst>
              <a:gd name="adj" fmla="val 50000"/>
            </a:avLst>
          </a:prstGeom>
          <a:solidFill>
            <a:schemeClr val="tx1"/>
          </a:solidFill>
          <a:ln w="9525">
            <a:noFill/>
          </a:ln>
          <a:effectLst/>
        </p:spPr>
        <p:style>
          <a:lnRef idx="3">
            <a:schemeClr val="lt1"/>
          </a:lnRef>
          <a:fillRef idx="1">
            <a:schemeClr val="accent6"/>
          </a:fillRef>
          <a:effectRef idx="1">
            <a:schemeClr val="accent6"/>
          </a:effectRef>
          <a:fontRef idx="minor">
            <a:schemeClr val="lt1"/>
          </a:fontRef>
        </p:style>
        <p:txBody>
          <a:bodyPr wrap="square" lIns="612000" tIns="68580" rIns="68580" bIns="68580" rtlCol="0" anchor="ctr"/>
          <a:lstStyle/>
          <a:p>
            <a:r>
              <a:rPr lang="en-US" sz="1300" dirty="0">
                <a:solidFill>
                  <a:schemeClr val="bg1"/>
                </a:solidFill>
                <a:latin typeface="Gill Sans MT" panose="020B0502020104020203" pitchFamily="34" charset="0"/>
              </a:rPr>
              <a:t>GIC Re has Rs 500 crore exposure and shares risks with other reinsurers, further reinsuring its balance sheet against claim outgo</a:t>
            </a:r>
          </a:p>
        </p:txBody>
      </p:sp>
      <p:sp>
        <p:nvSpPr>
          <p:cNvPr id="20" name="Freeform 3">
            <a:extLst>
              <a:ext uri="{FF2B5EF4-FFF2-40B4-BE49-F238E27FC236}">
                <a16:creationId xmlns:a16="http://schemas.microsoft.com/office/drawing/2014/main" id="{D00439EF-7FA0-90A8-65C4-6AB1F7237716}"/>
              </a:ext>
            </a:extLst>
          </p:cNvPr>
          <p:cNvSpPr>
            <a:spLocks/>
          </p:cNvSpPr>
          <p:nvPr/>
        </p:nvSpPr>
        <p:spPr bwMode="gray">
          <a:xfrm>
            <a:off x="377062" y="4460182"/>
            <a:ext cx="5577421" cy="641788"/>
          </a:xfrm>
          <a:prstGeom prst="roundRect">
            <a:avLst>
              <a:gd name="adj" fmla="val 50000"/>
            </a:avLst>
          </a:prstGeom>
          <a:solidFill>
            <a:schemeClr val="bg2">
              <a:lumMod val="40000"/>
              <a:lumOff val="60000"/>
            </a:schemeClr>
          </a:solidFill>
          <a:ln w="9525">
            <a:noFill/>
          </a:ln>
          <a:effectLst/>
        </p:spPr>
        <p:style>
          <a:lnRef idx="3">
            <a:schemeClr val="lt1"/>
          </a:lnRef>
          <a:fillRef idx="1">
            <a:schemeClr val="accent6"/>
          </a:fillRef>
          <a:effectRef idx="1">
            <a:schemeClr val="accent6"/>
          </a:effectRef>
          <a:fontRef idx="minor">
            <a:schemeClr val="lt1"/>
          </a:fontRef>
        </p:style>
        <p:txBody>
          <a:bodyPr wrap="square" lIns="612000" tIns="68580" rIns="68580" bIns="68580" rtlCol="0" anchor="ctr"/>
          <a:lstStyle/>
          <a:p>
            <a:r>
              <a:rPr lang="en-US" sz="1300" dirty="0">
                <a:solidFill>
                  <a:schemeClr val="bg1"/>
                </a:solidFill>
                <a:latin typeface="Gill Sans MT" panose="020B0502020104020203" pitchFamily="34" charset="0"/>
              </a:rPr>
              <a:t>Settlement of the claim may involve regulatory intervention or legal proceedings, given the project's government ownership and financial implications</a:t>
            </a:r>
          </a:p>
        </p:txBody>
      </p:sp>
      <p:sp>
        <p:nvSpPr>
          <p:cNvPr id="21" name="Oval 20">
            <a:extLst>
              <a:ext uri="{FF2B5EF4-FFF2-40B4-BE49-F238E27FC236}">
                <a16:creationId xmlns:a16="http://schemas.microsoft.com/office/drawing/2014/main" id="{0DA8912C-F77F-A143-A718-DADFCD2B16FC}"/>
              </a:ext>
            </a:extLst>
          </p:cNvPr>
          <p:cNvSpPr/>
          <p:nvPr/>
        </p:nvSpPr>
        <p:spPr>
          <a:xfrm>
            <a:off x="478347" y="2277596"/>
            <a:ext cx="506416" cy="482858"/>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00" dirty="0">
                <a:solidFill>
                  <a:schemeClr val="tx1"/>
                </a:solidFill>
                <a:latin typeface="Gill Sans MT" panose="020B0502020104020203" pitchFamily="34" charset="0"/>
              </a:rPr>
              <a:t>1</a:t>
            </a:r>
          </a:p>
        </p:txBody>
      </p:sp>
      <p:sp>
        <p:nvSpPr>
          <p:cNvPr id="22" name="Oval 21">
            <a:extLst>
              <a:ext uri="{FF2B5EF4-FFF2-40B4-BE49-F238E27FC236}">
                <a16:creationId xmlns:a16="http://schemas.microsoft.com/office/drawing/2014/main" id="{918880AF-D83B-051A-8A4B-F1EE1A6875FE}"/>
              </a:ext>
            </a:extLst>
          </p:cNvPr>
          <p:cNvSpPr/>
          <p:nvPr/>
        </p:nvSpPr>
        <p:spPr>
          <a:xfrm>
            <a:off x="500119" y="3033955"/>
            <a:ext cx="506416" cy="482858"/>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00" dirty="0">
                <a:solidFill>
                  <a:schemeClr val="tx1"/>
                </a:solidFill>
                <a:latin typeface="Gill Sans MT" panose="020B0502020104020203" pitchFamily="34" charset="0"/>
              </a:rPr>
              <a:t>2</a:t>
            </a:r>
          </a:p>
        </p:txBody>
      </p:sp>
      <p:sp>
        <p:nvSpPr>
          <p:cNvPr id="23" name="Oval 22">
            <a:extLst>
              <a:ext uri="{FF2B5EF4-FFF2-40B4-BE49-F238E27FC236}">
                <a16:creationId xmlns:a16="http://schemas.microsoft.com/office/drawing/2014/main" id="{98920E00-6563-C56E-941B-4CE0DD0290FD}"/>
              </a:ext>
            </a:extLst>
          </p:cNvPr>
          <p:cNvSpPr/>
          <p:nvPr/>
        </p:nvSpPr>
        <p:spPr>
          <a:xfrm>
            <a:off x="500119" y="3760700"/>
            <a:ext cx="506416" cy="482858"/>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00" dirty="0">
                <a:solidFill>
                  <a:schemeClr val="tx1"/>
                </a:solidFill>
                <a:latin typeface="Gill Sans MT" panose="020B0502020104020203" pitchFamily="34" charset="0"/>
              </a:rPr>
              <a:t>3</a:t>
            </a:r>
          </a:p>
        </p:txBody>
      </p:sp>
      <p:sp>
        <p:nvSpPr>
          <p:cNvPr id="24" name="Oval 23">
            <a:extLst>
              <a:ext uri="{FF2B5EF4-FFF2-40B4-BE49-F238E27FC236}">
                <a16:creationId xmlns:a16="http://schemas.microsoft.com/office/drawing/2014/main" id="{7B45951A-CDA8-B562-A2E2-BD0C4FA79ED2}"/>
              </a:ext>
            </a:extLst>
          </p:cNvPr>
          <p:cNvSpPr/>
          <p:nvPr/>
        </p:nvSpPr>
        <p:spPr>
          <a:xfrm>
            <a:off x="500119" y="4513304"/>
            <a:ext cx="506416" cy="482858"/>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00" dirty="0">
                <a:solidFill>
                  <a:schemeClr val="tx1"/>
                </a:solidFill>
                <a:latin typeface="Gill Sans MT" panose="020B0502020104020203" pitchFamily="34" charset="0"/>
              </a:rPr>
              <a:t>4</a:t>
            </a:r>
          </a:p>
        </p:txBody>
      </p:sp>
      <p:sp>
        <p:nvSpPr>
          <p:cNvPr id="28" name="Freeform 3">
            <a:extLst>
              <a:ext uri="{FF2B5EF4-FFF2-40B4-BE49-F238E27FC236}">
                <a16:creationId xmlns:a16="http://schemas.microsoft.com/office/drawing/2014/main" id="{E4582D22-2EA6-0901-A0E3-10A635858F79}"/>
              </a:ext>
            </a:extLst>
          </p:cNvPr>
          <p:cNvSpPr>
            <a:spLocks/>
          </p:cNvSpPr>
          <p:nvPr/>
        </p:nvSpPr>
        <p:spPr bwMode="gray">
          <a:xfrm>
            <a:off x="377062" y="5967394"/>
            <a:ext cx="5577421" cy="627721"/>
          </a:xfrm>
          <a:prstGeom prst="roundRect">
            <a:avLst>
              <a:gd name="adj" fmla="val 50000"/>
            </a:avLst>
          </a:prstGeom>
          <a:solidFill>
            <a:schemeClr val="bg1">
              <a:lumMod val="85000"/>
            </a:schemeClr>
          </a:solidFill>
          <a:ln w="9525">
            <a:noFill/>
          </a:ln>
          <a:effectLst/>
        </p:spPr>
        <p:style>
          <a:lnRef idx="3">
            <a:schemeClr val="lt1"/>
          </a:lnRef>
          <a:fillRef idx="1">
            <a:schemeClr val="accent6"/>
          </a:fillRef>
          <a:effectRef idx="1">
            <a:schemeClr val="accent6"/>
          </a:effectRef>
          <a:fontRef idx="minor">
            <a:schemeClr val="lt1"/>
          </a:fontRef>
        </p:style>
        <p:txBody>
          <a:bodyPr wrap="square" lIns="612000" tIns="68580" rIns="68580" bIns="68580" rtlCol="0" anchor="ctr"/>
          <a:lstStyle/>
          <a:p>
            <a:r>
              <a:rPr lang="en-US" sz="1300" dirty="0">
                <a:solidFill>
                  <a:schemeClr val="tx1"/>
                </a:solidFill>
                <a:latin typeface="Gill Sans MT" panose="020B0502020104020203" pitchFamily="34" charset="0"/>
              </a:rPr>
              <a:t>Reinsurers are prepared to handle the situation, emphasizing adherence to contractual terms despite potential losses</a:t>
            </a:r>
          </a:p>
        </p:txBody>
      </p:sp>
      <p:sp>
        <p:nvSpPr>
          <p:cNvPr id="29" name="Oval 28">
            <a:extLst>
              <a:ext uri="{FF2B5EF4-FFF2-40B4-BE49-F238E27FC236}">
                <a16:creationId xmlns:a16="http://schemas.microsoft.com/office/drawing/2014/main" id="{D6440CEC-3CF4-EE67-FC9B-74634D468178}"/>
              </a:ext>
            </a:extLst>
          </p:cNvPr>
          <p:cNvSpPr/>
          <p:nvPr/>
        </p:nvSpPr>
        <p:spPr>
          <a:xfrm>
            <a:off x="464625" y="6014484"/>
            <a:ext cx="506416" cy="482858"/>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00" dirty="0">
                <a:solidFill>
                  <a:schemeClr val="tx1"/>
                </a:solidFill>
                <a:latin typeface="Gill Sans MT" panose="020B0502020104020203" pitchFamily="34" charset="0"/>
              </a:rPr>
              <a:t>6</a:t>
            </a:r>
          </a:p>
        </p:txBody>
      </p:sp>
      <p:sp>
        <p:nvSpPr>
          <p:cNvPr id="30" name="Freeform 3">
            <a:extLst>
              <a:ext uri="{FF2B5EF4-FFF2-40B4-BE49-F238E27FC236}">
                <a16:creationId xmlns:a16="http://schemas.microsoft.com/office/drawing/2014/main" id="{93262334-DE4C-EF97-5CDB-D54C88760641}"/>
              </a:ext>
            </a:extLst>
          </p:cNvPr>
          <p:cNvSpPr>
            <a:spLocks/>
          </p:cNvSpPr>
          <p:nvPr/>
        </p:nvSpPr>
        <p:spPr bwMode="gray">
          <a:xfrm>
            <a:off x="392510" y="5208936"/>
            <a:ext cx="5577421" cy="627721"/>
          </a:xfrm>
          <a:prstGeom prst="roundRect">
            <a:avLst>
              <a:gd name="adj" fmla="val 50000"/>
            </a:avLst>
          </a:prstGeom>
          <a:solidFill>
            <a:schemeClr val="tx1">
              <a:lumMod val="75000"/>
              <a:lumOff val="25000"/>
            </a:schemeClr>
          </a:solidFill>
          <a:ln w="9525">
            <a:noFill/>
          </a:ln>
          <a:effectLst/>
        </p:spPr>
        <p:style>
          <a:lnRef idx="3">
            <a:schemeClr val="lt1"/>
          </a:lnRef>
          <a:fillRef idx="1">
            <a:schemeClr val="accent6"/>
          </a:fillRef>
          <a:effectRef idx="1">
            <a:schemeClr val="accent6"/>
          </a:effectRef>
          <a:fontRef idx="minor">
            <a:schemeClr val="lt1"/>
          </a:fontRef>
        </p:style>
        <p:txBody>
          <a:bodyPr wrap="square" lIns="612000" tIns="68580" rIns="68580" bIns="68580" rtlCol="0" anchor="ctr"/>
          <a:lstStyle/>
          <a:p>
            <a:r>
              <a:rPr lang="en-US" sz="1300" dirty="0">
                <a:solidFill>
                  <a:schemeClr val="bg1"/>
                </a:solidFill>
                <a:latin typeface="Gill Sans MT" panose="020B0502020104020203" pitchFamily="34" charset="0"/>
              </a:rPr>
              <a:t>Observers anticipate challenges in claim resolution, given the project's government funding and potential legal complexities</a:t>
            </a:r>
          </a:p>
        </p:txBody>
      </p:sp>
      <p:sp>
        <p:nvSpPr>
          <p:cNvPr id="31" name="Oval 30">
            <a:extLst>
              <a:ext uri="{FF2B5EF4-FFF2-40B4-BE49-F238E27FC236}">
                <a16:creationId xmlns:a16="http://schemas.microsoft.com/office/drawing/2014/main" id="{58BF820D-2AA6-ED05-A1BB-414A75B6711C}"/>
              </a:ext>
            </a:extLst>
          </p:cNvPr>
          <p:cNvSpPr/>
          <p:nvPr/>
        </p:nvSpPr>
        <p:spPr>
          <a:xfrm>
            <a:off x="480073" y="5256026"/>
            <a:ext cx="506416" cy="482858"/>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00" dirty="0">
                <a:solidFill>
                  <a:schemeClr val="tx1"/>
                </a:solidFill>
                <a:latin typeface="Gill Sans MT" panose="020B0502020104020203" pitchFamily="34" charset="0"/>
              </a:rPr>
              <a:t>5</a:t>
            </a:r>
          </a:p>
        </p:txBody>
      </p:sp>
      <p:cxnSp>
        <p:nvCxnSpPr>
          <p:cNvPr id="2" name="Straight Connector 1">
            <a:extLst>
              <a:ext uri="{FF2B5EF4-FFF2-40B4-BE49-F238E27FC236}">
                <a16:creationId xmlns:a16="http://schemas.microsoft.com/office/drawing/2014/main" id="{13E66D52-4398-97FE-D949-5D0668A261F0}"/>
              </a:ext>
            </a:extLst>
          </p:cNvPr>
          <p:cNvCxnSpPr>
            <a:cxnSpLocks/>
          </p:cNvCxnSpPr>
          <p:nvPr/>
        </p:nvCxnSpPr>
        <p:spPr>
          <a:xfrm>
            <a:off x="1489635" y="1130480"/>
            <a:ext cx="3030583" cy="0"/>
          </a:xfrm>
          <a:prstGeom prst="line">
            <a:avLst/>
          </a:prstGeom>
        </p:spPr>
        <p:style>
          <a:lnRef idx="1">
            <a:schemeClr val="dk1"/>
          </a:lnRef>
          <a:fillRef idx="0">
            <a:schemeClr val="dk1"/>
          </a:fillRef>
          <a:effectRef idx="0">
            <a:schemeClr val="dk1"/>
          </a:effectRef>
          <a:fontRef idx="minor">
            <a:schemeClr val="tx1"/>
          </a:fontRef>
        </p:style>
      </p:cxnSp>
      <p:sp>
        <p:nvSpPr>
          <p:cNvPr id="3" name="Rectangle 2">
            <a:extLst>
              <a:ext uri="{FF2B5EF4-FFF2-40B4-BE49-F238E27FC236}">
                <a16:creationId xmlns:a16="http://schemas.microsoft.com/office/drawing/2014/main" id="{45371CBA-5F77-E282-8C81-91B775A3E7FA}"/>
              </a:ext>
            </a:extLst>
          </p:cNvPr>
          <p:cNvSpPr/>
          <p:nvPr/>
        </p:nvSpPr>
        <p:spPr>
          <a:xfrm>
            <a:off x="2127511" y="991151"/>
            <a:ext cx="1914181" cy="2977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100" b="1" dirty="0">
                <a:solidFill>
                  <a:srgbClr val="000000"/>
                </a:solidFill>
                <a:latin typeface="Gill Sans MT" panose="020B0502020104020203" pitchFamily="34" charset="0"/>
                <a:ea typeface="Verdana" panose="020B0604030504040204" pitchFamily="34" charset="0"/>
                <a:cs typeface="Verdana" panose="020B0604030504040204" pitchFamily="34" charset="0"/>
              </a:rPr>
              <a:t>Sikkim Teesta III Case Study in India</a:t>
            </a:r>
            <a:endParaRPr kumimoji="0" lang="en-IN" sz="1100" b="1" i="0" u="none" strike="noStrike" kern="1200" cap="none" spc="0" normalizeH="0" baseline="0" noProof="0" dirty="0">
              <a:ln>
                <a:noFill/>
              </a:ln>
              <a:solidFill>
                <a:srgbClr val="000000"/>
              </a:solidFill>
              <a:effectLst/>
              <a:uLnTx/>
              <a:uFillTx/>
              <a:latin typeface="Gill Sans MT" panose="020B0502020104020203" pitchFamily="34" charset="0"/>
              <a:ea typeface="Verdana" panose="020B0604030504040204" pitchFamily="34" charset="0"/>
              <a:cs typeface="Verdana" panose="020B0604030504040204" pitchFamily="34" charset="0"/>
            </a:endParaRPr>
          </a:p>
        </p:txBody>
      </p:sp>
      <p:cxnSp>
        <p:nvCxnSpPr>
          <p:cNvPr id="6" name="Straight Connector 5">
            <a:extLst>
              <a:ext uri="{FF2B5EF4-FFF2-40B4-BE49-F238E27FC236}">
                <a16:creationId xmlns:a16="http://schemas.microsoft.com/office/drawing/2014/main" id="{F6FC5C30-73F2-F85F-D95A-0270E3A3DFE0}"/>
              </a:ext>
            </a:extLst>
          </p:cNvPr>
          <p:cNvCxnSpPr>
            <a:cxnSpLocks/>
          </p:cNvCxnSpPr>
          <p:nvPr/>
        </p:nvCxnSpPr>
        <p:spPr>
          <a:xfrm>
            <a:off x="6183086" y="1252826"/>
            <a:ext cx="0" cy="5338774"/>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AF0E01B-3417-69B3-076D-CEAD6F32C8D1}"/>
              </a:ext>
            </a:extLst>
          </p:cNvPr>
          <p:cNvCxnSpPr>
            <a:cxnSpLocks/>
          </p:cNvCxnSpPr>
          <p:nvPr/>
        </p:nvCxnSpPr>
        <p:spPr>
          <a:xfrm>
            <a:off x="7389692" y="1130480"/>
            <a:ext cx="3030583" cy="0"/>
          </a:xfrm>
          <a:prstGeom prst="line">
            <a:avLst/>
          </a:prstGeom>
        </p:spPr>
        <p:style>
          <a:lnRef idx="1">
            <a:schemeClr val="dk1"/>
          </a:lnRef>
          <a:fillRef idx="0">
            <a:schemeClr val="dk1"/>
          </a:fillRef>
          <a:effectRef idx="0">
            <a:schemeClr val="dk1"/>
          </a:effectRef>
          <a:fontRef idx="minor">
            <a:schemeClr val="tx1"/>
          </a:fontRef>
        </p:style>
      </p:cxnSp>
      <p:sp>
        <p:nvSpPr>
          <p:cNvPr id="11" name="Rectangle 10">
            <a:extLst>
              <a:ext uri="{FF2B5EF4-FFF2-40B4-BE49-F238E27FC236}">
                <a16:creationId xmlns:a16="http://schemas.microsoft.com/office/drawing/2014/main" id="{0C985039-B3AC-6B60-955C-F0A62FED0C04}"/>
              </a:ext>
            </a:extLst>
          </p:cNvPr>
          <p:cNvSpPr/>
          <p:nvPr/>
        </p:nvSpPr>
        <p:spPr>
          <a:xfrm>
            <a:off x="7704929" y="1000677"/>
            <a:ext cx="2485454" cy="2881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100" b="1" dirty="0">
                <a:solidFill>
                  <a:srgbClr val="000000"/>
                </a:solidFill>
                <a:latin typeface="Gill Sans MT" panose="020B0502020104020203" pitchFamily="34" charset="0"/>
                <a:ea typeface="Verdana" panose="020B0604030504040204" pitchFamily="34" charset="0"/>
                <a:cs typeface="Verdana" panose="020B0604030504040204" pitchFamily="34" charset="0"/>
              </a:rPr>
              <a:t>Swiss RE Parametric Insurance Case Study in Nepal</a:t>
            </a:r>
            <a:endParaRPr kumimoji="0" lang="en-IN" sz="1100" b="1" i="0" u="none" strike="noStrike" kern="1200" cap="none" spc="0" normalizeH="0" baseline="0" noProof="0" dirty="0">
              <a:ln>
                <a:noFill/>
              </a:ln>
              <a:solidFill>
                <a:srgbClr val="000000"/>
              </a:solidFill>
              <a:effectLst/>
              <a:uLnTx/>
              <a:uFillTx/>
              <a:latin typeface="Gill Sans MT" panose="020B0502020104020203" pitchFamily="34" charset="0"/>
              <a:ea typeface="Verdana" panose="020B0604030504040204" pitchFamily="34" charset="0"/>
              <a:cs typeface="Verdana" panose="020B0604030504040204" pitchFamily="34" charset="0"/>
            </a:endParaRPr>
          </a:p>
        </p:txBody>
      </p:sp>
      <p:sp>
        <p:nvSpPr>
          <p:cNvPr id="12" name="Rectangle 11">
            <a:extLst>
              <a:ext uri="{FF2B5EF4-FFF2-40B4-BE49-F238E27FC236}">
                <a16:creationId xmlns:a16="http://schemas.microsoft.com/office/drawing/2014/main" id="{20DB672B-A679-1D99-5F47-540B0D3B4309}"/>
              </a:ext>
            </a:extLst>
          </p:cNvPr>
          <p:cNvSpPr/>
          <p:nvPr/>
        </p:nvSpPr>
        <p:spPr bwMode="gray">
          <a:xfrm>
            <a:off x="6468316" y="1365747"/>
            <a:ext cx="5091160" cy="4033947"/>
          </a:xfrm>
          <a:prstGeom prst="rect">
            <a:avLst/>
          </a:prstGeom>
          <a:solidFill>
            <a:schemeClr val="bg2">
              <a:alpha val="23922"/>
            </a:schemeClr>
          </a:solidFill>
          <a:ln w="19050" algn="ctr">
            <a:noFill/>
            <a:miter lim="800000"/>
            <a:headEnd/>
            <a:tailEnd/>
          </a:ln>
        </p:spPr>
        <p:txBody>
          <a:bodyPr wrap="square" lIns="88900" tIns="88900" rIns="88900" bIns="88900" rtlCol="0" anchor="t"/>
          <a:lstStyle/>
          <a:p>
            <a:pPr>
              <a:lnSpc>
                <a:spcPct val="106000"/>
              </a:lnSpc>
            </a:pPr>
            <a:r>
              <a:rPr lang="en-US" sz="1600" b="1" i="1" dirty="0">
                <a:latin typeface="Gill Sans MT" panose="020B0502020104020203" pitchFamily="34" charset="0"/>
              </a:rPr>
              <a:t>Parametric Insurance Cover for 216 MW HPP</a:t>
            </a:r>
          </a:p>
          <a:p>
            <a:pPr marL="285750" indent="-285750">
              <a:lnSpc>
                <a:spcPct val="106000"/>
              </a:lnSpc>
              <a:buFont typeface="Arial" panose="020B0604020202020204" pitchFamily="34" charset="0"/>
              <a:buChar char="•"/>
            </a:pPr>
            <a:r>
              <a:rPr lang="en-US" sz="1400" i="1" dirty="0">
                <a:latin typeface="Gill Sans MT" panose="020B0502020104020203" pitchFamily="34" charset="0"/>
              </a:rPr>
              <a:t>Swiss Re Corporate Solutions had collaborated with re/insurance broker Aon and the International Finance Corporation (IFC) to develop an innovative parametric earthquake insurance solution for 216 MW Upper Trishuli-1 hydroelectric power station in Nepal (March 2023)</a:t>
            </a:r>
          </a:p>
          <a:p>
            <a:pPr marL="285750" indent="-285750">
              <a:lnSpc>
                <a:spcPct val="106000"/>
              </a:lnSpc>
              <a:buFont typeface="Arial" panose="020B0604020202020204" pitchFamily="34" charset="0"/>
              <a:buChar char="•"/>
            </a:pPr>
            <a:r>
              <a:rPr lang="en-US" sz="1400" i="1" dirty="0">
                <a:latin typeface="Gill Sans MT" panose="020B0502020104020203" pitchFamily="34" charset="0"/>
              </a:rPr>
              <a:t>The project was co-financed by a consortium of nine multilateral development banks and development finance institutions, led by the IFC.</a:t>
            </a:r>
          </a:p>
          <a:p>
            <a:pPr marL="285750" indent="-285750">
              <a:lnSpc>
                <a:spcPct val="106000"/>
              </a:lnSpc>
              <a:buFont typeface="Arial" panose="020B0604020202020204" pitchFamily="34" charset="0"/>
              <a:buChar char="•"/>
            </a:pPr>
            <a:r>
              <a:rPr lang="en-US" sz="1400" i="1" dirty="0">
                <a:latin typeface="Gill Sans MT" panose="020B0502020104020203" pitchFamily="34" charset="0"/>
              </a:rPr>
              <a:t>Working along with Aon and the IFC, Swiss Re Corporate Solutions was able to structure a parametric insurance cover that met the needs of all stakeholders, which ultimately enabled the project to move forward.</a:t>
            </a:r>
          </a:p>
          <a:p>
            <a:pPr marL="285750" indent="-285750">
              <a:lnSpc>
                <a:spcPct val="106000"/>
              </a:lnSpc>
              <a:buFont typeface="Arial" panose="020B0604020202020204" pitchFamily="34" charset="0"/>
              <a:buChar char="•"/>
            </a:pPr>
            <a:r>
              <a:rPr lang="en-US" sz="1400" i="1" dirty="0">
                <a:latin typeface="Gill Sans MT" panose="020B0502020104020203" pitchFamily="34" charset="0"/>
              </a:rPr>
              <a:t>It provided certainty for the full five-year construction period, and importantly allowed the flexibility of adjusting the insured values year-on-year to reflect any delays of changes in the construction process of the project.</a:t>
            </a:r>
          </a:p>
          <a:p>
            <a:pPr>
              <a:lnSpc>
                <a:spcPct val="106000"/>
              </a:lnSpc>
            </a:pPr>
            <a:endParaRPr lang="en-US" sz="1600" i="1" dirty="0">
              <a:latin typeface="Gill Sans MT" panose="020B0502020104020203" pitchFamily="34" charset="0"/>
            </a:endParaRPr>
          </a:p>
        </p:txBody>
      </p:sp>
      <p:sp>
        <p:nvSpPr>
          <p:cNvPr id="13" name="Rectangle 12">
            <a:extLst>
              <a:ext uri="{FF2B5EF4-FFF2-40B4-BE49-F238E27FC236}">
                <a16:creationId xmlns:a16="http://schemas.microsoft.com/office/drawing/2014/main" id="{9825E7C5-ADAA-FE09-A02C-22BA51F44DF2}"/>
              </a:ext>
            </a:extLst>
          </p:cNvPr>
          <p:cNvSpPr/>
          <p:nvPr/>
        </p:nvSpPr>
        <p:spPr bwMode="gray">
          <a:xfrm>
            <a:off x="6468316" y="5494541"/>
            <a:ext cx="5091160" cy="1039886"/>
          </a:xfrm>
          <a:prstGeom prst="rect">
            <a:avLst/>
          </a:prstGeom>
          <a:solidFill>
            <a:schemeClr val="bg1">
              <a:lumMod val="85000"/>
            </a:schemeClr>
          </a:solidFill>
          <a:ln w="19050" algn="ctr">
            <a:noFill/>
            <a:miter lim="800000"/>
            <a:headEnd/>
            <a:tailEnd/>
          </a:ln>
        </p:spPr>
        <p:txBody>
          <a:bodyPr wrap="square" lIns="88900" tIns="88900" rIns="88900" bIns="88900" rtlCol="0" anchor="ctr"/>
          <a:lstStyle/>
          <a:p>
            <a:pPr algn="just">
              <a:lnSpc>
                <a:spcPct val="106000"/>
              </a:lnSpc>
              <a:buFont typeface="Wingdings 2" pitchFamily="18" charset="2"/>
              <a:buNone/>
            </a:pPr>
            <a:r>
              <a:rPr lang="en-US" sz="1400" b="1" i="1" dirty="0">
                <a:latin typeface="Gill Sans MT" panose="020B0502020104020203" pitchFamily="34" charset="0"/>
              </a:rPr>
              <a:t>Based on success of the above model, similar model of insurance can be considered for application in other projects facing similar issues</a:t>
            </a:r>
          </a:p>
        </p:txBody>
      </p:sp>
    </p:spTree>
    <p:extLst>
      <p:ext uri="{BB962C8B-B14F-4D97-AF65-F5344CB8AC3E}">
        <p14:creationId xmlns:p14="http://schemas.microsoft.com/office/powerpoint/2010/main" val="2740440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BFE20-0F5A-32FB-982C-50BE2E71DAF6}"/>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306FB015-68EF-4243-0987-708F93FB5BA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think-cell data - do not delete" hidden="1">
                        <a:extLst>
                          <a:ext uri="{FF2B5EF4-FFF2-40B4-BE49-F238E27FC236}">
                            <a16:creationId xmlns:a16="http://schemas.microsoft.com/office/drawing/2014/main" id="{306FB015-68EF-4243-0987-708F93FB5BA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66A94B11-B4BF-19F1-0CA0-9DF7D25BE28E}"/>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600" dirty="0">
                <a:solidFill>
                  <a:schemeClr val="bg2">
                    <a:lumMod val="50000"/>
                  </a:schemeClr>
                </a:solidFill>
                <a:latin typeface="Gill Sans MT" panose="020B0502020104020203" pitchFamily="34" charset="0"/>
              </a:rPr>
              <a:t>Key Strategies adopted by NHPC with respect to insurance of their plants</a:t>
            </a:r>
          </a:p>
        </p:txBody>
      </p:sp>
      <p:sp>
        <p:nvSpPr>
          <p:cNvPr id="6" name="Title 2">
            <a:extLst>
              <a:ext uri="{FF2B5EF4-FFF2-40B4-BE49-F238E27FC236}">
                <a16:creationId xmlns:a16="http://schemas.microsoft.com/office/drawing/2014/main" id="{DDB8AB47-234E-1539-3C76-339401CBFEAA}"/>
              </a:ext>
            </a:extLst>
          </p:cNvPr>
          <p:cNvSpPr txBox="1">
            <a:spLocks/>
          </p:cNvSpPr>
          <p:nvPr/>
        </p:nvSpPr>
        <p:spPr bwMode="gray">
          <a:xfrm>
            <a:off x="514664" y="278432"/>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dirty="0">
                <a:solidFill>
                  <a:srgbClr val="BA0C2F"/>
                </a:solidFill>
                <a:latin typeface="Gill Sans MT" panose="020B0502020104020203" pitchFamily="34" charset="0"/>
              </a:rPr>
              <a:t>Key Learnings from NHPC: Insurance Approach Takeaways</a:t>
            </a:r>
          </a:p>
        </p:txBody>
      </p:sp>
      <p:cxnSp>
        <p:nvCxnSpPr>
          <p:cNvPr id="8" name="Straight Connector 7">
            <a:extLst>
              <a:ext uri="{FF2B5EF4-FFF2-40B4-BE49-F238E27FC236}">
                <a16:creationId xmlns:a16="http://schemas.microsoft.com/office/drawing/2014/main" id="{6288955C-B460-4121-5B72-BB8D187C891A}"/>
              </a:ext>
            </a:extLst>
          </p:cNvPr>
          <p:cNvCxnSpPr>
            <a:cxnSpLocks/>
          </p:cNvCxnSpPr>
          <p:nvPr/>
        </p:nvCxnSpPr>
        <p:spPr>
          <a:xfrm flipV="1">
            <a:off x="514664" y="881305"/>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4" name="Oval 133">
            <a:extLst>
              <a:ext uri="{FF2B5EF4-FFF2-40B4-BE49-F238E27FC236}">
                <a16:creationId xmlns:a16="http://schemas.microsoft.com/office/drawing/2014/main" id="{5CC45F8E-D0A1-08AE-6814-2B853B6D8388}"/>
              </a:ext>
            </a:extLst>
          </p:cNvPr>
          <p:cNvSpPr/>
          <p:nvPr/>
        </p:nvSpPr>
        <p:spPr bwMode="gray">
          <a:xfrm>
            <a:off x="4887143" y="6225165"/>
            <a:ext cx="1555749" cy="129476"/>
          </a:xfrm>
          <a:prstGeom prst="ellipse">
            <a:avLst/>
          </a:prstGeom>
          <a:solidFill>
            <a:srgbClr val="A7A8A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a:solidFill>
                <a:schemeClr val="bg1"/>
              </a:solidFill>
              <a:latin typeface="Gill Sans MT" panose="020B0502020104020203" pitchFamily="34" charset="0"/>
            </a:endParaRPr>
          </a:p>
        </p:txBody>
      </p:sp>
      <p:sp>
        <p:nvSpPr>
          <p:cNvPr id="135" name="Oval 134">
            <a:extLst>
              <a:ext uri="{FF2B5EF4-FFF2-40B4-BE49-F238E27FC236}">
                <a16:creationId xmlns:a16="http://schemas.microsoft.com/office/drawing/2014/main" id="{6145425D-338A-3341-D773-53D85BA5EF81}"/>
              </a:ext>
            </a:extLst>
          </p:cNvPr>
          <p:cNvSpPr/>
          <p:nvPr/>
        </p:nvSpPr>
        <p:spPr bwMode="gray">
          <a:xfrm>
            <a:off x="4455018" y="2412345"/>
            <a:ext cx="2843001" cy="2843001"/>
          </a:xfrm>
          <a:prstGeom prst="ellipse">
            <a:avLst/>
          </a:prstGeom>
          <a:solidFill>
            <a:srgbClr val="75787B"/>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a:solidFill>
                <a:schemeClr val="bg1"/>
              </a:solidFill>
              <a:latin typeface="Gill Sans MT" panose="020B0502020104020203" pitchFamily="34" charset="0"/>
            </a:endParaRPr>
          </a:p>
        </p:txBody>
      </p:sp>
      <p:sp>
        <p:nvSpPr>
          <p:cNvPr id="136" name="Oval 135">
            <a:extLst>
              <a:ext uri="{FF2B5EF4-FFF2-40B4-BE49-F238E27FC236}">
                <a16:creationId xmlns:a16="http://schemas.microsoft.com/office/drawing/2014/main" id="{54B33C98-CE42-8151-B07D-77723E502B97}"/>
              </a:ext>
            </a:extLst>
          </p:cNvPr>
          <p:cNvSpPr/>
          <p:nvPr/>
        </p:nvSpPr>
        <p:spPr bwMode="gray">
          <a:xfrm>
            <a:off x="4531906" y="2421870"/>
            <a:ext cx="2702882" cy="2702880"/>
          </a:xfrm>
          <a:prstGeom prst="ellipse">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a:solidFill>
                <a:schemeClr val="bg1"/>
              </a:solidFill>
              <a:latin typeface="Gill Sans MT" panose="020B0502020104020203" pitchFamily="34" charset="0"/>
            </a:endParaRPr>
          </a:p>
        </p:txBody>
      </p:sp>
      <p:grpSp>
        <p:nvGrpSpPr>
          <p:cNvPr id="138" name="Group 137">
            <a:extLst>
              <a:ext uri="{FF2B5EF4-FFF2-40B4-BE49-F238E27FC236}">
                <a16:creationId xmlns:a16="http://schemas.microsoft.com/office/drawing/2014/main" id="{04E873C4-F831-31A5-EA4C-0AD72D949DA2}"/>
              </a:ext>
            </a:extLst>
          </p:cNvPr>
          <p:cNvGrpSpPr/>
          <p:nvPr/>
        </p:nvGrpSpPr>
        <p:grpSpPr>
          <a:xfrm>
            <a:off x="5320531" y="3038121"/>
            <a:ext cx="1139825" cy="3260725"/>
            <a:chOff x="4033838" y="2962275"/>
            <a:chExt cx="1139825" cy="3260725"/>
          </a:xfrm>
          <a:solidFill>
            <a:schemeClr val="tx1">
              <a:lumMod val="75000"/>
              <a:lumOff val="25000"/>
            </a:schemeClr>
          </a:solidFill>
        </p:grpSpPr>
        <p:sp>
          <p:nvSpPr>
            <p:cNvPr id="139" name="Freeform 5">
              <a:extLst>
                <a:ext uri="{FF2B5EF4-FFF2-40B4-BE49-F238E27FC236}">
                  <a16:creationId xmlns:a16="http://schemas.microsoft.com/office/drawing/2014/main" id="{EC48CCFA-CE8E-0636-40EB-663508A9714D}"/>
                </a:ext>
              </a:extLst>
            </p:cNvPr>
            <p:cNvSpPr>
              <a:spLocks/>
            </p:cNvSpPr>
            <p:nvPr/>
          </p:nvSpPr>
          <p:spPr bwMode="auto">
            <a:xfrm>
              <a:off x="4033838" y="2962275"/>
              <a:ext cx="1139825" cy="3260725"/>
            </a:xfrm>
            <a:custGeom>
              <a:avLst/>
              <a:gdLst>
                <a:gd name="T0" fmla="*/ 120 w 129"/>
                <a:gd name="T1" fmla="*/ 371 h 371"/>
                <a:gd name="T2" fmla="*/ 127 w 129"/>
                <a:gd name="T3" fmla="*/ 365 h 371"/>
                <a:gd name="T4" fmla="*/ 118 w 129"/>
                <a:gd name="T5" fmla="*/ 358 h 371"/>
                <a:gd name="T6" fmla="*/ 108 w 129"/>
                <a:gd name="T7" fmla="*/ 314 h 371"/>
                <a:gd name="T8" fmla="*/ 104 w 129"/>
                <a:gd name="T9" fmla="*/ 301 h 371"/>
                <a:gd name="T10" fmla="*/ 85 w 129"/>
                <a:gd name="T11" fmla="*/ 246 h 371"/>
                <a:gd name="T12" fmla="*/ 100 w 129"/>
                <a:gd name="T13" fmla="*/ 162 h 371"/>
                <a:gd name="T14" fmla="*/ 104 w 129"/>
                <a:gd name="T15" fmla="*/ 156 h 371"/>
                <a:gd name="T16" fmla="*/ 96 w 129"/>
                <a:gd name="T17" fmla="*/ 152 h 371"/>
                <a:gd name="T18" fmla="*/ 93 w 129"/>
                <a:gd name="T19" fmla="*/ 145 h 371"/>
                <a:gd name="T20" fmla="*/ 87 w 129"/>
                <a:gd name="T21" fmla="*/ 131 h 371"/>
                <a:gd name="T22" fmla="*/ 92 w 129"/>
                <a:gd name="T23" fmla="*/ 129 h 371"/>
                <a:gd name="T24" fmla="*/ 90 w 129"/>
                <a:gd name="T25" fmla="*/ 127 h 371"/>
                <a:gd name="T26" fmla="*/ 87 w 129"/>
                <a:gd name="T27" fmla="*/ 124 h 371"/>
                <a:gd name="T28" fmla="*/ 107 w 129"/>
                <a:gd name="T29" fmla="*/ 72 h 371"/>
                <a:gd name="T30" fmla="*/ 79 w 129"/>
                <a:gd name="T31" fmla="*/ 66 h 371"/>
                <a:gd name="T32" fmla="*/ 75 w 129"/>
                <a:gd name="T33" fmla="*/ 60 h 371"/>
                <a:gd name="T34" fmla="*/ 73 w 129"/>
                <a:gd name="T35" fmla="*/ 44 h 371"/>
                <a:gd name="T36" fmla="*/ 90 w 129"/>
                <a:gd name="T37" fmla="*/ 25 h 371"/>
                <a:gd name="T38" fmla="*/ 80 w 129"/>
                <a:gd name="T39" fmla="*/ 14 h 371"/>
                <a:gd name="T40" fmla="*/ 65 w 129"/>
                <a:gd name="T41" fmla="*/ 0 h 371"/>
                <a:gd name="T42" fmla="*/ 61 w 129"/>
                <a:gd name="T43" fmla="*/ 10 h 371"/>
                <a:gd name="T44" fmla="*/ 55 w 129"/>
                <a:gd name="T45" fmla="*/ 30 h 371"/>
                <a:gd name="T46" fmla="*/ 39 w 129"/>
                <a:gd name="T47" fmla="*/ 49 h 371"/>
                <a:gd name="T48" fmla="*/ 49 w 129"/>
                <a:gd name="T49" fmla="*/ 60 h 371"/>
                <a:gd name="T50" fmla="*/ 54 w 129"/>
                <a:gd name="T51" fmla="*/ 63 h 371"/>
                <a:gd name="T52" fmla="*/ 54 w 129"/>
                <a:gd name="T53" fmla="*/ 72 h 371"/>
                <a:gd name="T54" fmla="*/ 20 w 129"/>
                <a:gd name="T55" fmla="*/ 75 h 371"/>
                <a:gd name="T56" fmla="*/ 42 w 129"/>
                <a:gd name="T57" fmla="*/ 127 h 371"/>
                <a:gd name="T58" fmla="*/ 37 w 129"/>
                <a:gd name="T59" fmla="*/ 129 h 371"/>
                <a:gd name="T60" fmla="*/ 39 w 129"/>
                <a:gd name="T61" fmla="*/ 131 h 371"/>
                <a:gd name="T62" fmla="*/ 42 w 129"/>
                <a:gd name="T63" fmla="*/ 145 h 371"/>
                <a:gd name="T64" fmla="*/ 33 w 129"/>
                <a:gd name="T65" fmla="*/ 147 h 371"/>
                <a:gd name="T66" fmla="*/ 29 w 129"/>
                <a:gd name="T67" fmla="*/ 152 h 371"/>
                <a:gd name="T68" fmla="*/ 25 w 129"/>
                <a:gd name="T69" fmla="*/ 158 h 371"/>
                <a:gd name="T70" fmla="*/ 40 w 129"/>
                <a:gd name="T71" fmla="*/ 162 h 371"/>
                <a:gd name="T72" fmla="*/ 29 w 129"/>
                <a:gd name="T73" fmla="*/ 301 h 371"/>
                <a:gd name="T74" fmla="*/ 24 w 129"/>
                <a:gd name="T75" fmla="*/ 302 h 371"/>
                <a:gd name="T76" fmla="*/ 0 w 129"/>
                <a:gd name="T77" fmla="*/ 343 h 371"/>
                <a:gd name="T78" fmla="*/ 9 w 129"/>
                <a:gd name="T79" fmla="*/ 358 h 371"/>
                <a:gd name="T80" fmla="*/ 2 w 129"/>
                <a:gd name="T81" fmla="*/ 365 h 371"/>
                <a:gd name="T82" fmla="*/ 64 w 129"/>
                <a:gd name="T83" fmla="*/ 371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29" h="371">
                  <a:moveTo>
                    <a:pt x="65" y="371"/>
                  </a:moveTo>
                  <a:cubicBezTo>
                    <a:pt x="120" y="371"/>
                    <a:pt x="120" y="371"/>
                    <a:pt x="120" y="371"/>
                  </a:cubicBezTo>
                  <a:cubicBezTo>
                    <a:pt x="124" y="371"/>
                    <a:pt x="127" y="368"/>
                    <a:pt x="127" y="365"/>
                  </a:cubicBezTo>
                  <a:cubicBezTo>
                    <a:pt x="127" y="365"/>
                    <a:pt x="127" y="365"/>
                    <a:pt x="127" y="365"/>
                  </a:cubicBezTo>
                  <a:cubicBezTo>
                    <a:pt x="127" y="361"/>
                    <a:pt x="124" y="358"/>
                    <a:pt x="120" y="358"/>
                  </a:cubicBezTo>
                  <a:cubicBezTo>
                    <a:pt x="118" y="358"/>
                    <a:pt x="118" y="358"/>
                    <a:pt x="118" y="358"/>
                  </a:cubicBezTo>
                  <a:cubicBezTo>
                    <a:pt x="118" y="358"/>
                    <a:pt x="129" y="356"/>
                    <a:pt x="129" y="343"/>
                  </a:cubicBezTo>
                  <a:cubicBezTo>
                    <a:pt x="129" y="330"/>
                    <a:pt x="113" y="325"/>
                    <a:pt x="108" y="314"/>
                  </a:cubicBezTo>
                  <a:cubicBezTo>
                    <a:pt x="105" y="307"/>
                    <a:pt x="105" y="304"/>
                    <a:pt x="105" y="302"/>
                  </a:cubicBezTo>
                  <a:cubicBezTo>
                    <a:pt x="105" y="302"/>
                    <a:pt x="104" y="301"/>
                    <a:pt x="104" y="301"/>
                  </a:cubicBezTo>
                  <a:cubicBezTo>
                    <a:pt x="100" y="301"/>
                    <a:pt x="100" y="301"/>
                    <a:pt x="100" y="301"/>
                  </a:cubicBezTo>
                  <a:cubicBezTo>
                    <a:pt x="100" y="301"/>
                    <a:pt x="87" y="279"/>
                    <a:pt x="85" y="246"/>
                  </a:cubicBezTo>
                  <a:cubicBezTo>
                    <a:pt x="84" y="213"/>
                    <a:pt x="83" y="188"/>
                    <a:pt x="89" y="162"/>
                  </a:cubicBezTo>
                  <a:cubicBezTo>
                    <a:pt x="100" y="162"/>
                    <a:pt x="100" y="162"/>
                    <a:pt x="100" y="162"/>
                  </a:cubicBezTo>
                  <a:cubicBezTo>
                    <a:pt x="102" y="162"/>
                    <a:pt x="104" y="160"/>
                    <a:pt x="104" y="158"/>
                  </a:cubicBezTo>
                  <a:cubicBezTo>
                    <a:pt x="104" y="156"/>
                    <a:pt x="104" y="156"/>
                    <a:pt x="104" y="156"/>
                  </a:cubicBezTo>
                  <a:cubicBezTo>
                    <a:pt x="104" y="154"/>
                    <a:pt x="102" y="152"/>
                    <a:pt x="100" y="152"/>
                  </a:cubicBezTo>
                  <a:cubicBezTo>
                    <a:pt x="96" y="152"/>
                    <a:pt x="96" y="152"/>
                    <a:pt x="96" y="152"/>
                  </a:cubicBezTo>
                  <a:cubicBezTo>
                    <a:pt x="96" y="147"/>
                    <a:pt x="96" y="147"/>
                    <a:pt x="96" y="147"/>
                  </a:cubicBezTo>
                  <a:cubicBezTo>
                    <a:pt x="96" y="146"/>
                    <a:pt x="95" y="145"/>
                    <a:pt x="93" y="145"/>
                  </a:cubicBezTo>
                  <a:cubicBezTo>
                    <a:pt x="87" y="145"/>
                    <a:pt x="87" y="145"/>
                    <a:pt x="87" y="145"/>
                  </a:cubicBezTo>
                  <a:cubicBezTo>
                    <a:pt x="87" y="131"/>
                    <a:pt x="87" y="131"/>
                    <a:pt x="87" y="131"/>
                  </a:cubicBezTo>
                  <a:cubicBezTo>
                    <a:pt x="90" y="131"/>
                    <a:pt x="90" y="131"/>
                    <a:pt x="90" y="131"/>
                  </a:cubicBezTo>
                  <a:cubicBezTo>
                    <a:pt x="91" y="131"/>
                    <a:pt x="92" y="130"/>
                    <a:pt x="92" y="129"/>
                  </a:cubicBezTo>
                  <a:cubicBezTo>
                    <a:pt x="92" y="129"/>
                    <a:pt x="92" y="129"/>
                    <a:pt x="92" y="129"/>
                  </a:cubicBezTo>
                  <a:cubicBezTo>
                    <a:pt x="92" y="127"/>
                    <a:pt x="91" y="127"/>
                    <a:pt x="90" y="127"/>
                  </a:cubicBezTo>
                  <a:cubicBezTo>
                    <a:pt x="87" y="127"/>
                    <a:pt x="87" y="127"/>
                    <a:pt x="87" y="127"/>
                  </a:cubicBezTo>
                  <a:cubicBezTo>
                    <a:pt x="87" y="124"/>
                    <a:pt x="87" y="124"/>
                    <a:pt x="87" y="124"/>
                  </a:cubicBezTo>
                  <a:cubicBezTo>
                    <a:pt x="109" y="75"/>
                    <a:pt x="109" y="75"/>
                    <a:pt x="109" y="75"/>
                  </a:cubicBezTo>
                  <a:cubicBezTo>
                    <a:pt x="110" y="74"/>
                    <a:pt x="109" y="72"/>
                    <a:pt x="107" y="72"/>
                  </a:cubicBezTo>
                  <a:cubicBezTo>
                    <a:pt x="75" y="72"/>
                    <a:pt x="75" y="72"/>
                    <a:pt x="75" y="72"/>
                  </a:cubicBezTo>
                  <a:cubicBezTo>
                    <a:pt x="75" y="72"/>
                    <a:pt x="79" y="69"/>
                    <a:pt x="79" y="66"/>
                  </a:cubicBezTo>
                  <a:cubicBezTo>
                    <a:pt x="79" y="62"/>
                    <a:pt x="75" y="63"/>
                    <a:pt x="75" y="63"/>
                  </a:cubicBezTo>
                  <a:cubicBezTo>
                    <a:pt x="75" y="60"/>
                    <a:pt x="75" y="60"/>
                    <a:pt x="75" y="60"/>
                  </a:cubicBezTo>
                  <a:cubicBezTo>
                    <a:pt x="80" y="60"/>
                    <a:pt x="80" y="60"/>
                    <a:pt x="80" y="60"/>
                  </a:cubicBezTo>
                  <a:cubicBezTo>
                    <a:pt x="73" y="44"/>
                    <a:pt x="73" y="44"/>
                    <a:pt x="73" y="44"/>
                  </a:cubicBezTo>
                  <a:cubicBezTo>
                    <a:pt x="90" y="49"/>
                    <a:pt x="90" y="49"/>
                    <a:pt x="90" y="49"/>
                  </a:cubicBezTo>
                  <a:cubicBezTo>
                    <a:pt x="90" y="25"/>
                    <a:pt x="90" y="25"/>
                    <a:pt x="90" y="25"/>
                  </a:cubicBezTo>
                  <a:cubicBezTo>
                    <a:pt x="74" y="30"/>
                    <a:pt x="74" y="30"/>
                    <a:pt x="74" y="30"/>
                  </a:cubicBezTo>
                  <a:cubicBezTo>
                    <a:pt x="80" y="14"/>
                    <a:pt x="80" y="14"/>
                    <a:pt x="80" y="14"/>
                  </a:cubicBezTo>
                  <a:cubicBezTo>
                    <a:pt x="80" y="14"/>
                    <a:pt x="80" y="10"/>
                    <a:pt x="68" y="10"/>
                  </a:cubicBezTo>
                  <a:cubicBezTo>
                    <a:pt x="68" y="10"/>
                    <a:pt x="78" y="0"/>
                    <a:pt x="65" y="0"/>
                  </a:cubicBezTo>
                  <a:cubicBezTo>
                    <a:pt x="64" y="0"/>
                    <a:pt x="64" y="0"/>
                    <a:pt x="64" y="0"/>
                  </a:cubicBezTo>
                  <a:cubicBezTo>
                    <a:pt x="51" y="0"/>
                    <a:pt x="61" y="10"/>
                    <a:pt x="61" y="10"/>
                  </a:cubicBezTo>
                  <a:cubicBezTo>
                    <a:pt x="49" y="10"/>
                    <a:pt x="49" y="14"/>
                    <a:pt x="49" y="14"/>
                  </a:cubicBezTo>
                  <a:cubicBezTo>
                    <a:pt x="55" y="30"/>
                    <a:pt x="55" y="30"/>
                    <a:pt x="55" y="30"/>
                  </a:cubicBezTo>
                  <a:cubicBezTo>
                    <a:pt x="39" y="25"/>
                    <a:pt x="39" y="25"/>
                    <a:pt x="39" y="25"/>
                  </a:cubicBezTo>
                  <a:cubicBezTo>
                    <a:pt x="39" y="49"/>
                    <a:pt x="39" y="49"/>
                    <a:pt x="39" y="49"/>
                  </a:cubicBezTo>
                  <a:cubicBezTo>
                    <a:pt x="55" y="44"/>
                    <a:pt x="55" y="44"/>
                    <a:pt x="55" y="44"/>
                  </a:cubicBezTo>
                  <a:cubicBezTo>
                    <a:pt x="49" y="60"/>
                    <a:pt x="49" y="60"/>
                    <a:pt x="49" y="60"/>
                  </a:cubicBezTo>
                  <a:cubicBezTo>
                    <a:pt x="54" y="60"/>
                    <a:pt x="54" y="60"/>
                    <a:pt x="54" y="60"/>
                  </a:cubicBezTo>
                  <a:cubicBezTo>
                    <a:pt x="54" y="63"/>
                    <a:pt x="54" y="63"/>
                    <a:pt x="54" y="63"/>
                  </a:cubicBezTo>
                  <a:cubicBezTo>
                    <a:pt x="54" y="63"/>
                    <a:pt x="50" y="62"/>
                    <a:pt x="50" y="66"/>
                  </a:cubicBezTo>
                  <a:cubicBezTo>
                    <a:pt x="50" y="69"/>
                    <a:pt x="54" y="72"/>
                    <a:pt x="54" y="72"/>
                  </a:cubicBezTo>
                  <a:cubicBezTo>
                    <a:pt x="22" y="72"/>
                    <a:pt x="22" y="72"/>
                    <a:pt x="22" y="72"/>
                  </a:cubicBezTo>
                  <a:cubicBezTo>
                    <a:pt x="20" y="72"/>
                    <a:pt x="19" y="74"/>
                    <a:pt x="20" y="75"/>
                  </a:cubicBezTo>
                  <a:cubicBezTo>
                    <a:pt x="42" y="124"/>
                    <a:pt x="42" y="124"/>
                    <a:pt x="42" y="124"/>
                  </a:cubicBezTo>
                  <a:cubicBezTo>
                    <a:pt x="42" y="127"/>
                    <a:pt x="42" y="127"/>
                    <a:pt x="42" y="127"/>
                  </a:cubicBezTo>
                  <a:cubicBezTo>
                    <a:pt x="39" y="127"/>
                    <a:pt x="39" y="127"/>
                    <a:pt x="39" y="127"/>
                  </a:cubicBezTo>
                  <a:cubicBezTo>
                    <a:pt x="38" y="127"/>
                    <a:pt x="37" y="127"/>
                    <a:pt x="37" y="129"/>
                  </a:cubicBezTo>
                  <a:cubicBezTo>
                    <a:pt x="37" y="129"/>
                    <a:pt x="37" y="129"/>
                    <a:pt x="37" y="129"/>
                  </a:cubicBezTo>
                  <a:cubicBezTo>
                    <a:pt x="37" y="130"/>
                    <a:pt x="38" y="131"/>
                    <a:pt x="39" y="131"/>
                  </a:cubicBezTo>
                  <a:cubicBezTo>
                    <a:pt x="42" y="131"/>
                    <a:pt x="42" y="131"/>
                    <a:pt x="42" y="131"/>
                  </a:cubicBezTo>
                  <a:cubicBezTo>
                    <a:pt x="42" y="145"/>
                    <a:pt x="42" y="145"/>
                    <a:pt x="42" y="145"/>
                  </a:cubicBezTo>
                  <a:cubicBezTo>
                    <a:pt x="35" y="145"/>
                    <a:pt x="35" y="145"/>
                    <a:pt x="35" y="145"/>
                  </a:cubicBezTo>
                  <a:cubicBezTo>
                    <a:pt x="34" y="145"/>
                    <a:pt x="33" y="146"/>
                    <a:pt x="33" y="147"/>
                  </a:cubicBezTo>
                  <a:cubicBezTo>
                    <a:pt x="33" y="152"/>
                    <a:pt x="33" y="152"/>
                    <a:pt x="33" y="152"/>
                  </a:cubicBezTo>
                  <a:cubicBezTo>
                    <a:pt x="29" y="152"/>
                    <a:pt x="29" y="152"/>
                    <a:pt x="29" y="152"/>
                  </a:cubicBezTo>
                  <a:cubicBezTo>
                    <a:pt x="26" y="152"/>
                    <a:pt x="25" y="154"/>
                    <a:pt x="25" y="156"/>
                  </a:cubicBezTo>
                  <a:cubicBezTo>
                    <a:pt x="25" y="158"/>
                    <a:pt x="25" y="158"/>
                    <a:pt x="25" y="158"/>
                  </a:cubicBezTo>
                  <a:cubicBezTo>
                    <a:pt x="25" y="160"/>
                    <a:pt x="26" y="162"/>
                    <a:pt x="29" y="162"/>
                  </a:cubicBezTo>
                  <a:cubicBezTo>
                    <a:pt x="40" y="162"/>
                    <a:pt x="40" y="162"/>
                    <a:pt x="40" y="162"/>
                  </a:cubicBezTo>
                  <a:cubicBezTo>
                    <a:pt x="46" y="188"/>
                    <a:pt x="45" y="213"/>
                    <a:pt x="43" y="246"/>
                  </a:cubicBezTo>
                  <a:cubicBezTo>
                    <a:pt x="42" y="279"/>
                    <a:pt x="29" y="301"/>
                    <a:pt x="29" y="301"/>
                  </a:cubicBezTo>
                  <a:cubicBezTo>
                    <a:pt x="25" y="301"/>
                    <a:pt x="25" y="301"/>
                    <a:pt x="25" y="301"/>
                  </a:cubicBezTo>
                  <a:cubicBezTo>
                    <a:pt x="25" y="301"/>
                    <a:pt x="24" y="302"/>
                    <a:pt x="24" y="302"/>
                  </a:cubicBezTo>
                  <a:cubicBezTo>
                    <a:pt x="24" y="304"/>
                    <a:pt x="24" y="307"/>
                    <a:pt x="20" y="314"/>
                  </a:cubicBezTo>
                  <a:cubicBezTo>
                    <a:pt x="15" y="325"/>
                    <a:pt x="0" y="330"/>
                    <a:pt x="0" y="343"/>
                  </a:cubicBezTo>
                  <a:cubicBezTo>
                    <a:pt x="0" y="356"/>
                    <a:pt x="11" y="358"/>
                    <a:pt x="11" y="358"/>
                  </a:cubicBezTo>
                  <a:cubicBezTo>
                    <a:pt x="9" y="358"/>
                    <a:pt x="9" y="358"/>
                    <a:pt x="9" y="358"/>
                  </a:cubicBezTo>
                  <a:cubicBezTo>
                    <a:pt x="5" y="358"/>
                    <a:pt x="2" y="361"/>
                    <a:pt x="2" y="365"/>
                  </a:cubicBezTo>
                  <a:cubicBezTo>
                    <a:pt x="2" y="365"/>
                    <a:pt x="2" y="365"/>
                    <a:pt x="2" y="365"/>
                  </a:cubicBezTo>
                  <a:cubicBezTo>
                    <a:pt x="2" y="368"/>
                    <a:pt x="5" y="371"/>
                    <a:pt x="9" y="371"/>
                  </a:cubicBezTo>
                  <a:cubicBezTo>
                    <a:pt x="64" y="371"/>
                    <a:pt x="64" y="371"/>
                    <a:pt x="64" y="371"/>
                  </a:cubicBezTo>
                  <a:lnTo>
                    <a:pt x="65" y="371"/>
                  </a:lnTo>
                  <a:close/>
                </a:path>
              </a:pathLst>
            </a:custGeom>
            <a:grpFill/>
            <a:ln w="6350" cap="rnd">
              <a:solidFill>
                <a:schemeClr val="bg1">
                  <a:lumMod val="9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sz="2000">
                <a:latin typeface="Gill Sans MT" panose="020B0502020104020203" pitchFamily="34" charset="0"/>
              </a:endParaRPr>
            </a:p>
          </p:txBody>
        </p:sp>
        <p:sp>
          <p:nvSpPr>
            <p:cNvPr id="140" name="Freeform 6">
              <a:extLst>
                <a:ext uri="{FF2B5EF4-FFF2-40B4-BE49-F238E27FC236}">
                  <a16:creationId xmlns:a16="http://schemas.microsoft.com/office/drawing/2014/main" id="{EF7E07BE-8860-E997-5B61-2C8C457FF452}"/>
                </a:ext>
              </a:extLst>
            </p:cNvPr>
            <p:cNvSpPr>
              <a:spLocks/>
            </p:cNvSpPr>
            <p:nvPr/>
          </p:nvSpPr>
          <p:spPr bwMode="auto">
            <a:xfrm>
              <a:off x="4175125" y="6118225"/>
              <a:ext cx="857250" cy="0"/>
            </a:xfrm>
            <a:custGeom>
              <a:avLst/>
              <a:gdLst>
                <a:gd name="T0" fmla="*/ 540 w 540"/>
                <a:gd name="T1" fmla="*/ 0 w 540"/>
                <a:gd name="T2" fmla="*/ 540 w 540"/>
              </a:gdLst>
              <a:ahLst/>
              <a:cxnLst>
                <a:cxn ang="0">
                  <a:pos x="T0" y="0"/>
                </a:cxn>
                <a:cxn ang="0">
                  <a:pos x="T1" y="0"/>
                </a:cxn>
                <a:cxn ang="0">
                  <a:pos x="T2" y="0"/>
                </a:cxn>
              </a:cxnLst>
              <a:rect l="0" t="0" r="r" b="b"/>
              <a:pathLst>
                <a:path w="540">
                  <a:moveTo>
                    <a:pt x="540" y="0"/>
                  </a:moveTo>
                  <a:lnTo>
                    <a:pt x="0" y="0"/>
                  </a:lnTo>
                  <a:lnTo>
                    <a:pt x="540" y="0"/>
                  </a:lnTo>
                  <a:close/>
                </a:path>
              </a:pathLst>
            </a:custGeom>
            <a:grpFill/>
            <a:ln w="6350">
              <a:solidFill>
                <a:schemeClr val="bg1">
                  <a:lumMod val="95000"/>
                </a:schemeClr>
              </a:solidFill>
              <a:round/>
              <a:headEnd/>
              <a:tailEnd/>
            </a:ln>
          </p:spPr>
          <p:txBody>
            <a:bodyPr vert="horz" wrap="square" lIns="91440" tIns="45720" rIns="91440" bIns="45720" numCol="1" anchor="t" anchorCtr="0" compatLnSpc="1">
              <a:prstTxWarp prst="textNoShape">
                <a:avLst/>
              </a:prstTxWarp>
            </a:bodyPr>
            <a:lstStyle/>
            <a:p>
              <a:endParaRPr lang="en-US" sz="2000">
                <a:latin typeface="Gill Sans MT" panose="020B0502020104020203" pitchFamily="34" charset="0"/>
              </a:endParaRPr>
            </a:p>
          </p:txBody>
        </p:sp>
        <p:sp>
          <p:nvSpPr>
            <p:cNvPr id="141" name="Freeform 8">
              <a:extLst>
                <a:ext uri="{FF2B5EF4-FFF2-40B4-BE49-F238E27FC236}">
                  <a16:creationId xmlns:a16="http://schemas.microsoft.com/office/drawing/2014/main" id="{4543DADE-1656-2361-5318-5F55B14253C7}"/>
                </a:ext>
              </a:extLst>
            </p:cNvPr>
            <p:cNvSpPr>
              <a:spLocks/>
            </p:cNvSpPr>
            <p:nvPr/>
          </p:nvSpPr>
          <p:spPr bwMode="auto">
            <a:xfrm>
              <a:off x="4316413" y="5616575"/>
              <a:ext cx="574675" cy="0"/>
            </a:xfrm>
            <a:custGeom>
              <a:avLst/>
              <a:gdLst>
                <a:gd name="T0" fmla="*/ 0 w 362"/>
                <a:gd name="T1" fmla="*/ 362 w 362"/>
                <a:gd name="T2" fmla="*/ 0 w 362"/>
              </a:gdLst>
              <a:ahLst/>
              <a:cxnLst>
                <a:cxn ang="0">
                  <a:pos x="T0" y="0"/>
                </a:cxn>
                <a:cxn ang="0">
                  <a:pos x="T1" y="0"/>
                </a:cxn>
                <a:cxn ang="0">
                  <a:pos x="T2" y="0"/>
                </a:cxn>
              </a:cxnLst>
              <a:rect l="0" t="0" r="r" b="b"/>
              <a:pathLst>
                <a:path w="362">
                  <a:moveTo>
                    <a:pt x="0" y="0"/>
                  </a:moveTo>
                  <a:lnTo>
                    <a:pt x="362" y="0"/>
                  </a:lnTo>
                  <a:lnTo>
                    <a:pt x="0" y="0"/>
                  </a:lnTo>
                  <a:close/>
                </a:path>
              </a:pathLst>
            </a:custGeom>
            <a:grpFill/>
            <a:ln w="6350">
              <a:solidFill>
                <a:schemeClr val="bg1">
                  <a:lumMod val="95000"/>
                </a:schemeClr>
              </a:solidFill>
              <a:round/>
              <a:headEnd/>
              <a:tailEnd/>
            </a:ln>
          </p:spPr>
          <p:txBody>
            <a:bodyPr vert="horz" wrap="square" lIns="91440" tIns="45720" rIns="91440" bIns="45720" numCol="1" anchor="t" anchorCtr="0" compatLnSpc="1">
              <a:prstTxWarp prst="textNoShape">
                <a:avLst/>
              </a:prstTxWarp>
            </a:bodyPr>
            <a:lstStyle/>
            <a:p>
              <a:endParaRPr lang="en-US" sz="2000">
                <a:latin typeface="Gill Sans MT" panose="020B0502020104020203" pitchFamily="34" charset="0"/>
              </a:endParaRPr>
            </a:p>
          </p:txBody>
        </p:sp>
        <p:sp>
          <p:nvSpPr>
            <p:cNvPr id="142" name="Freeform 10">
              <a:extLst>
                <a:ext uri="{FF2B5EF4-FFF2-40B4-BE49-F238E27FC236}">
                  <a16:creationId xmlns:a16="http://schemas.microsoft.com/office/drawing/2014/main" id="{48D41ED4-AFB3-B017-D96A-00734D1FD3A8}"/>
                </a:ext>
              </a:extLst>
            </p:cNvPr>
            <p:cNvSpPr>
              <a:spLocks/>
            </p:cNvSpPr>
            <p:nvPr/>
          </p:nvSpPr>
          <p:spPr bwMode="auto">
            <a:xfrm>
              <a:off x="4378325" y="5661025"/>
              <a:ext cx="450850" cy="0"/>
            </a:xfrm>
            <a:custGeom>
              <a:avLst/>
              <a:gdLst>
                <a:gd name="T0" fmla="*/ 0 w 284"/>
                <a:gd name="T1" fmla="*/ 284 w 284"/>
                <a:gd name="T2" fmla="*/ 0 w 284"/>
              </a:gdLst>
              <a:ahLst/>
              <a:cxnLst>
                <a:cxn ang="0">
                  <a:pos x="T0" y="0"/>
                </a:cxn>
                <a:cxn ang="0">
                  <a:pos x="T1" y="0"/>
                </a:cxn>
                <a:cxn ang="0">
                  <a:pos x="T2" y="0"/>
                </a:cxn>
              </a:cxnLst>
              <a:rect l="0" t="0" r="r" b="b"/>
              <a:pathLst>
                <a:path w="284">
                  <a:moveTo>
                    <a:pt x="0" y="0"/>
                  </a:moveTo>
                  <a:lnTo>
                    <a:pt x="284" y="0"/>
                  </a:lnTo>
                  <a:lnTo>
                    <a:pt x="0" y="0"/>
                  </a:lnTo>
                  <a:close/>
                </a:path>
              </a:pathLst>
            </a:custGeom>
            <a:grpFill/>
            <a:ln w="6350">
              <a:solidFill>
                <a:schemeClr val="bg1">
                  <a:lumMod val="95000"/>
                </a:schemeClr>
              </a:solidFill>
              <a:round/>
              <a:headEnd/>
              <a:tailEnd/>
            </a:ln>
          </p:spPr>
          <p:txBody>
            <a:bodyPr vert="horz" wrap="square" lIns="91440" tIns="45720" rIns="91440" bIns="45720" numCol="1" anchor="t" anchorCtr="0" compatLnSpc="1">
              <a:prstTxWarp prst="textNoShape">
                <a:avLst/>
              </a:prstTxWarp>
            </a:bodyPr>
            <a:lstStyle/>
            <a:p>
              <a:endParaRPr lang="en-US" sz="2000">
                <a:latin typeface="Gill Sans MT" panose="020B0502020104020203" pitchFamily="34" charset="0"/>
              </a:endParaRPr>
            </a:p>
          </p:txBody>
        </p:sp>
        <p:sp>
          <p:nvSpPr>
            <p:cNvPr id="143" name="Freeform 12">
              <a:extLst>
                <a:ext uri="{FF2B5EF4-FFF2-40B4-BE49-F238E27FC236}">
                  <a16:creationId xmlns:a16="http://schemas.microsoft.com/office/drawing/2014/main" id="{77B7CC3D-0A07-C853-1118-4E6837A69CB7}"/>
                </a:ext>
              </a:extLst>
            </p:cNvPr>
            <p:cNvSpPr>
              <a:spLocks/>
            </p:cNvSpPr>
            <p:nvPr/>
          </p:nvSpPr>
          <p:spPr bwMode="auto">
            <a:xfrm>
              <a:off x="4378325" y="4297363"/>
              <a:ext cx="450850" cy="0"/>
            </a:xfrm>
            <a:custGeom>
              <a:avLst/>
              <a:gdLst>
                <a:gd name="T0" fmla="*/ 0 w 284"/>
                <a:gd name="T1" fmla="*/ 284 w 284"/>
                <a:gd name="T2" fmla="*/ 0 w 284"/>
              </a:gdLst>
              <a:ahLst/>
              <a:cxnLst>
                <a:cxn ang="0">
                  <a:pos x="T0" y="0"/>
                </a:cxn>
                <a:cxn ang="0">
                  <a:pos x="T1" y="0"/>
                </a:cxn>
                <a:cxn ang="0">
                  <a:pos x="T2" y="0"/>
                </a:cxn>
              </a:cxnLst>
              <a:rect l="0" t="0" r="r" b="b"/>
              <a:pathLst>
                <a:path w="284">
                  <a:moveTo>
                    <a:pt x="0" y="0"/>
                  </a:moveTo>
                  <a:lnTo>
                    <a:pt x="284" y="0"/>
                  </a:lnTo>
                  <a:lnTo>
                    <a:pt x="0" y="0"/>
                  </a:lnTo>
                  <a:close/>
                </a:path>
              </a:pathLst>
            </a:custGeom>
            <a:grpFill/>
            <a:ln w="6350">
              <a:solidFill>
                <a:schemeClr val="bg1">
                  <a:lumMod val="95000"/>
                </a:schemeClr>
              </a:solidFill>
              <a:round/>
              <a:headEnd/>
              <a:tailEnd/>
            </a:ln>
          </p:spPr>
          <p:txBody>
            <a:bodyPr vert="horz" wrap="square" lIns="91440" tIns="45720" rIns="91440" bIns="45720" numCol="1" anchor="t" anchorCtr="0" compatLnSpc="1">
              <a:prstTxWarp prst="textNoShape">
                <a:avLst/>
              </a:prstTxWarp>
            </a:bodyPr>
            <a:lstStyle/>
            <a:p>
              <a:endParaRPr lang="en-US" sz="2000">
                <a:latin typeface="Gill Sans MT" panose="020B0502020104020203" pitchFamily="34" charset="0"/>
              </a:endParaRPr>
            </a:p>
          </p:txBody>
        </p:sp>
        <p:sp>
          <p:nvSpPr>
            <p:cNvPr id="144" name="Freeform 14">
              <a:extLst>
                <a:ext uri="{FF2B5EF4-FFF2-40B4-BE49-F238E27FC236}">
                  <a16:creationId xmlns:a16="http://schemas.microsoft.com/office/drawing/2014/main" id="{9CDB4AA4-697C-5A97-D2F4-1D5457C088BA}"/>
                </a:ext>
              </a:extLst>
            </p:cNvPr>
            <p:cNvSpPr>
              <a:spLocks/>
            </p:cNvSpPr>
            <p:nvPr/>
          </p:nvSpPr>
          <p:spPr bwMode="auto">
            <a:xfrm>
              <a:off x="4440238" y="4376738"/>
              <a:ext cx="327025" cy="0"/>
            </a:xfrm>
            <a:custGeom>
              <a:avLst/>
              <a:gdLst>
                <a:gd name="T0" fmla="*/ 0 w 206"/>
                <a:gd name="T1" fmla="*/ 206 w 206"/>
                <a:gd name="T2" fmla="*/ 0 w 206"/>
              </a:gdLst>
              <a:ahLst/>
              <a:cxnLst>
                <a:cxn ang="0">
                  <a:pos x="T0" y="0"/>
                </a:cxn>
                <a:cxn ang="0">
                  <a:pos x="T1" y="0"/>
                </a:cxn>
                <a:cxn ang="0">
                  <a:pos x="T2" y="0"/>
                </a:cxn>
              </a:cxnLst>
              <a:rect l="0" t="0" r="r" b="b"/>
              <a:pathLst>
                <a:path w="206">
                  <a:moveTo>
                    <a:pt x="0" y="0"/>
                  </a:moveTo>
                  <a:lnTo>
                    <a:pt x="206" y="0"/>
                  </a:lnTo>
                  <a:lnTo>
                    <a:pt x="0" y="0"/>
                  </a:lnTo>
                  <a:close/>
                </a:path>
              </a:pathLst>
            </a:custGeom>
            <a:grpFill/>
            <a:ln w="6350">
              <a:solidFill>
                <a:schemeClr val="bg1">
                  <a:lumMod val="95000"/>
                </a:schemeClr>
              </a:solidFill>
              <a:round/>
              <a:headEnd/>
              <a:tailEnd/>
            </a:ln>
          </p:spPr>
          <p:txBody>
            <a:bodyPr vert="horz" wrap="square" lIns="91440" tIns="45720" rIns="91440" bIns="45720" numCol="1" anchor="t" anchorCtr="0" compatLnSpc="1">
              <a:prstTxWarp prst="textNoShape">
                <a:avLst/>
              </a:prstTxWarp>
            </a:bodyPr>
            <a:lstStyle/>
            <a:p>
              <a:endParaRPr lang="en-US" sz="2000">
                <a:latin typeface="Gill Sans MT" panose="020B0502020104020203" pitchFamily="34" charset="0"/>
              </a:endParaRPr>
            </a:p>
          </p:txBody>
        </p:sp>
        <p:sp>
          <p:nvSpPr>
            <p:cNvPr id="145" name="Freeform 16">
              <a:extLst>
                <a:ext uri="{FF2B5EF4-FFF2-40B4-BE49-F238E27FC236}">
                  <a16:creationId xmlns:a16="http://schemas.microsoft.com/office/drawing/2014/main" id="{B1DFBCDE-C26F-DBA7-EA7D-9E4A01120BDA}"/>
                </a:ext>
              </a:extLst>
            </p:cNvPr>
            <p:cNvSpPr>
              <a:spLocks/>
            </p:cNvSpPr>
            <p:nvPr/>
          </p:nvSpPr>
          <p:spPr bwMode="auto">
            <a:xfrm>
              <a:off x="4440238" y="4095750"/>
              <a:ext cx="327025" cy="0"/>
            </a:xfrm>
            <a:custGeom>
              <a:avLst/>
              <a:gdLst>
                <a:gd name="T0" fmla="*/ 0 w 206"/>
                <a:gd name="T1" fmla="*/ 206 w 206"/>
                <a:gd name="T2" fmla="*/ 0 w 206"/>
              </a:gdLst>
              <a:ahLst/>
              <a:cxnLst>
                <a:cxn ang="0">
                  <a:pos x="T0" y="0"/>
                </a:cxn>
                <a:cxn ang="0">
                  <a:pos x="T1" y="0"/>
                </a:cxn>
                <a:cxn ang="0">
                  <a:pos x="T2" y="0"/>
                </a:cxn>
              </a:cxnLst>
              <a:rect l="0" t="0" r="r" b="b"/>
              <a:pathLst>
                <a:path w="206">
                  <a:moveTo>
                    <a:pt x="0" y="0"/>
                  </a:moveTo>
                  <a:lnTo>
                    <a:pt x="206" y="0"/>
                  </a:lnTo>
                  <a:lnTo>
                    <a:pt x="0" y="0"/>
                  </a:lnTo>
                  <a:close/>
                </a:path>
              </a:pathLst>
            </a:custGeom>
            <a:grpFill/>
            <a:ln w="6350">
              <a:solidFill>
                <a:schemeClr val="bg1">
                  <a:lumMod val="95000"/>
                </a:schemeClr>
              </a:solidFill>
              <a:round/>
              <a:headEnd/>
              <a:tailEnd/>
            </a:ln>
          </p:spPr>
          <p:txBody>
            <a:bodyPr vert="horz" wrap="square" lIns="91440" tIns="45720" rIns="91440" bIns="45720" numCol="1" anchor="t" anchorCtr="0" compatLnSpc="1">
              <a:prstTxWarp prst="textNoShape">
                <a:avLst/>
              </a:prstTxWarp>
            </a:bodyPr>
            <a:lstStyle/>
            <a:p>
              <a:endParaRPr lang="en-US" sz="2000">
                <a:latin typeface="Gill Sans MT" panose="020B0502020104020203" pitchFamily="34" charset="0"/>
              </a:endParaRPr>
            </a:p>
          </p:txBody>
        </p:sp>
      </p:grpSp>
      <p:sp>
        <p:nvSpPr>
          <p:cNvPr id="151" name="Oval 150">
            <a:extLst>
              <a:ext uri="{FF2B5EF4-FFF2-40B4-BE49-F238E27FC236}">
                <a16:creationId xmlns:a16="http://schemas.microsoft.com/office/drawing/2014/main" id="{667ADA80-F575-DA2E-65EF-87248D6C88E2}"/>
              </a:ext>
            </a:extLst>
          </p:cNvPr>
          <p:cNvSpPr/>
          <p:nvPr/>
        </p:nvSpPr>
        <p:spPr bwMode="gray">
          <a:xfrm>
            <a:off x="1974506" y="2718399"/>
            <a:ext cx="976190" cy="976190"/>
          </a:xfrm>
          <a:prstGeom prst="ellipse">
            <a:avLst/>
          </a:prstGeom>
          <a:noFill/>
          <a:ln w="19050" cap="rnd" algn="ctr">
            <a:solidFill>
              <a:srgbClr val="63666A"/>
            </a:solidFill>
            <a:prstDash val="sysDot"/>
            <a:round/>
            <a:headEnd/>
            <a:tailEnd/>
          </a:ln>
        </p:spPr>
        <p:txBody>
          <a:bodyPr wrap="square" lIns="88900" tIns="88900" rIns="88900" bIns="88900" rtlCol="0" anchor="ctr"/>
          <a:lstStyle/>
          <a:p>
            <a:pPr algn="ctr">
              <a:lnSpc>
                <a:spcPct val="106000"/>
              </a:lnSpc>
              <a:buFont typeface="Wingdings 2" pitchFamily="18" charset="2"/>
              <a:buNone/>
            </a:pPr>
            <a:endParaRPr lang="en-US" b="1">
              <a:solidFill>
                <a:schemeClr val="bg1"/>
              </a:solidFill>
              <a:latin typeface="Gill Sans MT" panose="020B0502020104020203" pitchFamily="34" charset="0"/>
            </a:endParaRPr>
          </a:p>
        </p:txBody>
      </p:sp>
      <p:cxnSp>
        <p:nvCxnSpPr>
          <p:cNvPr id="152" name="Straight Connector 151">
            <a:extLst>
              <a:ext uri="{FF2B5EF4-FFF2-40B4-BE49-F238E27FC236}">
                <a16:creationId xmlns:a16="http://schemas.microsoft.com/office/drawing/2014/main" id="{2EF5C2C1-842E-9CDB-3098-8B000808B590}"/>
              </a:ext>
            </a:extLst>
          </p:cNvPr>
          <p:cNvCxnSpPr>
            <a:cxnSpLocks/>
          </p:cNvCxnSpPr>
          <p:nvPr/>
        </p:nvCxnSpPr>
        <p:spPr>
          <a:xfrm flipH="1">
            <a:off x="3754512" y="4587404"/>
            <a:ext cx="951444" cy="398847"/>
          </a:xfrm>
          <a:prstGeom prst="line">
            <a:avLst/>
          </a:prstGeom>
          <a:noFill/>
          <a:ln w="19050" cap="rnd" algn="ctr">
            <a:solidFill>
              <a:srgbClr val="63666A"/>
            </a:solidFill>
            <a:prstDash val="sysDot"/>
            <a:round/>
            <a:headEnd/>
            <a:tailEnd/>
          </a:ln>
        </p:spPr>
      </p:cxnSp>
      <p:sp>
        <p:nvSpPr>
          <p:cNvPr id="153" name="Oval 152">
            <a:extLst>
              <a:ext uri="{FF2B5EF4-FFF2-40B4-BE49-F238E27FC236}">
                <a16:creationId xmlns:a16="http://schemas.microsoft.com/office/drawing/2014/main" id="{9C1B3FEE-3CB8-8060-D2DA-4B6A818F729B}"/>
              </a:ext>
            </a:extLst>
          </p:cNvPr>
          <p:cNvSpPr/>
          <p:nvPr/>
        </p:nvSpPr>
        <p:spPr bwMode="gray">
          <a:xfrm>
            <a:off x="2788316" y="4674687"/>
            <a:ext cx="976190" cy="976190"/>
          </a:xfrm>
          <a:prstGeom prst="ellipse">
            <a:avLst/>
          </a:prstGeom>
          <a:noFill/>
          <a:ln w="19050" cap="rnd" algn="ctr">
            <a:solidFill>
              <a:srgbClr val="63666A"/>
            </a:solidFill>
            <a:prstDash val="sysDot"/>
            <a:round/>
            <a:headEnd/>
            <a:tailEnd/>
          </a:ln>
        </p:spPr>
        <p:txBody>
          <a:bodyPr wrap="square" lIns="88900" tIns="88900" rIns="88900" bIns="88900" rtlCol="0" anchor="ctr"/>
          <a:lstStyle/>
          <a:p>
            <a:pPr algn="ctr">
              <a:lnSpc>
                <a:spcPct val="106000"/>
              </a:lnSpc>
              <a:buFont typeface="Wingdings 2" pitchFamily="18" charset="2"/>
              <a:buNone/>
            </a:pPr>
            <a:endParaRPr lang="en-US" b="1">
              <a:solidFill>
                <a:schemeClr val="bg1"/>
              </a:solidFill>
              <a:latin typeface="Gill Sans MT" panose="020B0502020104020203" pitchFamily="34" charset="0"/>
            </a:endParaRPr>
          </a:p>
        </p:txBody>
      </p:sp>
      <p:cxnSp>
        <p:nvCxnSpPr>
          <p:cNvPr id="154" name="Straight Connector 153">
            <a:extLst>
              <a:ext uri="{FF2B5EF4-FFF2-40B4-BE49-F238E27FC236}">
                <a16:creationId xmlns:a16="http://schemas.microsoft.com/office/drawing/2014/main" id="{7E0FBE1E-AD7A-F1DA-9879-B1CC462B8B19}"/>
              </a:ext>
            </a:extLst>
          </p:cNvPr>
          <p:cNvCxnSpPr>
            <a:cxnSpLocks/>
          </p:cNvCxnSpPr>
          <p:nvPr/>
        </p:nvCxnSpPr>
        <p:spPr>
          <a:xfrm flipH="1" flipV="1">
            <a:off x="2945750" y="3297348"/>
            <a:ext cx="1560971" cy="203101"/>
          </a:xfrm>
          <a:prstGeom prst="line">
            <a:avLst/>
          </a:prstGeom>
          <a:noFill/>
          <a:ln w="19050" cap="rnd" algn="ctr">
            <a:solidFill>
              <a:srgbClr val="63666A"/>
            </a:solidFill>
            <a:prstDash val="sysDot"/>
            <a:round/>
            <a:headEnd/>
            <a:tailEnd/>
          </a:ln>
        </p:spPr>
      </p:cxnSp>
      <p:sp>
        <p:nvSpPr>
          <p:cNvPr id="155" name="Oval 154">
            <a:extLst>
              <a:ext uri="{FF2B5EF4-FFF2-40B4-BE49-F238E27FC236}">
                <a16:creationId xmlns:a16="http://schemas.microsoft.com/office/drawing/2014/main" id="{93F544F3-2E38-6556-3A58-63A8779D3D42}"/>
              </a:ext>
            </a:extLst>
          </p:cNvPr>
          <p:cNvSpPr/>
          <p:nvPr/>
        </p:nvSpPr>
        <p:spPr bwMode="gray">
          <a:xfrm>
            <a:off x="3616934" y="1105481"/>
            <a:ext cx="976190" cy="976190"/>
          </a:xfrm>
          <a:prstGeom prst="ellipse">
            <a:avLst/>
          </a:prstGeom>
          <a:noFill/>
          <a:ln w="19050" cap="rnd" algn="ctr">
            <a:solidFill>
              <a:srgbClr val="63666A"/>
            </a:solidFill>
            <a:prstDash val="sysDot"/>
            <a:round/>
            <a:headEnd/>
            <a:tailEnd/>
          </a:ln>
        </p:spPr>
        <p:txBody>
          <a:bodyPr wrap="square" lIns="88900" tIns="88900" rIns="88900" bIns="88900" rtlCol="0" anchor="ctr"/>
          <a:lstStyle/>
          <a:p>
            <a:pPr algn="ctr">
              <a:lnSpc>
                <a:spcPct val="106000"/>
              </a:lnSpc>
              <a:buFont typeface="Wingdings 2" pitchFamily="18" charset="2"/>
              <a:buNone/>
            </a:pPr>
            <a:endParaRPr lang="en-US" b="1">
              <a:solidFill>
                <a:schemeClr val="bg1"/>
              </a:solidFill>
              <a:latin typeface="Gill Sans MT" panose="020B0502020104020203" pitchFamily="34" charset="0"/>
            </a:endParaRPr>
          </a:p>
        </p:txBody>
      </p:sp>
      <p:sp>
        <p:nvSpPr>
          <p:cNvPr id="156" name="Oval 155">
            <a:extLst>
              <a:ext uri="{FF2B5EF4-FFF2-40B4-BE49-F238E27FC236}">
                <a16:creationId xmlns:a16="http://schemas.microsoft.com/office/drawing/2014/main" id="{17B4F5A2-FAAA-76B8-DCC6-6214022C55D0}"/>
              </a:ext>
            </a:extLst>
          </p:cNvPr>
          <p:cNvSpPr/>
          <p:nvPr/>
        </p:nvSpPr>
        <p:spPr bwMode="gray">
          <a:xfrm>
            <a:off x="7159914" y="1085496"/>
            <a:ext cx="976190" cy="976190"/>
          </a:xfrm>
          <a:prstGeom prst="ellipse">
            <a:avLst/>
          </a:prstGeom>
          <a:noFill/>
          <a:ln w="19050" cap="rnd" algn="ctr">
            <a:solidFill>
              <a:schemeClr val="bg2"/>
            </a:solidFill>
            <a:prstDash val="sysDot"/>
            <a:round/>
            <a:headEnd/>
            <a:tailEnd/>
          </a:ln>
        </p:spPr>
        <p:txBody>
          <a:bodyPr wrap="square" lIns="88900" tIns="88900" rIns="88900" bIns="88900" rtlCol="0" anchor="ctr"/>
          <a:lstStyle/>
          <a:p>
            <a:pPr algn="ctr">
              <a:lnSpc>
                <a:spcPct val="106000"/>
              </a:lnSpc>
              <a:buFont typeface="Wingdings 2" pitchFamily="18" charset="2"/>
              <a:buNone/>
            </a:pPr>
            <a:endParaRPr lang="en-US" b="1">
              <a:solidFill>
                <a:schemeClr val="bg1"/>
              </a:solidFill>
              <a:latin typeface="Gill Sans MT" panose="020B0502020104020203" pitchFamily="34" charset="0"/>
            </a:endParaRPr>
          </a:p>
        </p:txBody>
      </p:sp>
      <p:sp>
        <p:nvSpPr>
          <p:cNvPr id="157" name="Oval 156">
            <a:extLst>
              <a:ext uri="{FF2B5EF4-FFF2-40B4-BE49-F238E27FC236}">
                <a16:creationId xmlns:a16="http://schemas.microsoft.com/office/drawing/2014/main" id="{F5D48E98-AAF0-90C7-ECC3-2873A9604220}"/>
              </a:ext>
            </a:extLst>
          </p:cNvPr>
          <p:cNvSpPr/>
          <p:nvPr/>
        </p:nvSpPr>
        <p:spPr bwMode="gray">
          <a:xfrm>
            <a:off x="8757952" y="2718399"/>
            <a:ext cx="976190" cy="976190"/>
          </a:xfrm>
          <a:prstGeom prst="ellipse">
            <a:avLst/>
          </a:prstGeom>
          <a:noFill/>
          <a:ln w="19050" cap="rnd" algn="ctr">
            <a:solidFill>
              <a:srgbClr val="63666A"/>
            </a:solidFill>
            <a:prstDash val="sysDot"/>
            <a:round/>
            <a:headEnd/>
            <a:tailEnd/>
          </a:ln>
        </p:spPr>
        <p:txBody>
          <a:bodyPr wrap="square" lIns="88900" tIns="88900" rIns="88900" bIns="88900" rtlCol="0" anchor="ctr"/>
          <a:lstStyle/>
          <a:p>
            <a:pPr algn="ctr">
              <a:lnSpc>
                <a:spcPct val="106000"/>
              </a:lnSpc>
              <a:buFont typeface="Wingdings 2" pitchFamily="18" charset="2"/>
              <a:buNone/>
            </a:pPr>
            <a:endParaRPr lang="en-US" b="1">
              <a:solidFill>
                <a:schemeClr val="bg1"/>
              </a:solidFill>
              <a:latin typeface="Gill Sans MT" panose="020B0502020104020203" pitchFamily="34" charset="0"/>
            </a:endParaRPr>
          </a:p>
        </p:txBody>
      </p:sp>
      <p:sp>
        <p:nvSpPr>
          <p:cNvPr id="158" name="Oval 157">
            <a:extLst>
              <a:ext uri="{FF2B5EF4-FFF2-40B4-BE49-F238E27FC236}">
                <a16:creationId xmlns:a16="http://schemas.microsoft.com/office/drawing/2014/main" id="{4B5DAEF4-659E-6232-E0E0-A7D6DAE24E02}"/>
              </a:ext>
            </a:extLst>
          </p:cNvPr>
          <p:cNvSpPr/>
          <p:nvPr/>
        </p:nvSpPr>
        <p:spPr bwMode="gray">
          <a:xfrm>
            <a:off x="8039073" y="4674687"/>
            <a:ext cx="976190" cy="976190"/>
          </a:xfrm>
          <a:prstGeom prst="ellipse">
            <a:avLst/>
          </a:prstGeom>
          <a:noFill/>
          <a:ln w="19050" cap="rnd" algn="ctr">
            <a:solidFill>
              <a:srgbClr val="63666A"/>
            </a:solidFill>
            <a:prstDash val="sysDot"/>
            <a:round/>
            <a:headEnd/>
            <a:tailEnd/>
          </a:ln>
        </p:spPr>
        <p:txBody>
          <a:bodyPr wrap="square" lIns="88900" tIns="88900" rIns="88900" bIns="88900" rtlCol="0" anchor="ctr"/>
          <a:lstStyle/>
          <a:p>
            <a:pPr algn="ctr">
              <a:lnSpc>
                <a:spcPct val="106000"/>
              </a:lnSpc>
              <a:buFont typeface="Wingdings 2" pitchFamily="18" charset="2"/>
              <a:buNone/>
            </a:pPr>
            <a:endParaRPr lang="en-US" b="1">
              <a:solidFill>
                <a:schemeClr val="bg1"/>
              </a:solidFill>
              <a:latin typeface="Gill Sans MT" panose="020B0502020104020203" pitchFamily="34" charset="0"/>
            </a:endParaRPr>
          </a:p>
        </p:txBody>
      </p:sp>
      <p:cxnSp>
        <p:nvCxnSpPr>
          <p:cNvPr id="159" name="Straight Connector 158">
            <a:extLst>
              <a:ext uri="{FF2B5EF4-FFF2-40B4-BE49-F238E27FC236}">
                <a16:creationId xmlns:a16="http://schemas.microsoft.com/office/drawing/2014/main" id="{9BB981E9-D0C5-6EE3-CDEF-1520BDF96418}"/>
              </a:ext>
            </a:extLst>
          </p:cNvPr>
          <p:cNvCxnSpPr>
            <a:cxnSpLocks/>
            <a:endCxn id="155" idx="5"/>
          </p:cNvCxnSpPr>
          <p:nvPr/>
        </p:nvCxnSpPr>
        <p:spPr>
          <a:xfrm flipH="1" flipV="1">
            <a:off x="4450164" y="1938711"/>
            <a:ext cx="568680" cy="721908"/>
          </a:xfrm>
          <a:prstGeom prst="line">
            <a:avLst/>
          </a:prstGeom>
          <a:noFill/>
          <a:ln w="19050" cap="rnd" algn="ctr">
            <a:solidFill>
              <a:srgbClr val="63666A"/>
            </a:solidFill>
            <a:prstDash val="sysDot"/>
            <a:round/>
            <a:headEnd/>
            <a:tailEnd/>
          </a:ln>
        </p:spPr>
      </p:cxnSp>
      <p:cxnSp>
        <p:nvCxnSpPr>
          <p:cNvPr id="160" name="Straight Connector 159">
            <a:extLst>
              <a:ext uri="{FF2B5EF4-FFF2-40B4-BE49-F238E27FC236}">
                <a16:creationId xmlns:a16="http://schemas.microsoft.com/office/drawing/2014/main" id="{96ACCA28-FC47-4CDF-D493-BCFC968B946A}"/>
              </a:ext>
            </a:extLst>
          </p:cNvPr>
          <p:cNvCxnSpPr>
            <a:cxnSpLocks/>
          </p:cNvCxnSpPr>
          <p:nvPr/>
        </p:nvCxnSpPr>
        <p:spPr>
          <a:xfrm flipV="1">
            <a:off x="6754526" y="1952880"/>
            <a:ext cx="568679" cy="721908"/>
          </a:xfrm>
          <a:prstGeom prst="line">
            <a:avLst/>
          </a:prstGeom>
          <a:noFill/>
          <a:ln w="19050" cap="rnd" algn="ctr">
            <a:solidFill>
              <a:srgbClr val="63666A"/>
            </a:solidFill>
            <a:prstDash val="sysDot"/>
            <a:round/>
            <a:headEnd/>
            <a:tailEnd/>
          </a:ln>
        </p:spPr>
      </p:cxnSp>
      <p:cxnSp>
        <p:nvCxnSpPr>
          <p:cNvPr id="161" name="Straight Connector 160">
            <a:extLst>
              <a:ext uri="{FF2B5EF4-FFF2-40B4-BE49-F238E27FC236}">
                <a16:creationId xmlns:a16="http://schemas.microsoft.com/office/drawing/2014/main" id="{3F9FD15E-2AE3-1BA5-943A-618D1F2D1CDC}"/>
              </a:ext>
            </a:extLst>
          </p:cNvPr>
          <p:cNvCxnSpPr>
            <a:cxnSpLocks/>
          </p:cNvCxnSpPr>
          <p:nvPr/>
        </p:nvCxnSpPr>
        <p:spPr>
          <a:xfrm flipV="1">
            <a:off x="7247501" y="3341505"/>
            <a:ext cx="1560971" cy="203101"/>
          </a:xfrm>
          <a:prstGeom prst="line">
            <a:avLst/>
          </a:prstGeom>
          <a:noFill/>
          <a:ln w="19050" cap="rnd" algn="ctr">
            <a:solidFill>
              <a:srgbClr val="63666A"/>
            </a:solidFill>
            <a:prstDash val="sysDot"/>
            <a:round/>
            <a:headEnd/>
            <a:tailEnd/>
          </a:ln>
        </p:spPr>
      </p:cxnSp>
      <p:cxnSp>
        <p:nvCxnSpPr>
          <p:cNvPr id="162" name="Straight Connector 161">
            <a:extLst>
              <a:ext uri="{FF2B5EF4-FFF2-40B4-BE49-F238E27FC236}">
                <a16:creationId xmlns:a16="http://schemas.microsoft.com/office/drawing/2014/main" id="{5D0C0458-4FFB-F686-2FF1-FBD90080E5B4}"/>
              </a:ext>
            </a:extLst>
          </p:cNvPr>
          <p:cNvCxnSpPr>
            <a:cxnSpLocks/>
          </p:cNvCxnSpPr>
          <p:nvPr/>
        </p:nvCxnSpPr>
        <p:spPr>
          <a:xfrm>
            <a:off x="7125566" y="4541876"/>
            <a:ext cx="951444" cy="398847"/>
          </a:xfrm>
          <a:prstGeom prst="line">
            <a:avLst/>
          </a:prstGeom>
          <a:noFill/>
          <a:ln w="19050" cap="rnd" algn="ctr">
            <a:solidFill>
              <a:srgbClr val="63666A"/>
            </a:solidFill>
            <a:prstDash val="sysDot"/>
            <a:round/>
            <a:headEnd/>
            <a:tailEnd/>
          </a:ln>
        </p:spPr>
      </p:cxnSp>
      <p:sp>
        <p:nvSpPr>
          <p:cNvPr id="169" name="Arc 168">
            <a:extLst>
              <a:ext uri="{FF2B5EF4-FFF2-40B4-BE49-F238E27FC236}">
                <a16:creationId xmlns:a16="http://schemas.microsoft.com/office/drawing/2014/main" id="{5DD747CF-295B-0970-13BA-8B949DD61E2F}"/>
              </a:ext>
            </a:extLst>
          </p:cNvPr>
          <p:cNvSpPr/>
          <p:nvPr/>
        </p:nvSpPr>
        <p:spPr bwMode="gray">
          <a:xfrm>
            <a:off x="7348489" y="979915"/>
            <a:ext cx="1073809" cy="1073809"/>
          </a:xfrm>
          <a:prstGeom prst="arc">
            <a:avLst>
              <a:gd name="adj1" fmla="val 16200000"/>
              <a:gd name="adj2" fmla="val 20360437"/>
            </a:avLst>
          </a:prstGeom>
          <a:noFill/>
          <a:ln w="19050" cap="rnd" algn="ctr">
            <a:solidFill>
              <a:srgbClr val="63666A"/>
            </a:solidFill>
            <a:prstDash val="sysDot"/>
            <a:round/>
            <a:headEnd/>
            <a:tailEnd/>
          </a:ln>
        </p:spPr>
        <p:txBody>
          <a:bodyPr wrap="square" lIns="88900" tIns="88900" rIns="88900" bIns="88900" rtlCol="0" anchor="ctr"/>
          <a:lstStyle/>
          <a:p>
            <a:pPr algn="ctr">
              <a:lnSpc>
                <a:spcPct val="106000"/>
              </a:lnSpc>
              <a:buFont typeface="Wingdings 2" pitchFamily="18" charset="2"/>
              <a:buNone/>
            </a:pPr>
            <a:endParaRPr lang="en-US" b="1">
              <a:solidFill>
                <a:schemeClr val="bg1"/>
              </a:solidFill>
              <a:latin typeface="Gill Sans MT" panose="020B0502020104020203" pitchFamily="34" charset="0"/>
            </a:endParaRPr>
          </a:p>
        </p:txBody>
      </p:sp>
      <p:sp>
        <p:nvSpPr>
          <p:cNvPr id="170" name="Arc 169">
            <a:extLst>
              <a:ext uri="{FF2B5EF4-FFF2-40B4-BE49-F238E27FC236}">
                <a16:creationId xmlns:a16="http://schemas.microsoft.com/office/drawing/2014/main" id="{234377E8-371B-71D5-82E5-9C43FB120A38}"/>
              </a:ext>
            </a:extLst>
          </p:cNvPr>
          <p:cNvSpPr/>
          <p:nvPr/>
        </p:nvSpPr>
        <p:spPr bwMode="gray">
          <a:xfrm>
            <a:off x="8697348" y="2665877"/>
            <a:ext cx="1073809" cy="1073809"/>
          </a:xfrm>
          <a:prstGeom prst="arc">
            <a:avLst>
              <a:gd name="adj1" fmla="val 11098550"/>
              <a:gd name="adj2" fmla="val 15060813"/>
            </a:avLst>
          </a:prstGeom>
          <a:noFill/>
          <a:ln w="19050" cap="rnd" algn="ctr">
            <a:solidFill>
              <a:srgbClr val="63666A"/>
            </a:solidFill>
            <a:prstDash val="sysDot"/>
            <a:round/>
            <a:headEnd/>
            <a:tailEnd/>
          </a:ln>
        </p:spPr>
        <p:txBody>
          <a:bodyPr wrap="square" lIns="88900" tIns="88900" rIns="88900" bIns="88900" rtlCol="0" anchor="ctr"/>
          <a:lstStyle/>
          <a:p>
            <a:pPr algn="ctr">
              <a:lnSpc>
                <a:spcPct val="106000"/>
              </a:lnSpc>
              <a:buFont typeface="Wingdings 2" pitchFamily="18" charset="2"/>
              <a:buNone/>
            </a:pPr>
            <a:endParaRPr lang="en-US" b="1">
              <a:solidFill>
                <a:schemeClr val="bg1"/>
              </a:solidFill>
              <a:latin typeface="Gill Sans MT" panose="020B0502020104020203" pitchFamily="34" charset="0"/>
            </a:endParaRPr>
          </a:p>
        </p:txBody>
      </p:sp>
      <p:sp>
        <p:nvSpPr>
          <p:cNvPr id="171" name="Arc 170">
            <a:extLst>
              <a:ext uri="{FF2B5EF4-FFF2-40B4-BE49-F238E27FC236}">
                <a16:creationId xmlns:a16="http://schemas.microsoft.com/office/drawing/2014/main" id="{A40EF1F3-01ED-D9B0-F577-034D56F86D86}"/>
              </a:ext>
            </a:extLst>
          </p:cNvPr>
          <p:cNvSpPr/>
          <p:nvPr/>
        </p:nvSpPr>
        <p:spPr bwMode="gray">
          <a:xfrm>
            <a:off x="8010679" y="4620065"/>
            <a:ext cx="1073809" cy="1073809"/>
          </a:xfrm>
          <a:prstGeom prst="arc">
            <a:avLst>
              <a:gd name="adj1" fmla="val 16321871"/>
              <a:gd name="adj2" fmla="val 20165974"/>
            </a:avLst>
          </a:prstGeom>
          <a:noFill/>
          <a:ln w="19050" cap="rnd" algn="ctr">
            <a:solidFill>
              <a:srgbClr val="63666A"/>
            </a:solidFill>
            <a:prstDash val="sysDot"/>
            <a:round/>
            <a:headEnd/>
            <a:tailEnd/>
          </a:ln>
        </p:spPr>
        <p:txBody>
          <a:bodyPr wrap="square" lIns="88900" tIns="88900" rIns="88900" bIns="88900" rtlCol="0" anchor="ctr"/>
          <a:lstStyle/>
          <a:p>
            <a:pPr algn="ctr">
              <a:lnSpc>
                <a:spcPct val="106000"/>
              </a:lnSpc>
              <a:buFont typeface="Wingdings 2" pitchFamily="18" charset="2"/>
              <a:buNone/>
            </a:pPr>
            <a:endParaRPr lang="en-US" b="1">
              <a:solidFill>
                <a:schemeClr val="bg1"/>
              </a:solidFill>
              <a:latin typeface="Gill Sans MT" panose="020B0502020104020203" pitchFamily="34" charset="0"/>
            </a:endParaRPr>
          </a:p>
        </p:txBody>
      </p:sp>
      <p:sp>
        <p:nvSpPr>
          <p:cNvPr id="172" name="Arc 171">
            <a:extLst>
              <a:ext uri="{FF2B5EF4-FFF2-40B4-BE49-F238E27FC236}">
                <a16:creationId xmlns:a16="http://schemas.microsoft.com/office/drawing/2014/main" id="{5BB177AB-7CAF-BF39-A817-360E6B12E806}"/>
              </a:ext>
            </a:extLst>
          </p:cNvPr>
          <p:cNvSpPr/>
          <p:nvPr/>
        </p:nvSpPr>
        <p:spPr bwMode="gray">
          <a:xfrm>
            <a:off x="2759903" y="4587846"/>
            <a:ext cx="1073809" cy="1073809"/>
          </a:xfrm>
          <a:prstGeom prst="arc">
            <a:avLst>
              <a:gd name="adj1" fmla="val 16321871"/>
              <a:gd name="adj2" fmla="val 20165974"/>
            </a:avLst>
          </a:prstGeom>
          <a:noFill/>
          <a:ln w="19050" cap="rnd" algn="ctr">
            <a:solidFill>
              <a:srgbClr val="63666A"/>
            </a:solidFill>
            <a:prstDash val="sysDot"/>
            <a:round/>
            <a:headEnd/>
            <a:tailEnd/>
          </a:ln>
        </p:spPr>
        <p:txBody>
          <a:bodyPr wrap="square" lIns="88900" tIns="88900" rIns="88900" bIns="88900" rtlCol="0" anchor="ctr"/>
          <a:lstStyle/>
          <a:p>
            <a:pPr algn="ctr">
              <a:lnSpc>
                <a:spcPct val="106000"/>
              </a:lnSpc>
              <a:buFont typeface="Wingdings 2" pitchFamily="18" charset="2"/>
              <a:buNone/>
            </a:pPr>
            <a:endParaRPr lang="en-US" b="1">
              <a:solidFill>
                <a:schemeClr val="bg1"/>
              </a:solidFill>
              <a:latin typeface="Gill Sans MT" panose="020B0502020104020203" pitchFamily="34" charset="0"/>
            </a:endParaRPr>
          </a:p>
        </p:txBody>
      </p:sp>
      <p:sp>
        <p:nvSpPr>
          <p:cNvPr id="173" name="Arc 172">
            <a:extLst>
              <a:ext uri="{FF2B5EF4-FFF2-40B4-BE49-F238E27FC236}">
                <a16:creationId xmlns:a16="http://schemas.microsoft.com/office/drawing/2014/main" id="{C4B80571-A893-0845-BBC4-E850170D6EDC}"/>
              </a:ext>
            </a:extLst>
          </p:cNvPr>
          <p:cNvSpPr/>
          <p:nvPr/>
        </p:nvSpPr>
        <p:spPr bwMode="gray">
          <a:xfrm>
            <a:off x="1901406" y="2686192"/>
            <a:ext cx="1073809" cy="1073809"/>
          </a:xfrm>
          <a:prstGeom prst="arc">
            <a:avLst>
              <a:gd name="adj1" fmla="val 7479452"/>
              <a:gd name="adj2" fmla="val 11546729"/>
            </a:avLst>
          </a:prstGeom>
          <a:noFill/>
          <a:ln w="19050" cap="rnd" algn="ctr">
            <a:solidFill>
              <a:srgbClr val="63666A"/>
            </a:solidFill>
            <a:prstDash val="sysDot"/>
            <a:round/>
            <a:headEnd/>
            <a:tailEnd/>
          </a:ln>
        </p:spPr>
        <p:txBody>
          <a:bodyPr wrap="square" lIns="88900" tIns="88900" rIns="88900" bIns="88900" rtlCol="0" anchor="ctr"/>
          <a:lstStyle/>
          <a:p>
            <a:pPr algn="ctr">
              <a:lnSpc>
                <a:spcPct val="106000"/>
              </a:lnSpc>
              <a:buFont typeface="Wingdings 2" pitchFamily="18" charset="2"/>
              <a:buNone/>
            </a:pPr>
            <a:endParaRPr lang="en-US" b="1">
              <a:solidFill>
                <a:schemeClr val="bg1"/>
              </a:solidFill>
              <a:latin typeface="Gill Sans MT" panose="020B0502020104020203" pitchFamily="34" charset="0"/>
            </a:endParaRPr>
          </a:p>
        </p:txBody>
      </p:sp>
      <p:sp>
        <p:nvSpPr>
          <p:cNvPr id="174" name="Arc 173">
            <a:extLst>
              <a:ext uri="{FF2B5EF4-FFF2-40B4-BE49-F238E27FC236}">
                <a16:creationId xmlns:a16="http://schemas.microsoft.com/office/drawing/2014/main" id="{C85D8747-11F6-394B-6924-BDBFFC1DC6F1}"/>
              </a:ext>
            </a:extLst>
          </p:cNvPr>
          <p:cNvSpPr/>
          <p:nvPr/>
        </p:nvSpPr>
        <p:spPr bwMode="gray">
          <a:xfrm>
            <a:off x="3809088" y="1029991"/>
            <a:ext cx="1073809" cy="1073809"/>
          </a:xfrm>
          <a:prstGeom prst="arc">
            <a:avLst>
              <a:gd name="adj1" fmla="val 19858915"/>
              <a:gd name="adj2" fmla="val 1918266"/>
            </a:avLst>
          </a:prstGeom>
          <a:noFill/>
          <a:ln w="19050" cap="rnd" algn="ctr">
            <a:solidFill>
              <a:srgbClr val="63666A"/>
            </a:solidFill>
            <a:prstDash val="sysDot"/>
            <a:round/>
            <a:headEnd/>
            <a:tailEnd/>
          </a:ln>
        </p:spPr>
        <p:txBody>
          <a:bodyPr wrap="square" lIns="88900" tIns="88900" rIns="88900" bIns="88900" rtlCol="0" anchor="ctr"/>
          <a:lstStyle/>
          <a:p>
            <a:pPr algn="ctr">
              <a:lnSpc>
                <a:spcPct val="106000"/>
              </a:lnSpc>
              <a:buFont typeface="Wingdings 2" pitchFamily="18" charset="2"/>
              <a:buNone/>
            </a:pPr>
            <a:endParaRPr lang="en-US" b="1">
              <a:solidFill>
                <a:schemeClr val="bg1"/>
              </a:solidFill>
              <a:latin typeface="Gill Sans MT" panose="020B0502020104020203" pitchFamily="34" charset="0"/>
            </a:endParaRPr>
          </a:p>
        </p:txBody>
      </p:sp>
      <p:sp>
        <p:nvSpPr>
          <p:cNvPr id="175" name="Arc 174">
            <a:extLst>
              <a:ext uri="{FF2B5EF4-FFF2-40B4-BE49-F238E27FC236}">
                <a16:creationId xmlns:a16="http://schemas.microsoft.com/office/drawing/2014/main" id="{CA6C9762-30FF-F7D8-15DE-3B0DC3EFDBD3}"/>
              </a:ext>
            </a:extLst>
          </p:cNvPr>
          <p:cNvSpPr/>
          <p:nvPr/>
        </p:nvSpPr>
        <p:spPr bwMode="gray">
          <a:xfrm>
            <a:off x="4610197" y="2503899"/>
            <a:ext cx="2531986" cy="2531986"/>
          </a:xfrm>
          <a:prstGeom prst="arc">
            <a:avLst>
              <a:gd name="adj1" fmla="val 6426288"/>
              <a:gd name="adj2" fmla="val 20165974"/>
            </a:avLst>
          </a:prstGeom>
          <a:noFill/>
          <a:ln w="19050" cap="rnd" algn="ctr">
            <a:solidFill>
              <a:srgbClr val="63666A"/>
            </a:solidFill>
            <a:prstDash val="sysDot"/>
            <a:round/>
            <a:headEnd/>
            <a:tailEnd/>
          </a:ln>
        </p:spPr>
        <p:txBody>
          <a:bodyPr wrap="square" lIns="88900" tIns="88900" rIns="88900" bIns="88900" rtlCol="0" anchor="ctr"/>
          <a:lstStyle/>
          <a:p>
            <a:pPr algn="ctr">
              <a:lnSpc>
                <a:spcPct val="106000"/>
              </a:lnSpc>
              <a:buFont typeface="Wingdings 2" pitchFamily="18" charset="2"/>
              <a:buNone/>
            </a:pPr>
            <a:endParaRPr lang="en-US" b="1">
              <a:solidFill>
                <a:schemeClr val="bg1"/>
              </a:solidFill>
              <a:latin typeface="Gill Sans MT" panose="020B0502020104020203" pitchFamily="34" charset="0"/>
            </a:endParaRPr>
          </a:p>
        </p:txBody>
      </p:sp>
      <p:cxnSp>
        <p:nvCxnSpPr>
          <p:cNvPr id="176" name="Straight Connector 175">
            <a:extLst>
              <a:ext uri="{FF2B5EF4-FFF2-40B4-BE49-F238E27FC236}">
                <a16:creationId xmlns:a16="http://schemas.microsoft.com/office/drawing/2014/main" id="{CDFAB7F0-EB75-66C8-5104-3ECC4ADD322F}"/>
              </a:ext>
            </a:extLst>
          </p:cNvPr>
          <p:cNvCxnSpPr>
            <a:cxnSpLocks/>
          </p:cNvCxnSpPr>
          <p:nvPr/>
        </p:nvCxnSpPr>
        <p:spPr>
          <a:xfrm flipV="1">
            <a:off x="7200042" y="2447472"/>
            <a:ext cx="1159340" cy="609645"/>
          </a:xfrm>
          <a:prstGeom prst="line">
            <a:avLst/>
          </a:prstGeom>
          <a:noFill/>
          <a:ln w="9525" cap="rnd" algn="ctr">
            <a:solidFill>
              <a:srgbClr val="A7A8AA"/>
            </a:solidFill>
            <a:prstDash val="lgDashDot"/>
            <a:round/>
            <a:headEnd/>
            <a:tailEnd/>
          </a:ln>
        </p:spPr>
      </p:cxnSp>
      <p:cxnSp>
        <p:nvCxnSpPr>
          <p:cNvPr id="177" name="Straight Connector 176">
            <a:extLst>
              <a:ext uri="{FF2B5EF4-FFF2-40B4-BE49-F238E27FC236}">
                <a16:creationId xmlns:a16="http://schemas.microsoft.com/office/drawing/2014/main" id="{08D55FCE-8904-806B-E978-5533BE2AAFE5}"/>
              </a:ext>
            </a:extLst>
          </p:cNvPr>
          <p:cNvCxnSpPr>
            <a:cxnSpLocks/>
          </p:cNvCxnSpPr>
          <p:nvPr/>
        </p:nvCxnSpPr>
        <p:spPr>
          <a:xfrm>
            <a:off x="7395331" y="4038453"/>
            <a:ext cx="643743" cy="147270"/>
          </a:xfrm>
          <a:prstGeom prst="line">
            <a:avLst/>
          </a:prstGeom>
          <a:noFill/>
          <a:ln w="9525" cap="rnd" algn="ctr">
            <a:solidFill>
              <a:srgbClr val="A7A8AA"/>
            </a:solidFill>
            <a:prstDash val="lgDashDot"/>
            <a:round/>
            <a:headEnd/>
            <a:tailEnd/>
          </a:ln>
        </p:spPr>
      </p:cxnSp>
      <p:cxnSp>
        <p:nvCxnSpPr>
          <p:cNvPr id="178" name="Straight Connector 177">
            <a:extLst>
              <a:ext uri="{FF2B5EF4-FFF2-40B4-BE49-F238E27FC236}">
                <a16:creationId xmlns:a16="http://schemas.microsoft.com/office/drawing/2014/main" id="{3530C77C-7036-8B4B-D0CC-C2777FF93AF8}"/>
              </a:ext>
            </a:extLst>
          </p:cNvPr>
          <p:cNvCxnSpPr>
            <a:cxnSpLocks/>
          </p:cNvCxnSpPr>
          <p:nvPr/>
        </p:nvCxnSpPr>
        <p:spPr>
          <a:xfrm flipH="1">
            <a:off x="3741525" y="4038453"/>
            <a:ext cx="529113" cy="133142"/>
          </a:xfrm>
          <a:prstGeom prst="line">
            <a:avLst/>
          </a:prstGeom>
          <a:noFill/>
          <a:ln w="9525" cap="rnd" algn="ctr">
            <a:solidFill>
              <a:srgbClr val="A7A8AA"/>
            </a:solidFill>
            <a:prstDash val="lgDashDot"/>
            <a:round/>
            <a:headEnd/>
            <a:tailEnd/>
          </a:ln>
        </p:spPr>
      </p:cxnSp>
      <p:cxnSp>
        <p:nvCxnSpPr>
          <p:cNvPr id="179" name="Straight Connector 178">
            <a:extLst>
              <a:ext uri="{FF2B5EF4-FFF2-40B4-BE49-F238E27FC236}">
                <a16:creationId xmlns:a16="http://schemas.microsoft.com/office/drawing/2014/main" id="{86C24127-60FD-9B8A-5DC5-2FBC4C276C7E}"/>
              </a:ext>
            </a:extLst>
          </p:cNvPr>
          <p:cNvCxnSpPr>
            <a:cxnSpLocks/>
          </p:cNvCxnSpPr>
          <p:nvPr/>
        </p:nvCxnSpPr>
        <p:spPr>
          <a:xfrm flipH="1" flipV="1">
            <a:off x="3384028" y="2497479"/>
            <a:ext cx="1066136" cy="472730"/>
          </a:xfrm>
          <a:prstGeom prst="line">
            <a:avLst/>
          </a:prstGeom>
          <a:noFill/>
          <a:ln w="9525" cap="rnd" algn="ctr">
            <a:solidFill>
              <a:srgbClr val="A7A8AA"/>
            </a:solidFill>
            <a:prstDash val="lgDashDot"/>
            <a:round/>
            <a:headEnd/>
            <a:tailEnd/>
          </a:ln>
        </p:spPr>
      </p:cxnSp>
      <p:cxnSp>
        <p:nvCxnSpPr>
          <p:cNvPr id="180" name="Straight Connector 179">
            <a:extLst>
              <a:ext uri="{FF2B5EF4-FFF2-40B4-BE49-F238E27FC236}">
                <a16:creationId xmlns:a16="http://schemas.microsoft.com/office/drawing/2014/main" id="{A166F6DB-D37B-A421-ECD0-081B1A274FFD}"/>
              </a:ext>
            </a:extLst>
          </p:cNvPr>
          <p:cNvCxnSpPr>
            <a:cxnSpLocks/>
          </p:cNvCxnSpPr>
          <p:nvPr/>
        </p:nvCxnSpPr>
        <p:spPr>
          <a:xfrm flipV="1">
            <a:off x="5855451" y="1085496"/>
            <a:ext cx="21068" cy="1133476"/>
          </a:xfrm>
          <a:prstGeom prst="line">
            <a:avLst/>
          </a:prstGeom>
          <a:noFill/>
          <a:ln w="9525" cap="rnd" algn="ctr">
            <a:solidFill>
              <a:srgbClr val="A7A8AA"/>
            </a:solidFill>
            <a:prstDash val="lgDashDot"/>
            <a:round/>
            <a:headEnd/>
            <a:tailEnd/>
          </a:ln>
        </p:spPr>
      </p:cxnSp>
      <p:cxnSp>
        <p:nvCxnSpPr>
          <p:cNvPr id="181" name="Straight Connector 180">
            <a:extLst>
              <a:ext uri="{FF2B5EF4-FFF2-40B4-BE49-F238E27FC236}">
                <a16:creationId xmlns:a16="http://schemas.microsoft.com/office/drawing/2014/main" id="{140E3846-17E1-705E-BBDC-25C402D3FBFB}"/>
              </a:ext>
            </a:extLst>
          </p:cNvPr>
          <p:cNvCxnSpPr>
            <a:cxnSpLocks/>
          </p:cNvCxnSpPr>
          <p:nvPr/>
        </p:nvCxnSpPr>
        <p:spPr>
          <a:xfrm>
            <a:off x="6785143" y="5116413"/>
            <a:ext cx="289787" cy="344472"/>
          </a:xfrm>
          <a:prstGeom prst="line">
            <a:avLst/>
          </a:prstGeom>
          <a:noFill/>
          <a:ln w="9525" cap="rnd" algn="ctr">
            <a:solidFill>
              <a:srgbClr val="A7A8AA"/>
            </a:solidFill>
            <a:prstDash val="lgDashDot"/>
            <a:round/>
            <a:headEnd/>
            <a:tailEnd/>
          </a:ln>
        </p:spPr>
      </p:cxnSp>
      <p:cxnSp>
        <p:nvCxnSpPr>
          <p:cNvPr id="182" name="Straight Connector 181">
            <a:extLst>
              <a:ext uri="{FF2B5EF4-FFF2-40B4-BE49-F238E27FC236}">
                <a16:creationId xmlns:a16="http://schemas.microsoft.com/office/drawing/2014/main" id="{153DFCDC-7AA5-74E0-0785-4F65CD853821}"/>
              </a:ext>
            </a:extLst>
          </p:cNvPr>
          <p:cNvCxnSpPr>
            <a:cxnSpLocks/>
          </p:cNvCxnSpPr>
          <p:nvPr/>
        </p:nvCxnSpPr>
        <p:spPr>
          <a:xfrm flipH="1">
            <a:off x="4689893" y="5146327"/>
            <a:ext cx="289787" cy="344472"/>
          </a:xfrm>
          <a:prstGeom prst="line">
            <a:avLst/>
          </a:prstGeom>
          <a:noFill/>
          <a:ln w="9525" cap="rnd" algn="ctr">
            <a:solidFill>
              <a:srgbClr val="A7A8AA"/>
            </a:solidFill>
            <a:prstDash val="lgDashDot"/>
            <a:round/>
            <a:headEnd/>
            <a:tailEnd/>
          </a:ln>
        </p:spPr>
      </p:cxnSp>
      <p:grpSp>
        <p:nvGrpSpPr>
          <p:cNvPr id="183" name="Group 325">
            <a:extLst>
              <a:ext uri="{FF2B5EF4-FFF2-40B4-BE49-F238E27FC236}">
                <a16:creationId xmlns:a16="http://schemas.microsoft.com/office/drawing/2014/main" id="{16C1D77E-9BC1-3F89-BDE5-DF723E569A40}"/>
              </a:ext>
            </a:extLst>
          </p:cNvPr>
          <p:cNvGrpSpPr>
            <a:grpSpLocks noChangeAspect="1"/>
          </p:cNvGrpSpPr>
          <p:nvPr/>
        </p:nvGrpSpPr>
        <p:grpSpPr bwMode="auto">
          <a:xfrm>
            <a:off x="3699711" y="1176272"/>
            <a:ext cx="820547" cy="822960"/>
            <a:chOff x="5044" y="1157"/>
            <a:chExt cx="340" cy="341"/>
          </a:xfrm>
          <a:solidFill>
            <a:schemeClr val="accent4"/>
          </a:solidFill>
        </p:grpSpPr>
        <p:sp>
          <p:nvSpPr>
            <p:cNvPr id="184" name="Freeform 326">
              <a:extLst>
                <a:ext uri="{FF2B5EF4-FFF2-40B4-BE49-F238E27FC236}">
                  <a16:creationId xmlns:a16="http://schemas.microsoft.com/office/drawing/2014/main" id="{6401A158-0557-F983-5A21-BD5C15E179C0}"/>
                </a:ext>
              </a:extLst>
            </p:cNvPr>
            <p:cNvSpPr>
              <a:spLocks noEditPoints="1"/>
            </p:cNvSpPr>
            <p:nvPr/>
          </p:nvSpPr>
          <p:spPr bwMode="auto">
            <a:xfrm>
              <a:off x="5044" y="1157"/>
              <a:ext cx="340" cy="341"/>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256 w 512"/>
                <a:gd name="T11" fmla="*/ 490 h 512"/>
                <a:gd name="T12" fmla="*/ 21 w 512"/>
                <a:gd name="T13" fmla="*/ 256 h 512"/>
                <a:gd name="T14" fmla="*/ 256 w 512"/>
                <a:gd name="T15" fmla="*/ 21 h 512"/>
                <a:gd name="T16" fmla="*/ 490 w 512"/>
                <a:gd name="T17" fmla="*/ 256 h 512"/>
                <a:gd name="T18" fmla="*/ 256 w 512"/>
                <a:gd name="T19" fmla="*/ 49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90"/>
                  </a:moveTo>
                  <a:cubicBezTo>
                    <a:pt x="126" y="490"/>
                    <a:pt x="21" y="385"/>
                    <a:pt x="21" y="256"/>
                  </a:cubicBezTo>
                  <a:cubicBezTo>
                    <a:pt x="21" y="126"/>
                    <a:pt x="126" y="21"/>
                    <a:pt x="256" y="21"/>
                  </a:cubicBezTo>
                  <a:cubicBezTo>
                    <a:pt x="385" y="21"/>
                    <a:pt x="490" y="126"/>
                    <a:pt x="490" y="256"/>
                  </a:cubicBezTo>
                  <a:cubicBezTo>
                    <a:pt x="490" y="385"/>
                    <a:pt x="385" y="490"/>
                    <a:pt x="256" y="49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00" dirty="0">
                <a:latin typeface="Gill Sans MT" panose="020B0502020104020203" pitchFamily="34" charset="0"/>
              </a:endParaRPr>
            </a:p>
          </p:txBody>
        </p:sp>
        <p:sp>
          <p:nvSpPr>
            <p:cNvPr id="185" name="Freeform 327">
              <a:extLst>
                <a:ext uri="{FF2B5EF4-FFF2-40B4-BE49-F238E27FC236}">
                  <a16:creationId xmlns:a16="http://schemas.microsoft.com/office/drawing/2014/main" id="{18534B83-A181-E394-329B-5B50AE0E0BDD}"/>
                </a:ext>
              </a:extLst>
            </p:cNvPr>
            <p:cNvSpPr>
              <a:spLocks noEditPoints="1"/>
            </p:cNvSpPr>
            <p:nvPr/>
          </p:nvSpPr>
          <p:spPr bwMode="auto">
            <a:xfrm>
              <a:off x="5122" y="1221"/>
              <a:ext cx="188" cy="213"/>
            </a:xfrm>
            <a:custGeom>
              <a:avLst/>
              <a:gdLst>
                <a:gd name="T0" fmla="*/ 149 w 284"/>
                <a:gd name="T1" fmla="*/ 106 h 320"/>
                <a:gd name="T2" fmla="*/ 149 w 284"/>
                <a:gd name="T3" fmla="*/ 181 h 320"/>
                <a:gd name="T4" fmla="*/ 139 w 284"/>
                <a:gd name="T5" fmla="*/ 192 h 320"/>
                <a:gd name="T6" fmla="*/ 128 w 284"/>
                <a:gd name="T7" fmla="*/ 181 h 320"/>
                <a:gd name="T8" fmla="*/ 128 w 284"/>
                <a:gd name="T9" fmla="*/ 106 h 320"/>
                <a:gd name="T10" fmla="*/ 139 w 284"/>
                <a:gd name="T11" fmla="*/ 96 h 320"/>
                <a:gd name="T12" fmla="*/ 149 w 284"/>
                <a:gd name="T13" fmla="*/ 106 h 320"/>
                <a:gd name="T14" fmla="*/ 280 w 284"/>
                <a:gd name="T15" fmla="*/ 64 h 320"/>
                <a:gd name="T16" fmla="*/ 280 w 284"/>
                <a:gd name="T17" fmla="*/ 79 h 320"/>
                <a:gd name="T18" fmla="*/ 272 w 284"/>
                <a:gd name="T19" fmla="*/ 82 h 320"/>
                <a:gd name="T20" fmla="*/ 265 w 284"/>
                <a:gd name="T21" fmla="*/ 79 h 320"/>
                <a:gd name="T22" fmla="*/ 250 w 284"/>
                <a:gd name="T23" fmla="*/ 64 h 320"/>
                <a:gd name="T24" fmla="*/ 233 w 284"/>
                <a:gd name="T25" fmla="*/ 80 h 320"/>
                <a:gd name="T26" fmla="*/ 277 w 284"/>
                <a:gd name="T27" fmla="*/ 181 h 320"/>
                <a:gd name="T28" fmla="*/ 139 w 284"/>
                <a:gd name="T29" fmla="*/ 320 h 320"/>
                <a:gd name="T30" fmla="*/ 0 w 284"/>
                <a:gd name="T31" fmla="*/ 181 h 320"/>
                <a:gd name="T32" fmla="*/ 128 w 284"/>
                <a:gd name="T33" fmla="*/ 43 h 320"/>
                <a:gd name="T34" fmla="*/ 128 w 284"/>
                <a:gd name="T35" fmla="*/ 21 h 320"/>
                <a:gd name="T36" fmla="*/ 107 w 284"/>
                <a:gd name="T37" fmla="*/ 21 h 320"/>
                <a:gd name="T38" fmla="*/ 96 w 284"/>
                <a:gd name="T39" fmla="*/ 10 h 320"/>
                <a:gd name="T40" fmla="*/ 107 w 284"/>
                <a:gd name="T41" fmla="*/ 0 h 320"/>
                <a:gd name="T42" fmla="*/ 171 w 284"/>
                <a:gd name="T43" fmla="*/ 0 h 320"/>
                <a:gd name="T44" fmla="*/ 181 w 284"/>
                <a:gd name="T45" fmla="*/ 10 h 320"/>
                <a:gd name="T46" fmla="*/ 171 w 284"/>
                <a:gd name="T47" fmla="*/ 21 h 320"/>
                <a:gd name="T48" fmla="*/ 149 w 284"/>
                <a:gd name="T49" fmla="*/ 21 h 320"/>
                <a:gd name="T50" fmla="*/ 149 w 284"/>
                <a:gd name="T51" fmla="*/ 43 h 320"/>
                <a:gd name="T52" fmla="*/ 217 w 284"/>
                <a:gd name="T53" fmla="*/ 67 h 320"/>
                <a:gd name="T54" fmla="*/ 235 w 284"/>
                <a:gd name="T55" fmla="*/ 49 h 320"/>
                <a:gd name="T56" fmla="*/ 220 w 284"/>
                <a:gd name="T57" fmla="*/ 33 h 320"/>
                <a:gd name="T58" fmla="*/ 220 w 284"/>
                <a:gd name="T59" fmla="*/ 18 h 320"/>
                <a:gd name="T60" fmla="*/ 235 w 284"/>
                <a:gd name="T61" fmla="*/ 18 h 320"/>
                <a:gd name="T62" fmla="*/ 280 w 284"/>
                <a:gd name="T63" fmla="*/ 64 h 320"/>
                <a:gd name="T64" fmla="*/ 139 w 284"/>
                <a:gd name="T65" fmla="*/ 64 h 320"/>
                <a:gd name="T66" fmla="*/ 21 w 284"/>
                <a:gd name="T67" fmla="*/ 181 h 320"/>
                <a:gd name="T68" fmla="*/ 139 w 284"/>
                <a:gd name="T69" fmla="*/ 298 h 320"/>
                <a:gd name="T70" fmla="*/ 256 w 284"/>
                <a:gd name="T71" fmla="*/ 181 h 320"/>
                <a:gd name="T72" fmla="*/ 139 w 284"/>
                <a:gd name="T73" fmla="*/ 6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84" h="320">
                  <a:moveTo>
                    <a:pt x="149" y="106"/>
                  </a:moveTo>
                  <a:cubicBezTo>
                    <a:pt x="149" y="181"/>
                    <a:pt x="149" y="181"/>
                    <a:pt x="149" y="181"/>
                  </a:cubicBezTo>
                  <a:cubicBezTo>
                    <a:pt x="149" y="187"/>
                    <a:pt x="145" y="192"/>
                    <a:pt x="139" y="192"/>
                  </a:cubicBezTo>
                  <a:cubicBezTo>
                    <a:pt x="133" y="192"/>
                    <a:pt x="128" y="187"/>
                    <a:pt x="128" y="181"/>
                  </a:cubicBezTo>
                  <a:cubicBezTo>
                    <a:pt x="128" y="106"/>
                    <a:pt x="128" y="106"/>
                    <a:pt x="128" y="106"/>
                  </a:cubicBezTo>
                  <a:cubicBezTo>
                    <a:pt x="128" y="100"/>
                    <a:pt x="133" y="96"/>
                    <a:pt x="139" y="96"/>
                  </a:cubicBezTo>
                  <a:cubicBezTo>
                    <a:pt x="145" y="96"/>
                    <a:pt x="149" y="100"/>
                    <a:pt x="149" y="106"/>
                  </a:cubicBezTo>
                  <a:close/>
                  <a:moveTo>
                    <a:pt x="280" y="64"/>
                  </a:moveTo>
                  <a:cubicBezTo>
                    <a:pt x="284" y="68"/>
                    <a:pt x="284" y="75"/>
                    <a:pt x="280" y="79"/>
                  </a:cubicBezTo>
                  <a:cubicBezTo>
                    <a:pt x="278" y="81"/>
                    <a:pt x="275" y="82"/>
                    <a:pt x="272" y="82"/>
                  </a:cubicBezTo>
                  <a:cubicBezTo>
                    <a:pt x="270" y="82"/>
                    <a:pt x="267" y="81"/>
                    <a:pt x="265" y="79"/>
                  </a:cubicBezTo>
                  <a:cubicBezTo>
                    <a:pt x="250" y="64"/>
                    <a:pt x="250" y="64"/>
                    <a:pt x="250" y="64"/>
                  </a:cubicBezTo>
                  <a:cubicBezTo>
                    <a:pt x="233" y="80"/>
                    <a:pt x="233" y="80"/>
                    <a:pt x="233" y="80"/>
                  </a:cubicBezTo>
                  <a:cubicBezTo>
                    <a:pt x="260" y="105"/>
                    <a:pt x="277" y="141"/>
                    <a:pt x="277" y="181"/>
                  </a:cubicBezTo>
                  <a:cubicBezTo>
                    <a:pt x="277" y="257"/>
                    <a:pt x="215" y="320"/>
                    <a:pt x="139" y="320"/>
                  </a:cubicBezTo>
                  <a:cubicBezTo>
                    <a:pt x="62" y="320"/>
                    <a:pt x="0" y="257"/>
                    <a:pt x="0" y="181"/>
                  </a:cubicBezTo>
                  <a:cubicBezTo>
                    <a:pt x="0" y="108"/>
                    <a:pt x="57" y="48"/>
                    <a:pt x="128" y="43"/>
                  </a:cubicBezTo>
                  <a:cubicBezTo>
                    <a:pt x="128" y="21"/>
                    <a:pt x="128" y="21"/>
                    <a:pt x="128" y="21"/>
                  </a:cubicBezTo>
                  <a:cubicBezTo>
                    <a:pt x="107" y="21"/>
                    <a:pt x="107" y="21"/>
                    <a:pt x="107" y="21"/>
                  </a:cubicBezTo>
                  <a:cubicBezTo>
                    <a:pt x="101" y="21"/>
                    <a:pt x="96" y="16"/>
                    <a:pt x="96" y="10"/>
                  </a:cubicBezTo>
                  <a:cubicBezTo>
                    <a:pt x="96" y="4"/>
                    <a:pt x="101" y="0"/>
                    <a:pt x="107" y="0"/>
                  </a:cubicBezTo>
                  <a:cubicBezTo>
                    <a:pt x="171" y="0"/>
                    <a:pt x="171" y="0"/>
                    <a:pt x="171" y="0"/>
                  </a:cubicBezTo>
                  <a:cubicBezTo>
                    <a:pt x="177" y="0"/>
                    <a:pt x="181" y="4"/>
                    <a:pt x="181" y="10"/>
                  </a:cubicBezTo>
                  <a:cubicBezTo>
                    <a:pt x="181" y="16"/>
                    <a:pt x="177" y="21"/>
                    <a:pt x="171" y="21"/>
                  </a:cubicBezTo>
                  <a:cubicBezTo>
                    <a:pt x="149" y="21"/>
                    <a:pt x="149" y="21"/>
                    <a:pt x="149" y="21"/>
                  </a:cubicBezTo>
                  <a:cubicBezTo>
                    <a:pt x="149" y="43"/>
                    <a:pt x="149" y="43"/>
                    <a:pt x="149" y="43"/>
                  </a:cubicBezTo>
                  <a:cubicBezTo>
                    <a:pt x="174" y="45"/>
                    <a:pt x="197" y="53"/>
                    <a:pt x="217" y="67"/>
                  </a:cubicBezTo>
                  <a:cubicBezTo>
                    <a:pt x="235" y="49"/>
                    <a:pt x="235" y="49"/>
                    <a:pt x="235" y="49"/>
                  </a:cubicBezTo>
                  <a:cubicBezTo>
                    <a:pt x="220" y="33"/>
                    <a:pt x="220" y="33"/>
                    <a:pt x="220" y="33"/>
                  </a:cubicBezTo>
                  <a:cubicBezTo>
                    <a:pt x="215" y="29"/>
                    <a:pt x="215" y="23"/>
                    <a:pt x="220" y="18"/>
                  </a:cubicBezTo>
                  <a:cubicBezTo>
                    <a:pt x="224" y="14"/>
                    <a:pt x="231" y="14"/>
                    <a:pt x="235" y="18"/>
                  </a:cubicBezTo>
                  <a:lnTo>
                    <a:pt x="280" y="64"/>
                  </a:lnTo>
                  <a:close/>
                  <a:moveTo>
                    <a:pt x="139" y="64"/>
                  </a:moveTo>
                  <a:cubicBezTo>
                    <a:pt x="74" y="64"/>
                    <a:pt x="21" y="116"/>
                    <a:pt x="21" y="181"/>
                  </a:cubicBezTo>
                  <a:cubicBezTo>
                    <a:pt x="21" y="246"/>
                    <a:pt x="74" y="298"/>
                    <a:pt x="139" y="298"/>
                  </a:cubicBezTo>
                  <a:cubicBezTo>
                    <a:pt x="203" y="298"/>
                    <a:pt x="256" y="246"/>
                    <a:pt x="256" y="181"/>
                  </a:cubicBezTo>
                  <a:cubicBezTo>
                    <a:pt x="256" y="116"/>
                    <a:pt x="203" y="64"/>
                    <a:pt x="139" y="6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00" dirty="0">
                <a:latin typeface="Gill Sans MT" panose="020B0502020104020203" pitchFamily="34" charset="0"/>
              </a:endParaRPr>
            </a:p>
          </p:txBody>
        </p:sp>
      </p:grpSp>
      <p:grpSp>
        <p:nvGrpSpPr>
          <p:cNvPr id="186" name="Group 118">
            <a:extLst>
              <a:ext uri="{FF2B5EF4-FFF2-40B4-BE49-F238E27FC236}">
                <a16:creationId xmlns:a16="http://schemas.microsoft.com/office/drawing/2014/main" id="{BE3CB300-B872-8D51-A821-54C7BC4EF163}"/>
              </a:ext>
            </a:extLst>
          </p:cNvPr>
          <p:cNvGrpSpPr>
            <a:grpSpLocks noChangeAspect="1"/>
          </p:cNvGrpSpPr>
          <p:nvPr/>
        </p:nvGrpSpPr>
        <p:grpSpPr bwMode="auto">
          <a:xfrm>
            <a:off x="2051651" y="2805792"/>
            <a:ext cx="822961" cy="822960"/>
            <a:chOff x="1926" y="383"/>
            <a:chExt cx="341" cy="341"/>
          </a:xfrm>
          <a:solidFill>
            <a:schemeClr val="accent2"/>
          </a:solidFill>
        </p:grpSpPr>
        <p:sp>
          <p:nvSpPr>
            <p:cNvPr id="187" name="Freeform 119">
              <a:extLst>
                <a:ext uri="{FF2B5EF4-FFF2-40B4-BE49-F238E27FC236}">
                  <a16:creationId xmlns:a16="http://schemas.microsoft.com/office/drawing/2014/main" id="{A75D309B-6AD7-D0FA-B195-6DFF380AA6E3}"/>
                </a:ext>
              </a:extLst>
            </p:cNvPr>
            <p:cNvSpPr>
              <a:spLocks noEditPoints="1"/>
            </p:cNvSpPr>
            <p:nvPr/>
          </p:nvSpPr>
          <p:spPr bwMode="auto">
            <a:xfrm>
              <a:off x="1926" y="383"/>
              <a:ext cx="341"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00" dirty="0">
                <a:latin typeface="Gill Sans MT" panose="020B0502020104020203" pitchFamily="34" charset="0"/>
              </a:endParaRPr>
            </a:p>
          </p:txBody>
        </p:sp>
        <p:sp>
          <p:nvSpPr>
            <p:cNvPr id="188" name="Freeform 120">
              <a:extLst>
                <a:ext uri="{FF2B5EF4-FFF2-40B4-BE49-F238E27FC236}">
                  <a16:creationId xmlns:a16="http://schemas.microsoft.com/office/drawing/2014/main" id="{3E96F05D-7AB8-F24F-E534-1234BCF87F18}"/>
                </a:ext>
              </a:extLst>
            </p:cNvPr>
            <p:cNvSpPr>
              <a:spLocks noEditPoints="1"/>
            </p:cNvSpPr>
            <p:nvPr/>
          </p:nvSpPr>
          <p:spPr bwMode="auto">
            <a:xfrm>
              <a:off x="2004" y="461"/>
              <a:ext cx="184" cy="184"/>
            </a:xfrm>
            <a:custGeom>
              <a:avLst/>
              <a:gdLst>
                <a:gd name="T0" fmla="*/ 267 w 277"/>
                <a:gd name="T1" fmla="*/ 0 h 277"/>
                <a:gd name="T2" fmla="*/ 11 w 277"/>
                <a:gd name="T3" fmla="*/ 0 h 277"/>
                <a:gd name="T4" fmla="*/ 0 w 277"/>
                <a:gd name="T5" fmla="*/ 11 h 277"/>
                <a:gd name="T6" fmla="*/ 0 w 277"/>
                <a:gd name="T7" fmla="*/ 267 h 277"/>
                <a:gd name="T8" fmla="*/ 11 w 277"/>
                <a:gd name="T9" fmla="*/ 277 h 277"/>
                <a:gd name="T10" fmla="*/ 267 w 277"/>
                <a:gd name="T11" fmla="*/ 277 h 277"/>
                <a:gd name="T12" fmla="*/ 277 w 277"/>
                <a:gd name="T13" fmla="*/ 267 h 277"/>
                <a:gd name="T14" fmla="*/ 277 w 277"/>
                <a:gd name="T15" fmla="*/ 11 h 277"/>
                <a:gd name="T16" fmla="*/ 267 w 277"/>
                <a:gd name="T17" fmla="*/ 0 h 277"/>
                <a:gd name="T18" fmla="*/ 107 w 277"/>
                <a:gd name="T19" fmla="*/ 171 h 277"/>
                <a:gd name="T20" fmla="*/ 107 w 277"/>
                <a:gd name="T21" fmla="*/ 107 h 277"/>
                <a:gd name="T22" fmla="*/ 171 w 277"/>
                <a:gd name="T23" fmla="*/ 107 h 277"/>
                <a:gd name="T24" fmla="*/ 171 w 277"/>
                <a:gd name="T25" fmla="*/ 171 h 277"/>
                <a:gd name="T26" fmla="*/ 107 w 277"/>
                <a:gd name="T27" fmla="*/ 171 h 277"/>
                <a:gd name="T28" fmla="*/ 171 w 277"/>
                <a:gd name="T29" fmla="*/ 192 h 277"/>
                <a:gd name="T30" fmla="*/ 171 w 277"/>
                <a:gd name="T31" fmla="*/ 256 h 277"/>
                <a:gd name="T32" fmla="*/ 107 w 277"/>
                <a:gd name="T33" fmla="*/ 256 h 277"/>
                <a:gd name="T34" fmla="*/ 107 w 277"/>
                <a:gd name="T35" fmla="*/ 192 h 277"/>
                <a:gd name="T36" fmla="*/ 171 w 277"/>
                <a:gd name="T37" fmla="*/ 192 h 277"/>
                <a:gd name="T38" fmla="*/ 21 w 277"/>
                <a:gd name="T39" fmla="*/ 107 h 277"/>
                <a:gd name="T40" fmla="*/ 85 w 277"/>
                <a:gd name="T41" fmla="*/ 107 h 277"/>
                <a:gd name="T42" fmla="*/ 85 w 277"/>
                <a:gd name="T43" fmla="*/ 171 h 277"/>
                <a:gd name="T44" fmla="*/ 21 w 277"/>
                <a:gd name="T45" fmla="*/ 171 h 277"/>
                <a:gd name="T46" fmla="*/ 21 w 277"/>
                <a:gd name="T47" fmla="*/ 107 h 277"/>
                <a:gd name="T48" fmla="*/ 107 w 277"/>
                <a:gd name="T49" fmla="*/ 85 h 277"/>
                <a:gd name="T50" fmla="*/ 107 w 277"/>
                <a:gd name="T51" fmla="*/ 21 h 277"/>
                <a:gd name="T52" fmla="*/ 171 w 277"/>
                <a:gd name="T53" fmla="*/ 21 h 277"/>
                <a:gd name="T54" fmla="*/ 171 w 277"/>
                <a:gd name="T55" fmla="*/ 85 h 277"/>
                <a:gd name="T56" fmla="*/ 107 w 277"/>
                <a:gd name="T57" fmla="*/ 85 h 277"/>
                <a:gd name="T58" fmla="*/ 192 w 277"/>
                <a:gd name="T59" fmla="*/ 107 h 277"/>
                <a:gd name="T60" fmla="*/ 256 w 277"/>
                <a:gd name="T61" fmla="*/ 107 h 277"/>
                <a:gd name="T62" fmla="*/ 256 w 277"/>
                <a:gd name="T63" fmla="*/ 171 h 277"/>
                <a:gd name="T64" fmla="*/ 192 w 277"/>
                <a:gd name="T65" fmla="*/ 171 h 277"/>
                <a:gd name="T66" fmla="*/ 192 w 277"/>
                <a:gd name="T67" fmla="*/ 107 h 277"/>
                <a:gd name="T68" fmla="*/ 256 w 277"/>
                <a:gd name="T69" fmla="*/ 85 h 277"/>
                <a:gd name="T70" fmla="*/ 192 w 277"/>
                <a:gd name="T71" fmla="*/ 85 h 277"/>
                <a:gd name="T72" fmla="*/ 192 w 277"/>
                <a:gd name="T73" fmla="*/ 21 h 277"/>
                <a:gd name="T74" fmla="*/ 256 w 277"/>
                <a:gd name="T75" fmla="*/ 21 h 277"/>
                <a:gd name="T76" fmla="*/ 256 w 277"/>
                <a:gd name="T77" fmla="*/ 85 h 277"/>
                <a:gd name="T78" fmla="*/ 85 w 277"/>
                <a:gd name="T79" fmla="*/ 21 h 277"/>
                <a:gd name="T80" fmla="*/ 85 w 277"/>
                <a:gd name="T81" fmla="*/ 85 h 277"/>
                <a:gd name="T82" fmla="*/ 21 w 277"/>
                <a:gd name="T83" fmla="*/ 85 h 277"/>
                <a:gd name="T84" fmla="*/ 21 w 277"/>
                <a:gd name="T85" fmla="*/ 21 h 277"/>
                <a:gd name="T86" fmla="*/ 85 w 277"/>
                <a:gd name="T87" fmla="*/ 21 h 277"/>
                <a:gd name="T88" fmla="*/ 21 w 277"/>
                <a:gd name="T89" fmla="*/ 192 h 277"/>
                <a:gd name="T90" fmla="*/ 85 w 277"/>
                <a:gd name="T91" fmla="*/ 192 h 277"/>
                <a:gd name="T92" fmla="*/ 85 w 277"/>
                <a:gd name="T93" fmla="*/ 256 h 277"/>
                <a:gd name="T94" fmla="*/ 21 w 277"/>
                <a:gd name="T95" fmla="*/ 256 h 277"/>
                <a:gd name="T96" fmla="*/ 21 w 277"/>
                <a:gd name="T97" fmla="*/ 192 h 277"/>
                <a:gd name="T98" fmla="*/ 192 w 277"/>
                <a:gd name="T99" fmla="*/ 256 h 277"/>
                <a:gd name="T100" fmla="*/ 192 w 277"/>
                <a:gd name="T101" fmla="*/ 192 h 277"/>
                <a:gd name="T102" fmla="*/ 256 w 277"/>
                <a:gd name="T103" fmla="*/ 192 h 277"/>
                <a:gd name="T104" fmla="*/ 256 w 277"/>
                <a:gd name="T105" fmla="*/ 256 h 277"/>
                <a:gd name="T106" fmla="*/ 192 w 277"/>
                <a:gd name="T107" fmla="*/ 256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77" h="277">
                  <a:moveTo>
                    <a:pt x="267" y="0"/>
                  </a:moveTo>
                  <a:cubicBezTo>
                    <a:pt x="11" y="0"/>
                    <a:pt x="11" y="0"/>
                    <a:pt x="11" y="0"/>
                  </a:cubicBezTo>
                  <a:cubicBezTo>
                    <a:pt x="5" y="0"/>
                    <a:pt x="0" y="5"/>
                    <a:pt x="0" y="11"/>
                  </a:cubicBezTo>
                  <a:cubicBezTo>
                    <a:pt x="0" y="267"/>
                    <a:pt x="0" y="267"/>
                    <a:pt x="0" y="267"/>
                  </a:cubicBezTo>
                  <a:cubicBezTo>
                    <a:pt x="0" y="273"/>
                    <a:pt x="5" y="277"/>
                    <a:pt x="11" y="277"/>
                  </a:cubicBezTo>
                  <a:cubicBezTo>
                    <a:pt x="267" y="277"/>
                    <a:pt x="267" y="277"/>
                    <a:pt x="267" y="277"/>
                  </a:cubicBezTo>
                  <a:cubicBezTo>
                    <a:pt x="273" y="277"/>
                    <a:pt x="277" y="273"/>
                    <a:pt x="277" y="267"/>
                  </a:cubicBezTo>
                  <a:cubicBezTo>
                    <a:pt x="277" y="11"/>
                    <a:pt x="277" y="11"/>
                    <a:pt x="277" y="11"/>
                  </a:cubicBezTo>
                  <a:cubicBezTo>
                    <a:pt x="277" y="5"/>
                    <a:pt x="273" y="0"/>
                    <a:pt x="267" y="0"/>
                  </a:cubicBezTo>
                  <a:close/>
                  <a:moveTo>
                    <a:pt x="107" y="171"/>
                  </a:moveTo>
                  <a:cubicBezTo>
                    <a:pt x="107" y="107"/>
                    <a:pt x="107" y="107"/>
                    <a:pt x="107" y="107"/>
                  </a:cubicBezTo>
                  <a:cubicBezTo>
                    <a:pt x="171" y="107"/>
                    <a:pt x="171" y="107"/>
                    <a:pt x="171" y="107"/>
                  </a:cubicBezTo>
                  <a:cubicBezTo>
                    <a:pt x="171" y="171"/>
                    <a:pt x="171" y="171"/>
                    <a:pt x="171" y="171"/>
                  </a:cubicBezTo>
                  <a:lnTo>
                    <a:pt x="107" y="171"/>
                  </a:lnTo>
                  <a:close/>
                  <a:moveTo>
                    <a:pt x="171" y="192"/>
                  </a:moveTo>
                  <a:cubicBezTo>
                    <a:pt x="171" y="256"/>
                    <a:pt x="171" y="256"/>
                    <a:pt x="171" y="256"/>
                  </a:cubicBezTo>
                  <a:cubicBezTo>
                    <a:pt x="107" y="256"/>
                    <a:pt x="107" y="256"/>
                    <a:pt x="107" y="256"/>
                  </a:cubicBezTo>
                  <a:cubicBezTo>
                    <a:pt x="107" y="192"/>
                    <a:pt x="107" y="192"/>
                    <a:pt x="107" y="192"/>
                  </a:cubicBezTo>
                  <a:lnTo>
                    <a:pt x="171" y="192"/>
                  </a:lnTo>
                  <a:close/>
                  <a:moveTo>
                    <a:pt x="21" y="107"/>
                  </a:moveTo>
                  <a:cubicBezTo>
                    <a:pt x="85" y="107"/>
                    <a:pt x="85" y="107"/>
                    <a:pt x="85" y="107"/>
                  </a:cubicBezTo>
                  <a:cubicBezTo>
                    <a:pt x="85" y="171"/>
                    <a:pt x="85" y="171"/>
                    <a:pt x="85" y="171"/>
                  </a:cubicBezTo>
                  <a:cubicBezTo>
                    <a:pt x="21" y="171"/>
                    <a:pt x="21" y="171"/>
                    <a:pt x="21" y="171"/>
                  </a:cubicBezTo>
                  <a:lnTo>
                    <a:pt x="21" y="107"/>
                  </a:lnTo>
                  <a:close/>
                  <a:moveTo>
                    <a:pt x="107" y="85"/>
                  </a:moveTo>
                  <a:cubicBezTo>
                    <a:pt x="107" y="21"/>
                    <a:pt x="107" y="21"/>
                    <a:pt x="107" y="21"/>
                  </a:cubicBezTo>
                  <a:cubicBezTo>
                    <a:pt x="171" y="21"/>
                    <a:pt x="171" y="21"/>
                    <a:pt x="171" y="21"/>
                  </a:cubicBezTo>
                  <a:cubicBezTo>
                    <a:pt x="171" y="85"/>
                    <a:pt x="171" y="85"/>
                    <a:pt x="171" y="85"/>
                  </a:cubicBezTo>
                  <a:lnTo>
                    <a:pt x="107" y="85"/>
                  </a:lnTo>
                  <a:close/>
                  <a:moveTo>
                    <a:pt x="192" y="107"/>
                  </a:moveTo>
                  <a:cubicBezTo>
                    <a:pt x="256" y="107"/>
                    <a:pt x="256" y="107"/>
                    <a:pt x="256" y="107"/>
                  </a:cubicBezTo>
                  <a:cubicBezTo>
                    <a:pt x="256" y="171"/>
                    <a:pt x="256" y="171"/>
                    <a:pt x="256" y="171"/>
                  </a:cubicBezTo>
                  <a:cubicBezTo>
                    <a:pt x="192" y="171"/>
                    <a:pt x="192" y="171"/>
                    <a:pt x="192" y="171"/>
                  </a:cubicBezTo>
                  <a:lnTo>
                    <a:pt x="192" y="107"/>
                  </a:lnTo>
                  <a:close/>
                  <a:moveTo>
                    <a:pt x="256" y="85"/>
                  </a:moveTo>
                  <a:cubicBezTo>
                    <a:pt x="192" y="85"/>
                    <a:pt x="192" y="85"/>
                    <a:pt x="192" y="85"/>
                  </a:cubicBezTo>
                  <a:cubicBezTo>
                    <a:pt x="192" y="21"/>
                    <a:pt x="192" y="21"/>
                    <a:pt x="192" y="21"/>
                  </a:cubicBezTo>
                  <a:cubicBezTo>
                    <a:pt x="256" y="21"/>
                    <a:pt x="256" y="21"/>
                    <a:pt x="256" y="21"/>
                  </a:cubicBezTo>
                  <a:lnTo>
                    <a:pt x="256" y="85"/>
                  </a:lnTo>
                  <a:close/>
                  <a:moveTo>
                    <a:pt x="85" y="21"/>
                  </a:moveTo>
                  <a:cubicBezTo>
                    <a:pt x="85" y="85"/>
                    <a:pt x="85" y="85"/>
                    <a:pt x="85" y="85"/>
                  </a:cubicBezTo>
                  <a:cubicBezTo>
                    <a:pt x="21" y="85"/>
                    <a:pt x="21" y="85"/>
                    <a:pt x="21" y="85"/>
                  </a:cubicBezTo>
                  <a:cubicBezTo>
                    <a:pt x="21" y="21"/>
                    <a:pt x="21" y="21"/>
                    <a:pt x="21" y="21"/>
                  </a:cubicBezTo>
                  <a:lnTo>
                    <a:pt x="85" y="21"/>
                  </a:lnTo>
                  <a:close/>
                  <a:moveTo>
                    <a:pt x="21" y="192"/>
                  </a:moveTo>
                  <a:cubicBezTo>
                    <a:pt x="85" y="192"/>
                    <a:pt x="85" y="192"/>
                    <a:pt x="85" y="192"/>
                  </a:cubicBezTo>
                  <a:cubicBezTo>
                    <a:pt x="85" y="256"/>
                    <a:pt x="85" y="256"/>
                    <a:pt x="85" y="256"/>
                  </a:cubicBezTo>
                  <a:cubicBezTo>
                    <a:pt x="21" y="256"/>
                    <a:pt x="21" y="256"/>
                    <a:pt x="21" y="256"/>
                  </a:cubicBezTo>
                  <a:lnTo>
                    <a:pt x="21" y="192"/>
                  </a:lnTo>
                  <a:close/>
                  <a:moveTo>
                    <a:pt x="192" y="256"/>
                  </a:moveTo>
                  <a:cubicBezTo>
                    <a:pt x="192" y="192"/>
                    <a:pt x="192" y="192"/>
                    <a:pt x="192" y="192"/>
                  </a:cubicBezTo>
                  <a:cubicBezTo>
                    <a:pt x="256" y="192"/>
                    <a:pt x="256" y="192"/>
                    <a:pt x="256" y="192"/>
                  </a:cubicBezTo>
                  <a:cubicBezTo>
                    <a:pt x="256" y="256"/>
                    <a:pt x="256" y="256"/>
                    <a:pt x="256" y="256"/>
                  </a:cubicBezTo>
                  <a:lnTo>
                    <a:pt x="192" y="25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00" dirty="0">
                <a:latin typeface="Gill Sans MT" panose="020B0502020104020203" pitchFamily="34" charset="0"/>
              </a:endParaRPr>
            </a:p>
          </p:txBody>
        </p:sp>
      </p:grpSp>
      <p:grpSp>
        <p:nvGrpSpPr>
          <p:cNvPr id="189" name="Group 349">
            <a:extLst>
              <a:ext uri="{FF2B5EF4-FFF2-40B4-BE49-F238E27FC236}">
                <a16:creationId xmlns:a16="http://schemas.microsoft.com/office/drawing/2014/main" id="{D26E2F07-1E58-9862-A93F-CB054F538AF1}"/>
              </a:ext>
            </a:extLst>
          </p:cNvPr>
          <p:cNvGrpSpPr>
            <a:grpSpLocks noChangeAspect="1"/>
          </p:cNvGrpSpPr>
          <p:nvPr/>
        </p:nvGrpSpPr>
        <p:grpSpPr bwMode="auto">
          <a:xfrm>
            <a:off x="2859934" y="4759444"/>
            <a:ext cx="822960" cy="822960"/>
            <a:chOff x="5018" y="1229"/>
            <a:chExt cx="340" cy="340"/>
          </a:xfrm>
          <a:solidFill>
            <a:schemeClr val="accent4"/>
          </a:solidFill>
        </p:grpSpPr>
        <p:sp>
          <p:nvSpPr>
            <p:cNvPr id="190" name="Freeform 350">
              <a:extLst>
                <a:ext uri="{FF2B5EF4-FFF2-40B4-BE49-F238E27FC236}">
                  <a16:creationId xmlns:a16="http://schemas.microsoft.com/office/drawing/2014/main" id="{F2351910-9FB4-3803-6D34-3BFC13FE36F1}"/>
                </a:ext>
              </a:extLst>
            </p:cNvPr>
            <p:cNvSpPr>
              <a:spLocks noEditPoints="1"/>
            </p:cNvSpPr>
            <p:nvPr/>
          </p:nvSpPr>
          <p:spPr bwMode="auto">
            <a:xfrm>
              <a:off x="5103" y="1293"/>
              <a:ext cx="170" cy="212"/>
            </a:xfrm>
            <a:custGeom>
              <a:avLst/>
              <a:gdLst>
                <a:gd name="T0" fmla="*/ 160 w 256"/>
                <a:gd name="T1" fmla="*/ 85 h 320"/>
                <a:gd name="T2" fmla="*/ 10 w 256"/>
                <a:gd name="T3" fmla="*/ 85 h 320"/>
                <a:gd name="T4" fmla="*/ 0 w 256"/>
                <a:gd name="T5" fmla="*/ 96 h 320"/>
                <a:gd name="T6" fmla="*/ 0 w 256"/>
                <a:gd name="T7" fmla="*/ 309 h 320"/>
                <a:gd name="T8" fmla="*/ 10 w 256"/>
                <a:gd name="T9" fmla="*/ 320 h 320"/>
                <a:gd name="T10" fmla="*/ 160 w 256"/>
                <a:gd name="T11" fmla="*/ 320 h 320"/>
                <a:gd name="T12" fmla="*/ 170 w 256"/>
                <a:gd name="T13" fmla="*/ 309 h 320"/>
                <a:gd name="T14" fmla="*/ 170 w 256"/>
                <a:gd name="T15" fmla="*/ 96 h 320"/>
                <a:gd name="T16" fmla="*/ 160 w 256"/>
                <a:gd name="T17" fmla="*/ 85 h 320"/>
                <a:gd name="T18" fmla="*/ 149 w 256"/>
                <a:gd name="T19" fmla="*/ 298 h 320"/>
                <a:gd name="T20" fmla="*/ 21 w 256"/>
                <a:gd name="T21" fmla="*/ 298 h 320"/>
                <a:gd name="T22" fmla="*/ 21 w 256"/>
                <a:gd name="T23" fmla="*/ 106 h 320"/>
                <a:gd name="T24" fmla="*/ 149 w 256"/>
                <a:gd name="T25" fmla="*/ 106 h 320"/>
                <a:gd name="T26" fmla="*/ 149 w 256"/>
                <a:gd name="T27" fmla="*/ 298 h 320"/>
                <a:gd name="T28" fmla="*/ 213 w 256"/>
                <a:gd name="T29" fmla="*/ 53 h 320"/>
                <a:gd name="T30" fmla="*/ 213 w 256"/>
                <a:gd name="T31" fmla="*/ 266 h 320"/>
                <a:gd name="T32" fmla="*/ 202 w 256"/>
                <a:gd name="T33" fmla="*/ 277 h 320"/>
                <a:gd name="T34" fmla="*/ 192 w 256"/>
                <a:gd name="T35" fmla="*/ 266 h 320"/>
                <a:gd name="T36" fmla="*/ 192 w 256"/>
                <a:gd name="T37" fmla="*/ 64 h 320"/>
                <a:gd name="T38" fmla="*/ 53 w 256"/>
                <a:gd name="T39" fmla="*/ 64 h 320"/>
                <a:gd name="T40" fmla="*/ 42 w 256"/>
                <a:gd name="T41" fmla="*/ 53 h 320"/>
                <a:gd name="T42" fmla="*/ 53 w 256"/>
                <a:gd name="T43" fmla="*/ 42 h 320"/>
                <a:gd name="T44" fmla="*/ 202 w 256"/>
                <a:gd name="T45" fmla="*/ 42 h 320"/>
                <a:gd name="T46" fmla="*/ 213 w 256"/>
                <a:gd name="T47" fmla="*/ 53 h 320"/>
                <a:gd name="T48" fmla="*/ 256 w 256"/>
                <a:gd name="T49" fmla="*/ 10 h 320"/>
                <a:gd name="T50" fmla="*/ 256 w 256"/>
                <a:gd name="T51" fmla="*/ 224 h 320"/>
                <a:gd name="T52" fmla="*/ 245 w 256"/>
                <a:gd name="T53" fmla="*/ 234 h 320"/>
                <a:gd name="T54" fmla="*/ 234 w 256"/>
                <a:gd name="T55" fmla="*/ 224 h 320"/>
                <a:gd name="T56" fmla="*/ 234 w 256"/>
                <a:gd name="T57" fmla="*/ 21 h 320"/>
                <a:gd name="T58" fmla="*/ 96 w 256"/>
                <a:gd name="T59" fmla="*/ 21 h 320"/>
                <a:gd name="T60" fmla="*/ 85 w 256"/>
                <a:gd name="T61" fmla="*/ 10 h 320"/>
                <a:gd name="T62" fmla="*/ 96 w 256"/>
                <a:gd name="T63" fmla="*/ 0 h 320"/>
                <a:gd name="T64" fmla="*/ 245 w 256"/>
                <a:gd name="T65" fmla="*/ 0 h 320"/>
                <a:gd name="T66" fmla="*/ 256 w 256"/>
                <a:gd name="T67" fmla="*/ 10 h 320"/>
                <a:gd name="T68" fmla="*/ 32 w 256"/>
                <a:gd name="T69" fmla="*/ 266 h 320"/>
                <a:gd name="T70" fmla="*/ 42 w 256"/>
                <a:gd name="T71" fmla="*/ 256 h 320"/>
                <a:gd name="T72" fmla="*/ 128 w 256"/>
                <a:gd name="T73" fmla="*/ 256 h 320"/>
                <a:gd name="T74" fmla="*/ 138 w 256"/>
                <a:gd name="T75" fmla="*/ 266 h 320"/>
                <a:gd name="T76" fmla="*/ 128 w 256"/>
                <a:gd name="T77" fmla="*/ 277 h 320"/>
                <a:gd name="T78" fmla="*/ 42 w 256"/>
                <a:gd name="T79" fmla="*/ 277 h 320"/>
                <a:gd name="T80" fmla="*/ 32 w 256"/>
                <a:gd name="T81" fmla="*/ 266 h 320"/>
                <a:gd name="T82" fmla="*/ 32 w 256"/>
                <a:gd name="T83" fmla="*/ 224 h 320"/>
                <a:gd name="T84" fmla="*/ 42 w 256"/>
                <a:gd name="T85" fmla="*/ 213 h 320"/>
                <a:gd name="T86" fmla="*/ 128 w 256"/>
                <a:gd name="T87" fmla="*/ 213 h 320"/>
                <a:gd name="T88" fmla="*/ 138 w 256"/>
                <a:gd name="T89" fmla="*/ 224 h 320"/>
                <a:gd name="T90" fmla="*/ 128 w 256"/>
                <a:gd name="T91" fmla="*/ 234 h 320"/>
                <a:gd name="T92" fmla="*/ 42 w 256"/>
                <a:gd name="T93" fmla="*/ 234 h 320"/>
                <a:gd name="T94" fmla="*/ 32 w 256"/>
                <a:gd name="T95" fmla="*/ 224 h 320"/>
                <a:gd name="T96" fmla="*/ 32 w 256"/>
                <a:gd name="T97" fmla="*/ 181 h 320"/>
                <a:gd name="T98" fmla="*/ 42 w 256"/>
                <a:gd name="T99" fmla="*/ 170 h 320"/>
                <a:gd name="T100" fmla="*/ 128 w 256"/>
                <a:gd name="T101" fmla="*/ 170 h 320"/>
                <a:gd name="T102" fmla="*/ 138 w 256"/>
                <a:gd name="T103" fmla="*/ 181 h 320"/>
                <a:gd name="T104" fmla="*/ 128 w 256"/>
                <a:gd name="T105" fmla="*/ 192 h 320"/>
                <a:gd name="T106" fmla="*/ 42 w 256"/>
                <a:gd name="T107" fmla="*/ 192 h 320"/>
                <a:gd name="T108" fmla="*/ 32 w 256"/>
                <a:gd name="T109" fmla="*/ 181 h 320"/>
                <a:gd name="T110" fmla="*/ 32 w 256"/>
                <a:gd name="T111" fmla="*/ 138 h 320"/>
                <a:gd name="T112" fmla="*/ 42 w 256"/>
                <a:gd name="T113" fmla="*/ 128 h 320"/>
                <a:gd name="T114" fmla="*/ 128 w 256"/>
                <a:gd name="T115" fmla="*/ 128 h 320"/>
                <a:gd name="T116" fmla="*/ 138 w 256"/>
                <a:gd name="T117" fmla="*/ 138 h 320"/>
                <a:gd name="T118" fmla="*/ 128 w 256"/>
                <a:gd name="T119" fmla="*/ 149 h 320"/>
                <a:gd name="T120" fmla="*/ 42 w 256"/>
                <a:gd name="T121" fmla="*/ 149 h 320"/>
                <a:gd name="T122" fmla="*/ 32 w 256"/>
                <a:gd name="T123" fmla="*/ 13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6" h="320">
                  <a:moveTo>
                    <a:pt x="160" y="85"/>
                  </a:moveTo>
                  <a:cubicBezTo>
                    <a:pt x="10" y="85"/>
                    <a:pt x="10" y="85"/>
                    <a:pt x="10" y="85"/>
                  </a:cubicBezTo>
                  <a:cubicBezTo>
                    <a:pt x="4" y="85"/>
                    <a:pt x="0" y="90"/>
                    <a:pt x="0" y="96"/>
                  </a:cubicBezTo>
                  <a:cubicBezTo>
                    <a:pt x="0" y="309"/>
                    <a:pt x="0" y="309"/>
                    <a:pt x="0" y="309"/>
                  </a:cubicBezTo>
                  <a:cubicBezTo>
                    <a:pt x="0" y="315"/>
                    <a:pt x="4" y="320"/>
                    <a:pt x="10" y="320"/>
                  </a:cubicBezTo>
                  <a:cubicBezTo>
                    <a:pt x="160" y="320"/>
                    <a:pt x="160" y="320"/>
                    <a:pt x="160" y="320"/>
                  </a:cubicBezTo>
                  <a:cubicBezTo>
                    <a:pt x="166" y="320"/>
                    <a:pt x="170" y="315"/>
                    <a:pt x="170" y="309"/>
                  </a:cubicBezTo>
                  <a:cubicBezTo>
                    <a:pt x="170" y="96"/>
                    <a:pt x="170" y="96"/>
                    <a:pt x="170" y="96"/>
                  </a:cubicBezTo>
                  <a:cubicBezTo>
                    <a:pt x="170" y="90"/>
                    <a:pt x="166" y="85"/>
                    <a:pt x="160" y="85"/>
                  </a:cubicBezTo>
                  <a:close/>
                  <a:moveTo>
                    <a:pt x="149" y="298"/>
                  </a:moveTo>
                  <a:cubicBezTo>
                    <a:pt x="21" y="298"/>
                    <a:pt x="21" y="298"/>
                    <a:pt x="21" y="298"/>
                  </a:cubicBezTo>
                  <a:cubicBezTo>
                    <a:pt x="21" y="106"/>
                    <a:pt x="21" y="106"/>
                    <a:pt x="21" y="106"/>
                  </a:cubicBezTo>
                  <a:cubicBezTo>
                    <a:pt x="149" y="106"/>
                    <a:pt x="149" y="106"/>
                    <a:pt x="149" y="106"/>
                  </a:cubicBezTo>
                  <a:lnTo>
                    <a:pt x="149" y="298"/>
                  </a:lnTo>
                  <a:close/>
                  <a:moveTo>
                    <a:pt x="213" y="53"/>
                  </a:moveTo>
                  <a:cubicBezTo>
                    <a:pt x="213" y="266"/>
                    <a:pt x="213" y="266"/>
                    <a:pt x="213" y="266"/>
                  </a:cubicBezTo>
                  <a:cubicBezTo>
                    <a:pt x="213" y="272"/>
                    <a:pt x="208" y="277"/>
                    <a:pt x="202" y="277"/>
                  </a:cubicBezTo>
                  <a:cubicBezTo>
                    <a:pt x="196" y="277"/>
                    <a:pt x="192" y="272"/>
                    <a:pt x="192" y="266"/>
                  </a:cubicBezTo>
                  <a:cubicBezTo>
                    <a:pt x="192" y="64"/>
                    <a:pt x="192" y="64"/>
                    <a:pt x="192" y="64"/>
                  </a:cubicBezTo>
                  <a:cubicBezTo>
                    <a:pt x="53" y="64"/>
                    <a:pt x="53" y="64"/>
                    <a:pt x="53" y="64"/>
                  </a:cubicBezTo>
                  <a:cubicBezTo>
                    <a:pt x="47" y="64"/>
                    <a:pt x="42" y="59"/>
                    <a:pt x="42" y="53"/>
                  </a:cubicBezTo>
                  <a:cubicBezTo>
                    <a:pt x="42" y="47"/>
                    <a:pt x="47" y="42"/>
                    <a:pt x="53" y="42"/>
                  </a:cubicBezTo>
                  <a:cubicBezTo>
                    <a:pt x="202" y="42"/>
                    <a:pt x="202" y="42"/>
                    <a:pt x="202" y="42"/>
                  </a:cubicBezTo>
                  <a:cubicBezTo>
                    <a:pt x="208" y="42"/>
                    <a:pt x="213" y="47"/>
                    <a:pt x="213" y="53"/>
                  </a:cubicBezTo>
                  <a:close/>
                  <a:moveTo>
                    <a:pt x="256" y="10"/>
                  </a:moveTo>
                  <a:cubicBezTo>
                    <a:pt x="256" y="224"/>
                    <a:pt x="256" y="224"/>
                    <a:pt x="256" y="224"/>
                  </a:cubicBezTo>
                  <a:cubicBezTo>
                    <a:pt x="256" y="230"/>
                    <a:pt x="251" y="234"/>
                    <a:pt x="245" y="234"/>
                  </a:cubicBezTo>
                  <a:cubicBezTo>
                    <a:pt x="239" y="234"/>
                    <a:pt x="234" y="230"/>
                    <a:pt x="234" y="224"/>
                  </a:cubicBezTo>
                  <a:cubicBezTo>
                    <a:pt x="234" y="21"/>
                    <a:pt x="234" y="21"/>
                    <a:pt x="234" y="21"/>
                  </a:cubicBezTo>
                  <a:cubicBezTo>
                    <a:pt x="96" y="21"/>
                    <a:pt x="96" y="21"/>
                    <a:pt x="96" y="21"/>
                  </a:cubicBezTo>
                  <a:cubicBezTo>
                    <a:pt x="90" y="21"/>
                    <a:pt x="85" y="16"/>
                    <a:pt x="85" y="10"/>
                  </a:cubicBezTo>
                  <a:cubicBezTo>
                    <a:pt x="85" y="4"/>
                    <a:pt x="90" y="0"/>
                    <a:pt x="96" y="0"/>
                  </a:cubicBezTo>
                  <a:cubicBezTo>
                    <a:pt x="245" y="0"/>
                    <a:pt x="245" y="0"/>
                    <a:pt x="245" y="0"/>
                  </a:cubicBezTo>
                  <a:cubicBezTo>
                    <a:pt x="251" y="0"/>
                    <a:pt x="256" y="4"/>
                    <a:pt x="256" y="10"/>
                  </a:cubicBezTo>
                  <a:close/>
                  <a:moveTo>
                    <a:pt x="32" y="266"/>
                  </a:moveTo>
                  <a:cubicBezTo>
                    <a:pt x="32" y="260"/>
                    <a:pt x="36" y="256"/>
                    <a:pt x="42" y="256"/>
                  </a:cubicBezTo>
                  <a:cubicBezTo>
                    <a:pt x="128" y="256"/>
                    <a:pt x="128" y="256"/>
                    <a:pt x="128" y="256"/>
                  </a:cubicBezTo>
                  <a:cubicBezTo>
                    <a:pt x="134" y="256"/>
                    <a:pt x="138" y="260"/>
                    <a:pt x="138" y="266"/>
                  </a:cubicBezTo>
                  <a:cubicBezTo>
                    <a:pt x="138" y="272"/>
                    <a:pt x="134" y="277"/>
                    <a:pt x="128" y="277"/>
                  </a:cubicBezTo>
                  <a:cubicBezTo>
                    <a:pt x="42" y="277"/>
                    <a:pt x="42" y="277"/>
                    <a:pt x="42" y="277"/>
                  </a:cubicBezTo>
                  <a:cubicBezTo>
                    <a:pt x="36" y="277"/>
                    <a:pt x="32" y="272"/>
                    <a:pt x="32" y="266"/>
                  </a:cubicBezTo>
                  <a:close/>
                  <a:moveTo>
                    <a:pt x="32" y="224"/>
                  </a:moveTo>
                  <a:cubicBezTo>
                    <a:pt x="32" y="218"/>
                    <a:pt x="36" y="213"/>
                    <a:pt x="42" y="213"/>
                  </a:cubicBezTo>
                  <a:cubicBezTo>
                    <a:pt x="128" y="213"/>
                    <a:pt x="128" y="213"/>
                    <a:pt x="128" y="213"/>
                  </a:cubicBezTo>
                  <a:cubicBezTo>
                    <a:pt x="134" y="213"/>
                    <a:pt x="138" y="218"/>
                    <a:pt x="138" y="224"/>
                  </a:cubicBezTo>
                  <a:cubicBezTo>
                    <a:pt x="138" y="230"/>
                    <a:pt x="134" y="234"/>
                    <a:pt x="128" y="234"/>
                  </a:cubicBezTo>
                  <a:cubicBezTo>
                    <a:pt x="42" y="234"/>
                    <a:pt x="42" y="234"/>
                    <a:pt x="42" y="234"/>
                  </a:cubicBezTo>
                  <a:cubicBezTo>
                    <a:pt x="36" y="234"/>
                    <a:pt x="32" y="230"/>
                    <a:pt x="32" y="224"/>
                  </a:cubicBezTo>
                  <a:close/>
                  <a:moveTo>
                    <a:pt x="32" y="181"/>
                  </a:moveTo>
                  <a:cubicBezTo>
                    <a:pt x="32" y="175"/>
                    <a:pt x="36" y="170"/>
                    <a:pt x="42" y="170"/>
                  </a:cubicBezTo>
                  <a:cubicBezTo>
                    <a:pt x="128" y="170"/>
                    <a:pt x="128" y="170"/>
                    <a:pt x="128" y="170"/>
                  </a:cubicBezTo>
                  <a:cubicBezTo>
                    <a:pt x="134" y="170"/>
                    <a:pt x="138" y="175"/>
                    <a:pt x="138" y="181"/>
                  </a:cubicBezTo>
                  <a:cubicBezTo>
                    <a:pt x="138" y="187"/>
                    <a:pt x="134" y="192"/>
                    <a:pt x="128" y="192"/>
                  </a:cubicBezTo>
                  <a:cubicBezTo>
                    <a:pt x="42" y="192"/>
                    <a:pt x="42" y="192"/>
                    <a:pt x="42" y="192"/>
                  </a:cubicBezTo>
                  <a:cubicBezTo>
                    <a:pt x="36" y="192"/>
                    <a:pt x="32" y="187"/>
                    <a:pt x="32" y="181"/>
                  </a:cubicBezTo>
                  <a:close/>
                  <a:moveTo>
                    <a:pt x="32" y="138"/>
                  </a:moveTo>
                  <a:cubicBezTo>
                    <a:pt x="32" y="132"/>
                    <a:pt x="36" y="128"/>
                    <a:pt x="42" y="128"/>
                  </a:cubicBezTo>
                  <a:cubicBezTo>
                    <a:pt x="128" y="128"/>
                    <a:pt x="128" y="128"/>
                    <a:pt x="128" y="128"/>
                  </a:cubicBezTo>
                  <a:cubicBezTo>
                    <a:pt x="134" y="128"/>
                    <a:pt x="138" y="132"/>
                    <a:pt x="138" y="138"/>
                  </a:cubicBezTo>
                  <a:cubicBezTo>
                    <a:pt x="138" y="144"/>
                    <a:pt x="134" y="149"/>
                    <a:pt x="128" y="149"/>
                  </a:cubicBezTo>
                  <a:cubicBezTo>
                    <a:pt x="42" y="149"/>
                    <a:pt x="42" y="149"/>
                    <a:pt x="42" y="149"/>
                  </a:cubicBezTo>
                  <a:cubicBezTo>
                    <a:pt x="36" y="149"/>
                    <a:pt x="32" y="144"/>
                    <a:pt x="32" y="13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00" dirty="0">
                <a:latin typeface="Gill Sans MT" panose="020B0502020104020203" pitchFamily="34" charset="0"/>
              </a:endParaRPr>
            </a:p>
          </p:txBody>
        </p:sp>
        <p:sp>
          <p:nvSpPr>
            <p:cNvPr id="191" name="Freeform 351">
              <a:extLst>
                <a:ext uri="{FF2B5EF4-FFF2-40B4-BE49-F238E27FC236}">
                  <a16:creationId xmlns:a16="http://schemas.microsoft.com/office/drawing/2014/main" id="{A77BA7A1-367F-4D06-2689-59430ECAF2E6}"/>
                </a:ext>
              </a:extLst>
            </p:cNvPr>
            <p:cNvSpPr>
              <a:spLocks noEditPoints="1"/>
            </p:cNvSpPr>
            <p:nvPr/>
          </p:nvSpPr>
          <p:spPr bwMode="auto">
            <a:xfrm>
              <a:off x="5018" y="1229"/>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00" dirty="0">
                <a:latin typeface="Gill Sans MT" panose="020B0502020104020203" pitchFamily="34" charset="0"/>
              </a:endParaRPr>
            </a:p>
          </p:txBody>
        </p:sp>
      </p:grpSp>
      <p:grpSp>
        <p:nvGrpSpPr>
          <p:cNvPr id="192" name="Group 493">
            <a:extLst>
              <a:ext uri="{FF2B5EF4-FFF2-40B4-BE49-F238E27FC236}">
                <a16:creationId xmlns:a16="http://schemas.microsoft.com/office/drawing/2014/main" id="{DC679465-B189-D299-F28F-9879F805B151}"/>
              </a:ext>
            </a:extLst>
          </p:cNvPr>
          <p:cNvGrpSpPr>
            <a:grpSpLocks noChangeAspect="1"/>
          </p:cNvGrpSpPr>
          <p:nvPr/>
        </p:nvGrpSpPr>
        <p:grpSpPr bwMode="auto">
          <a:xfrm>
            <a:off x="8123564" y="4765268"/>
            <a:ext cx="822960" cy="822960"/>
            <a:chOff x="1195" y="2027"/>
            <a:chExt cx="340" cy="340"/>
          </a:xfrm>
          <a:solidFill>
            <a:schemeClr val="accent6"/>
          </a:solidFill>
        </p:grpSpPr>
        <p:sp>
          <p:nvSpPr>
            <p:cNvPr id="193" name="Freeform 494">
              <a:extLst>
                <a:ext uri="{FF2B5EF4-FFF2-40B4-BE49-F238E27FC236}">
                  <a16:creationId xmlns:a16="http://schemas.microsoft.com/office/drawing/2014/main" id="{4CCE72B7-DE1E-97AE-2101-81DF4965800D}"/>
                </a:ext>
              </a:extLst>
            </p:cNvPr>
            <p:cNvSpPr>
              <a:spLocks noEditPoints="1"/>
            </p:cNvSpPr>
            <p:nvPr/>
          </p:nvSpPr>
          <p:spPr bwMode="auto">
            <a:xfrm>
              <a:off x="1195" y="2027"/>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00" dirty="0">
                <a:latin typeface="Gill Sans MT" panose="020B0502020104020203" pitchFamily="34" charset="0"/>
              </a:endParaRPr>
            </a:p>
          </p:txBody>
        </p:sp>
        <p:sp>
          <p:nvSpPr>
            <p:cNvPr id="194" name="Freeform 495">
              <a:extLst>
                <a:ext uri="{FF2B5EF4-FFF2-40B4-BE49-F238E27FC236}">
                  <a16:creationId xmlns:a16="http://schemas.microsoft.com/office/drawing/2014/main" id="{26AA2852-FCF7-CAAC-8B96-8852070FA692}"/>
                </a:ext>
              </a:extLst>
            </p:cNvPr>
            <p:cNvSpPr>
              <a:spLocks noEditPoints="1"/>
            </p:cNvSpPr>
            <p:nvPr/>
          </p:nvSpPr>
          <p:spPr bwMode="auto">
            <a:xfrm>
              <a:off x="1279" y="2115"/>
              <a:ext cx="171" cy="160"/>
            </a:xfrm>
            <a:custGeom>
              <a:avLst/>
              <a:gdLst>
                <a:gd name="T0" fmla="*/ 254 w 257"/>
                <a:gd name="T1" fmla="*/ 78 h 241"/>
                <a:gd name="T2" fmla="*/ 257 w 257"/>
                <a:gd name="T3" fmla="*/ 70 h 241"/>
                <a:gd name="T4" fmla="*/ 254 w 257"/>
                <a:gd name="T5" fmla="*/ 63 h 241"/>
                <a:gd name="T6" fmla="*/ 194 w 257"/>
                <a:gd name="T7" fmla="*/ 4 h 241"/>
                <a:gd name="T8" fmla="*/ 179 w 257"/>
                <a:gd name="T9" fmla="*/ 4 h 241"/>
                <a:gd name="T10" fmla="*/ 4 w 257"/>
                <a:gd name="T11" fmla="*/ 179 h 241"/>
                <a:gd name="T12" fmla="*/ 4 w 257"/>
                <a:gd name="T13" fmla="*/ 194 h 241"/>
                <a:gd name="T14" fmla="*/ 46 w 257"/>
                <a:gd name="T15" fmla="*/ 238 h 241"/>
                <a:gd name="T16" fmla="*/ 46 w 257"/>
                <a:gd name="T17" fmla="*/ 238 h 241"/>
                <a:gd name="T18" fmla="*/ 50 w 257"/>
                <a:gd name="T19" fmla="*/ 240 h 241"/>
                <a:gd name="T20" fmla="*/ 54 w 257"/>
                <a:gd name="T21" fmla="*/ 241 h 241"/>
                <a:gd name="T22" fmla="*/ 86 w 257"/>
                <a:gd name="T23" fmla="*/ 241 h 241"/>
                <a:gd name="T24" fmla="*/ 225 w 257"/>
                <a:gd name="T25" fmla="*/ 241 h 241"/>
                <a:gd name="T26" fmla="*/ 235 w 257"/>
                <a:gd name="T27" fmla="*/ 230 h 241"/>
                <a:gd name="T28" fmla="*/ 225 w 257"/>
                <a:gd name="T29" fmla="*/ 220 h 241"/>
                <a:gd name="T30" fmla="*/ 112 w 257"/>
                <a:gd name="T31" fmla="*/ 220 h 241"/>
                <a:gd name="T32" fmla="*/ 254 w 257"/>
                <a:gd name="T33" fmla="*/ 78 h 241"/>
                <a:gd name="T34" fmla="*/ 187 w 257"/>
                <a:gd name="T35" fmla="*/ 26 h 241"/>
                <a:gd name="T36" fmla="*/ 231 w 257"/>
                <a:gd name="T37" fmla="*/ 70 h 241"/>
                <a:gd name="T38" fmla="*/ 150 w 257"/>
                <a:gd name="T39" fmla="*/ 151 h 241"/>
                <a:gd name="T40" fmla="*/ 106 w 257"/>
                <a:gd name="T41" fmla="*/ 107 h 241"/>
                <a:gd name="T42" fmla="*/ 187 w 257"/>
                <a:gd name="T43" fmla="*/ 26 h 241"/>
                <a:gd name="T44" fmla="*/ 58 w 257"/>
                <a:gd name="T45" fmla="*/ 220 h 241"/>
                <a:gd name="T46" fmla="*/ 26 w 257"/>
                <a:gd name="T47" fmla="*/ 187 h 241"/>
                <a:gd name="T48" fmla="*/ 91 w 257"/>
                <a:gd name="T49" fmla="*/ 122 h 241"/>
                <a:gd name="T50" fmla="*/ 135 w 257"/>
                <a:gd name="T51" fmla="*/ 166 h 241"/>
                <a:gd name="T52" fmla="*/ 82 w 257"/>
                <a:gd name="T53" fmla="*/ 220 h 241"/>
                <a:gd name="T54" fmla="*/ 58 w 257"/>
                <a:gd name="T55" fmla="*/ 220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57" h="241">
                  <a:moveTo>
                    <a:pt x="254" y="78"/>
                  </a:moveTo>
                  <a:cubicBezTo>
                    <a:pt x="256" y="76"/>
                    <a:pt x="257" y="73"/>
                    <a:pt x="257" y="70"/>
                  </a:cubicBezTo>
                  <a:cubicBezTo>
                    <a:pt x="257" y="67"/>
                    <a:pt x="256" y="65"/>
                    <a:pt x="254" y="63"/>
                  </a:cubicBezTo>
                  <a:cubicBezTo>
                    <a:pt x="194" y="4"/>
                    <a:pt x="194" y="4"/>
                    <a:pt x="194" y="4"/>
                  </a:cubicBezTo>
                  <a:cubicBezTo>
                    <a:pt x="190" y="0"/>
                    <a:pt x="184" y="0"/>
                    <a:pt x="179" y="4"/>
                  </a:cubicBezTo>
                  <a:cubicBezTo>
                    <a:pt x="4" y="179"/>
                    <a:pt x="4" y="179"/>
                    <a:pt x="4" y="179"/>
                  </a:cubicBezTo>
                  <a:cubicBezTo>
                    <a:pt x="0" y="184"/>
                    <a:pt x="0" y="190"/>
                    <a:pt x="4" y="194"/>
                  </a:cubicBezTo>
                  <a:cubicBezTo>
                    <a:pt x="46" y="238"/>
                    <a:pt x="46" y="238"/>
                    <a:pt x="46" y="238"/>
                  </a:cubicBezTo>
                  <a:cubicBezTo>
                    <a:pt x="46" y="238"/>
                    <a:pt x="46" y="238"/>
                    <a:pt x="46" y="238"/>
                  </a:cubicBezTo>
                  <a:cubicBezTo>
                    <a:pt x="47" y="239"/>
                    <a:pt x="49" y="240"/>
                    <a:pt x="50" y="240"/>
                  </a:cubicBezTo>
                  <a:cubicBezTo>
                    <a:pt x="51" y="241"/>
                    <a:pt x="53" y="241"/>
                    <a:pt x="54" y="241"/>
                  </a:cubicBezTo>
                  <a:cubicBezTo>
                    <a:pt x="86" y="241"/>
                    <a:pt x="86" y="241"/>
                    <a:pt x="86" y="241"/>
                  </a:cubicBezTo>
                  <a:cubicBezTo>
                    <a:pt x="225" y="241"/>
                    <a:pt x="225" y="241"/>
                    <a:pt x="225" y="241"/>
                  </a:cubicBezTo>
                  <a:cubicBezTo>
                    <a:pt x="231" y="241"/>
                    <a:pt x="235" y="236"/>
                    <a:pt x="235" y="230"/>
                  </a:cubicBezTo>
                  <a:cubicBezTo>
                    <a:pt x="235" y="224"/>
                    <a:pt x="231" y="220"/>
                    <a:pt x="225" y="220"/>
                  </a:cubicBezTo>
                  <a:cubicBezTo>
                    <a:pt x="112" y="220"/>
                    <a:pt x="112" y="220"/>
                    <a:pt x="112" y="220"/>
                  </a:cubicBezTo>
                  <a:lnTo>
                    <a:pt x="254" y="78"/>
                  </a:lnTo>
                  <a:close/>
                  <a:moveTo>
                    <a:pt x="187" y="26"/>
                  </a:moveTo>
                  <a:cubicBezTo>
                    <a:pt x="231" y="70"/>
                    <a:pt x="231" y="70"/>
                    <a:pt x="231" y="70"/>
                  </a:cubicBezTo>
                  <a:cubicBezTo>
                    <a:pt x="150" y="151"/>
                    <a:pt x="150" y="151"/>
                    <a:pt x="150" y="151"/>
                  </a:cubicBezTo>
                  <a:cubicBezTo>
                    <a:pt x="106" y="107"/>
                    <a:pt x="106" y="107"/>
                    <a:pt x="106" y="107"/>
                  </a:cubicBezTo>
                  <a:lnTo>
                    <a:pt x="187" y="26"/>
                  </a:lnTo>
                  <a:close/>
                  <a:moveTo>
                    <a:pt x="58" y="220"/>
                  </a:moveTo>
                  <a:cubicBezTo>
                    <a:pt x="26" y="187"/>
                    <a:pt x="26" y="187"/>
                    <a:pt x="26" y="187"/>
                  </a:cubicBezTo>
                  <a:cubicBezTo>
                    <a:pt x="91" y="122"/>
                    <a:pt x="91" y="122"/>
                    <a:pt x="91" y="122"/>
                  </a:cubicBezTo>
                  <a:cubicBezTo>
                    <a:pt x="135" y="166"/>
                    <a:pt x="135" y="166"/>
                    <a:pt x="135" y="166"/>
                  </a:cubicBezTo>
                  <a:cubicBezTo>
                    <a:pt x="82" y="220"/>
                    <a:pt x="82" y="220"/>
                    <a:pt x="82" y="220"/>
                  </a:cubicBezTo>
                  <a:lnTo>
                    <a:pt x="58" y="2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00" dirty="0">
                <a:latin typeface="Gill Sans MT" panose="020B0502020104020203" pitchFamily="34" charset="0"/>
              </a:endParaRPr>
            </a:p>
          </p:txBody>
        </p:sp>
      </p:grpSp>
      <p:grpSp>
        <p:nvGrpSpPr>
          <p:cNvPr id="195" name="Group 601">
            <a:extLst>
              <a:ext uri="{FF2B5EF4-FFF2-40B4-BE49-F238E27FC236}">
                <a16:creationId xmlns:a16="http://schemas.microsoft.com/office/drawing/2014/main" id="{03F07C30-315D-7300-C207-9E412B26FF59}"/>
              </a:ext>
            </a:extLst>
          </p:cNvPr>
          <p:cNvGrpSpPr>
            <a:grpSpLocks noChangeAspect="1"/>
          </p:cNvGrpSpPr>
          <p:nvPr/>
        </p:nvGrpSpPr>
        <p:grpSpPr bwMode="auto">
          <a:xfrm>
            <a:off x="8833357" y="2798876"/>
            <a:ext cx="825380" cy="822960"/>
            <a:chOff x="7347" y="2263"/>
            <a:chExt cx="341" cy="340"/>
          </a:xfrm>
          <a:solidFill>
            <a:schemeClr val="accent1"/>
          </a:solidFill>
        </p:grpSpPr>
        <p:sp>
          <p:nvSpPr>
            <p:cNvPr id="196" name="Freeform 602">
              <a:extLst>
                <a:ext uri="{FF2B5EF4-FFF2-40B4-BE49-F238E27FC236}">
                  <a16:creationId xmlns:a16="http://schemas.microsoft.com/office/drawing/2014/main" id="{99731398-E0FA-82F5-12F2-F886C1CEAF8C}"/>
                </a:ext>
              </a:extLst>
            </p:cNvPr>
            <p:cNvSpPr>
              <a:spLocks noEditPoints="1"/>
            </p:cNvSpPr>
            <p:nvPr/>
          </p:nvSpPr>
          <p:spPr bwMode="auto">
            <a:xfrm>
              <a:off x="7439" y="2327"/>
              <a:ext cx="156" cy="212"/>
            </a:xfrm>
            <a:custGeom>
              <a:avLst/>
              <a:gdLst>
                <a:gd name="T0" fmla="*/ 224 w 235"/>
                <a:gd name="T1" fmla="*/ 149 h 320"/>
                <a:gd name="T2" fmla="*/ 43 w 235"/>
                <a:gd name="T3" fmla="*/ 149 h 320"/>
                <a:gd name="T4" fmla="*/ 43 w 235"/>
                <a:gd name="T5" fmla="*/ 96 h 320"/>
                <a:gd name="T6" fmla="*/ 118 w 235"/>
                <a:gd name="T7" fmla="*/ 21 h 320"/>
                <a:gd name="T8" fmla="*/ 192 w 235"/>
                <a:gd name="T9" fmla="*/ 96 h 320"/>
                <a:gd name="T10" fmla="*/ 192 w 235"/>
                <a:gd name="T11" fmla="*/ 106 h 320"/>
                <a:gd name="T12" fmla="*/ 203 w 235"/>
                <a:gd name="T13" fmla="*/ 117 h 320"/>
                <a:gd name="T14" fmla="*/ 214 w 235"/>
                <a:gd name="T15" fmla="*/ 106 h 320"/>
                <a:gd name="T16" fmla="*/ 214 w 235"/>
                <a:gd name="T17" fmla="*/ 96 h 320"/>
                <a:gd name="T18" fmla="*/ 118 w 235"/>
                <a:gd name="T19" fmla="*/ 0 h 320"/>
                <a:gd name="T20" fmla="*/ 22 w 235"/>
                <a:gd name="T21" fmla="*/ 96 h 320"/>
                <a:gd name="T22" fmla="*/ 22 w 235"/>
                <a:gd name="T23" fmla="*/ 149 h 320"/>
                <a:gd name="T24" fmla="*/ 11 w 235"/>
                <a:gd name="T25" fmla="*/ 149 h 320"/>
                <a:gd name="T26" fmla="*/ 0 w 235"/>
                <a:gd name="T27" fmla="*/ 160 h 320"/>
                <a:gd name="T28" fmla="*/ 0 w 235"/>
                <a:gd name="T29" fmla="*/ 309 h 320"/>
                <a:gd name="T30" fmla="*/ 11 w 235"/>
                <a:gd name="T31" fmla="*/ 320 h 320"/>
                <a:gd name="T32" fmla="*/ 224 w 235"/>
                <a:gd name="T33" fmla="*/ 320 h 320"/>
                <a:gd name="T34" fmla="*/ 235 w 235"/>
                <a:gd name="T35" fmla="*/ 309 h 320"/>
                <a:gd name="T36" fmla="*/ 235 w 235"/>
                <a:gd name="T37" fmla="*/ 160 h 320"/>
                <a:gd name="T38" fmla="*/ 224 w 235"/>
                <a:gd name="T39" fmla="*/ 149 h 320"/>
                <a:gd name="T40" fmla="*/ 214 w 235"/>
                <a:gd name="T41" fmla="*/ 298 h 320"/>
                <a:gd name="T42" fmla="*/ 22 w 235"/>
                <a:gd name="T43" fmla="*/ 298 h 320"/>
                <a:gd name="T44" fmla="*/ 22 w 235"/>
                <a:gd name="T45" fmla="*/ 170 h 320"/>
                <a:gd name="T46" fmla="*/ 214 w 235"/>
                <a:gd name="T47" fmla="*/ 170 h 320"/>
                <a:gd name="T48" fmla="*/ 214 w 235"/>
                <a:gd name="T49" fmla="*/ 29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5" h="320">
                  <a:moveTo>
                    <a:pt x="224" y="149"/>
                  </a:moveTo>
                  <a:cubicBezTo>
                    <a:pt x="43" y="149"/>
                    <a:pt x="43" y="149"/>
                    <a:pt x="43" y="149"/>
                  </a:cubicBezTo>
                  <a:cubicBezTo>
                    <a:pt x="43" y="96"/>
                    <a:pt x="43" y="96"/>
                    <a:pt x="43" y="96"/>
                  </a:cubicBezTo>
                  <a:cubicBezTo>
                    <a:pt x="43" y="54"/>
                    <a:pt x="76" y="21"/>
                    <a:pt x="118" y="21"/>
                  </a:cubicBezTo>
                  <a:cubicBezTo>
                    <a:pt x="159" y="21"/>
                    <a:pt x="192" y="54"/>
                    <a:pt x="192" y="96"/>
                  </a:cubicBezTo>
                  <a:cubicBezTo>
                    <a:pt x="192" y="106"/>
                    <a:pt x="192" y="106"/>
                    <a:pt x="192" y="106"/>
                  </a:cubicBezTo>
                  <a:cubicBezTo>
                    <a:pt x="192" y="112"/>
                    <a:pt x="197" y="117"/>
                    <a:pt x="203" y="117"/>
                  </a:cubicBezTo>
                  <a:cubicBezTo>
                    <a:pt x="209" y="117"/>
                    <a:pt x="214" y="112"/>
                    <a:pt x="214" y="106"/>
                  </a:cubicBezTo>
                  <a:cubicBezTo>
                    <a:pt x="214" y="96"/>
                    <a:pt x="214" y="96"/>
                    <a:pt x="214" y="96"/>
                  </a:cubicBezTo>
                  <a:cubicBezTo>
                    <a:pt x="214" y="43"/>
                    <a:pt x="171" y="0"/>
                    <a:pt x="118" y="0"/>
                  </a:cubicBezTo>
                  <a:cubicBezTo>
                    <a:pt x="65" y="0"/>
                    <a:pt x="22" y="43"/>
                    <a:pt x="22" y="96"/>
                  </a:cubicBezTo>
                  <a:cubicBezTo>
                    <a:pt x="22" y="149"/>
                    <a:pt x="22" y="149"/>
                    <a:pt x="22" y="149"/>
                  </a:cubicBezTo>
                  <a:cubicBezTo>
                    <a:pt x="11" y="149"/>
                    <a:pt x="11" y="149"/>
                    <a:pt x="11" y="149"/>
                  </a:cubicBezTo>
                  <a:cubicBezTo>
                    <a:pt x="5" y="149"/>
                    <a:pt x="0" y="154"/>
                    <a:pt x="0" y="160"/>
                  </a:cubicBezTo>
                  <a:cubicBezTo>
                    <a:pt x="0" y="309"/>
                    <a:pt x="0" y="309"/>
                    <a:pt x="0" y="309"/>
                  </a:cubicBezTo>
                  <a:cubicBezTo>
                    <a:pt x="0" y="315"/>
                    <a:pt x="5" y="320"/>
                    <a:pt x="11" y="320"/>
                  </a:cubicBezTo>
                  <a:cubicBezTo>
                    <a:pt x="224" y="320"/>
                    <a:pt x="224" y="320"/>
                    <a:pt x="224" y="320"/>
                  </a:cubicBezTo>
                  <a:cubicBezTo>
                    <a:pt x="230" y="320"/>
                    <a:pt x="235" y="315"/>
                    <a:pt x="235" y="309"/>
                  </a:cubicBezTo>
                  <a:cubicBezTo>
                    <a:pt x="235" y="160"/>
                    <a:pt x="235" y="160"/>
                    <a:pt x="235" y="160"/>
                  </a:cubicBezTo>
                  <a:cubicBezTo>
                    <a:pt x="235" y="154"/>
                    <a:pt x="230" y="149"/>
                    <a:pt x="224" y="149"/>
                  </a:cubicBezTo>
                  <a:close/>
                  <a:moveTo>
                    <a:pt x="214" y="298"/>
                  </a:moveTo>
                  <a:cubicBezTo>
                    <a:pt x="22" y="298"/>
                    <a:pt x="22" y="298"/>
                    <a:pt x="22" y="298"/>
                  </a:cubicBezTo>
                  <a:cubicBezTo>
                    <a:pt x="22" y="170"/>
                    <a:pt x="22" y="170"/>
                    <a:pt x="22" y="170"/>
                  </a:cubicBezTo>
                  <a:cubicBezTo>
                    <a:pt x="214" y="170"/>
                    <a:pt x="214" y="170"/>
                    <a:pt x="214" y="170"/>
                  </a:cubicBezTo>
                  <a:lnTo>
                    <a:pt x="214" y="2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00" dirty="0">
                <a:latin typeface="Gill Sans MT" panose="020B0502020104020203" pitchFamily="34" charset="0"/>
              </a:endParaRPr>
            </a:p>
          </p:txBody>
        </p:sp>
        <p:sp>
          <p:nvSpPr>
            <p:cNvPr id="197" name="Freeform 603">
              <a:extLst>
                <a:ext uri="{FF2B5EF4-FFF2-40B4-BE49-F238E27FC236}">
                  <a16:creationId xmlns:a16="http://schemas.microsoft.com/office/drawing/2014/main" id="{9B39EAA7-C0FE-069B-412E-BC07A9364CF4}"/>
                </a:ext>
              </a:extLst>
            </p:cNvPr>
            <p:cNvSpPr>
              <a:spLocks noEditPoints="1"/>
            </p:cNvSpPr>
            <p:nvPr/>
          </p:nvSpPr>
          <p:spPr bwMode="auto">
            <a:xfrm>
              <a:off x="7347" y="2263"/>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00" dirty="0">
                <a:latin typeface="Gill Sans MT" panose="020B0502020104020203" pitchFamily="34" charset="0"/>
              </a:endParaRPr>
            </a:p>
          </p:txBody>
        </p:sp>
      </p:grpSp>
      <p:grpSp>
        <p:nvGrpSpPr>
          <p:cNvPr id="198" name="Group 423">
            <a:extLst>
              <a:ext uri="{FF2B5EF4-FFF2-40B4-BE49-F238E27FC236}">
                <a16:creationId xmlns:a16="http://schemas.microsoft.com/office/drawing/2014/main" id="{4CE09973-9B55-70E0-8EC4-0E8DC89025E9}"/>
              </a:ext>
            </a:extLst>
          </p:cNvPr>
          <p:cNvGrpSpPr>
            <a:grpSpLocks noChangeAspect="1"/>
          </p:cNvGrpSpPr>
          <p:nvPr/>
        </p:nvGrpSpPr>
        <p:grpSpPr bwMode="auto">
          <a:xfrm>
            <a:off x="7234788" y="1156732"/>
            <a:ext cx="822960" cy="822960"/>
            <a:chOff x="4285" y="1550"/>
            <a:chExt cx="340" cy="340"/>
          </a:xfrm>
          <a:solidFill>
            <a:schemeClr val="accent5"/>
          </a:solidFill>
        </p:grpSpPr>
        <p:sp>
          <p:nvSpPr>
            <p:cNvPr id="199" name="Freeform 424">
              <a:extLst>
                <a:ext uri="{FF2B5EF4-FFF2-40B4-BE49-F238E27FC236}">
                  <a16:creationId xmlns:a16="http://schemas.microsoft.com/office/drawing/2014/main" id="{ACE46BB9-41EC-0996-36B3-40A24188F354}"/>
                </a:ext>
              </a:extLst>
            </p:cNvPr>
            <p:cNvSpPr>
              <a:spLocks noEditPoints="1"/>
            </p:cNvSpPr>
            <p:nvPr/>
          </p:nvSpPr>
          <p:spPr bwMode="auto">
            <a:xfrm>
              <a:off x="4285" y="1550"/>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00" dirty="0">
                <a:latin typeface="Gill Sans MT" panose="020B0502020104020203" pitchFamily="34" charset="0"/>
              </a:endParaRPr>
            </a:p>
          </p:txBody>
        </p:sp>
        <p:sp>
          <p:nvSpPr>
            <p:cNvPr id="200" name="Freeform 425">
              <a:extLst>
                <a:ext uri="{FF2B5EF4-FFF2-40B4-BE49-F238E27FC236}">
                  <a16:creationId xmlns:a16="http://schemas.microsoft.com/office/drawing/2014/main" id="{BE386660-CBD8-9A07-DE19-2912BCA21D0A}"/>
                </a:ext>
              </a:extLst>
            </p:cNvPr>
            <p:cNvSpPr>
              <a:spLocks noEditPoints="1"/>
            </p:cNvSpPr>
            <p:nvPr/>
          </p:nvSpPr>
          <p:spPr bwMode="auto">
            <a:xfrm>
              <a:off x="4354" y="1637"/>
              <a:ext cx="201" cy="189"/>
            </a:xfrm>
            <a:custGeom>
              <a:avLst/>
              <a:gdLst>
                <a:gd name="T0" fmla="*/ 302 w 303"/>
                <a:gd name="T1" fmla="*/ 91 h 285"/>
                <a:gd name="T2" fmla="*/ 279 w 303"/>
                <a:gd name="T3" fmla="*/ 8 h 285"/>
                <a:gd name="T4" fmla="*/ 274 w 303"/>
                <a:gd name="T5" fmla="*/ 2 h 285"/>
                <a:gd name="T6" fmla="*/ 266 w 303"/>
                <a:gd name="T7" fmla="*/ 1 h 285"/>
                <a:gd name="T8" fmla="*/ 225 w 303"/>
                <a:gd name="T9" fmla="*/ 12 h 285"/>
                <a:gd name="T10" fmla="*/ 218 w 303"/>
                <a:gd name="T11" fmla="*/ 25 h 285"/>
                <a:gd name="T12" fmla="*/ 135 w 303"/>
                <a:gd name="T13" fmla="*/ 48 h 285"/>
                <a:gd name="T14" fmla="*/ 128 w 303"/>
                <a:gd name="T15" fmla="*/ 57 h 285"/>
                <a:gd name="T16" fmla="*/ 24 w 303"/>
                <a:gd name="T17" fmla="*/ 85 h 285"/>
                <a:gd name="T18" fmla="*/ 22 w 303"/>
                <a:gd name="T19" fmla="*/ 78 h 285"/>
                <a:gd name="T20" fmla="*/ 9 w 303"/>
                <a:gd name="T21" fmla="*/ 71 h 285"/>
                <a:gd name="T22" fmla="*/ 2 w 303"/>
                <a:gd name="T23" fmla="*/ 84 h 285"/>
                <a:gd name="T24" fmla="*/ 24 w 303"/>
                <a:gd name="T25" fmla="*/ 166 h 285"/>
                <a:gd name="T26" fmla="*/ 34 w 303"/>
                <a:gd name="T27" fmla="*/ 174 h 285"/>
                <a:gd name="T28" fmla="*/ 37 w 303"/>
                <a:gd name="T29" fmla="*/ 174 h 285"/>
                <a:gd name="T30" fmla="*/ 45 w 303"/>
                <a:gd name="T31" fmla="*/ 161 h 285"/>
                <a:gd name="T32" fmla="*/ 43 w 303"/>
                <a:gd name="T33" fmla="*/ 154 h 285"/>
                <a:gd name="T34" fmla="*/ 43 w 303"/>
                <a:gd name="T35" fmla="*/ 154 h 285"/>
                <a:gd name="T36" fmla="*/ 139 w 303"/>
                <a:gd name="T37" fmla="*/ 128 h 285"/>
                <a:gd name="T38" fmla="*/ 88 w 303"/>
                <a:gd name="T39" fmla="*/ 270 h 285"/>
                <a:gd name="T40" fmla="*/ 95 w 303"/>
                <a:gd name="T41" fmla="*/ 284 h 285"/>
                <a:gd name="T42" fmla="*/ 98 w 303"/>
                <a:gd name="T43" fmla="*/ 285 h 285"/>
                <a:gd name="T44" fmla="*/ 108 w 303"/>
                <a:gd name="T45" fmla="*/ 278 h 285"/>
                <a:gd name="T46" fmla="*/ 141 w 303"/>
                <a:gd name="T47" fmla="*/ 186 h 285"/>
                <a:gd name="T48" fmla="*/ 141 w 303"/>
                <a:gd name="T49" fmla="*/ 274 h 285"/>
                <a:gd name="T50" fmla="*/ 152 w 303"/>
                <a:gd name="T51" fmla="*/ 285 h 285"/>
                <a:gd name="T52" fmla="*/ 162 w 303"/>
                <a:gd name="T53" fmla="*/ 274 h 285"/>
                <a:gd name="T54" fmla="*/ 162 w 303"/>
                <a:gd name="T55" fmla="*/ 186 h 285"/>
                <a:gd name="T56" fmla="*/ 195 w 303"/>
                <a:gd name="T57" fmla="*/ 278 h 285"/>
                <a:gd name="T58" fmla="*/ 205 w 303"/>
                <a:gd name="T59" fmla="*/ 285 h 285"/>
                <a:gd name="T60" fmla="*/ 209 w 303"/>
                <a:gd name="T61" fmla="*/ 284 h 285"/>
                <a:gd name="T62" fmla="*/ 215 w 303"/>
                <a:gd name="T63" fmla="*/ 270 h 285"/>
                <a:gd name="T64" fmla="*/ 164 w 303"/>
                <a:gd name="T65" fmla="*/ 128 h 285"/>
                <a:gd name="T66" fmla="*/ 240 w 303"/>
                <a:gd name="T67" fmla="*/ 107 h 285"/>
                <a:gd name="T68" fmla="*/ 240 w 303"/>
                <a:gd name="T69" fmla="*/ 107 h 285"/>
                <a:gd name="T70" fmla="*/ 250 w 303"/>
                <a:gd name="T71" fmla="*/ 115 h 285"/>
                <a:gd name="T72" fmla="*/ 253 w 303"/>
                <a:gd name="T73" fmla="*/ 115 h 285"/>
                <a:gd name="T74" fmla="*/ 294 w 303"/>
                <a:gd name="T75" fmla="*/ 104 h 285"/>
                <a:gd name="T76" fmla="*/ 301 w 303"/>
                <a:gd name="T77" fmla="*/ 99 h 285"/>
                <a:gd name="T78" fmla="*/ 302 w 303"/>
                <a:gd name="T79" fmla="*/ 91 h 285"/>
                <a:gd name="T80" fmla="*/ 40 w 303"/>
                <a:gd name="T81" fmla="*/ 103 h 285"/>
                <a:gd name="T82" fmla="*/ 132 w 303"/>
                <a:gd name="T83" fmla="*/ 78 h 285"/>
                <a:gd name="T84" fmla="*/ 140 w 303"/>
                <a:gd name="T85" fmla="*/ 105 h 285"/>
                <a:gd name="T86" fmla="*/ 47 w 303"/>
                <a:gd name="T87" fmla="*/ 131 h 285"/>
                <a:gd name="T88" fmla="*/ 40 w 303"/>
                <a:gd name="T89" fmla="*/ 103 h 285"/>
                <a:gd name="T90" fmla="*/ 162 w 303"/>
                <a:gd name="T91" fmla="*/ 106 h 285"/>
                <a:gd name="T92" fmla="*/ 151 w 303"/>
                <a:gd name="T93" fmla="*/ 65 h 285"/>
                <a:gd name="T94" fmla="*/ 223 w 303"/>
                <a:gd name="T95" fmla="*/ 46 h 285"/>
                <a:gd name="T96" fmla="*/ 229 w 303"/>
                <a:gd name="T97" fmla="*/ 66 h 285"/>
                <a:gd name="T98" fmla="*/ 234 w 303"/>
                <a:gd name="T99" fmla="*/ 87 h 285"/>
                <a:gd name="T100" fmla="*/ 162 w 303"/>
                <a:gd name="T101" fmla="*/ 106 h 285"/>
                <a:gd name="T102" fmla="*/ 258 w 303"/>
                <a:gd name="T103" fmla="*/ 91 h 285"/>
                <a:gd name="T104" fmla="*/ 241 w 303"/>
                <a:gd name="T105" fmla="*/ 30 h 285"/>
                <a:gd name="T106" fmla="*/ 262 w 303"/>
                <a:gd name="T107" fmla="*/ 24 h 285"/>
                <a:gd name="T108" fmla="*/ 278 w 303"/>
                <a:gd name="T109" fmla="*/ 86 h 285"/>
                <a:gd name="T110" fmla="*/ 258 w 303"/>
                <a:gd name="T111" fmla="*/ 91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03" h="285">
                  <a:moveTo>
                    <a:pt x="302" y="91"/>
                  </a:moveTo>
                  <a:cubicBezTo>
                    <a:pt x="279" y="8"/>
                    <a:pt x="279" y="8"/>
                    <a:pt x="279" y="8"/>
                  </a:cubicBezTo>
                  <a:cubicBezTo>
                    <a:pt x="279" y="5"/>
                    <a:pt x="277" y="3"/>
                    <a:pt x="274" y="2"/>
                  </a:cubicBezTo>
                  <a:cubicBezTo>
                    <a:pt x="272" y="0"/>
                    <a:pt x="269" y="0"/>
                    <a:pt x="266" y="1"/>
                  </a:cubicBezTo>
                  <a:cubicBezTo>
                    <a:pt x="225" y="12"/>
                    <a:pt x="225" y="12"/>
                    <a:pt x="225" y="12"/>
                  </a:cubicBezTo>
                  <a:cubicBezTo>
                    <a:pt x="219" y="14"/>
                    <a:pt x="216" y="19"/>
                    <a:pt x="218" y="25"/>
                  </a:cubicBezTo>
                  <a:cubicBezTo>
                    <a:pt x="135" y="48"/>
                    <a:pt x="135" y="48"/>
                    <a:pt x="135" y="48"/>
                  </a:cubicBezTo>
                  <a:cubicBezTo>
                    <a:pt x="131" y="49"/>
                    <a:pt x="128" y="53"/>
                    <a:pt x="128" y="57"/>
                  </a:cubicBezTo>
                  <a:cubicBezTo>
                    <a:pt x="24" y="85"/>
                    <a:pt x="24" y="85"/>
                    <a:pt x="24" y="85"/>
                  </a:cubicBezTo>
                  <a:cubicBezTo>
                    <a:pt x="22" y="78"/>
                    <a:pt x="22" y="78"/>
                    <a:pt x="22" y="78"/>
                  </a:cubicBezTo>
                  <a:cubicBezTo>
                    <a:pt x="21" y="73"/>
                    <a:pt x="15" y="69"/>
                    <a:pt x="9" y="71"/>
                  </a:cubicBezTo>
                  <a:cubicBezTo>
                    <a:pt x="3" y="73"/>
                    <a:pt x="0" y="78"/>
                    <a:pt x="2" y="84"/>
                  </a:cubicBezTo>
                  <a:cubicBezTo>
                    <a:pt x="24" y="166"/>
                    <a:pt x="24" y="166"/>
                    <a:pt x="24" y="166"/>
                  </a:cubicBezTo>
                  <a:cubicBezTo>
                    <a:pt x="25" y="171"/>
                    <a:pt x="30" y="174"/>
                    <a:pt x="34" y="174"/>
                  </a:cubicBezTo>
                  <a:cubicBezTo>
                    <a:pt x="35" y="174"/>
                    <a:pt x="36" y="174"/>
                    <a:pt x="37" y="174"/>
                  </a:cubicBezTo>
                  <a:cubicBezTo>
                    <a:pt x="43" y="172"/>
                    <a:pt x="46" y="167"/>
                    <a:pt x="45" y="161"/>
                  </a:cubicBezTo>
                  <a:cubicBezTo>
                    <a:pt x="43" y="154"/>
                    <a:pt x="43" y="154"/>
                    <a:pt x="43" y="154"/>
                  </a:cubicBezTo>
                  <a:cubicBezTo>
                    <a:pt x="43" y="154"/>
                    <a:pt x="43" y="154"/>
                    <a:pt x="43" y="154"/>
                  </a:cubicBezTo>
                  <a:cubicBezTo>
                    <a:pt x="139" y="128"/>
                    <a:pt x="139" y="128"/>
                    <a:pt x="139" y="128"/>
                  </a:cubicBezTo>
                  <a:cubicBezTo>
                    <a:pt x="88" y="270"/>
                    <a:pt x="88" y="270"/>
                    <a:pt x="88" y="270"/>
                  </a:cubicBezTo>
                  <a:cubicBezTo>
                    <a:pt x="86" y="276"/>
                    <a:pt x="89" y="282"/>
                    <a:pt x="95" y="284"/>
                  </a:cubicBezTo>
                  <a:cubicBezTo>
                    <a:pt x="96" y="284"/>
                    <a:pt x="97" y="285"/>
                    <a:pt x="98" y="285"/>
                  </a:cubicBezTo>
                  <a:cubicBezTo>
                    <a:pt x="103" y="285"/>
                    <a:pt x="107" y="282"/>
                    <a:pt x="108" y="278"/>
                  </a:cubicBezTo>
                  <a:cubicBezTo>
                    <a:pt x="141" y="186"/>
                    <a:pt x="141" y="186"/>
                    <a:pt x="141" y="186"/>
                  </a:cubicBezTo>
                  <a:cubicBezTo>
                    <a:pt x="141" y="274"/>
                    <a:pt x="141" y="274"/>
                    <a:pt x="141" y="274"/>
                  </a:cubicBezTo>
                  <a:cubicBezTo>
                    <a:pt x="141" y="280"/>
                    <a:pt x="146" y="285"/>
                    <a:pt x="152" y="285"/>
                  </a:cubicBezTo>
                  <a:cubicBezTo>
                    <a:pt x="158" y="285"/>
                    <a:pt x="162" y="280"/>
                    <a:pt x="162" y="274"/>
                  </a:cubicBezTo>
                  <a:cubicBezTo>
                    <a:pt x="162" y="186"/>
                    <a:pt x="162" y="186"/>
                    <a:pt x="162" y="186"/>
                  </a:cubicBezTo>
                  <a:cubicBezTo>
                    <a:pt x="195" y="278"/>
                    <a:pt x="195" y="278"/>
                    <a:pt x="195" y="278"/>
                  </a:cubicBezTo>
                  <a:cubicBezTo>
                    <a:pt x="197" y="282"/>
                    <a:pt x="201" y="285"/>
                    <a:pt x="205" y="285"/>
                  </a:cubicBezTo>
                  <a:cubicBezTo>
                    <a:pt x="206" y="285"/>
                    <a:pt x="207" y="284"/>
                    <a:pt x="209" y="284"/>
                  </a:cubicBezTo>
                  <a:cubicBezTo>
                    <a:pt x="214" y="282"/>
                    <a:pt x="217" y="276"/>
                    <a:pt x="215" y="270"/>
                  </a:cubicBezTo>
                  <a:cubicBezTo>
                    <a:pt x="164" y="128"/>
                    <a:pt x="164" y="128"/>
                    <a:pt x="164" y="128"/>
                  </a:cubicBezTo>
                  <a:cubicBezTo>
                    <a:pt x="240" y="107"/>
                    <a:pt x="240" y="107"/>
                    <a:pt x="240" y="107"/>
                  </a:cubicBezTo>
                  <a:cubicBezTo>
                    <a:pt x="240" y="107"/>
                    <a:pt x="240" y="107"/>
                    <a:pt x="240" y="107"/>
                  </a:cubicBezTo>
                  <a:cubicBezTo>
                    <a:pt x="241" y="112"/>
                    <a:pt x="246" y="115"/>
                    <a:pt x="250" y="115"/>
                  </a:cubicBezTo>
                  <a:cubicBezTo>
                    <a:pt x="251" y="115"/>
                    <a:pt x="252" y="115"/>
                    <a:pt x="253" y="115"/>
                  </a:cubicBezTo>
                  <a:cubicBezTo>
                    <a:pt x="294" y="104"/>
                    <a:pt x="294" y="104"/>
                    <a:pt x="294" y="104"/>
                  </a:cubicBezTo>
                  <a:cubicBezTo>
                    <a:pt x="297" y="103"/>
                    <a:pt x="299" y="101"/>
                    <a:pt x="301" y="99"/>
                  </a:cubicBezTo>
                  <a:cubicBezTo>
                    <a:pt x="302" y="96"/>
                    <a:pt x="303" y="93"/>
                    <a:pt x="302" y="91"/>
                  </a:cubicBezTo>
                  <a:close/>
                  <a:moveTo>
                    <a:pt x="40" y="103"/>
                  </a:moveTo>
                  <a:cubicBezTo>
                    <a:pt x="132" y="78"/>
                    <a:pt x="132" y="78"/>
                    <a:pt x="132" y="78"/>
                  </a:cubicBezTo>
                  <a:cubicBezTo>
                    <a:pt x="140" y="105"/>
                    <a:pt x="140" y="105"/>
                    <a:pt x="140" y="105"/>
                  </a:cubicBezTo>
                  <a:cubicBezTo>
                    <a:pt x="47" y="131"/>
                    <a:pt x="47" y="131"/>
                    <a:pt x="47" y="131"/>
                  </a:cubicBezTo>
                  <a:lnTo>
                    <a:pt x="40" y="103"/>
                  </a:lnTo>
                  <a:close/>
                  <a:moveTo>
                    <a:pt x="162" y="106"/>
                  </a:moveTo>
                  <a:cubicBezTo>
                    <a:pt x="151" y="65"/>
                    <a:pt x="151" y="65"/>
                    <a:pt x="151" y="65"/>
                  </a:cubicBezTo>
                  <a:cubicBezTo>
                    <a:pt x="223" y="46"/>
                    <a:pt x="223" y="46"/>
                    <a:pt x="223" y="46"/>
                  </a:cubicBezTo>
                  <a:cubicBezTo>
                    <a:pt x="229" y="66"/>
                    <a:pt x="229" y="66"/>
                    <a:pt x="229" y="66"/>
                  </a:cubicBezTo>
                  <a:cubicBezTo>
                    <a:pt x="234" y="87"/>
                    <a:pt x="234" y="87"/>
                    <a:pt x="234" y="87"/>
                  </a:cubicBezTo>
                  <a:lnTo>
                    <a:pt x="162" y="106"/>
                  </a:lnTo>
                  <a:close/>
                  <a:moveTo>
                    <a:pt x="258" y="91"/>
                  </a:moveTo>
                  <a:cubicBezTo>
                    <a:pt x="241" y="30"/>
                    <a:pt x="241" y="30"/>
                    <a:pt x="241" y="30"/>
                  </a:cubicBezTo>
                  <a:cubicBezTo>
                    <a:pt x="262" y="24"/>
                    <a:pt x="262" y="24"/>
                    <a:pt x="262" y="24"/>
                  </a:cubicBezTo>
                  <a:cubicBezTo>
                    <a:pt x="278" y="86"/>
                    <a:pt x="278" y="86"/>
                    <a:pt x="278" y="86"/>
                  </a:cubicBezTo>
                  <a:lnTo>
                    <a:pt x="258" y="91"/>
                  </a:lnTo>
                  <a:close/>
                </a:path>
              </a:pathLst>
            </a:custGeom>
            <a:solidFill>
              <a:schemeClr val="bg2"/>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00" dirty="0">
                <a:latin typeface="Gill Sans MT" panose="020B0502020104020203" pitchFamily="34" charset="0"/>
              </a:endParaRPr>
            </a:p>
          </p:txBody>
        </p:sp>
      </p:grpSp>
      <p:sp>
        <p:nvSpPr>
          <p:cNvPr id="203" name="Text Box 10">
            <a:extLst>
              <a:ext uri="{FF2B5EF4-FFF2-40B4-BE49-F238E27FC236}">
                <a16:creationId xmlns:a16="http://schemas.microsoft.com/office/drawing/2014/main" id="{6902499E-9DA4-EA7B-32CB-FA00EF5EC9C7}"/>
              </a:ext>
            </a:extLst>
          </p:cNvPr>
          <p:cNvSpPr txBox="1">
            <a:spLocks noChangeArrowheads="1"/>
          </p:cNvSpPr>
          <p:nvPr/>
        </p:nvSpPr>
        <p:spPr bwMode="auto">
          <a:xfrm>
            <a:off x="1209131" y="1201161"/>
            <a:ext cx="2280284" cy="1123384"/>
          </a:xfrm>
          <a:prstGeom prst="rect">
            <a:avLst/>
          </a:prstGeom>
          <a:solidFill>
            <a:schemeClr val="bg1"/>
          </a:solidFill>
          <a:ln w="9525">
            <a:noFill/>
            <a:miter lim="800000"/>
            <a:headEnd/>
            <a:tailEnd/>
          </a:ln>
        </p:spPr>
        <p:txBody>
          <a:bodyPr wrap="square" lIns="45720" tIns="22860" rIns="45720" bIns="22860">
            <a:spAutoFit/>
          </a:bodyPr>
          <a:lstStyle/>
          <a:p>
            <a:pPr marL="0" marR="0" lvl="0" indent="0" algn="r" defTabSz="1088232" eaLnBrk="1" fontAlgn="auto" latinLnBrk="0" hangingPunct="1">
              <a:spcBef>
                <a:spcPts val="0"/>
              </a:spcBef>
              <a:spcAft>
                <a:spcPts val="0"/>
              </a:spcAft>
              <a:buClrTx/>
              <a:buSzTx/>
              <a:buFontTx/>
              <a:buNone/>
              <a:tabLst/>
              <a:defRPr/>
            </a:pPr>
            <a:r>
              <a:rPr kumimoji="0" lang="en-US" sz="1400" b="1" i="0" u="none" strike="noStrike" kern="0" cap="none" spc="0" normalizeH="0" baseline="0" noProof="0" dirty="0">
                <a:ln>
                  <a:noFill/>
                </a:ln>
                <a:effectLst/>
                <a:uLnTx/>
                <a:uFillTx/>
                <a:latin typeface="Gill Sans MT" panose="020B0502020104020203" pitchFamily="34" charset="0"/>
                <a:ea typeface="Open Sans" pitchFamily="34" charset="0"/>
                <a:cs typeface="Open Sans" pitchFamily="34" charset="0"/>
              </a:rPr>
              <a:t>NHPC relies on contractor-obtained insurance for hydroelectric project construction phase</a:t>
            </a:r>
          </a:p>
        </p:txBody>
      </p:sp>
      <p:sp>
        <p:nvSpPr>
          <p:cNvPr id="204" name="Text Box 10">
            <a:extLst>
              <a:ext uri="{FF2B5EF4-FFF2-40B4-BE49-F238E27FC236}">
                <a16:creationId xmlns:a16="http://schemas.microsoft.com/office/drawing/2014/main" id="{070B0EEA-A07A-4696-C006-A21EA67803B4}"/>
              </a:ext>
            </a:extLst>
          </p:cNvPr>
          <p:cNvSpPr txBox="1">
            <a:spLocks noChangeArrowheads="1"/>
          </p:cNvSpPr>
          <p:nvPr/>
        </p:nvSpPr>
        <p:spPr bwMode="auto">
          <a:xfrm>
            <a:off x="302010" y="2904164"/>
            <a:ext cx="1586803" cy="1338828"/>
          </a:xfrm>
          <a:prstGeom prst="rect">
            <a:avLst/>
          </a:prstGeom>
          <a:solidFill>
            <a:schemeClr val="bg1"/>
          </a:solidFill>
          <a:ln w="9525">
            <a:noFill/>
            <a:miter lim="800000"/>
            <a:headEnd/>
            <a:tailEnd/>
          </a:ln>
        </p:spPr>
        <p:txBody>
          <a:bodyPr wrap="square" lIns="45720" tIns="22860" rIns="45720" bIns="22860">
            <a:spAutoFit/>
          </a:bodyPr>
          <a:lstStyle/>
          <a:p>
            <a:pPr marL="0" marR="0" lvl="0" indent="0" algn="r" defTabSz="1088232" eaLnBrk="1" fontAlgn="auto" latinLnBrk="0" hangingPunct="1">
              <a:spcBef>
                <a:spcPts val="0"/>
              </a:spcBef>
              <a:spcAft>
                <a:spcPts val="0"/>
              </a:spcAft>
              <a:buClrTx/>
              <a:buSzTx/>
              <a:buFontTx/>
              <a:buNone/>
              <a:tabLst/>
              <a:defRPr/>
            </a:pPr>
            <a:r>
              <a:rPr kumimoji="0" lang="en-US" sz="1400" b="1" i="0" u="none" strike="noStrike" kern="0" cap="none" spc="0" normalizeH="0" baseline="0" noProof="0" dirty="0">
                <a:ln>
                  <a:noFill/>
                </a:ln>
                <a:effectLst/>
                <a:uLnTx/>
                <a:uFillTx/>
                <a:latin typeface="Gill Sans MT" panose="020B0502020104020203" pitchFamily="34" charset="0"/>
                <a:ea typeface="Open Sans" pitchFamily="34" charset="0"/>
                <a:cs typeface="Open Sans" pitchFamily="34" charset="0"/>
              </a:rPr>
              <a:t>Contractors have third-party insurance for ancillary risks during construction</a:t>
            </a:r>
          </a:p>
        </p:txBody>
      </p:sp>
      <p:sp>
        <p:nvSpPr>
          <p:cNvPr id="205" name="Text Box 10">
            <a:extLst>
              <a:ext uri="{FF2B5EF4-FFF2-40B4-BE49-F238E27FC236}">
                <a16:creationId xmlns:a16="http://schemas.microsoft.com/office/drawing/2014/main" id="{B89AEFCA-B3F1-CB1D-5FDA-7ABB08D65EC3}"/>
              </a:ext>
            </a:extLst>
          </p:cNvPr>
          <p:cNvSpPr txBox="1">
            <a:spLocks noChangeArrowheads="1"/>
          </p:cNvSpPr>
          <p:nvPr/>
        </p:nvSpPr>
        <p:spPr bwMode="auto">
          <a:xfrm>
            <a:off x="767849" y="4883804"/>
            <a:ext cx="1921660" cy="1338828"/>
          </a:xfrm>
          <a:prstGeom prst="rect">
            <a:avLst/>
          </a:prstGeom>
          <a:solidFill>
            <a:schemeClr val="bg1"/>
          </a:solidFill>
          <a:ln w="9525">
            <a:noFill/>
            <a:miter lim="800000"/>
            <a:headEnd/>
            <a:tailEnd/>
          </a:ln>
        </p:spPr>
        <p:txBody>
          <a:bodyPr wrap="square" lIns="45720" tIns="22860" rIns="45720" bIns="22860">
            <a:spAutoFit/>
          </a:bodyPr>
          <a:lstStyle/>
          <a:p>
            <a:pPr marL="0" marR="0" lvl="0" indent="0" algn="r" defTabSz="1088232" eaLnBrk="1" fontAlgn="auto" latinLnBrk="0" hangingPunct="1">
              <a:spcBef>
                <a:spcPts val="0"/>
              </a:spcBef>
              <a:spcAft>
                <a:spcPts val="0"/>
              </a:spcAft>
              <a:buClrTx/>
              <a:buSzTx/>
              <a:buFontTx/>
              <a:buNone/>
              <a:tabLst/>
              <a:defRPr/>
            </a:pPr>
            <a:r>
              <a:rPr kumimoji="0" lang="en-US" sz="1400" b="1" i="0" u="none" strike="noStrike" kern="0" cap="none" spc="0" normalizeH="0" baseline="0" noProof="0" dirty="0">
                <a:ln>
                  <a:noFill/>
                </a:ln>
                <a:effectLst/>
                <a:uLnTx/>
                <a:uFillTx/>
                <a:latin typeface="Gill Sans MT" panose="020B0502020104020203" pitchFamily="34" charset="0"/>
                <a:ea typeface="Open Sans" pitchFamily="34" charset="0"/>
                <a:cs typeface="Open Sans" pitchFamily="34" charset="0"/>
              </a:rPr>
              <a:t>NHPC insures power stations post-commissioning for fire, storm, flood, terrorist activities, etc.</a:t>
            </a:r>
          </a:p>
        </p:txBody>
      </p:sp>
      <p:sp>
        <p:nvSpPr>
          <p:cNvPr id="206" name="Text Box 10">
            <a:extLst>
              <a:ext uri="{FF2B5EF4-FFF2-40B4-BE49-F238E27FC236}">
                <a16:creationId xmlns:a16="http://schemas.microsoft.com/office/drawing/2014/main" id="{6BAAF4BB-AA0D-BDFE-E966-76DA80401C3C}"/>
              </a:ext>
            </a:extLst>
          </p:cNvPr>
          <p:cNvSpPr txBox="1">
            <a:spLocks noChangeArrowheads="1"/>
          </p:cNvSpPr>
          <p:nvPr/>
        </p:nvSpPr>
        <p:spPr bwMode="auto">
          <a:xfrm>
            <a:off x="8250238" y="1091526"/>
            <a:ext cx="3126854" cy="1338828"/>
          </a:xfrm>
          <a:prstGeom prst="rect">
            <a:avLst/>
          </a:prstGeom>
          <a:solidFill>
            <a:schemeClr val="bg1"/>
          </a:solidFill>
          <a:ln w="9525">
            <a:noFill/>
            <a:miter lim="800000"/>
            <a:headEnd/>
            <a:tailEnd/>
          </a:ln>
        </p:spPr>
        <p:txBody>
          <a:bodyPr wrap="square" lIns="45720" tIns="22860" rIns="45720" bIns="22860">
            <a:spAutoFit/>
          </a:bodyPr>
          <a:lstStyle/>
          <a:p>
            <a:pPr marL="0" marR="0" lvl="0" indent="0" defTabSz="1088232" eaLnBrk="1" fontAlgn="auto" latinLnBrk="0" hangingPunct="1">
              <a:spcBef>
                <a:spcPts val="0"/>
              </a:spcBef>
              <a:spcAft>
                <a:spcPts val="0"/>
              </a:spcAft>
              <a:buClrTx/>
              <a:buSzTx/>
              <a:buFontTx/>
              <a:buNone/>
              <a:tabLst/>
              <a:defRPr/>
            </a:pPr>
            <a:r>
              <a:rPr kumimoji="0" lang="en-US" sz="1400" b="1" i="0" u="none" strike="noStrike" kern="0" cap="none" spc="0" normalizeH="0" baseline="0" noProof="0" dirty="0">
                <a:ln>
                  <a:noFill/>
                </a:ln>
                <a:effectLst/>
                <a:uLnTx/>
                <a:uFillTx/>
                <a:latin typeface="Gill Sans MT" panose="020B0502020104020203" pitchFamily="34" charset="0"/>
                <a:ea typeface="Open Sans" pitchFamily="34" charset="0"/>
                <a:cs typeface="Open Sans" pitchFamily="34" charset="0"/>
              </a:rPr>
              <a:t>NHPC holds “Mega Risk Insurance Policy”, “Comprehensive Package Insurance for CPM Equipment” &amp; “Third Party Insurance” Policies in respect of all O&amp;M Power Station since 31.07.11.</a:t>
            </a:r>
          </a:p>
        </p:txBody>
      </p:sp>
      <p:sp>
        <p:nvSpPr>
          <p:cNvPr id="207" name="Text Box 10">
            <a:extLst>
              <a:ext uri="{FF2B5EF4-FFF2-40B4-BE49-F238E27FC236}">
                <a16:creationId xmlns:a16="http://schemas.microsoft.com/office/drawing/2014/main" id="{6D8D5C9B-6CD9-095A-C473-8608A8B3D512}"/>
              </a:ext>
            </a:extLst>
          </p:cNvPr>
          <p:cNvSpPr txBox="1">
            <a:spLocks noChangeArrowheads="1"/>
          </p:cNvSpPr>
          <p:nvPr/>
        </p:nvSpPr>
        <p:spPr bwMode="auto">
          <a:xfrm>
            <a:off x="9794746" y="2854194"/>
            <a:ext cx="1914141" cy="907941"/>
          </a:xfrm>
          <a:prstGeom prst="rect">
            <a:avLst/>
          </a:prstGeom>
          <a:solidFill>
            <a:schemeClr val="bg1"/>
          </a:solidFill>
          <a:ln w="9525">
            <a:noFill/>
            <a:miter lim="800000"/>
            <a:headEnd/>
            <a:tailEnd/>
          </a:ln>
        </p:spPr>
        <p:txBody>
          <a:bodyPr wrap="square" lIns="45720" tIns="22860" rIns="45720" bIns="22860">
            <a:spAutoFit/>
          </a:bodyPr>
          <a:lstStyle/>
          <a:p>
            <a:pPr marL="0" marR="0" lvl="0" indent="0" defTabSz="1088232" eaLnBrk="1" fontAlgn="auto" latinLnBrk="0" hangingPunct="1">
              <a:spcBef>
                <a:spcPts val="0"/>
              </a:spcBef>
              <a:spcAft>
                <a:spcPts val="0"/>
              </a:spcAft>
              <a:buClrTx/>
              <a:buSzTx/>
              <a:buFontTx/>
              <a:buNone/>
              <a:tabLst/>
              <a:defRPr/>
            </a:pPr>
            <a:r>
              <a:rPr kumimoji="0" lang="en-US" sz="1400" b="1" i="0" u="none" strike="noStrike" kern="0" cap="none" spc="0" normalizeH="0" baseline="0" noProof="0" dirty="0">
                <a:ln>
                  <a:noFill/>
                </a:ln>
                <a:effectLst/>
                <a:uLnTx/>
                <a:uFillTx/>
                <a:latin typeface="Gill Sans MT" panose="020B0502020104020203" pitchFamily="34" charset="0"/>
                <a:ea typeface="Open Sans" pitchFamily="34" charset="0"/>
                <a:cs typeface="Open Sans" pitchFamily="34" charset="0"/>
              </a:rPr>
              <a:t>NHPC self-insures for losses exceeding Mega and CPM Policy limits</a:t>
            </a:r>
          </a:p>
        </p:txBody>
      </p:sp>
      <p:sp>
        <p:nvSpPr>
          <p:cNvPr id="208" name="Text Box 10">
            <a:extLst>
              <a:ext uri="{FF2B5EF4-FFF2-40B4-BE49-F238E27FC236}">
                <a16:creationId xmlns:a16="http://schemas.microsoft.com/office/drawing/2014/main" id="{4AB2FDA9-3CA3-6E1E-639B-65BEB23442D2}"/>
              </a:ext>
            </a:extLst>
          </p:cNvPr>
          <p:cNvSpPr txBox="1">
            <a:spLocks noChangeArrowheads="1"/>
          </p:cNvSpPr>
          <p:nvPr/>
        </p:nvSpPr>
        <p:spPr bwMode="auto">
          <a:xfrm>
            <a:off x="9084488" y="5013580"/>
            <a:ext cx="2689796" cy="1123384"/>
          </a:xfrm>
          <a:prstGeom prst="rect">
            <a:avLst/>
          </a:prstGeom>
          <a:solidFill>
            <a:schemeClr val="bg1"/>
          </a:solidFill>
          <a:ln w="9525">
            <a:noFill/>
            <a:miter lim="800000"/>
            <a:headEnd/>
            <a:tailEnd/>
          </a:ln>
        </p:spPr>
        <p:txBody>
          <a:bodyPr wrap="square" lIns="45720" tIns="22860" rIns="45720" bIns="22860">
            <a:spAutoFit/>
          </a:bodyPr>
          <a:lstStyle/>
          <a:p>
            <a:pPr marL="0" marR="0" lvl="0" indent="0" defTabSz="1088232" eaLnBrk="1" fontAlgn="auto" latinLnBrk="0" hangingPunct="1">
              <a:spcBef>
                <a:spcPts val="0"/>
              </a:spcBef>
              <a:spcAft>
                <a:spcPts val="0"/>
              </a:spcAft>
              <a:buClrTx/>
              <a:buSzTx/>
              <a:buFontTx/>
              <a:buNone/>
              <a:tabLst/>
              <a:defRPr/>
            </a:pPr>
            <a:r>
              <a:rPr kumimoji="0" lang="en-US" sz="1400" b="1" i="0" u="none" strike="noStrike" kern="0" cap="none" spc="0" normalizeH="0" baseline="0" noProof="0" dirty="0">
                <a:ln>
                  <a:noFill/>
                </a:ln>
                <a:effectLst/>
                <a:uLnTx/>
                <a:uFillTx/>
                <a:latin typeface="Gill Sans MT" panose="020B0502020104020203" pitchFamily="34" charset="0"/>
                <a:ea typeface="Open Sans" pitchFamily="34" charset="0"/>
                <a:cs typeface="Open Sans" pitchFamily="34" charset="0"/>
              </a:rPr>
              <a:t>NHPC maintains group insurance for employees, covering accidents, house building advance, and deposit-linked insurance</a:t>
            </a:r>
          </a:p>
        </p:txBody>
      </p:sp>
      <p:sp>
        <p:nvSpPr>
          <p:cNvPr id="2" name="TextBox 1">
            <a:extLst>
              <a:ext uri="{FF2B5EF4-FFF2-40B4-BE49-F238E27FC236}">
                <a16:creationId xmlns:a16="http://schemas.microsoft.com/office/drawing/2014/main" id="{B5A426A3-AA31-AFD9-8657-4F845FA090BA}"/>
              </a:ext>
            </a:extLst>
          </p:cNvPr>
          <p:cNvSpPr txBox="1"/>
          <p:nvPr/>
        </p:nvSpPr>
        <p:spPr>
          <a:xfrm>
            <a:off x="340486" y="6464872"/>
            <a:ext cx="11208032" cy="184666"/>
          </a:xfrm>
          <a:prstGeom prst="rect">
            <a:avLst/>
          </a:prstGeom>
          <a:noFill/>
        </p:spPr>
        <p:txBody>
          <a:bodyPr wrap="square" lIns="0" tIns="0" rIns="0" bIns="0" rtlCol="0">
            <a:spAutoFit/>
          </a:bodyPr>
          <a:lstStyle/>
          <a:p>
            <a:pPr>
              <a:spcBef>
                <a:spcPts val="600"/>
              </a:spcBef>
              <a:buSzPct val="100000"/>
            </a:pPr>
            <a:r>
              <a:rPr lang="en-US" sz="1200" b="1" i="1" dirty="0">
                <a:solidFill>
                  <a:srgbClr val="313131"/>
                </a:solidFill>
                <a:latin typeface="Gill Sans MT" panose="020B0502020104020203" pitchFamily="34" charset="0"/>
              </a:rPr>
              <a:t>Note:</a:t>
            </a:r>
            <a:r>
              <a:rPr lang="en-US" sz="1200" i="1" dirty="0">
                <a:solidFill>
                  <a:srgbClr val="313131"/>
                </a:solidFill>
                <a:latin typeface="Gill Sans MT" panose="020B0502020104020203" pitchFamily="34" charset="0"/>
              </a:rPr>
              <a:t> Some other observations with respect to approach towards Insurance in Indian Power Sector are provided in </a:t>
            </a:r>
            <a:r>
              <a:rPr lang="en-US" sz="1200" i="1" dirty="0">
                <a:solidFill>
                  <a:schemeClr val="bg2"/>
                </a:solidFill>
                <a:latin typeface="Gill Sans MT" panose="020B0502020104020203" pitchFamily="34" charset="0"/>
                <a:hlinkClick r:id="rId6" action="ppaction://hlinksldjump">
                  <a:extLst>
                    <a:ext uri="{A12FA001-AC4F-418D-AE19-62706E023703}">
                      <ahyp:hlinkClr xmlns:ahyp="http://schemas.microsoft.com/office/drawing/2018/hyperlinkcolor" val="tx"/>
                    </a:ext>
                  </a:extLst>
                </a:hlinkClick>
              </a:rPr>
              <a:t>Annexure</a:t>
            </a:r>
            <a:endParaRPr lang="en-US" sz="1200" i="1" dirty="0">
              <a:solidFill>
                <a:schemeClr val="bg2"/>
              </a:solidFill>
              <a:latin typeface="Gill Sans MT" panose="020B0502020104020203" pitchFamily="34" charset="0"/>
            </a:endParaRPr>
          </a:p>
        </p:txBody>
      </p:sp>
    </p:spTree>
    <p:extLst>
      <p:ext uri="{BB962C8B-B14F-4D97-AF65-F5344CB8AC3E}">
        <p14:creationId xmlns:p14="http://schemas.microsoft.com/office/powerpoint/2010/main" val="1902931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B6EB463-5E1C-BE22-A8A7-48A3E9AE58D8}"/>
              </a:ext>
            </a:extLst>
          </p:cNvPr>
          <p:cNvSpPr/>
          <p:nvPr/>
        </p:nvSpPr>
        <p:spPr bwMode="gray">
          <a:xfrm>
            <a:off x="375230" y="914264"/>
            <a:ext cx="11542587" cy="5456960"/>
          </a:xfrm>
          <a:prstGeom prst="rect">
            <a:avLst/>
          </a:prstGeom>
          <a:solidFill>
            <a:schemeClr val="accent5">
              <a:lumMod val="75000"/>
              <a:alpha val="2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2000" b="1" dirty="0">
              <a:solidFill>
                <a:schemeClr val="bg1"/>
              </a:solidFill>
              <a:latin typeface="Gill Sans MT" panose="020B0502020104020203" pitchFamily="34" charset="0"/>
            </a:endParaRPr>
          </a:p>
        </p:txBody>
      </p:sp>
      <p:graphicFrame>
        <p:nvGraphicFramePr>
          <p:cNvPr id="5" name="think-cell data - do not delete" hidden="1">
            <a:extLst>
              <a:ext uri="{FF2B5EF4-FFF2-40B4-BE49-F238E27FC236}">
                <a16:creationId xmlns:a16="http://schemas.microsoft.com/office/drawing/2014/main" id="{1496D70F-9EEE-B92F-AF87-54B572EDE2C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think-cell data - do not delete" hidden="1">
                        <a:extLst>
                          <a:ext uri="{FF2B5EF4-FFF2-40B4-BE49-F238E27FC236}">
                            <a16:creationId xmlns:a16="http://schemas.microsoft.com/office/drawing/2014/main" id="{1496D70F-9EEE-B92F-AF87-54B572EDE2C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Title 2">
            <a:extLst>
              <a:ext uri="{FF2B5EF4-FFF2-40B4-BE49-F238E27FC236}">
                <a16:creationId xmlns:a16="http://schemas.microsoft.com/office/drawing/2014/main" id="{230778C4-12F7-B010-6A93-841EAAB522F7}"/>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dirty="0">
                <a:solidFill>
                  <a:srgbClr val="BA0C2F"/>
                </a:solidFill>
                <a:latin typeface="Gill Sans MT" panose="020B0502020104020203" pitchFamily="34" charset="0"/>
              </a:rPr>
              <a:t>Key Points for Discussion/ Consideration</a:t>
            </a:r>
          </a:p>
        </p:txBody>
      </p:sp>
      <p:cxnSp>
        <p:nvCxnSpPr>
          <p:cNvPr id="6" name="Straight Connector 5">
            <a:extLst>
              <a:ext uri="{FF2B5EF4-FFF2-40B4-BE49-F238E27FC236}">
                <a16:creationId xmlns:a16="http://schemas.microsoft.com/office/drawing/2014/main" id="{57443967-D118-3264-ECCE-ADE584CF4B9A}"/>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Rectangle: Rounded Corners 1">
            <a:extLst>
              <a:ext uri="{FF2B5EF4-FFF2-40B4-BE49-F238E27FC236}">
                <a16:creationId xmlns:a16="http://schemas.microsoft.com/office/drawing/2014/main" id="{DD436CDE-87E7-DF23-D96B-A255574E9AF1}"/>
              </a:ext>
            </a:extLst>
          </p:cNvPr>
          <p:cNvSpPr/>
          <p:nvPr/>
        </p:nvSpPr>
        <p:spPr bwMode="gray">
          <a:xfrm>
            <a:off x="1484243" y="1431235"/>
            <a:ext cx="10058400" cy="3869635"/>
          </a:xfrm>
          <a:prstGeom prst="roundRect">
            <a:avLst/>
          </a:prstGeom>
          <a:ln>
            <a:solidFill>
              <a:schemeClr val="tx2"/>
            </a:solid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285750" indent="-285750">
              <a:lnSpc>
                <a:spcPct val="106000"/>
              </a:lnSpc>
              <a:buFont typeface="Arial" panose="020B0604020202020204" pitchFamily="34" charset="0"/>
              <a:buChar char="•"/>
            </a:pPr>
            <a:r>
              <a:rPr lang="en-US" b="1" dirty="0">
                <a:solidFill>
                  <a:schemeClr val="tx1"/>
                </a:solidFill>
              </a:rPr>
              <a:t>Considering hydro potential and major capacity addition targets major opportunity for insurance sector for buy-in</a:t>
            </a:r>
          </a:p>
          <a:p>
            <a:pPr marL="285750" indent="-285750">
              <a:lnSpc>
                <a:spcPct val="106000"/>
              </a:lnSpc>
              <a:buFont typeface="Arial" panose="020B0604020202020204" pitchFamily="34" charset="0"/>
              <a:buChar char="•"/>
            </a:pPr>
            <a:endParaRPr lang="en-US" b="1" dirty="0">
              <a:solidFill>
                <a:schemeClr val="tx1"/>
              </a:solidFill>
            </a:endParaRPr>
          </a:p>
          <a:p>
            <a:pPr marL="285750" indent="-285750">
              <a:lnSpc>
                <a:spcPct val="106000"/>
              </a:lnSpc>
              <a:buFont typeface="Arial" panose="020B0604020202020204" pitchFamily="34" charset="0"/>
              <a:buChar char="•"/>
            </a:pPr>
            <a:r>
              <a:rPr lang="en-US" b="1" dirty="0">
                <a:solidFill>
                  <a:schemeClr val="tx1"/>
                </a:solidFill>
              </a:rPr>
              <a:t>Achievement of balance in terms of coverage as well as price points to ensure viability of both parties (insurer and insured) would be crucial for the sustainability of both hydro and insurance sector</a:t>
            </a:r>
          </a:p>
          <a:p>
            <a:pPr marL="285750" indent="-285750">
              <a:lnSpc>
                <a:spcPct val="106000"/>
              </a:lnSpc>
              <a:buFont typeface="Arial" panose="020B0604020202020204" pitchFamily="34" charset="0"/>
              <a:buChar char="•"/>
            </a:pPr>
            <a:endParaRPr lang="en-US" b="1" dirty="0">
              <a:solidFill>
                <a:schemeClr val="tx1"/>
              </a:solidFill>
            </a:endParaRPr>
          </a:p>
          <a:p>
            <a:pPr marL="285750" indent="-285750">
              <a:lnSpc>
                <a:spcPct val="106000"/>
              </a:lnSpc>
              <a:buFont typeface="Arial" panose="020B0604020202020204" pitchFamily="34" charset="0"/>
              <a:buChar char="•"/>
            </a:pPr>
            <a:r>
              <a:rPr lang="en-US" b="1" dirty="0">
                <a:solidFill>
                  <a:schemeClr val="tx1"/>
                </a:solidFill>
              </a:rPr>
              <a:t>Need for Tariffs to be cost reflective in terms of insurance premiums paid in countries like Nepal and Bhutan</a:t>
            </a:r>
          </a:p>
          <a:p>
            <a:pPr marL="285750" indent="-285750">
              <a:lnSpc>
                <a:spcPct val="106000"/>
              </a:lnSpc>
              <a:buFont typeface="Arial" panose="020B0604020202020204" pitchFamily="34" charset="0"/>
              <a:buChar char="•"/>
            </a:pPr>
            <a:endParaRPr lang="en-US" b="1" dirty="0">
              <a:solidFill>
                <a:schemeClr val="tx1"/>
              </a:solidFill>
            </a:endParaRPr>
          </a:p>
          <a:p>
            <a:pPr marL="285750" indent="-285750">
              <a:lnSpc>
                <a:spcPct val="106000"/>
              </a:lnSpc>
              <a:buFont typeface="Arial" panose="020B0604020202020204" pitchFamily="34" charset="0"/>
              <a:buChar char="•"/>
            </a:pPr>
            <a:r>
              <a:rPr lang="en-US" b="1" dirty="0">
                <a:solidFill>
                  <a:schemeClr val="tx1"/>
                </a:solidFill>
              </a:rPr>
              <a:t>Capacity Building initiatives to bridge gap between Domestic Insurance and Global Reinsurance sector would also be crucial</a:t>
            </a:r>
          </a:p>
        </p:txBody>
      </p:sp>
      <p:pic>
        <p:nvPicPr>
          <p:cNvPr id="4" name="Graphic 3" descr="Right pointing backhand index with solid fill">
            <a:extLst>
              <a:ext uri="{FF2B5EF4-FFF2-40B4-BE49-F238E27FC236}">
                <a16:creationId xmlns:a16="http://schemas.microsoft.com/office/drawing/2014/main" id="{C9188A78-A1D7-FB4A-A566-6D376E639FD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9357" y="1477482"/>
            <a:ext cx="673067" cy="673067"/>
          </a:xfrm>
          <a:prstGeom prst="rect">
            <a:avLst/>
          </a:prstGeom>
        </p:spPr>
      </p:pic>
      <p:pic>
        <p:nvPicPr>
          <p:cNvPr id="8" name="Graphic 7" descr="Right pointing backhand index with solid fill">
            <a:extLst>
              <a:ext uri="{FF2B5EF4-FFF2-40B4-BE49-F238E27FC236}">
                <a16:creationId xmlns:a16="http://schemas.microsoft.com/office/drawing/2014/main" id="{D6A6C018-54DD-4BA9-2208-FBB64344DB0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6619" y="2476691"/>
            <a:ext cx="673067" cy="673067"/>
          </a:xfrm>
          <a:prstGeom prst="rect">
            <a:avLst/>
          </a:prstGeom>
        </p:spPr>
      </p:pic>
      <p:pic>
        <p:nvPicPr>
          <p:cNvPr id="21" name="Graphic 20" descr="Right pointing backhand index with solid fill">
            <a:extLst>
              <a:ext uri="{FF2B5EF4-FFF2-40B4-BE49-F238E27FC236}">
                <a16:creationId xmlns:a16="http://schemas.microsoft.com/office/drawing/2014/main" id="{88475C88-BB62-3AEC-B625-E9BC6622E4B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06967" y="3475900"/>
            <a:ext cx="673067" cy="673067"/>
          </a:xfrm>
          <a:prstGeom prst="rect">
            <a:avLst/>
          </a:prstGeom>
        </p:spPr>
      </p:pic>
      <p:pic>
        <p:nvPicPr>
          <p:cNvPr id="23" name="Graphic 22" descr="Right pointing backhand index with solid fill">
            <a:extLst>
              <a:ext uri="{FF2B5EF4-FFF2-40B4-BE49-F238E27FC236}">
                <a16:creationId xmlns:a16="http://schemas.microsoft.com/office/drawing/2014/main" id="{A3F614CC-CE01-E636-AABC-18D508B9371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6618" y="4475109"/>
            <a:ext cx="673067" cy="673067"/>
          </a:xfrm>
          <a:prstGeom prst="rect">
            <a:avLst/>
          </a:prstGeom>
        </p:spPr>
      </p:pic>
    </p:spTree>
    <p:extLst>
      <p:ext uri="{BB962C8B-B14F-4D97-AF65-F5344CB8AC3E}">
        <p14:creationId xmlns:p14="http://schemas.microsoft.com/office/powerpoint/2010/main" val="534078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2"/>
          </p:nvPr>
        </p:nvSpPr>
        <p:spPr/>
        <p:txBody>
          <a:bodyPr/>
          <a:lstStyle/>
          <a:p>
            <a:fld id="{BCCE5460-4FB7-5647-9AB1-CEF5116A5DCA}" type="datetime1">
              <a:rPr lang="en-US" smtClean="0"/>
              <a:pPr/>
              <a:t>3/12/2024</a:t>
            </a:fld>
            <a:endParaRPr lang="en-US" dirty="0"/>
          </a:p>
        </p:txBody>
      </p:sp>
      <p:sp>
        <p:nvSpPr>
          <p:cNvPr id="7" name="Slide Number Placeholder 6"/>
          <p:cNvSpPr>
            <a:spLocks noGrp="1"/>
          </p:cNvSpPr>
          <p:nvPr>
            <p:ph type="sldNum" sz="quarter" idx="4"/>
          </p:nvPr>
        </p:nvSpPr>
        <p:spPr/>
        <p:txBody>
          <a:bodyPr/>
          <a:lstStyle/>
          <a:p>
            <a:fld id="{42782948-4DBE-204D-AB9E-B65E067054AE}" type="slidenum">
              <a:rPr lang="en-US" smtClean="0"/>
              <a:pPr/>
              <a:t>14</a:t>
            </a:fld>
            <a:endParaRPr lang="en-US" dirty="0"/>
          </a:p>
        </p:txBody>
      </p:sp>
      <p:sp>
        <p:nvSpPr>
          <p:cNvPr id="12" name="Subtitle 11"/>
          <p:cNvSpPr>
            <a:spLocks noGrp="1"/>
          </p:cNvSpPr>
          <p:nvPr>
            <p:ph type="subTitle" idx="1"/>
          </p:nvPr>
        </p:nvSpPr>
        <p:spPr/>
        <p:txBody>
          <a:bodyPr>
            <a:normAutofit/>
          </a:bodyPr>
          <a:lstStyle/>
          <a:p>
            <a:r>
              <a:rPr lang="en-US" dirty="0">
                <a:effectLst>
                  <a:outerShdw blurRad="38100" dist="38100" dir="2700000" algn="tl">
                    <a:srgbClr val="000000">
                      <a:alpha val="43137"/>
                    </a:srgbClr>
                  </a:outerShdw>
                </a:effectLst>
              </a:rPr>
              <a:t>USAID’s Urja Nepal Program</a:t>
            </a:r>
          </a:p>
          <a:p>
            <a:r>
              <a:rPr lang="en-US" dirty="0">
                <a:effectLst>
                  <a:outerShdw blurRad="38100" dist="38100" dir="2700000" algn="tl">
                    <a:srgbClr val="000000">
                      <a:alpha val="43137"/>
                    </a:srgbClr>
                  </a:outerShdw>
                </a:effectLst>
              </a:rPr>
              <a:t>  </a:t>
            </a:r>
          </a:p>
          <a:p>
            <a:r>
              <a:rPr lang="en-US" dirty="0">
                <a:effectLst>
                  <a:outerShdw blurRad="38100" dist="38100" dir="2700000" algn="tl">
                    <a:srgbClr val="000000">
                      <a:alpha val="43137"/>
                    </a:srgbClr>
                  </a:outerShdw>
                </a:effectLst>
              </a:rPr>
              <a:t>Kathmandu, Nepal</a:t>
            </a:r>
          </a:p>
        </p:txBody>
      </p:sp>
      <p:sp>
        <p:nvSpPr>
          <p:cNvPr id="6" name="Footer Placeholder 5"/>
          <p:cNvSpPr>
            <a:spLocks noGrp="1"/>
          </p:cNvSpPr>
          <p:nvPr>
            <p:ph type="ftr" sz="quarter" idx="4294967295"/>
          </p:nvPr>
        </p:nvSpPr>
        <p:spPr>
          <a:xfrm>
            <a:off x="3124200" y="4864207"/>
            <a:ext cx="2895600" cy="186148"/>
          </a:xfrm>
          <a:prstGeom prst="rect">
            <a:avLst/>
          </a:prstGeom>
        </p:spPr>
        <p:txBody>
          <a:bodyPr vert="horz" lIns="91440" tIns="45720" rIns="91440" bIns="45720" rtlCol="0" anchor="ctr">
            <a:spAutoFit/>
          </a:bodyPr>
          <a:lstStyle>
            <a:defPPr>
              <a:defRPr lang="en-US"/>
            </a:defPPr>
            <a:lvl1pPr marL="0" algn="ctr" defTabSz="457200" rtl="0" eaLnBrk="1" latinLnBrk="0" hangingPunct="1">
              <a:defRPr sz="600" b="0" i="0" kern="1200">
                <a:solidFill>
                  <a:srgbClr val="6C6463"/>
                </a:solidFill>
                <a:latin typeface="Gill Sans MT"/>
                <a:ea typeface="+mn-ea"/>
                <a:cs typeface="Gill Sans MT"/>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FOOTER GOES HERE</a:t>
            </a:r>
            <a:endParaRPr lang="en-US" dirty="0">
              <a:solidFill>
                <a:srgbClr val="FFFFFF"/>
              </a:solidFill>
            </a:endParaRPr>
          </a:p>
        </p:txBody>
      </p:sp>
    </p:spTree>
    <p:extLst>
      <p:ext uri="{BB962C8B-B14F-4D97-AF65-F5344CB8AC3E}">
        <p14:creationId xmlns:p14="http://schemas.microsoft.com/office/powerpoint/2010/main" val="20506304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2F6C"/>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1"/>
            </p:custDataLst>
            <p:extLst>
              <p:ext uri="{D42A27DB-BD31-4B8C-83A1-F6EECF244321}">
                <p14:modId xmlns:p14="http://schemas.microsoft.com/office/powerpoint/2010/main" val="7972466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cxnSp>
        <p:nvCxnSpPr>
          <p:cNvPr id="8" name="Straight Connector 7">
            <a:extLst>
              <a:ext uri="{FF2B5EF4-FFF2-40B4-BE49-F238E27FC236}">
                <a16:creationId xmlns:a16="http://schemas.microsoft.com/office/drawing/2014/main" id="{784C1C03-CAB1-4AA6-8518-B87142FB9A78}"/>
              </a:ext>
            </a:extLst>
          </p:cNvPr>
          <p:cNvCxnSpPr/>
          <p:nvPr/>
        </p:nvCxnSpPr>
        <p:spPr>
          <a:xfrm>
            <a:off x="0" y="3429000"/>
            <a:ext cx="11691257" cy="0"/>
          </a:xfrm>
          <a:prstGeom prst="line">
            <a:avLst/>
          </a:prstGeom>
          <a:ln w="57150">
            <a:solidFill>
              <a:srgbClr val="DA291C"/>
            </a:solidFill>
          </a:ln>
        </p:spPr>
        <p:style>
          <a:lnRef idx="1">
            <a:schemeClr val="accent1"/>
          </a:lnRef>
          <a:fillRef idx="0">
            <a:schemeClr val="accent1"/>
          </a:fillRef>
          <a:effectRef idx="0">
            <a:schemeClr val="accent1"/>
          </a:effectRef>
          <a:fontRef idx="minor">
            <a:schemeClr val="tx1"/>
          </a:fontRef>
        </p:style>
      </p:cxnSp>
      <p:sp>
        <p:nvSpPr>
          <p:cNvPr id="5" name="Title 3">
            <a:extLst>
              <a:ext uri="{FF2B5EF4-FFF2-40B4-BE49-F238E27FC236}">
                <a16:creationId xmlns:a16="http://schemas.microsoft.com/office/drawing/2014/main" id="{65527A5E-F1EB-8B46-2365-FE82507EED67}"/>
              </a:ext>
            </a:extLst>
          </p:cNvPr>
          <p:cNvSpPr>
            <a:spLocks noGrp="1"/>
          </p:cNvSpPr>
          <p:nvPr>
            <p:ph type="title"/>
          </p:nvPr>
        </p:nvSpPr>
        <p:spPr>
          <a:xfrm>
            <a:off x="219528" y="2736849"/>
            <a:ext cx="11252200" cy="692151"/>
          </a:xfrm>
        </p:spPr>
        <p:txBody>
          <a:bodyPr vert="horz"/>
          <a:lstStyle/>
          <a:p>
            <a:pPr marL="990600" indent="-990600"/>
            <a:r>
              <a:rPr lang="en-US" sz="2800" i="0" dirty="0">
                <a:solidFill>
                  <a:schemeClr val="bg1"/>
                </a:solidFill>
              </a:rPr>
              <a:t>Annexures</a:t>
            </a:r>
            <a:endParaRPr lang="en-US" i="0" dirty="0">
              <a:solidFill>
                <a:schemeClr val="bg1"/>
              </a:solidFill>
            </a:endParaRPr>
          </a:p>
        </p:txBody>
      </p:sp>
    </p:spTree>
    <p:extLst>
      <p:ext uri="{BB962C8B-B14F-4D97-AF65-F5344CB8AC3E}">
        <p14:creationId xmlns:p14="http://schemas.microsoft.com/office/powerpoint/2010/main" val="11721427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496D70F-9EEE-B92F-AF87-54B572EDE2C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1496D70F-9EEE-B92F-AF87-54B572EDE2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itle 2">
            <a:extLst>
              <a:ext uri="{FF2B5EF4-FFF2-40B4-BE49-F238E27FC236}">
                <a16:creationId xmlns:a16="http://schemas.microsoft.com/office/drawing/2014/main" id="{0E9F6327-CB65-9029-0ABD-33DC81247AE5}"/>
              </a:ext>
            </a:extLst>
          </p:cNvPr>
          <p:cNvSpPr txBox="1">
            <a:spLocks/>
          </p:cNvSpPr>
          <p:nvPr/>
        </p:nvSpPr>
        <p:spPr bwMode="gray">
          <a:xfrm>
            <a:off x="514664" y="266400"/>
            <a:ext cx="11096089" cy="304619"/>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dirty="0">
                <a:solidFill>
                  <a:srgbClr val="BA0C2F"/>
                </a:solidFill>
                <a:latin typeface="Gill Sans MT" panose="020B0502020104020203" pitchFamily="34" charset="0"/>
              </a:rPr>
              <a:t>Sample Insurance Policy of Hydro Project in India (1/2) </a:t>
            </a:r>
          </a:p>
        </p:txBody>
      </p:sp>
      <p:pic>
        <p:nvPicPr>
          <p:cNvPr id="8" name="Picture 7">
            <a:extLst>
              <a:ext uri="{FF2B5EF4-FFF2-40B4-BE49-F238E27FC236}">
                <a16:creationId xmlns:a16="http://schemas.microsoft.com/office/drawing/2014/main" id="{E31CC99A-AC03-B9D1-5AC9-D31349214F7C}"/>
              </a:ext>
            </a:extLst>
          </p:cNvPr>
          <p:cNvPicPr>
            <a:picLocks noChangeAspect="1"/>
          </p:cNvPicPr>
          <p:nvPr/>
        </p:nvPicPr>
        <p:blipFill>
          <a:blip r:embed="rId5"/>
          <a:stretch>
            <a:fillRect/>
          </a:stretch>
        </p:blipFill>
        <p:spPr>
          <a:xfrm>
            <a:off x="978289" y="679878"/>
            <a:ext cx="4611172" cy="6020581"/>
          </a:xfrm>
          <a:prstGeom prst="rect">
            <a:avLst/>
          </a:prstGeom>
          <a:ln>
            <a:solidFill>
              <a:schemeClr val="accent6"/>
            </a:solidFill>
          </a:ln>
        </p:spPr>
      </p:pic>
      <p:pic>
        <p:nvPicPr>
          <p:cNvPr id="11" name="Picture 10">
            <a:extLst>
              <a:ext uri="{FF2B5EF4-FFF2-40B4-BE49-F238E27FC236}">
                <a16:creationId xmlns:a16="http://schemas.microsoft.com/office/drawing/2014/main" id="{9B24D176-66A2-E242-B546-B381E460D25D}"/>
              </a:ext>
            </a:extLst>
          </p:cNvPr>
          <p:cNvPicPr>
            <a:picLocks noChangeAspect="1"/>
          </p:cNvPicPr>
          <p:nvPr/>
        </p:nvPicPr>
        <p:blipFill>
          <a:blip r:embed="rId6"/>
          <a:stretch>
            <a:fillRect/>
          </a:stretch>
        </p:blipFill>
        <p:spPr>
          <a:xfrm>
            <a:off x="6476507" y="679878"/>
            <a:ext cx="4611172" cy="6020581"/>
          </a:xfrm>
          <a:prstGeom prst="rect">
            <a:avLst/>
          </a:prstGeom>
          <a:ln>
            <a:solidFill>
              <a:srgbClr val="0070C0"/>
            </a:solidFill>
          </a:ln>
        </p:spPr>
      </p:pic>
      <p:sp>
        <p:nvSpPr>
          <p:cNvPr id="12" name="TextBox 11">
            <a:extLst>
              <a:ext uri="{FF2B5EF4-FFF2-40B4-BE49-F238E27FC236}">
                <a16:creationId xmlns:a16="http://schemas.microsoft.com/office/drawing/2014/main" id="{93F77431-CAE4-D004-DF70-86B30B60271E}"/>
              </a:ext>
            </a:extLst>
          </p:cNvPr>
          <p:cNvSpPr txBox="1"/>
          <p:nvPr/>
        </p:nvSpPr>
        <p:spPr>
          <a:xfrm rot="19706286">
            <a:off x="3336315" y="3293120"/>
            <a:ext cx="4506290" cy="169277"/>
          </a:xfrm>
          <a:prstGeom prst="rect">
            <a:avLst/>
          </a:prstGeom>
          <a:noFill/>
        </p:spPr>
        <p:txBody>
          <a:bodyPr wrap="square" lIns="0" tIns="0" rIns="0" bIns="0" rtlCol="0">
            <a:spAutoFit/>
          </a:bodyPr>
          <a:lstStyle/>
          <a:p>
            <a:pPr algn="ctr">
              <a:spcBef>
                <a:spcPts val="600"/>
              </a:spcBef>
              <a:buSzPct val="100000"/>
            </a:pPr>
            <a:r>
              <a:rPr lang="en-US" sz="1100" dirty="0">
                <a:solidFill>
                  <a:srgbClr val="DA291C"/>
                </a:solidFill>
              </a:rPr>
              <a:t>ILLUSTRATIVE. FOR REFERENCE ONLY</a:t>
            </a:r>
          </a:p>
        </p:txBody>
      </p:sp>
    </p:spTree>
    <p:extLst>
      <p:ext uri="{BB962C8B-B14F-4D97-AF65-F5344CB8AC3E}">
        <p14:creationId xmlns:p14="http://schemas.microsoft.com/office/powerpoint/2010/main" val="7266007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06D9F-CA62-3E00-7223-695639B12E6B}"/>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25AFF41-2DD9-4E27-C7BE-9763A99069B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225AFF41-2DD9-4E27-C7BE-9763A99069B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itle 2">
            <a:extLst>
              <a:ext uri="{FF2B5EF4-FFF2-40B4-BE49-F238E27FC236}">
                <a16:creationId xmlns:a16="http://schemas.microsoft.com/office/drawing/2014/main" id="{9E952DBE-85BA-EA82-4EC0-C095001ECED6}"/>
              </a:ext>
            </a:extLst>
          </p:cNvPr>
          <p:cNvSpPr txBox="1">
            <a:spLocks/>
          </p:cNvSpPr>
          <p:nvPr/>
        </p:nvSpPr>
        <p:spPr bwMode="gray">
          <a:xfrm>
            <a:off x="514664" y="266400"/>
            <a:ext cx="11096089" cy="304619"/>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dirty="0">
                <a:solidFill>
                  <a:srgbClr val="BA0C2F"/>
                </a:solidFill>
                <a:latin typeface="Gill Sans MT" panose="020B0502020104020203" pitchFamily="34" charset="0"/>
              </a:rPr>
              <a:t>Sample Insurance Policy of Hydro Project in India (2/2) </a:t>
            </a:r>
          </a:p>
        </p:txBody>
      </p:sp>
      <p:pic>
        <p:nvPicPr>
          <p:cNvPr id="3" name="Picture 2">
            <a:extLst>
              <a:ext uri="{FF2B5EF4-FFF2-40B4-BE49-F238E27FC236}">
                <a16:creationId xmlns:a16="http://schemas.microsoft.com/office/drawing/2014/main" id="{A4789C41-8C97-D4BF-ABF2-B7459C537A2B}"/>
              </a:ext>
            </a:extLst>
          </p:cNvPr>
          <p:cNvPicPr>
            <a:picLocks noChangeAspect="1"/>
          </p:cNvPicPr>
          <p:nvPr/>
        </p:nvPicPr>
        <p:blipFill>
          <a:blip r:embed="rId5"/>
          <a:stretch>
            <a:fillRect/>
          </a:stretch>
        </p:blipFill>
        <p:spPr>
          <a:xfrm>
            <a:off x="774619" y="683245"/>
            <a:ext cx="4832964" cy="6031922"/>
          </a:xfrm>
          <a:prstGeom prst="rect">
            <a:avLst/>
          </a:prstGeom>
          <a:ln>
            <a:solidFill>
              <a:srgbClr val="005AAE"/>
            </a:solidFill>
          </a:ln>
        </p:spPr>
      </p:pic>
      <p:pic>
        <p:nvPicPr>
          <p:cNvPr id="6" name="Picture 5">
            <a:extLst>
              <a:ext uri="{FF2B5EF4-FFF2-40B4-BE49-F238E27FC236}">
                <a16:creationId xmlns:a16="http://schemas.microsoft.com/office/drawing/2014/main" id="{4025BD26-EEA6-571B-42D2-D814745CAF08}"/>
              </a:ext>
            </a:extLst>
          </p:cNvPr>
          <p:cNvPicPr>
            <a:picLocks noChangeAspect="1"/>
          </p:cNvPicPr>
          <p:nvPr/>
        </p:nvPicPr>
        <p:blipFill>
          <a:blip r:embed="rId6"/>
          <a:stretch>
            <a:fillRect/>
          </a:stretch>
        </p:blipFill>
        <p:spPr>
          <a:xfrm>
            <a:off x="6269599" y="683245"/>
            <a:ext cx="4679138" cy="6079156"/>
          </a:xfrm>
          <a:prstGeom prst="rect">
            <a:avLst/>
          </a:prstGeom>
        </p:spPr>
      </p:pic>
      <p:sp>
        <p:nvSpPr>
          <p:cNvPr id="7" name="TextBox 6">
            <a:extLst>
              <a:ext uri="{FF2B5EF4-FFF2-40B4-BE49-F238E27FC236}">
                <a16:creationId xmlns:a16="http://schemas.microsoft.com/office/drawing/2014/main" id="{E25F420D-BE13-EA24-8BD4-50DD81D583D4}"/>
              </a:ext>
            </a:extLst>
          </p:cNvPr>
          <p:cNvSpPr txBox="1"/>
          <p:nvPr/>
        </p:nvSpPr>
        <p:spPr>
          <a:xfrm rot="19706286">
            <a:off x="3336315" y="3325773"/>
            <a:ext cx="4506290" cy="169277"/>
          </a:xfrm>
          <a:prstGeom prst="rect">
            <a:avLst/>
          </a:prstGeom>
          <a:noFill/>
        </p:spPr>
        <p:txBody>
          <a:bodyPr wrap="square" lIns="0" tIns="0" rIns="0" bIns="0" rtlCol="0">
            <a:spAutoFit/>
          </a:bodyPr>
          <a:lstStyle/>
          <a:p>
            <a:pPr algn="ctr">
              <a:spcBef>
                <a:spcPts val="600"/>
              </a:spcBef>
              <a:buSzPct val="100000"/>
            </a:pPr>
            <a:r>
              <a:rPr lang="en-US" sz="1100" dirty="0">
                <a:solidFill>
                  <a:srgbClr val="DA291C"/>
                </a:solidFill>
              </a:rPr>
              <a:t>ILLUSTRATIVE. FOR REFERENCE ONLY</a:t>
            </a:r>
          </a:p>
        </p:txBody>
      </p:sp>
    </p:spTree>
    <p:extLst>
      <p:ext uri="{BB962C8B-B14F-4D97-AF65-F5344CB8AC3E}">
        <p14:creationId xmlns:p14="http://schemas.microsoft.com/office/powerpoint/2010/main" val="922584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1B78C-93E8-CF94-EDB2-A340AA80F1ED}"/>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E81FBAF-2D90-C054-3E27-7B757842FFE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4E81FBAF-2D90-C054-3E27-7B757842FFE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C56B1BD9-C6B2-092A-CA41-5B4E3F8CF4FA}"/>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600" dirty="0">
                <a:solidFill>
                  <a:schemeClr val="bg2">
                    <a:lumMod val="50000"/>
                  </a:schemeClr>
                </a:solidFill>
                <a:latin typeface="Gill Sans MT" panose="020B0502020104020203" pitchFamily="34" charset="0"/>
              </a:rPr>
              <a:t>Some key players listed which offer non-life insurance products that can cater to Hydro power projects</a:t>
            </a:r>
          </a:p>
        </p:txBody>
      </p:sp>
      <p:sp>
        <p:nvSpPr>
          <p:cNvPr id="6" name="Title 2">
            <a:extLst>
              <a:ext uri="{FF2B5EF4-FFF2-40B4-BE49-F238E27FC236}">
                <a16:creationId xmlns:a16="http://schemas.microsoft.com/office/drawing/2014/main" id="{7E6F80E7-554B-E367-2531-B9264BE3DA7A}"/>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dirty="0">
                <a:solidFill>
                  <a:srgbClr val="BA0C2F"/>
                </a:solidFill>
                <a:latin typeface="Gill Sans MT" panose="020B0502020104020203" pitchFamily="34" charset="0"/>
              </a:rPr>
              <a:t>Some Major Players in Hydro Insurance Market in South Asia</a:t>
            </a:r>
          </a:p>
        </p:txBody>
      </p:sp>
      <p:cxnSp>
        <p:nvCxnSpPr>
          <p:cNvPr id="18" name="Straight Connector 17">
            <a:extLst>
              <a:ext uri="{FF2B5EF4-FFF2-40B4-BE49-F238E27FC236}">
                <a16:creationId xmlns:a16="http://schemas.microsoft.com/office/drawing/2014/main" id="{68BB695A-288F-ED20-B88D-501AABBCF452}"/>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E58C4A56-A8ED-0867-EBC4-B5CA24922929}"/>
              </a:ext>
            </a:extLst>
          </p:cNvPr>
          <p:cNvSpPr/>
          <p:nvPr/>
        </p:nvSpPr>
        <p:spPr bwMode="gray">
          <a:xfrm>
            <a:off x="1034710" y="2569466"/>
            <a:ext cx="3234492" cy="3896547"/>
          </a:xfrm>
          <a:prstGeom prst="rect">
            <a:avLst/>
          </a:prstGeom>
          <a:solidFill>
            <a:schemeClr val="bg2">
              <a:alpha val="30196"/>
            </a:schemeClr>
          </a:solidFill>
          <a:ln w="19050" algn="ctr">
            <a:noFill/>
            <a:miter lim="800000"/>
            <a:headEnd/>
            <a:tailEnd/>
          </a:ln>
        </p:spPr>
        <p:txBody>
          <a:bodyPr wrap="square" lIns="88900" tIns="88900" rIns="88900" bIns="88900" rtlCol="0" anchor="t"/>
          <a:lstStyle/>
          <a:p>
            <a:pPr marL="285750" indent="-285750">
              <a:lnSpc>
                <a:spcPct val="106000"/>
              </a:lnSpc>
              <a:buFont typeface="Arial" panose="020B0604020202020204" pitchFamily="34" charset="0"/>
              <a:buChar char="•"/>
            </a:pPr>
            <a:endParaRPr lang="en-US" b="1" dirty="0">
              <a:solidFill>
                <a:schemeClr val="bg1"/>
              </a:solidFill>
              <a:latin typeface="Gill Sans MT" panose="020B0502020104020203" pitchFamily="34" charset="0"/>
            </a:endParaRPr>
          </a:p>
        </p:txBody>
      </p:sp>
      <p:pic>
        <p:nvPicPr>
          <p:cNvPr id="4" name="Picture 3">
            <a:extLst>
              <a:ext uri="{FF2B5EF4-FFF2-40B4-BE49-F238E27FC236}">
                <a16:creationId xmlns:a16="http://schemas.microsoft.com/office/drawing/2014/main" id="{D7CD88F6-422A-2F26-D6BB-DFF503974669}"/>
              </a:ext>
            </a:extLst>
          </p:cNvPr>
          <p:cNvPicPr>
            <a:picLocks noChangeAspect="1"/>
          </p:cNvPicPr>
          <p:nvPr/>
        </p:nvPicPr>
        <p:blipFill>
          <a:blip r:embed="rId5"/>
          <a:stretch>
            <a:fillRect/>
          </a:stretch>
        </p:blipFill>
        <p:spPr>
          <a:xfrm>
            <a:off x="1765084" y="2701496"/>
            <a:ext cx="1971546" cy="523063"/>
          </a:xfrm>
          <a:prstGeom prst="rect">
            <a:avLst/>
          </a:prstGeom>
        </p:spPr>
      </p:pic>
      <p:pic>
        <p:nvPicPr>
          <p:cNvPr id="10" name="Picture 9">
            <a:extLst>
              <a:ext uri="{FF2B5EF4-FFF2-40B4-BE49-F238E27FC236}">
                <a16:creationId xmlns:a16="http://schemas.microsoft.com/office/drawing/2014/main" id="{246E6341-4CBC-C75E-A3E7-C2E4552498EB}"/>
              </a:ext>
            </a:extLst>
          </p:cNvPr>
          <p:cNvPicPr>
            <a:picLocks noChangeAspect="1"/>
          </p:cNvPicPr>
          <p:nvPr/>
        </p:nvPicPr>
        <p:blipFill>
          <a:blip r:embed="rId6"/>
          <a:stretch>
            <a:fillRect/>
          </a:stretch>
        </p:blipFill>
        <p:spPr>
          <a:xfrm>
            <a:off x="1487278" y="3326873"/>
            <a:ext cx="2527158" cy="523063"/>
          </a:xfrm>
          <a:prstGeom prst="rect">
            <a:avLst/>
          </a:prstGeom>
        </p:spPr>
      </p:pic>
      <p:pic>
        <p:nvPicPr>
          <p:cNvPr id="13" name="Picture 12">
            <a:extLst>
              <a:ext uri="{FF2B5EF4-FFF2-40B4-BE49-F238E27FC236}">
                <a16:creationId xmlns:a16="http://schemas.microsoft.com/office/drawing/2014/main" id="{4D8F75F9-A3B5-6D64-0226-86B817A3C0BB}"/>
              </a:ext>
            </a:extLst>
          </p:cNvPr>
          <p:cNvPicPr>
            <a:picLocks noChangeAspect="1"/>
          </p:cNvPicPr>
          <p:nvPr/>
        </p:nvPicPr>
        <p:blipFill>
          <a:blip r:embed="rId7"/>
          <a:stretch>
            <a:fillRect/>
          </a:stretch>
        </p:blipFill>
        <p:spPr>
          <a:xfrm>
            <a:off x="1965243" y="3970623"/>
            <a:ext cx="1600200" cy="695325"/>
          </a:xfrm>
          <a:prstGeom prst="rect">
            <a:avLst/>
          </a:prstGeom>
        </p:spPr>
      </p:pic>
      <p:pic>
        <p:nvPicPr>
          <p:cNvPr id="19" name="Picture 18">
            <a:extLst>
              <a:ext uri="{FF2B5EF4-FFF2-40B4-BE49-F238E27FC236}">
                <a16:creationId xmlns:a16="http://schemas.microsoft.com/office/drawing/2014/main" id="{317E9DD0-09B2-1BD8-2E4D-451EB3D23579}"/>
              </a:ext>
            </a:extLst>
          </p:cNvPr>
          <p:cNvPicPr>
            <a:picLocks noChangeAspect="1"/>
          </p:cNvPicPr>
          <p:nvPr/>
        </p:nvPicPr>
        <p:blipFill>
          <a:blip r:embed="rId8"/>
          <a:stretch>
            <a:fillRect/>
          </a:stretch>
        </p:blipFill>
        <p:spPr>
          <a:xfrm>
            <a:off x="1696092" y="4850984"/>
            <a:ext cx="1970088" cy="752983"/>
          </a:xfrm>
          <a:prstGeom prst="rect">
            <a:avLst/>
          </a:prstGeom>
        </p:spPr>
      </p:pic>
      <p:pic>
        <p:nvPicPr>
          <p:cNvPr id="22" name="Picture 21">
            <a:extLst>
              <a:ext uri="{FF2B5EF4-FFF2-40B4-BE49-F238E27FC236}">
                <a16:creationId xmlns:a16="http://schemas.microsoft.com/office/drawing/2014/main" id="{9D30F3CD-673A-E617-EB4B-829E6C1618EA}"/>
              </a:ext>
            </a:extLst>
          </p:cNvPr>
          <p:cNvPicPr>
            <a:picLocks noChangeAspect="1"/>
          </p:cNvPicPr>
          <p:nvPr/>
        </p:nvPicPr>
        <p:blipFill>
          <a:blip r:embed="rId9"/>
          <a:stretch>
            <a:fillRect/>
          </a:stretch>
        </p:blipFill>
        <p:spPr>
          <a:xfrm>
            <a:off x="1417557" y="5759757"/>
            <a:ext cx="2698608" cy="535069"/>
          </a:xfrm>
          <a:prstGeom prst="rect">
            <a:avLst/>
          </a:prstGeom>
        </p:spPr>
      </p:pic>
      <p:sp>
        <p:nvSpPr>
          <p:cNvPr id="24" name="Rectangle: Rounded Corners 23">
            <a:extLst>
              <a:ext uri="{FF2B5EF4-FFF2-40B4-BE49-F238E27FC236}">
                <a16:creationId xmlns:a16="http://schemas.microsoft.com/office/drawing/2014/main" id="{EBE99604-2BF9-2E35-54F4-2AA10DB89F4E}"/>
              </a:ext>
            </a:extLst>
          </p:cNvPr>
          <p:cNvSpPr/>
          <p:nvPr/>
        </p:nvSpPr>
        <p:spPr bwMode="gray">
          <a:xfrm>
            <a:off x="939855" y="1483931"/>
            <a:ext cx="3329348" cy="748331"/>
          </a:xfrm>
          <a:prstGeom prst="roundRect">
            <a:avLst/>
          </a:prstGeom>
          <a:solidFill>
            <a:schemeClr val="bg2"/>
          </a:solidFill>
          <a:ln w="19050" algn="ctr">
            <a:noFill/>
            <a:miter lim="800000"/>
            <a:headEnd/>
            <a:tailEnd/>
          </a:ln>
        </p:spPr>
        <p:txBody>
          <a:bodyPr wrap="square" lIns="88900" tIns="88900" rIns="88900" bIns="88900" rtlCol="0" anchor="ctr"/>
          <a:lstStyle/>
          <a:p>
            <a:pPr algn="ctr">
              <a:lnSpc>
                <a:spcPct val="106000"/>
              </a:lnSpc>
            </a:pPr>
            <a:r>
              <a:rPr lang="en-US" sz="1400" b="1" dirty="0">
                <a:solidFill>
                  <a:schemeClr val="bg1"/>
                </a:solidFill>
                <a:latin typeface="Gill Sans MT" panose="020B0502020104020203" pitchFamily="34" charset="0"/>
              </a:rPr>
              <a:t>Insurance Regulatory and Development Authority of India(IRDAI)</a:t>
            </a:r>
          </a:p>
        </p:txBody>
      </p:sp>
      <p:sp>
        <p:nvSpPr>
          <p:cNvPr id="25" name="Arrow: Down 24">
            <a:extLst>
              <a:ext uri="{FF2B5EF4-FFF2-40B4-BE49-F238E27FC236}">
                <a16:creationId xmlns:a16="http://schemas.microsoft.com/office/drawing/2014/main" id="{6980BCD6-12DC-5621-84FE-D2CD7F2391ED}"/>
              </a:ext>
            </a:extLst>
          </p:cNvPr>
          <p:cNvSpPr/>
          <p:nvPr/>
        </p:nvSpPr>
        <p:spPr bwMode="gray">
          <a:xfrm>
            <a:off x="2392530" y="2264887"/>
            <a:ext cx="423998" cy="331391"/>
          </a:xfrm>
          <a:prstGeom prst="down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dirty="0">
              <a:solidFill>
                <a:schemeClr val="bg1"/>
              </a:solidFill>
              <a:latin typeface="Gill Sans MT" panose="020B0502020104020203" pitchFamily="34" charset="0"/>
            </a:endParaRPr>
          </a:p>
        </p:txBody>
      </p:sp>
      <p:cxnSp>
        <p:nvCxnSpPr>
          <p:cNvPr id="27" name="Straight Connector 26">
            <a:extLst>
              <a:ext uri="{FF2B5EF4-FFF2-40B4-BE49-F238E27FC236}">
                <a16:creationId xmlns:a16="http://schemas.microsoft.com/office/drawing/2014/main" id="{E8FA47B2-8499-44BF-DB40-C446AB587391}"/>
              </a:ext>
            </a:extLst>
          </p:cNvPr>
          <p:cNvCxnSpPr>
            <a:cxnSpLocks/>
          </p:cNvCxnSpPr>
          <p:nvPr/>
        </p:nvCxnSpPr>
        <p:spPr>
          <a:xfrm>
            <a:off x="1058056" y="1245595"/>
            <a:ext cx="3030583" cy="0"/>
          </a:xfrm>
          <a:prstGeom prst="line">
            <a:avLst/>
          </a:prstGeom>
        </p:spPr>
        <p:style>
          <a:lnRef idx="1">
            <a:schemeClr val="dk1"/>
          </a:lnRef>
          <a:fillRef idx="0">
            <a:schemeClr val="dk1"/>
          </a:fillRef>
          <a:effectRef idx="0">
            <a:schemeClr val="dk1"/>
          </a:effectRef>
          <a:fontRef idx="minor">
            <a:schemeClr val="tx1"/>
          </a:fontRef>
        </p:style>
      </p:cxnSp>
      <p:sp>
        <p:nvSpPr>
          <p:cNvPr id="28" name="Rectangle 27">
            <a:extLst>
              <a:ext uri="{FF2B5EF4-FFF2-40B4-BE49-F238E27FC236}">
                <a16:creationId xmlns:a16="http://schemas.microsoft.com/office/drawing/2014/main" id="{D94D3520-CF96-05EF-DE16-62DDABB6573E}"/>
              </a:ext>
            </a:extLst>
          </p:cNvPr>
          <p:cNvSpPr/>
          <p:nvPr/>
        </p:nvSpPr>
        <p:spPr>
          <a:xfrm>
            <a:off x="1765084" y="1146727"/>
            <a:ext cx="1578973" cy="2569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50" b="1" dirty="0">
                <a:solidFill>
                  <a:srgbClr val="000000"/>
                </a:solidFill>
                <a:latin typeface="Gill Sans MT" panose="020B0502020104020203" pitchFamily="34" charset="0"/>
                <a:ea typeface="Verdana" panose="020B0604030504040204" pitchFamily="34" charset="0"/>
                <a:cs typeface="Verdana" panose="020B0604030504040204" pitchFamily="34" charset="0"/>
              </a:rPr>
              <a:t>Major Players in India</a:t>
            </a:r>
            <a:endParaRPr kumimoji="0" lang="en-IN" sz="1050" b="1" i="0" u="none" strike="noStrike" kern="1200" cap="none" spc="0" normalizeH="0" baseline="0" noProof="0" dirty="0">
              <a:ln>
                <a:noFill/>
              </a:ln>
              <a:solidFill>
                <a:srgbClr val="000000"/>
              </a:solidFill>
              <a:effectLst/>
              <a:uLnTx/>
              <a:uFillTx/>
              <a:latin typeface="Gill Sans MT" panose="020B0502020104020203" pitchFamily="34" charset="0"/>
              <a:ea typeface="Verdana" panose="020B0604030504040204" pitchFamily="34" charset="0"/>
              <a:cs typeface="Verdana" panose="020B0604030504040204" pitchFamily="34" charset="0"/>
            </a:endParaRPr>
          </a:p>
        </p:txBody>
      </p:sp>
      <p:sp>
        <p:nvSpPr>
          <p:cNvPr id="34" name="Rectangle 33">
            <a:extLst>
              <a:ext uri="{FF2B5EF4-FFF2-40B4-BE49-F238E27FC236}">
                <a16:creationId xmlns:a16="http://schemas.microsoft.com/office/drawing/2014/main" id="{551F5286-8104-771A-7555-B0B04B2440C6}"/>
              </a:ext>
            </a:extLst>
          </p:cNvPr>
          <p:cNvSpPr/>
          <p:nvPr/>
        </p:nvSpPr>
        <p:spPr bwMode="gray">
          <a:xfrm>
            <a:off x="4722995" y="2569466"/>
            <a:ext cx="3234493" cy="3896547"/>
          </a:xfrm>
          <a:prstGeom prst="rect">
            <a:avLst/>
          </a:prstGeom>
          <a:solidFill>
            <a:schemeClr val="tx2">
              <a:alpha val="30196"/>
            </a:schemeClr>
          </a:solidFill>
          <a:ln w="19050" algn="ctr">
            <a:noFill/>
            <a:miter lim="800000"/>
            <a:headEnd/>
            <a:tailEnd/>
          </a:ln>
        </p:spPr>
        <p:txBody>
          <a:bodyPr wrap="square" lIns="88900" tIns="88900" rIns="88900" bIns="88900" rtlCol="0" anchor="t"/>
          <a:lstStyle/>
          <a:p>
            <a:pPr marL="285750" indent="-285750">
              <a:lnSpc>
                <a:spcPct val="106000"/>
              </a:lnSpc>
              <a:buFont typeface="Arial" panose="020B0604020202020204" pitchFamily="34" charset="0"/>
              <a:buChar char="•"/>
            </a:pPr>
            <a:endParaRPr lang="en-US" b="1" dirty="0">
              <a:solidFill>
                <a:schemeClr val="bg1"/>
              </a:solidFill>
              <a:latin typeface="Gill Sans MT" panose="020B0502020104020203" pitchFamily="34" charset="0"/>
            </a:endParaRPr>
          </a:p>
        </p:txBody>
      </p:sp>
      <p:sp>
        <p:nvSpPr>
          <p:cNvPr id="40" name="Rectangle: Rounded Corners 39">
            <a:extLst>
              <a:ext uri="{FF2B5EF4-FFF2-40B4-BE49-F238E27FC236}">
                <a16:creationId xmlns:a16="http://schemas.microsoft.com/office/drawing/2014/main" id="{AEF6E988-9F8D-81E8-74FD-5A01BCC4617F}"/>
              </a:ext>
            </a:extLst>
          </p:cNvPr>
          <p:cNvSpPr/>
          <p:nvPr/>
        </p:nvSpPr>
        <p:spPr bwMode="gray">
          <a:xfrm>
            <a:off x="4615359" y="1483931"/>
            <a:ext cx="3329348" cy="748331"/>
          </a:xfrm>
          <a:prstGeom prst="roundRect">
            <a:avLst/>
          </a:prstGeom>
          <a:solidFill>
            <a:schemeClr val="tx2"/>
          </a:solidFill>
          <a:ln w="19050" algn="ctr">
            <a:noFill/>
            <a:miter lim="800000"/>
            <a:headEnd/>
            <a:tailEnd/>
          </a:ln>
        </p:spPr>
        <p:txBody>
          <a:bodyPr wrap="square" lIns="88900" tIns="88900" rIns="88900" bIns="88900" rtlCol="0" anchor="ctr"/>
          <a:lstStyle/>
          <a:p>
            <a:pPr algn="ctr">
              <a:lnSpc>
                <a:spcPct val="106000"/>
              </a:lnSpc>
            </a:pPr>
            <a:r>
              <a:rPr lang="en-US" sz="1400" b="1" dirty="0">
                <a:solidFill>
                  <a:schemeClr val="bg1"/>
                </a:solidFill>
                <a:latin typeface="Gill Sans MT" panose="020B0502020104020203" pitchFamily="34" charset="0"/>
              </a:rPr>
              <a:t>Nepal Insurance Authority (NIA)</a:t>
            </a:r>
          </a:p>
        </p:txBody>
      </p:sp>
      <p:sp>
        <p:nvSpPr>
          <p:cNvPr id="41" name="Arrow: Down 40">
            <a:extLst>
              <a:ext uri="{FF2B5EF4-FFF2-40B4-BE49-F238E27FC236}">
                <a16:creationId xmlns:a16="http://schemas.microsoft.com/office/drawing/2014/main" id="{719B63D6-3F75-EF6D-CB53-F8C37272A4E4}"/>
              </a:ext>
            </a:extLst>
          </p:cNvPr>
          <p:cNvSpPr/>
          <p:nvPr/>
        </p:nvSpPr>
        <p:spPr bwMode="gray">
          <a:xfrm>
            <a:off x="6047969" y="2264887"/>
            <a:ext cx="423998" cy="331391"/>
          </a:xfrm>
          <a:prstGeom prst="downArrow">
            <a:avLst/>
          </a:prstGeom>
          <a:solidFill>
            <a:srgbClr val="00768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dirty="0">
              <a:solidFill>
                <a:schemeClr val="bg1"/>
              </a:solidFill>
              <a:latin typeface="Gill Sans MT" panose="020B0502020104020203" pitchFamily="34" charset="0"/>
            </a:endParaRPr>
          </a:p>
        </p:txBody>
      </p:sp>
      <p:cxnSp>
        <p:nvCxnSpPr>
          <p:cNvPr id="42" name="Straight Connector 41">
            <a:extLst>
              <a:ext uri="{FF2B5EF4-FFF2-40B4-BE49-F238E27FC236}">
                <a16:creationId xmlns:a16="http://schemas.microsoft.com/office/drawing/2014/main" id="{31E9D1ED-EE18-062B-102D-3518B8D6FA6C}"/>
              </a:ext>
            </a:extLst>
          </p:cNvPr>
          <p:cNvCxnSpPr>
            <a:cxnSpLocks/>
          </p:cNvCxnSpPr>
          <p:nvPr/>
        </p:nvCxnSpPr>
        <p:spPr>
          <a:xfrm>
            <a:off x="4773066" y="1245595"/>
            <a:ext cx="3030583" cy="0"/>
          </a:xfrm>
          <a:prstGeom prst="line">
            <a:avLst/>
          </a:prstGeom>
        </p:spPr>
        <p:style>
          <a:lnRef idx="1">
            <a:schemeClr val="dk1"/>
          </a:lnRef>
          <a:fillRef idx="0">
            <a:schemeClr val="dk1"/>
          </a:fillRef>
          <a:effectRef idx="0">
            <a:schemeClr val="dk1"/>
          </a:effectRef>
          <a:fontRef idx="minor">
            <a:schemeClr val="tx1"/>
          </a:fontRef>
        </p:style>
      </p:cxnSp>
      <p:sp>
        <p:nvSpPr>
          <p:cNvPr id="43" name="Rectangle 42">
            <a:extLst>
              <a:ext uri="{FF2B5EF4-FFF2-40B4-BE49-F238E27FC236}">
                <a16:creationId xmlns:a16="http://schemas.microsoft.com/office/drawing/2014/main" id="{F778E847-7586-54C4-B721-4943264DB3FC}"/>
              </a:ext>
            </a:extLst>
          </p:cNvPr>
          <p:cNvSpPr/>
          <p:nvPr/>
        </p:nvSpPr>
        <p:spPr>
          <a:xfrm>
            <a:off x="5480094" y="1146727"/>
            <a:ext cx="1578973" cy="2569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50" b="1" dirty="0">
                <a:solidFill>
                  <a:srgbClr val="000000"/>
                </a:solidFill>
                <a:latin typeface="Gill Sans MT" panose="020B0502020104020203" pitchFamily="34" charset="0"/>
                <a:ea typeface="Verdana" panose="020B0604030504040204" pitchFamily="34" charset="0"/>
                <a:cs typeface="Verdana" panose="020B0604030504040204" pitchFamily="34" charset="0"/>
              </a:rPr>
              <a:t>Major Players in Nepal</a:t>
            </a:r>
            <a:endParaRPr kumimoji="0" lang="en-IN" sz="1050" b="1" i="0" u="none" strike="noStrike" kern="1200" cap="none" spc="0" normalizeH="0" baseline="0" noProof="0" dirty="0">
              <a:ln>
                <a:noFill/>
              </a:ln>
              <a:solidFill>
                <a:srgbClr val="000000"/>
              </a:solidFill>
              <a:effectLst/>
              <a:uLnTx/>
              <a:uFillTx/>
              <a:latin typeface="Gill Sans MT" panose="020B0502020104020203" pitchFamily="34" charset="0"/>
              <a:ea typeface="Verdana" panose="020B0604030504040204" pitchFamily="34" charset="0"/>
              <a:cs typeface="Verdana" panose="020B0604030504040204" pitchFamily="34" charset="0"/>
            </a:endParaRPr>
          </a:p>
        </p:txBody>
      </p:sp>
      <p:pic>
        <p:nvPicPr>
          <p:cNvPr id="45" name="Picture 44">
            <a:extLst>
              <a:ext uri="{FF2B5EF4-FFF2-40B4-BE49-F238E27FC236}">
                <a16:creationId xmlns:a16="http://schemas.microsoft.com/office/drawing/2014/main" id="{F2A1B21C-B501-9B64-8BA2-AE79A8860093}"/>
              </a:ext>
            </a:extLst>
          </p:cNvPr>
          <p:cNvPicPr>
            <a:picLocks noChangeAspect="1"/>
          </p:cNvPicPr>
          <p:nvPr/>
        </p:nvPicPr>
        <p:blipFill>
          <a:blip r:embed="rId10"/>
          <a:stretch>
            <a:fillRect/>
          </a:stretch>
        </p:blipFill>
        <p:spPr>
          <a:xfrm>
            <a:off x="4888012" y="2846498"/>
            <a:ext cx="2920007" cy="539567"/>
          </a:xfrm>
          <a:prstGeom prst="rect">
            <a:avLst/>
          </a:prstGeom>
        </p:spPr>
      </p:pic>
      <p:sp>
        <p:nvSpPr>
          <p:cNvPr id="46" name="Rectangle 45">
            <a:extLst>
              <a:ext uri="{FF2B5EF4-FFF2-40B4-BE49-F238E27FC236}">
                <a16:creationId xmlns:a16="http://schemas.microsoft.com/office/drawing/2014/main" id="{93654E7C-CD9E-F32E-5F94-F2DB72497265}"/>
              </a:ext>
            </a:extLst>
          </p:cNvPr>
          <p:cNvSpPr/>
          <p:nvPr/>
        </p:nvSpPr>
        <p:spPr>
          <a:xfrm rot="16200000">
            <a:off x="-136462" y="1763337"/>
            <a:ext cx="1102918" cy="2569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50" b="1" dirty="0">
                <a:solidFill>
                  <a:srgbClr val="000000"/>
                </a:solidFill>
                <a:latin typeface="Gill Sans MT" panose="020B0502020104020203" pitchFamily="34" charset="0"/>
                <a:ea typeface="Verdana" panose="020B0604030504040204" pitchFamily="34" charset="0"/>
                <a:cs typeface="Verdana" panose="020B0604030504040204" pitchFamily="34" charset="0"/>
              </a:rPr>
              <a:t>Governing Body</a:t>
            </a:r>
            <a:endParaRPr kumimoji="0" lang="en-IN" sz="1050" b="1" i="0" u="none" strike="noStrike" kern="1200" cap="none" spc="0" normalizeH="0" baseline="0" noProof="0" dirty="0">
              <a:ln>
                <a:noFill/>
              </a:ln>
              <a:solidFill>
                <a:srgbClr val="000000"/>
              </a:solidFill>
              <a:effectLst/>
              <a:uLnTx/>
              <a:uFillTx/>
              <a:latin typeface="Gill Sans MT" panose="020B0502020104020203" pitchFamily="34" charset="0"/>
              <a:ea typeface="Verdana" panose="020B0604030504040204" pitchFamily="34" charset="0"/>
              <a:cs typeface="Verdana" panose="020B0604030504040204" pitchFamily="34" charset="0"/>
            </a:endParaRPr>
          </a:p>
        </p:txBody>
      </p:sp>
      <p:pic>
        <p:nvPicPr>
          <p:cNvPr id="49" name="Picture 48">
            <a:extLst>
              <a:ext uri="{FF2B5EF4-FFF2-40B4-BE49-F238E27FC236}">
                <a16:creationId xmlns:a16="http://schemas.microsoft.com/office/drawing/2014/main" id="{85A3FA27-E2FC-C6A6-3AE9-6115DC397225}"/>
              </a:ext>
            </a:extLst>
          </p:cNvPr>
          <p:cNvPicPr>
            <a:picLocks noChangeAspect="1"/>
          </p:cNvPicPr>
          <p:nvPr/>
        </p:nvPicPr>
        <p:blipFill>
          <a:blip r:embed="rId11"/>
          <a:stretch>
            <a:fillRect/>
          </a:stretch>
        </p:blipFill>
        <p:spPr>
          <a:xfrm>
            <a:off x="5098351" y="3558376"/>
            <a:ext cx="2432935" cy="824494"/>
          </a:xfrm>
          <a:prstGeom prst="rect">
            <a:avLst/>
          </a:prstGeom>
        </p:spPr>
      </p:pic>
      <p:pic>
        <p:nvPicPr>
          <p:cNvPr id="51" name="Picture 50">
            <a:extLst>
              <a:ext uri="{FF2B5EF4-FFF2-40B4-BE49-F238E27FC236}">
                <a16:creationId xmlns:a16="http://schemas.microsoft.com/office/drawing/2014/main" id="{7BB8F2EA-AED3-79B5-D585-A5820EBA48F1}"/>
              </a:ext>
            </a:extLst>
          </p:cNvPr>
          <p:cNvPicPr>
            <a:picLocks noChangeAspect="1"/>
          </p:cNvPicPr>
          <p:nvPr/>
        </p:nvPicPr>
        <p:blipFill>
          <a:blip r:embed="rId12"/>
          <a:stretch>
            <a:fillRect/>
          </a:stretch>
        </p:blipFill>
        <p:spPr>
          <a:xfrm>
            <a:off x="4883641" y="4544421"/>
            <a:ext cx="2920008" cy="613125"/>
          </a:xfrm>
          <a:prstGeom prst="rect">
            <a:avLst/>
          </a:prstGeom>
        </p:spPr>
      </p:pic>
      <p:pic>
        <p:nvPicPr>
          <p:cNvPr id="53" name="Picture 52">
            <a:extLst>
              <a:ext uri="{FF2B5EF4-FFF2-40B4-BE49-F238E27FC236}">
                <a16:creationId xmlns:a16="http://schemas.microsoft.com/office/drawing/2014/main" id="{31B9CF19-6522-0564-42D0-16ACA432E2A4}"/>
              </a:ext>
            </a:extLst>
          </p:cNvPr>
          <p:cNvPicPr>
            <a:picLocks noChangeAspect="1"/>
          </p:cNvPicPr>
          <p:nvPr/>
        </p:nvPicPr>
        <p:blipFill>
          <a:blip r:embed="rId13"/>
          <a:stretch>
            <a:fillRect/>
          </a:stretch>
        </p:blipFill>
        <p:spPr>
          <a:xfrm>
            <a:off x="5098351" y="5316544"/>
            <a:ext cx="2528365" cy="1013849"/>
          </a:xfrm>
          <a:prstGeom prst="rect">
            <a:avLst/>
          </a:prstGeom>
        </p:spPr>
      </p:pic>
      <p:sp>
        <p:nvSpPr>
          <p:cNvPr id="54" name="Rectangle 53">
            <a:extLst>
              <a:ext uri="{FF2B5EF4-FFF2-40B4-BE49-F238E27FC236}">
                <a16:creationId xmlns:a16="http://schemas.microsoft.com/office/drawing/2014/main" id="{FC26F853-ECE6-DA76-2AC6-B78FA17AF7BC}"/>
              </a:ext>
            </a:extLst>
          </p:cNvPr>
          <p:cNvSpPr/>
          <p:nvPr/>
        </p:nvSpPr>
        <p:spPr bwMode="gray">
          <a:xfrm>
            <a:off x="8516198" y="2569466"/>
            <a:ext cx="3234493" cy="3896547"/>
          </a:xfrm>
          <a:prstGeom prst="rect">
            <a:avLst/>
          </a:prstGeom>
          <a:solidFill>
            <a:schemeClr val="tx1">
              <a:lumMod val="75000"/>
              <a:lumOff val="25000"/>
              <a:alpha val="30196"/>
            </a:schemeClr>
          </a:solidFill>
          <a:ln w="19050" algn="ctr">
            <a:noFill/>
            <a:miter lim="800000"/>
            <a:headEnd/>
            <a:tailEnd/>
          </a:ln>
        </p:spPr>
        <p:txBody>
          <a:bodyPr wrap="square" lIns="88900" tIns="88900" rIns="88900" bIns="88900" rtlCol="0" anchor="t"/>
          <a:lstStyle/>
          <a:p>
            <a:pPr marL="285750" indent="-285750">
              <a:lnSpc>
                <a:spcPct val="106000"/>
              </a:lnSpc>
              <a:buFont typeface="Arial" panose="020B0604020202020204" pitchFamily="34" charset="0"/>
              <a:buChar char="•"/>
            </a:pPr>
            <a:endParaRPr lang="en-US" b="1" dirty="0">
              <a:solidFill>
                <a:schemeClr val="bg1"/>
              </a:solidFill>
              <a:latin typeface="Gill Sans MT" panose="020B0502020104020203" pitchFamily="34" charset="0"/>
            </a:endParaRPr>
          </a:p>
        </p:txBody>
      </p:sp>
      <p:sp>
        <p:nvSpPr>
          <p:cNvPr id="55" name="Rectangle: Rounded Corners 54">
            <a:extLst>
              <a:ext uri="{FF2B5EF4-FFF2-40B4-BE49-F238E27FC236}">
                <a16:creationId xmlns:a16="http://schemas.microsoft.com/office/drawing/2014/main" id="{2341FD5D-02C4-1666-6025-8C2F0BE6EEE8}"/>
              </a:ext>
            </a:extLst>
          </p:cNvPr>
          <p:cNvSpPr/>
          <p:nvPr/>
        </p:nvSpPr>
        <p:spPr bwMode="gray">
          <a:xfrm>
            <a:off x="8408562" y="1483931"/>
            <a:ext cx="3329348" cy="748331"/>
          </a:xfrm>
          <a:prstGeom prst="roundRect">
            <a:avLst/>
          </a:prstGeom>
          <a:solidFill>
            <a:schemeClr val="tx1"/>
          </a:solidFill>
          <a:ln w="19050" algn="ctr">
            <a:noFill/>
            <a:miter lim="800000"/>
            <a:headEnd/>
            <a:tailEnd/>
          </a:ln>
        </p:spPr>
        <p:txBody>
          <a:bodyPr wrap="square" lIns="88900" tIns="88900" rIns="88900" bIns="88900" rtlCol="0" anchor="ctr"/>
          <a:lstStyle/>
          <a:p>
            <a:pPr algn="ctr">
              <a:lnSpc>
                <a:spcPct val="106000"/>
              </a:lnSpc>
            </a:pPr>
            <a:r>
              <a:rPr lang="en-US" sz="1400" b="1" dirty="0">
                <a:solidFill>
                  <a:schemeClr val="bg1"/>
                </a:solidFill>
                <a:latin typeface="Gill Sans MT" panose="020B0502020104020203" pitchFamily="34" charset="0"/>
              </a:rPr>
              <a:t>Royal Monetary Authority of Bhutan (RMA)</a:t>
            </a:r>
          </a:p>
        </p:txBody>
      </p:sp>
      <p:sp>
        <p:nvSpPr>
          <p:cNvPr id="56" name="Arrow: Down 55">
            <a:extLst>
              <a:ext uri="{FF2B5EF4-FFF2-40B4-BE49-F238E27FC236}">
                <a16:creationId xmlns:a16="http://schemas.microsoft.com/office/drawing/2014/main" id="{F21E4572-837C-DFA4-FFEF-56DAAEE5D935}"/>
              </a:ext>
            </a:extLst>
          </p:cNvPr>
          <p:cNvSpPr/>
          <p:nvPr/>
        </p:nvSpPr>
        <p:spPr bwMode="gray">
          <a:xfrm>
            <a:off x="9865236" y="2264887"/>
            <a:ext cx="423998" cy="331391"/>
          </a:xfrm>
          <a:prstGeom prst="downArrow">
            <a:avLst/>
          </a:prstGeom>
          <a:solidFill>
            <a:schemeClr val="tx1">
              <a:lumMod val="65000"/>
              <a:lumOff val="3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dirty="0">
              <a:solidFill>
                <a:schemeClr val="bg1"/>
              </a:solidFill>
              <a:latin typeface="Gill Sans MT" panose="020B0502020104020203" pitchFamily="34" charset="0"/>
            </a:endParaRPr>
          </a:p>
        </p:txBody>
      </p:sp>
      <p:cxnSp>
        <p:nvCxnSpPr>
          <p:cNvPr id="57" name="Straight Connector 56">
            <a:extLst>
              <a:ext uri="{FF2B5EF4-FFF2-40B4-BE49-F238E27FC236}">
                <a16:creationId xmlns:a16="http://schemas.microsoft.com/office/drawing/2014/main" id="{D8668340-D23A-4631-837D-1DDA9838220F}"/>
              </a:ext>
            </a:extLst>
          </p:cNvPr>
          <p:cNvCxnSpPr>
            <a:cxnSpLocks/>
          </p:cNvCxnSpPr>
          <p:nvPr/>
        </p:nvCxnSpPr>
        <p:spPr>
          <a:xfrm>
            <a:off x="8566269" y="1245595"/>
            <a:ext cx="3030583" cy="0"/>
          </a:xfrm>
          <a:prstGeom prst="line">
            <a:avLst/>
          </a:prstGeom>
        </p:spPr>
        <p:style>
          <a:lnRef idx="1">
            <a:schemeClr val="dk1"/>
          </a:lnRef>
          <a:fillRef idx="0">
            <a:schemeClr val="dk1"/>
          </a:fillRef>
          <a:effectRef idx="0">
            <a:schemeClr val="dk1"/>
          </a:effectRef>
          <a:fontRef idx="minor">
            <a:schemeClr val="tx1"/>
          </a:fontRef>
        </p:style>
      </p:cxnSp>
      <p:sp>
        <p:nvSpPr>
          <p:cNvPr id="58" name="Rectangle 57">
            <a:extLst>
              <a:ext uri="{FF2B5EF4-FFF2-40B4-BE49-F238E27FC236}">
                <a16:creationId xmlns:a16="http://schemas.microsoft.com/office/drawing/2014/main" id="{1CAFDC49-664F-D084-E5DB-6C8AB7E3E0EE}"/>
              </a:ext>
            </a:extLst>
          </p:cNvPr>
          <p:cNvSpPr/>
          <p:nvPr/>
        </p:nvSpPr>
        <p:spPr>
          <a:xfrm>
            <a:off x="9273297" y="1146727"/>
            <a:ext cx="1578973" cy="2569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50" b="1" dirty="0">
                <a:solidFill>
                  <a:srgbClr val="000000"/>
                </a:solidFill>
                <a:latin typeface="Gill Sans MT" panose="020B0502020104020203" pitchFamily="34" charset="0"/>
                <a:ea typeface="Verdana" panose="020B0604030504040204" pitchFamily="34" charset="0"/>
                <a:cs typeface="Verdana" panose="020B0604030504040204" pitchFamily="34" charset="0"/>
              </a:rPr>
              <a:t>Major Players in Bhutan</a:t>
            </a:r>
            <a:endParaRPr kumimoji="0" lang="en-IN" sz="1050" b="1" i="0" u="none" strike="noStrike" kern="1200" cap="none" spc="0" normalizeH="0" baseline="0" noProof="0" dirty="0">
              <a:ln>
                <a:noFill/>
              </a:ln>
              <a:solidFill>
                <a:srgbClr val="000000"/>
              </a:solidFill>
              <a:effectLst/>
              <a:uLnTx/>
              <a:uFillTx/>
              <a:latin typeface="Gill Sans MT" panose="020B0502020104020203" pitchFamily="34" charset="0"/>
              <a:ea typeface="Verdana" panose="020B0604030504040204" pitchFamily="34" charset="0"/>
              <a:cs typeface="Verdana" panose="020B0604030504040204" pitchFamily="34" charset="0"/>
            </a:endParaRPr>
          </a:p>
        </p:txBody>
      </p:sp>
      <p:sp>
        <p:nvSpPr>
          <p:cNvPr id="63" name="Rectangle 62">
            <a:extLst>
              <a:ext uri="{FF2B5EF4-FFF2-40B4-BE49-F238E27FC236}">
                <a16:creationId xmlns:a16="http://schemas.microsoft.com/office/drawing/2014/main" id="{6FBE6E9B-6A03-B874-2FB0-CFC6158CE677}"/>
              </a:ext>
            </a:extLst>
          </p:cNvPr>
          <p:cNvSpPr/>
          <p:nvPr/>
        </p:nvSpPr>
        <p:spPr>
          <a:xfrm rot="16200000">
            <a:off x="-315283" y="4047956"/>
            <a:ext cx="1525549" cy="2569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50" b="1" dirty="0">
                <a:solidFill>
                  <a:srgbClr val="000000"/>
                </a:solidFill>
                <a:latin typeface="Gill Sans MT" panose="020B0502020104020203" pitchFamily="34" charset="0"/>
                <a:ea typeface="Verdana" panose="020B0604030504040204" pitchFamily="34" charset="0"/>
                <a:cs typeface="Verdana" panose="020B0604030504040204" pitchFamily="34" charset="0"/>
              </a:rPr>
              <a:t>Major Insurance Companies</a:t>
            </a:r>
            <a:endParaRPr kumimoji="0" lang="en-IN" sz="1050" b="1" i="0" u="none" strike="noStrike" kern="1200" cap="none" spc="0" normalizeH="0" baseline="0" noProof="0" dirty="0">
              <a:ln>
                <a:noFill/>
              </a:ln>
              <a:solidFill>
                <a:srgbClr val="000000"/>
              </a:solidFill>
              <a:effectLst/>
              <a:uLnTx/>
              <a:uFillTx/>
              <a:latin typeface="Gill Sans MT" panose="020B0502020104020203" pitchFamily="34" charset="0"/>
              <a:ea typeface="Verdana" panose="020B0604030504040204" pitchFamily="34" charset="0"/>
              <a:cs typeface="Verdana" panose="020B0604030504040204" pitchFamily="34" charset="0"/>
            </a:endParaRPr>
          </a:p>
        </p:txBody>
      </p:sp>
      <p:pic>
        <p:nvPicPr>
          <p:cNvPr id="65" name="Picture 64">
            <a:extLst>
              <a:ext uri="{FF2B5EF4-FFF2-40B4-BE49-F238E27FC236}">
                <a16:creationId xmlns:a16="http://schemas.microsoft.com/office/drawing/2014/main" id="{7E69370E-EEB2-B98C-E169-4E3EAFD7E38C}"/>
              </a:ext>
            </a:extLst>
          </p:cNvPr>
          <p:cNvPicPr>
            <a:picLocks noChangeAspect="1"/>
          </p:cNvPicPr>
          <p:nvPr/>
        </p:nvPicPr>
        <p:blipFill>
          <a:blip r:embed="rId14"/>
          <a:stretch>
            <a:fillRect/>
          </a:stretch>
        </p:blipFill>
        <p:spPr>
          <a:xfrm>
            <a:off x="9694189" y="2825993"/>
            <a:ext cx="795839" cy="867423"/>
          </a:xfrm>
          <a:prstGeom prst="rect">
            <a:avLst/>
          </a:prstGeom>
        </p:spPr>
      </p:pic>
      <p:pic>
        <p:nvPicPr>
          <p:cNvPr id="67" name="Picture 66">
            <a:extLst>
              <a:ext uri="{FF2B5EF4-FFF2-40B4-BE49-F238E27FC236}">
                <a16:creationId xmlns:a16="http://schemas.microsoft.com/office/drawing/2014/main" id="{C2F3B16B-42DF-5DB4-FCE1-78E8BD0FCA1D}"/>
              </a:ext>
            </a:extLst>
          </p:cNvPr>
          <p:cNvPicPr>
            <a:picLocks noChangeAspect="1"/>
          </p:cNvPicPr>
          <p:nvPr/>
        </p:nvPicPr>
        <p:blipFill>
          <a:blip r:embed="rId15"/>
          <a:stretch>
            <a:fillRect/>
          </a:stretch>
        </p:blipFill>
        <p:spPr>
          <a:xfrm>
            <a:off x="8599101" y="3717877"/>
            <a:ext cx="3080654" cy="213180"/>
          </a:xfrm>
          <a:prstGeom prst="rect">
            <a:avLst/>
          </a:prstGeom>
        </p:spPr>
      </p:pic>
      <p:pic>
        <p:nvPicPr>
          <p:cNvPr id="69" name="Picture 68">
            <a:extLst>
              <a:ext uri="{FF2B5EF4-FFF2-40B4-BE49-F238E27FC236}">
                <a16:creationId xmlns:a16="http://schemas.microsoft.com/office/drawing/2014/main" id="{4256F7CB-E77D-6244-7BBC-64ABDA93B986}"/>
              </a:ext>
            </a:extLst>
          </p:cNvPr>
          <p:cNvPicPr>
            <a:picLocks noChangeAspect="1"/>
          </p:cNvPicPr>
          <p:nvPr/>
        </p:nvPicPr>
        <p:blipFill>
          <a:blip r:embed="rId16"/>
          <a:stretch>
            <a:fillRect/>
          </a:stretch>
        </p:blipFill>
        <p:spPr>
          <a:xfrm>
            <a:off x="8602365" y="4408353"/>
            <a:ext cx="3080654" cy="1105082"/>
          </a:xfrm>
          <a:prstGeom prst="rect">
            <a:avLst/>
          </a:prstGeom>
        </p:spPr>
      </p:pic>
    </p:spTree>
    <p:extLst>
      <p:ext uri="{BB962C8B-B14F-4D97-AF65-F5344CB8AC3E}">
        <p14:creationId xmlns:p14="http://schemas.microsoft.com/office/powerpoint/2010/main" val="38670103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2FCDB-2A42-9619-E016-F0FCB47BD760}"/>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25B06AB-6CD6-CD5F-BF16-6F810A622E6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E25B06AB-6CD6-CD5F-BF16-6F810A622E6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9606787A-7E32-C6A7-6B9F-6D7E1F07EC2E}"/>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600" dirty="0">
                <a:solidFill>
                  <a:schemeClr val="bg2">
                    <a:lumMod val="50000"/>
                  </a:schemeClr>
                </a:solidFill>
                <a:latin typeface="Gill Sans MT" panose="020B0502020104020203" pitchFamily="34" charset="0"/>
              </a:rPr>
              <a:t>There are some critical parameters prima facie which should govern selection of insurance agencies for infrastructure projects</a:t>
            </a:r>
          </a:p>
        </p:txBody>
      </p:sp>
      <p:sp>
        <p:nvSpPr>
          <p:cNvPr id="6" name="Title 2">
            <a:extLst>
              <a:ext uri="{FF2B5EF4-FFF2-40B4-BE49-F238E27FC236}">
                <a16:creationId xmlns:a16="http://schemas.microsoft.com/office/drawing/2014/main" id="{5EB8F244-6265-6D80-D709-4AE0A4479F4B}"/>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dirty="0">
                <a:solidFill>
                  <a:srgbClr val="BA0C2F"/>
                </a:solidFill>
                <a:latin typeface="Gill Sans MT" panose="020B0502020104020203" pitchFamily="34" charset="0"/>
              </a:rPr>
              <a:t>Key features for selecting Insurance Agency</a:t>
            </a:r>
          </a:p>
        </p:txBody>
      </p:sp>
      <p:cxnSp>
        <p:nvCxnSpPr>
          <p:cNvPr id="18" name="Straight Connector 17">
            <a:extLst>
              <a:ext uri="{FF2B5EF4-FFF2-40B4-BE49-F238E27FC236}">
                <a16:creationId xmlns:a16="http://schemas.microsoft.com/office/drawing/2014/main" id="{4A2419F4-5639-9EA5-599F-A6C00AC6BE95}"/>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3BE1AECF-A00E-EF7D-4C64-4EA73E991E30}"/>
              </a:ext>
            </a:extLst>
          </p:cNvPr>
          <p:cNvGrpSpPr/>
          <p:nvPr/>
        </p:nvGrpSpPr>
        <p:grpSpPr>
          <a:xfrm>
            <a:off x="4666401" y="1495560"/>
            <a:ext cx="3435394" cy="3597149"/>
            <a:chOff x="3498008" y="2177023"/>
            <a:chExt cx="2759917" cy="2759914"/>
          </a:xfrm>
        </p:grpSpPr>
        <p:sp>
          <p:nvSpPr>
            <p:cNvPr id="4" name="Freeform 893">
              <a:extLst>
                <a:ext uri="{FF2B5EF4-FFF2-40B4-BE49-F238E27FC236}">
                  <a16:creationId xmlns:a16="http://schemas.microsoft.com/office/drawing/2014/main" id="{57F927F4-1E4D-F523-36C2-1D19C4845DB0}"/>
                </a:ext>
              </a:extLst>
            </p:cNvPr>
            <p:cNvSpPr>
              <a:spLocks noEditPoints="1"/>
            </p:cNvSpPr>
            <p:nvPr/>
          </p:nvSpPr>
          <p:spPr bwMode="auto">
            <a:xfrm rot="439398">
              <a:off x="3498008" y="2177023"/>
              <a:ext cx="2759917" cy="2759914"/>
            </a:xfrm>
            <a:custGeom>
              <a:avLst/>
              <a:gdLst>
                <a:gd name="T0" fmla="*/ 285 w 289"/>
                <a:gd name="T1" fmla="*/ 269 h 288"/>
                <a:gd name="T2" fmla="*/ 189 w 289"/>
                <a:gd name="T3" fmla="*/ 174 h 288"/>
                <a:gd name="T4" fmla="*/ 213 w 289"/>
                <a:gd name="T5" fmla="*/ 106 h 288"/>
                <a:gd name="T6" fmla="*/ 106 w 289"/>
                <a:gd name="T7" fmla="*/ 0 h 288"/>
                <a:gd name="T8" fmla="*/ 0 w 289"/>
                <a:gd name="T9" fmla="*/ 106 h 288"/>
                <a:gd name="T10" fmla="*/ 106 w 289"/>
                <a:gd name="T11" fmla="*/ 213 h 288"/>
                <a:gd name="T12" fmla="*/ 174 w 289"/>
                <a:gd name="T13" fmla="*/ 189 h 288"/>
                <a:gd name="T14" fmla="*/ 269 w 289"/>
                <a:gd name="T15" fmla="*/ 285 h 288"/>
                <a:gd name="T16" fmla="*/ 277 w 289"/>
                <a:gd name="T17" fmla="*/ 288 h 288"/>
                <a:gd name="T18" fmla="*/ 285 w 289"/>
                <a:gd name="T19" fmla="*/ 285 h 288"/>
                <a:gd name="T20" fmla="*/ 285 w 289"/>
                <a:gd name="T21" fmla="*/ 269 h 288"/>
                <a:gd name="T22" fmla="*/ 106 w 289"/>
                <a:gd name="T23" fmla="*/ 192 h 288"/>
                <a:gd name="T24" fmla="*/ 21 w 289"/>
                <a:gd name="T25" fmla="*/ 106 h 288"/>
                <a:gd name="T26" fmla="*/ 106 w 289"/>
                <a:gd name="T27" fmla="*/ 21 h 288"/>
                <a:gd name="T28" fmla="*/ 192 w 289"/>
                <a:gd name="T29" fmla="*/ 106 h 288"/>
                <a:gd name="T30" fmla="*/ 106 w 289"/>
                <a:gd name="T31" fmla="*/ 19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9" h="288">
                  <a:moveTo>
                    <a:pt x="285" y="269"/>
                  </a:moveTo>
                  <a:cubicBezTo>
                    <a:pt x="189" y="174"/>
                    <a:pt x="189" y="174"/>
                    <a:pt x="189" y="174"/>
                  </a:cubicBezTo>
                  <a:cubicBezTo>
                    <a:pt x="204" y="155"/>
                    <a:pt x="213" y="132"/>
                    <a:pt x="213" y="106"/>
                  </a:cubicBezTo>
                  <a:cubicBezTo>
                    <a:pt x="213" y="48"/>
                    <a:pt x="165" y="0"/>
                    <a:pt x="106" y="0"/>
                  </a:cubicBezTo>
                  <a:cubicBezTo>
                    <a:pt x="48" y="0"/>
                    <a:pt x="0" y="48"/>
                    <a:pt x="0" y="106"/>
                  </a:cubicBezTo>
                  <a:cubicBezTo>
                    <a:pt x="0" y="165"/>
                    <a:pt x="48" y="213"/>
                    <a:pt x="106" y="213"/>
                  </a:cubicBezTo>
                  <a:cubicBezTo>
                    <a:pt x="132" y="213"/>
                    <a:pt x="155" y="204"/>
                    <a:pt x="174" y="189"/>
                  </a:cubicBezTo>
                  <a:cubicBezTo>
                    <a:pt x="269" y="285"/>
                    <a:pt x="269" y="285"/>
                    <a:pt x="269" y="285"/>
                  </a:cubicBezTo>
                  <a:cubicBezTo>
                    <a:pt x="272" y="287"/>
                    <a:pt x="274" y="288"/>
                    <a:pt x="277" y="288"/>
                  </a:cubicBezTo>
                  <a:cubicBezTo>
                    <a:pt x="280" y="288"/>
                    <a:pt x="282" y="287"/>
                    <a:pt x="285" y="285"/>
                  </a:cubicBezTo>
                  <a:cubicBezTo>
                    <a:pt x="289" y="280"/>
                    <a:pt x="289" y="274"/>
                    <a:pt x="285" y="269"/>
                  </a:cubicBezTo>
                  <a:close/>
                  <a:moveTo>
                    <a:pt x="106" y="192"/>
                  </a:moveTo>
                  <a:cubicBezTo>
                    <a:pt x="59" y="192"/>
                    <a:pt x="21" y="153"/>
                    <a:pt x="21" y="106"/>
                  </a:cubicBezTo>
                  <a:cubicBezTo>
                    <a:pt x="21" y="59"/>
                    <a:pt x="59" y="21"/>
                    <a:pt x="106" y="21"/>
                  </a:cubicBezTo>
                  <a:cubicBezTo>
                    <a:pt x="153" y="21"/>
                    <a:pt x="192" y="59"/>
                    <a:pt x="192" y="106"/>
                  </a:cubicBezTo>
                  <a:cubicBezTo>
                    <a:pt x="192" y="153"/>
                    <a:pt x="153" y="192"/>
                    <a:pt x="106" y="192"/>
                  </a:cubicBezTo>
                  <a:close/>
                </a:path>
              </a:pathLst>
            </a:custGeom>
            <a:solidFill>
              <a:schemeClr val="accent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00">
                <a:latin typeface="Gill Sans MT" panose="020B0502020104020203" pitchFamily="34" charset="0"/>
              </a:endParaRPr>
            </a:p>
          </p:txBody>
        </p:sp>
        <p:sp>
          <p:nvSpPr>
            <p:cNvPr id="9" name="Freeform 45">
              <a:extLst>
                <a:ext uri="{FF2B5EF4-FFF2-40B4-BE49-F238E27FC236}">
                  <a16:creationId xmlns:a16="http://schemas.microsoft.com/office/drawing/2014/main" id="{45867450-5CA5-68A9-54D9-B80B91A3D3ED}"/>
                </a:ext>
              </a:extLst>
            </p:cNvPr>
            <p:cNvSpPr>
              <a:spLocks noEditPoints="1"/>
            </p:cNvSpPr>
            <p:nvPr/>
          </p:nvSpPr>
          <p:spPr bwMode="auto">
            <a:xfrm>
              <a:off x="3852115" y="2447925"/>
              <a:ext cx="1414244" cy="1418402"/>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chemeClr val="accent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00">
                <a:latin typeface="Gill Sans MT" panose="020B0502020104020203" pitchFamily="34" charset="0"/>
              </a:endParaRPr>
            </a:p>
          </p:txBody>
        </p:sp>
      </p:grpSp>
      <p:pic>
        <p:nvPicPr>
          <p:cNvPr id="53" name="Graphic 52" descr="Handshake with solid fill">
            <a:extLst>
              <a:ext uri="{FF2B5EF4-FFF2-40B4-BE49-F238E27FC236}">
                <a16:creationId xmlns:a16="http://schemas.microsoft.com/office/drawing/2014/main" id="{A619D189-3D8A-171D-F5DF-F8F78A33444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99681" y="2282064"/>
            <a:ext cx="1175360" cy="1175360"/>
          </a:xfrm>
          <a:prstGeom prst="rect">
            <a:avLst/>
          </a:prstGeom>
        </p:spPr>
      </p:pic>
      <p:sp>
        <p:nvSpPr>
          <p:cNvPr id="54" name="Rectangle 53">
            <a:extLst>
              <a:ext uri="{FF2B5EF4-FFF2-40B4-BE49-F238E27FC236}">
                <a16:creationId xmlns:a16="http://schemas.microsoft.com/office/drawing/2014/main" id="{C160584E-3FFD-1ED9-4464-B3E3328CD0D3}"/>
              </a:ext>
            </a:extLst>
          </p:cNvPr>
          <p:cNvSpPr/>
          <p:nvPr/>
        </p:nvSpPr>
        <p:spPr bwMode="gray">
          <a:xfrm>
            <a:off x="1158242" y="1495560"/>
            <a:ext cx="3072384" cy="1078788"/>
          </a:xfrm>
          <a:prstGeom prst="rect">
            <a:avLst/>
          </a:prstGeom>
          <a:solidFill>
            <a:schemeClr val="tx2"/>
          </a:solidFill>
          <a:ln w="19050" algn="ctr">
            <a:noFill/>
            <a:miter lim="800000"/>
            <a:headEnd/>
            <a:tailEnd/>
          </a:ln>
        </p:spPr>
        <p:txBody>
          <a:bodyPr wrap="square" lIns="88900" tIns="88900" rIns="88900" bIns="88900" rtlCol="0" anchor="ctr"/>
          <a:lstStyle/>
          <a:p>
            <a:pPr algn="ctr" defTabSz="820738">
              <a:defRPr/>
            </a:pPr>
            <a:r>
              <a:rPr lang="en-US" sz="1400" b="1" dirty="0">
                <a:solidFill>
                  <a:schemeClr val="bg1"/>
                </a:solidFill>
                <a:latin typeface="Gill Sans MT" panose="020B0502020104020203" pitchFamily="34" charset="0"/>
                <a:ea typeface="ＭＳ Ｐゴシック" pitchFamily="50" charset="-128"/>
              </a:rPr>
              <a:t>Gross Direct Premium: </a:t>
            </a:r>
            <a:r>
              <a:rPr lang="en-US" sz="1400" dirty="0">
                <a:solidFill>
                  <a:schemeClr val="bg1"/>
                </a:solidFill>
                <a:latin typeface="Gill Sans MT" panose="020B0502020104020203" pitchFamily="34" charset="0"/>
                <a:ea typeface="ＭＳ Ｐゴシック" pitchFamily="50" charset="-128"/>
              </a:rPr>
              <a:t>Indicates financial health and revenue generation of the insurer</a:t>
            </a:r>
          </a:p>
        </p:txBody>
      </p:sp>
      <p:sp>
        <p:nvSpPr>
          <p:cNvPr id="55" name="Rectangle 54">
            <a:extLst>
              <a:ext uri="{FF2B5EF4-FFF2-40B4-BE49-F238E27FC236}">
                <a16:creationId xmlns:a16="http://schemas.microsoft.com/office/drawing/2014/main" id="{4CFE6C87-8C42-3A5B-0DE9-4D47D9F85264}"/>
              </a:ext>
            </a:extLst>
          </p:cNvPr>
          <p:cNvSpPr/>
          <p:nvPr/>
        </p:nvSpPr>
        <p:spPr bwMode="gray">
          <a:xfrm>
            <a:off x="1142743" y="2992806"/>
            <a:ext cx="3072384" cy="1078788"/>
          </a:xfrm>
          <a:prstGeom prst="rect">
            <a:avLst/>
          </a:prstGeom>
          <a:solidFill>
            <a:schemeClr val="tx2"/>
          </a:solidFill>
          <a:ln w="19050" algn="ctr">
            <a:noFill/>
            <a:miter lim="800000"/>
            <a:headEnd/>
            <a:tailEnd/>
          </a:ln>
        </p:spPr>
        <p:txBody>
          <a:bodyPr wrap="square" lIns="88900" tIns="88900" rIns="88900" bIns="88900" rtlCol="0" anchor="ctr"/>
          <a:lstStyle/>
          <a:p>
            <a:pPr algn="ctr" defTabSz="820738">
              <a:defRPr/>
            </a:pPr>
            <a:r>
              <a:rPr lang="en-US" sz="1400" b="1" dirty="0">
                <a:solidFill>
                  <a:schemeClr val="bg1"/>
                </a:solidFill>
                <a:latin typeface="Gill Sans MT" panose="020B0502020104020203" pitchFamily="34" charset="0"/>
                <a:ea typeface="ＭＳ Ｐゴシック" pitchFamily="50" charset="-128"/>
              </a:rPr>
              <a:t>Combined Ratio:</a:t>
            </a:r>
          </a:p>
          <a:p>
            <a:pPr algn="ctr" defTabSz="820738">
              <a:defRPr/>
            </a:pPr>
            <a:r>
              <a:rPr lang="en-US" sz="1400" dirty="0">
                <a:solidFill>
                  <a:schemeClr val="bg1"/>
                </a:solidFill>
                <a:latin typeface="Gill Sans MT" panose="020B0502020104020203" pitchFamily="34" charset="0"/>
                <a:ea typeface="ＭＳ Ｐゴシック" pitchFamily="50" charset="-128"/>
              </a:rPr>
              <a:t>The</a:t>
            </a:r>
            <a:r>
              <a:rPr lang="en-US" sz="1400" b="1" dirty="0">
                <a:solidFill>
                  <a:schemeClr val="bg1"/>
                </a:solidFill>
                <a:latin typeface="Gill Sans MT" panose="020B0502020104020203" pitchFamily="34" charset="0"/>
                <a:ea typeface="ＭＳ Ｐゴシック" pitchFamily="50" charset="-128"/>
              </a:rPr>
              <a:t> </a:t>
            </a:r>
            <a:r>
              <a:rPr lang="en-US" sz="1400" dirty="0">
                <a:solidFill>
                  <a:schemeClr val="bg1"/>
                </a:solidFill>
                <a:latin typeface="Gill Sans MT" panose="020B0502020104020203" pitchFamily="34" charset="0"/>
                <a:ea typeface="ＭＳ Ｐゴシック" pitchFamily="50" charset="-128"/>
              </a:rPr>
              <a:t>combined ratio is a measure of an insurer's overall profitability.</a:t>
            </a:r>
          </a:p>
        </p:txBody>
      </p:sp>
      <p:sp>
        <p:nvSpPr>
          <p:cNvPr id="56" name="Rectangle 55">
            <a:extLst>
              <a:ext uri="{FF2B5EF4-FFF2-40B4-BE49-F238E27FC236}">
                <a16:creationId xmlns:a16="http://schemas.microsoft.com/office/drawing/2014/main" id="{447FAEFB-A953-7F43-BDE6-0805FE6490B0}"/>
              </a:ext>
            </a:extLst>
          </p:cNvPr>
          <p:cNvSpPr/>
          <p:nvPr/>
        </p:nvSpPr>
        <p:spPr bwMode="gray">
          <a:xfrm>
            <a:off x="1142743" y="4609328"/>
            <a:ext cx="3072384" cy="1078788"/>
          </a:xfrm>
          <a:prstGeom prst="rect">
            <a:avLst/>
          </a:prstGeom>
          <a:solidFill>
            <a:schemeClr val="tx2"/>
          </a:solidFill>
          <a:ln w="19050" algn="ctr">
            <a:noFill/>
            <a:miter lim="800000"/>
            <a:headEnd/>
            <a:tailEnd/>
          </a:ln>
        </p:spPr>
        <p:txBody>
          <a:bodyPr wrap="square" lIns="88900" tIns="88900" rIns="88900" bIns="88900" rtlCol="0" anchor="ctr"/>
          <a:lstStyle/>
          <a:p>
            <a:pPr algn="ctr" defTabSz="820738">
              <a:defRPr/>
            </a:pPr>
            <a:r>
              <a:rPr lang="en-US" sz="1400" b="1" dirty="0">
                <a:solidFill>
                  <a:schemeClr val="bg1"/>
                </a:solidFill>
                <a:latin typeface="Gill Sans MT" panose="020B0502020104020203" pitchFamily="34" charset="0"/>
                <a:ea typeface="ＭＳ Ｐゴシック" pitchFamily="50" charset="-128"/>
              </a:rPr>
              <a:t>Solvency Ratio:</a:t>
            </a:r>
          </a:p>
          <a:p>
            <a:pPr algn="ctr" defTabSz="820738">
              <a:defRPr/>
            </a:pPr>
            <a:r>
              <a:rPr lang="en-US" sz="1400" dirty="0">
                <a:solidFill>
                  <a:schemeClr val="bg1"/>
                </a:solidFill>
                <a:latin typeface="Gill Sans MT" panose="020B0502020104020203" pitchFamily="34" charset="0"/>
                <a:ea typeface="ＭＳ Ｐゴシック" pitchFamily="50" charset="-128"/>
              </a:rPr>
              <a:t>This ratio measures an insurer's ability to meet its long-term obligations, particularly claims. </a:t>
            </a:r>
          </a:p>
        </p:txBody>
      </p:sp>
      <p:sp>
        <p:nvSpPr>
          <p:cNvPr id="57" name="Rectangle 56">
            <a:extLst>
              <a:ext uri="{FF2B5EF4-FFF2-40B4-BE49-F238E27FC236}">
                <a16:creationId xmlns:a16="http://schemas.microsoft.com/office/drawing/2014/main" id="{7A7B348D-2A8D-0E85-AB8D-3E4DA5264E7F}"/>
              </a:ext>
            </a:extLst>
          </p:cNvPr>
          <p:cNvSpPr/>
          <p:nvPr/>
        </p:nvSpPr>
        <p:spPr bwMode="gray">
          <a:xfrm>
            <a:off x="4729893" y="5447935"/>
            <a:ext cx="3072384" cy="1078788"/>
          </a:xfrm>
          <a:prstGeom prst="rect">
            <a:avLst/>
          </a:prstGeom>
          <a:solidFill>
            <a:schemeClr val="tx2"/>
          </a:solidFill>
          <a:ln w="19050" algn="ctr">
            <a:noFill/>
            <a:miter lim="800000"/>
            <a:headEnd/>
            <a:tailEnd/>
          </a:ln>
        </p:spPr>
        <p:txBody>
          <a:bodyPr wrap="square" lIns="88900" tIns="88900" rIns="88900" bIns="88900" rtlCol="0" anchor="ctr"/>
          <a:lstStyle/>
          <a:p>
            <a:pPr algn="ctr" defTabSz="820738">
              <a:defRPr/>
            </a:pPr>
            <a:r>
              <a:rPr lang="en-US" sz="1400" b="1" dirty="0">
                <a:solidFill>
                  <a:schemeClr val="bg1"/>
                </a:solidFill>
                <a:latin typeface="Gill Sans MT" panose="020B0502020104020203" pitchFamily="34" charset="0"/>
                <a:ea typeface="ＭＳ Ｐゴシック" pitchFamily="50" charset="-128"/>
              </a:rPr>
              <a:t>Incurred Claim Ratio:</a:t>
            </a:r>
          </a:p>
          <a:p>
            <a:pPr algn="ctr" defTabSz="820738">
              <a:defRPr/>
            </a:pPr>
            <a:r>
              <a:rPr lang="en-US" sz="1400" dirty="0">
                <a:solidFill>
                  <a:schemeClr val="bg1"/>
                </a:solidFill>
                <a:latin typeface="Gill Sans MT" panose="020B0502020104020203" pitchFamily="34" charset="0"/>
                <a:ea typeface="ＭＳ Ｐゴシック" pitchFamily="50" charset="-128"/>
              </a:rPr>
              <a:t>This ratio indicates the proportion of premiums that an insurer pays out as claims.</a:t>
            </a:r>
          </a:p>
        </p:txBody>
      </p:sp>
      <p:sp>
        <p:nvSpPr>
          <p:cNvPr id="58" name="Rectangle 57">
            <a:extLst>
              <a:ext uri="{FF2B5EF4-FFF2-40B4-BE49-F238E27FC236}">
                <a16:creationId xmlns:a16="http://schemas.microsoft.com/office/drawing/2014/main" id="{7C532B26-7359-6823-3401-E6D3337F40AC}"/>
              </a:ext>
            </a:extLst>
          </p:cNvPr>
          <p:cNvSpPr/>
          <p:nvPr/>
        </p:nvSpPr>
        <p:spPr bwMode="gray">
          <a:xfrm>
            <a:off x="8317043" y="1495560"/>
            <a:ext cx="3069116" cy="1078788"/>
          </a:xfrm>
          <a:prstGeom prst="rect">
            <a:avLst/>
          </a:prstGeom>
          <a:solidFill>
            <a:schemeClr val="tx2"/>
          </a:solidFill>
          <a:ln w="19050" algn="ctr">
            <a:noFill/>
            <a:miter lim="800000"/>
            <a:headEnd/>
            <a:tailEnd/>
          </a:ln>
        </p:spPr>
        <p:txBody>
          <a:bodyPr wrap="square" lIns="88900" tIns="88900" rIns="88900" bIns="88900" rtlCol="0" anchor="ctr"/>
          <a:lstStyle/>
          <a:p>
            <a:pPr algn="ctr" defTabSz="820738">
              <a:defRPr/>
            </a:pPr>
            <a:r>
              <a:rPr lang="en-US" sz="1400" b="1" dirty="0">
                <a:solidFill>
                  <a:schemeClr val="bg1"/>
                </a:solidFill>
                <a:latin typeface="Gill Sans MT" panose="020B0502020104020203" pitchFamily="34" charset="0"/>
                <a:ea typeface="ＭＳ Ｐゴシック" pitchFamily="50" charset="-128"/>
              </a:rPr>
              <a:t>Claim Settlement Ratio:  </a:t>
            </a:r>
            <a:r>
              <a:rPr lang="en-US" sz="1400" dirty="0">
                <a:solidFill>
                  <a:schemeClr val="bg1"/>
                </a:solidFill>
                <a:latin typeface="Gill Sans MT" panose="020B0502020104020203" pitchFamily="34" charset="0"/>
                <a:ea typeface="ＭＳ Ｐゴシック" pitchFamily="50" charset="-128"/>
              </a:rPr>
              <a:t>This reflects the percentage of claims settled by the insurer against the total number of claims received.</a:t>
            </a:r>
          </a:p>
        </p:txBody>
      </p:sp>
      <p:sp>
        <p:nvSpPr>
          <p:cNvPr id="59" name="Rectangle 58">
            <a:extLst>
              <a:ext uri="{FF2B5EF4-FFF2-40B4-BE49-F238E27FC236}">
                <a16:creationId xmlns:a16="http://schemas.microsoft.com/office/drawing/2014/main" id="{4796A9F6-D989-EDB3-6DBE-FE1EBF36850C}"/>
              </a:ext>
            </a:extLst>
          </p:cNvPr>
          <p:cNvSpPr/>
          <p:nvPr/>
        </p:nvSpPr>
        <p:spPr bwMode="gray">
          <a:xfrm>
            <a:off x="8317043" y="2992806"/>
            <a:ext cx="3069116" cy="1078788"/>
          </a:xfrm>
          <a:prstGeom prst="rect">
            <a:avLst/>
          </a:prstGeom>
          <a:solidFill>
            <a:schemeClr val="tx2"/>
          </a:solidFill>
          <a:ln w="19050" algn="ctr">
            <a:noFill/>
            <a:miter lim="800000"/>
            <a:headEnd/>
            <a:tailEnd/>
          </a:ln>
        </p:spPr>
        <p:txBody>
          <a:bodyPr wrap="square" lIns="88900" tIns="88900" rIns="88900" bIns="88900" rtlCol="0" anchor="ctr"/>
          <a:lstStyle/>
          <a:p>
            <a:pPr algn="ctr" defTabSz="820738">
              <a:defRPr/>
            </a:pPr>
            <a:r>
              <a:rPr lang="en-US" sz="1400" b="1" dirty="0">
                <a:solidFill>
                  <a:schemeClr val="bg1"/>
                </a:solidFill>
                <a:latin typeface="Gill Sans MT" panose="020B0502020104020203" pitchFamily="34" charset="0"/>
                <a:ea typeface="ＭＳ Ｐゴシック" pitchFamily="50" charset="-128"/>
              </a:rPr>
              <a:t>Number of Mega Policies: </a:t>
            </a:r>
            <a:r>
              <a:rPr lang="en-US" sz="1400" dirty="0">
                <a:solidFill>
                  <a:schemeClr val="bg1"/>
                </a:solidFill>
                <a:latin typeface="Gill Sans MT" panose="020B0502020104020203" pitchFamily="34" charset="0"/>
                <a:ea typeface="ＭＳ Ｐゴシック" pitchFamily="50" charset="-128"/>
              </a:rPr>
              <a:t>Monitoring the number of mega policies can provide insights into the insurer's ability to attract and retain large clients.</a:t>
            </a:r>
          </a:p>
        </p:txBody>
      </p:sp>
      <p:sp>
        <p:nvSpPr>
          <p:cNvPr id="60" name="Rectangle 59">
            <a:extLst>
              <a:ext uri="{FF2B5EF4-FFF2-40B4-BE49-F238E27FC236}">
                <a16:creationId xmlns:a16="http://schemas.microsoft.com/office/drawing/2014/main" id="{B0DDA9FD-EA62-550A-551C-37D123FFE271}"/>
              </a:ext>
            </a:extLst>
          </p:cNvPr>
          <p:cNvSpPr/>
          <p:nvPr/>
        </p:nvSpPr>
        <p:spPr bwMode="gray">
          <a:xfrm>
            <a:off x="8317043" y="4609328"/>
            <a:ext cx="3069116" cy="1078788"/>
          </a:xfrm>
          <a:prstGeom prst="rect">
            <a:avLst/>
          </a:prstGeom>
          <a:solidFill>
            <a:schemeClr val="tx2"/>
          </a:solidFill>
          <a:ln w="19050" algn="ctr">
            <a:noFill/>
            <a:miter lim="800000"/>
            <a:headEnd/>
            <a:tailEnd/>
          </a:ln>
        </p:spPr>
        <p:txBody>
          <a:bodyPr wrap="square" lIns="88900" tIns="88900" rIns="88900" bIns="88900" rtlCol="0" anchor="ctr"/>
          <a:lstStyle/>
          <a:p>
            <a:pPr algn="ctr" defTabSz="820738">
              <a:defRPr/>
            </a:pPr>
            <a:r>
              <a:rPr lang="en-US" sz="1400" b="1" dirty="0">
                <a:solidFill>
                  <a:schemeClr val="bg1"/>
                </a:solidFill>
                <a:latin typeface="Gill Sans MT" panose="020B0502020104020203" pitchFamily="34" charset="0"/>
                <a:ea typeface="ＭＳ Ｐゴシック" pitchFamily="50" charset="-128"/>
              </a:rPr>
              <a:t>Turnaround Time</a:t>
            </a:r>
            <a:r>
              <a:rPr lang="en-US" sz="1400" dirty="0">
                <a:solidFill>
                  <a:schemeClr val="bg1"/>
                </a:solidFill>
                <a:latin typeface="Gill Sans MT" panose="020B0502020104020203" pitchFamily="34" charset="0"/>
                <a:ea typeface="ＭＳ Ｐゴシック" pitchFamily="50" charset="-128"/>
              </a:rPr>
              <a:t>:</a:t>
            </a:r>
          </a:p>
          <a:p>
            <a:pPr algn="ctr" defTabSz="820738">
              <a:defRPr/>
            </a:pPr>
            <a:r>
              <a:rPr lang="en-US" sz="1400" dirty="0">
                <a:solidFill>
                  <a:schemeClr val="bg1"/>
                </a:solidFill>
                <a:latin typeface="Gill Sans MT" panose="020B0502020104020203" pitchFamily="34" charset="0"/>
                <a:ea typeface="ＭＳ Ｐゴシック" pitchFamily="50" charset="-128"/>
              </a:rPr>
              <a:t>This refers to the time taken by an insurer to process and settle claims.</a:t>
            </a:r>
          </a:p>
        </p:txBody>
      </p:sp>
    </p:spTree>
    <p:extLst>
      <p:ext uri="{BB962C8B-B14F-4D97-AF65-F5344CB8AC3E}">
        <p14:creationId xmlns:p14="http://schemas.microsoft.com/office/powerpoint/2010/main" val="34801410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C50AD-17B1-AFA7-B5BA-CC5FB33B5217}"/>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2771088-697A-98B9-700A-8976B93E7F4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think-cell data - do not delete" hidden="1">
                        <a:extLst>
                          <a:ext uri="{FF2B5EF4-FFF2-40B4-BE49-F238E27FC236}">
                            <a16:creationId xmlns:a16="http://schemas.microsoft.com/office/drawing/2014/main" id="{B2771088-697A-98B9-700A-8976B93E7F4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ext Placeholder 2">
            <a:extLst>
              <a:ext uri="{FF2B5EF4-FFF2-40B4-BE49-F238E27FC236}">
                <a16:creationId xmlns:a16="http://schemas.microsoft.com/office/drawing/2014/main" id="{0D68868F-0A41-A2D4-AD5B-8EAAB22735E8}"/>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600" dirty="0">
                <a:solidFill>
                  <a:schemeClr val="bg2">
                    <a:lumMod val="50000"/>
                  </a:schemeClr>
                </a:solidFill>
                <a:latin typeface="Gill Sans MT" panose="020B0502020104020203" pitchFamily="34" charset="0"/>
              </a:rPr>
              <a:t>Apprehensions highlighted in pre-bid meeting by Insurance/ Reinsurance players</a:t>
            </a:r>
          </a:p>
        </p:txBody>
      </p:sp>
      <p:sp>
        <p:nvSpPr>
          <p:cNvPr id="10" name="Title 2">
            <a:extLst>
              <a:ext uri="{FF2B5EF4-FFF2-40B4-BE49-F238E27FC236}">
                <a16:creationId xmlns:a16="http://schemas.microsoft.com/office/drawing/2014/main" id="{792536AB-2595-2A1F-D0A9-DB37ECF26955}"/>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dirty="0">
                <a:solidFill>
                  <a:srgbClr val="BA0C2F"/>
                </a:solidFill>
                <a:latin typeface="Gill Sans MT" panose="020B0502020104020203" pitchFamily="34" charset="0"/>
              </a:rPr>
              <a:t>Case Study: NEEPCO </a:t>
            </a:r>
            <a:r>
              <a:rPr lang="en-US" dirty="0" err="1">
                <a:solidFill>
                  <a:srgbClr val="BA0C2F"/>
                </a:solidFill>
                <a:latin typeface="Gill Sans MT" panose="020B0502020104020203" pitchFamily="34" charset="0"/>
              </a:rPr>
              <a:t>Kameng</a:t>
            </a:r>
            <a:r>
              <a:rPr lang="en-US" dirty="0">
                <a:solidFill>
                  <a:srgbClr val="BA0C2F"/>
                </a:solidFill>
                <a:latin typeface="Gill Sans MT" panose="020B0502020104020203" pitchFamily="34" charset="0"/>
              </a:rPr>
              <a:t> HEP Meeting with Insurance Companies</a:t>
            </a:r>
          </a:p>
        </p:txBody>
      </p:sp>
      <p:cxnSp>
        <p:nvCxnSpPr>
          <p:cNvPr id="18" name="Straight Connector 17">
            <a:extLst>
              <a:ext uri="{FF2B5EF4-FFF2-40B4-BE49-F238E27FC236}">
                <a16:creationId xmlns:a16="http://schemas.microsoft.com/office/drawing/2014/main" id="{5C9D2B0A-E5F5-8B8A-ADC9-8C5C034CD291}"/>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EBBA824-B597-8818-34C4-FCEA0EF9476A}"/>
              </a:ext>
            </a:extLst>
          </p:cNvPr>
          <p:cNvSpPr txBox="1"/>
          <p:nvPr/>
        </p:nvSpPr>
        <p:spPr>
          <a:xfrm>
            <a:off x="498000" y="1040271"/>
            <a:ext cx="11195999" cy="830997"/>
          </a:xfrm>
          <a:prstGeom prst="rect">
            <a:avLst/>
          </a:prstGeom>
          <a:noFill/>
        </p:spPr>
        <p:txBody>
          <a:bodyPr wrap="square">
            <a:spAutoFit/>
          </a:bodyPr>
          <a:lstStyle/>
          <a:p>
            <a:pPr algn="just"/>
            <a:r>
              <a:rPr lang="en-US" sz="1600" dirty="0">
                <a:solidFill>
                  <a:srgbClr val="000000"/>
                </a:solidFill>
                <a:effectLst/>
                <a:latin typeface="Gill Sans MT" panose="020B0502020104020203" pitchFamily="34" charset="0"/>
                <a:ea typeface="Calibri" panose="020F0502020204030204" pitchFamily="34" charset="0"/>
              </a:rPr>
              <a:t>NEEPCO conducted a pre-bid meeting with United India Insurance Co. Ltd. (UIIC) and its Re-insurer, New India Insurance </a:t>
            </a:r>
            <a:r>
              <a:rPr lang="en-US" sz="1600" dirty="0" err="1">
                <a:solidFill>
                  <a:srgbClr val="000000"/>
                </a:solidFill>
                <a:effectLst/>
                <a:latin typeface="Gill Sans MT" panose="020B0502020104020203" pitchFamily="34" charset="0"/>
                <a:ea typeface="Calibri" panose="020F0502020204030204" pitchFamily="34" charset="0"/>
              </a:rPr>
              <a:t>Co.Ltd</a:t>
            </a:r>
            <a:r>
              <a:rPr lang="en-US" sz="1600" dirty="0">
                <a:solidFill>
                  <a:srgbClr val="000000"/>
                </a:solidFill>
                <a:effectLst/>
                <a:latin typeface="Gill Sans MT" panose="020B0502020104020203" pitchFamily="34" charset="0"/>
                <a:ea typeface="Calibri" panose="020F0502020204030204" pitchFamily="34" charset="0"/>
              </a:rPr>
              <a:t> and National Insurance for having an insurance policy for </a:t>
            </a:r>
            <a:r>
              <a:rPr lang="en-US" sz="1600" dirty="0" err="1">
                <a:solidFill>
                  <a:srgbClr val="000000"/>
                </a:solidFill>
                <a:effectLst/>
                <a:latin typeface="Gill Sans MT" panose="020B0502020104020203" pitchFamily="34" charset="0"/>
                <a:ea typeface="Calibri" panose="020F0502020204030204" pitchFamily="34" charset="0"/>
              </a:rPr>
              <a:t>Kameng</a:t>
            </a:r>
            <a:r>
              <a:rPr lang="en-US" sz="1600" dirty="0">
                <a:solidFill>
                  <a:srgbClr val="000000"/>
                </a:solidFill>
                <a:effectLst/>
                <a:latin typeface="Gill Sans MT" panose="020B0502020104020203" pitchFamily="34" charset="0"/>
                <a:ea typeface="Calibri" panose="020F0502020204030204" pitchFamily="34" charset="0"/>
              </a:rPr>
              <a:t> HP Plant (600 MW) on 26th April, 2021. The following challenges were discussed in the meeting:</a:t>
            </a:r>
          </a:p>
        </p:txBody>
      </p:sp>
      <p:sp>
        <p:nvSpPr>
          <p:cNvPr id="15" name="Freeform 3">
            <a:extLst>
              <a:ext uri="{FF2B5EF4-FFF2-40B4-BE49-F238E27FC236}">
                <a16:creationId xmlns:a16="http://schemas.microsoft.com/office/drawing/2014/main" id="{574E4E9E-74FB-77EE-6551-AAFA5D622114}"/>
              </a:ext>
            </a:extLst>
          </p:cNvPr>
          <p:cNvSpPr>
            <a:spLocks/>
          </p:cNvSpPr>
          <p:nvPr/>
        </p:nvSpPr>
        <p:spPr bwMode="gray">
          <a:xfrm>
            <a:off x="645098" y="2037083"/>
            <a:ext cx="10969959" cy="656998"/>
          </a:xfrm>
          <a:prstGeom prst="roundRect">
            <a:avLst>
              <a:gd name="adj" fmla="val 50000"/>
            </a:avLst>
          </a:prstGeom>
          <a:solidFill>
            <a:schemeClr val="tx2"/>
          </a:solidFill>
          <a:ln w="9525">
            <a:noFill/>
          </a:ln>
          <a:effectLst/>
        </p:spPr>
        <p:style>
          <a:lnRef idx="3">
            <a:schemeClr val="lt1"/>
          </a:lnRef>
          <a:fillRef idx="1">
            <a:schemeClr val="accent6"/>
          </a:fillRef>
          <a:effectRef idx="1">
            <a:schemeClr val="accent6"/>
          </a:effectRef>
          <a:fontRef idx="minor">
            <a:schemeClr val="lt1"/>
          </a:fontRef>
        </p:style>
        <p:txBody>
          <a:bodyPr wrap="square" lIns="612000" tIns="68580" rIns="68580" bIns="68580" rtlCol="0" anchor="ctr"/>
          <a:lstStyle/>
          <a:p>
            <a:r>
              <a:rPr lang="en-US" sz="1400" dirty="0">
                <a:solidFill>
                  <a:schemeClr val="bg1"/>
                </a:solidFill>
                <a:latin typeface="Gill Sans MT" panose="020B0502020104020203" pitchFamily="34" charset="0"/>
              </a:rPr>
              <a:t>Due to huge losses suffered in some Hydro Power plants, Re­ Insurers (RI) have become apprehensive and considerable Securities offering insurance policies are stated to have exited the market. One example of the huge losses is stated to have been suffered in Columbia.</a:t>
            </a:r>
          </a:p>
        </p:txBody>
      </p:sp>
      <p:sp>
        <p:nvSpPr>
          <p:cNvPr id="17" name="Freeform 3">
            <a:extLst>
              <a:ext uri="{FF2B5EF4-FFF2-40B4-BE49-F238E27FC236}">
                <a16:creationId xmlns:a16="http://schemas.microsoft.com/office/drawing/2014/main" id="{14194457-EA41-83A1-0F47-C3B15ECF2CF6}"/>
              </a:ext>
            </a:extLst>
          </p:cNvPr>
          <p:cNvSpPr>
            <a:spLocks/>
          </p:cNvSpPr>
          <p:nvPr/>
        </p:nvSpPr>
        <p:spPr bwMode="gray">
          <a:xfrm>
            <a:off x="660541" y="2860857"/>
            <a:ext cx="10969964" cy="656998"/>
          </a:xfrm>
          <a:prstGeom prst="roundRect">
            <a:avLst>
              <a:gd name="adj" fmla="val 50000"/>
            </a:avLst>
          </a:prstGeom>
          <a:solidFill>
            <a:schemeClr val="bg2"/>
          </a:solidFill>
          <a:ln w="9525">
            <a:noFill/>
          </a:ln>
          <a:effectLst/>
        </p:spPr>
        <p:style>
          <a:lnRef idx="3">
            <a:schemeClr val="lt1"/>
          </a:lnRef>
          <a:fillRef idx="1">
            <a:schemeClr val="accent6"/>
          </a:fillRef>
          <a:effectRef idx="1">
            <a:schemeClr val="accent6"/>
          </a:effectRef>
          <a:fontRef idx="minor">
            <a:schemeClr val="lt1"/>
          </a:fontRef>
        </p:style>
        <p:txBody>
          <a:bodyPr wrap="square" lIns="612000" tIns="68580" rIns="68580" bIns="68580" rtlCol="0" anchor="ctr"/>
          <a:lstStyle/>
          <a:p>
            <a:r>
              <a:rPr lang="en-US" sz="1400" dirty="0">
                <a:solidFill>
                  <a:schemeClr val="bg1"/>
                </a:solidFill>
                <a:latin typeface="Gill Sans MT" panose="020B0502020104020203" pitchFamily="34" charset="0"/>
              </a:rPr>
              <a:t>Any possibility of landslide, rockslide in the penstock alignment of the </a:t>
            </a:r>
            <a:r>
              <a:rPr lang="en-US" sz="1400" dirty="0" err="1">
                <a:solidFill>
                  <a:schemeClr val="bg1"/>
                </a:solidFill>
                <a:latin typeface="Gill Sans MT" panose="020B0502020104020203" pitchFamily="34" charset="0"/>
              </a:rPr>
              <a:t>Kameng</a:t>
            </a:r>
            <a:r>
              <a:rPr lang="en-US" sz="1400" dirty="0">
                <a:solidFill>
                  <a:schemeClr val="bg1"/>
                </a:solidFill>
                <a:latin typeface="Gill Sans MT" panose="020B0502020104020203" pitchFamily="34" charset="0"/>
              </a:rPr>
              <a:t> HE Plant was inquired by the Reinsurer, where NEEPCO stated that adequate precaution has been taken in design.</a:t>
            </a:r>
          </a:p>
        </p:txBody>
      </p:sp>
      <p:sp>
        <p:nvSpPr>
          <p:cNvPr id="19" name="Freeform 3">
            <a:extLst>
              <a:ext uri="{FF2B5EF4-FFF2-40B4-BE49-F238E27FC236}">
                <a16:creationId xmlns:a16="http://schemas.microsoft.com/office/drawing/2014/main" id="{9F5C11E6-EDDA-95DB-812C-710710BEC85B}"/>
              </a:ext>
            </a:extLst>
          </p:cNvPr>
          <p:cNvSpPr>
            <a:spLocks/>
          </p:cNvSpPr>
          <p:nvPr/>
        </p:nvSpPr>
        <p:spPr bwMode="gray">
          <a:xfrm>
            <a:off x="660541" y="3749357"/>
            <a:ext cx="10969964" cy="641788"/>
          </a:xfrm>
          <a:prstGeom prst="roundRect">
            <a:avLst>
              <a:gd name="adj" fmla="val 50000"/>
            </a:avLst>
          </a:prstGeom>
          <a:solidFill>
            <a:schemeClr val="tx1"/>
          </a:solidFill>
          <a:ln w="9525">
            <a:noFill/>
          </a:ln>
          <a:effectLst/>
        </p:spPr>
        <p:style>
          <a:lnRef idx="3">
            <a:schemeClr val="lt1"/>
          </a:lnRef>
          <a:fillRef idx="1">
            <a:schemeClr val="accent6"/>
          </a:fillRef>
          <a:effectRef idx="1">
            <a:schemeClr val="accent6"/>
          </a:effectRef>
          <a:fontRef idx="minor">
            <a:schemeClr val="lt1"/>
          </a:fontRef>
        </p:style>
        <p:txBody>
          <a:bodyPr wrap="square" lIns="612000" tIns="68580" rIns="68580" bIns="68580" rtlCol="0" anchor="ctr"/>
          <a:lstStyle/>
          <a:p>
            <a:r>
              <a:rPr lang="en-US" sz="1400" dirty="0">
                <a:solidFill>
                  <a:schemeClr val="bg1"/>
                </a:solidFill>
                <a:latin typeface="Gill Sans MT" panose="020B0502020104020203" pitchFamily="34" charset="0"/>
              </a:rPr>
              <a:t>The reinsurer also inquired about any possibility of flood in Power House from tail pool water. NEEPCO stated that the Power House has been designed to withstand PMF value of 18844 Gurnee approved by Central Water Commission.</a:t>
            </a:r>
          </a:p>
        </p:txBody>
      </p:sp>
      <p:sp>
        <p:nvSpPr>
          <p:cNvPr id="20" name="Freeform 3">
            <a:extLst>
              <a:ext uri="{FF2B5EF4-FFF2-40B4-BE49-F238E27FC236}">
                <a16:creationId xmlns:a16="http://schemas.microsoft.com/office/drawing/2014/main" id="{09D64225-9D6F-0390-D5D7-709CFA2FD230}"/>
              </a:ext>
            </a:extLst>
          </p:cNvPr>
          <p:cNvSpPr>
            <a:spLocks/>
          </p:cNvSpPr>
          <p:nvPr/>
        </p:nvSpPr>
        <p:spPr bwMode="gray">
          <a:xfrm>
            <a:off x="645093" y="4536622"/>
            <a:ext cx="10969964" cy="641788"/>
          </a:xfrm>
          <a:prstGeom prst="roundRect">
            <a:avLst>
              <a:gd name="adj" fmla="val 50000"/>
            </a:avLst>
          </a:prstGeom>
          <a:solidFill>
            <a:schemeClr val="bg1">
              <a:lumMod val="75000"/>
            </a:schemeClr>
          </a:solidFill>
          <a:ln w="9525">
            <a:noFill/>
          </a:ln>
          <a:effectLst/>
        </p:spPr>
        <p:style>
          <a:lnRef idx="3">
            <a:schemeClr val="lt1"/>
          </a:lnRef>
          <a:fillRef idx="1">
            <a:schemeClr val="accent6"/>
          </a:fillRef>
          <a:effectRef idx="1">
            <a:schemeClr val="accent6"/>
          </a:effectRef>
          <a:fontRef idx="minor">
            <a:schemeClr val="lt1"/>
          </a:fontRef>
        </p:style>
        <p:txBody>
          <a:bodyPr wrap="square" lIns="612000" tIns="68580" rIns="68580" bIns="68580" rtlCol="0" anchor="ctr"/>
          <a:lstStyle/>
          <a:p>
            <a:r>
              <a:rPr lang="en-US" sz="1400" dirty="0">
                <a:solidFill>
                  <a:schemeClr val="tx1"/>
                </a:solidFill>
                <a:latin typeface="Gill Sans MT" panose="020B0502020104020203" pitchFamily="34" charset="0"/>
              </a:rPr>
              <a:t>Swiss Re the Re-insurer inquired if there was any recent flood in the Project. NEEPCO stated that </a:t>
            </a:r>
            <a:r>
              <a:rPr lang="en-US" sz="1400" dirty="0" err="1">
                <a:solidFill>
                  <a:schemeClr val="tx1"/>
                </a:solidFill>
                <a:latin typeface="Gill Sans MT" panose="020B0502020104020203" pitchFamily="34" charset="0"/>
              </a:rPr>
              <a:t>Bichom</a:t>
            </a:r>
            <a:r>
              <a:rPr lang="en-US" sz="1400" dirty="0">
                <a:solidFill>
                  <a:schemeClr val="tx1"/>
                </a:solidFill>
                <a:latin typeface="Gill Sans MT" panose="020B0502020104020203" pitchFamily="34" charset="0"/>
              </a:rPr>
              <a:t> Dam and </a:t>
            </a:r>
            <a:r>
              <a:rPr lang="en-US" sz="1400" dirty="0" err="1">
                <a:solidFill>
                  <a:schemeClr val="tx1"/>
                </a:solidFill>
                <a:latin typeface="Gill Sans MT" panose="020B0502020104020203" pitchFamily="34" charset="0"/>
              </a:rPr>
              <a:t>Tenga</a:t>
            </a:r>
            <a:r>
              <a:rPr lang="en-US" sz="1400" dirty="0">
                <a:solidFill>
                  <a:schemeClr val="tx1"/>
                </a:solidFill>
                <a:latin typeface="Gill Sans MT" panose="020B0502020104020203" pitchFamily="34" charset="0"/>
              </a:rPr>
              <a:t> Dam are designed to save from any such unlikely circumstances.</a:t>
            </a:r>
          </a:p>
        </p:txBody>
      </p:sp>
      <p:sp>
        <p:nvSpPr>
          <p:cNvPr id="21" name="Oval 20">
            <a:extLst>
              <a:ext uri="{FF2B5EF4-FFF2-40B4-BE49-F238E27FC236}">
                <a16:creationId xmlns:a16="http://schemas.microsoft.com/office/drawing/2014/main" id="{9BA8ED76-D317-3B80-374E-3401771E161F}"/>
              </a:ext>
            </a:extLst>
          </p:cNvPr>
          <p:cNvSpPr/>
          <p:nvPr/>
        </p:nvSpPr>
        <p:spPr>
          <a:xfrm>
            <a:off x="721492" y="2129005"/>
            <a:ext cx="506416" cy="482858"/>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solidFill>
                <a:latin typeface="Gill Sans MT" panose="020B0502020104020203" pitchFamily="34" charset="0"/>
              </a:rPr>
              <a:t>1</a:t>
            </a:r>
          </a:p>
        </p:txBody>
      </p:sp>
      <p:sp>
        <p:nvSpPr>
          <p:cNvPr id="22" name="Oval 21">
            <a:extLst>
              <a:ext uri="{FF2B5EF4-FFF2-40B4-BE49-F238E27FC236}">
                <a16:creationId xmlns:a16="http://schemas.microsoft.com/office/drawing/2014/main" id="{CAA0E102-633D-1844-81E9-A51F6C4AE328}"/>
              </a:ext>
            </a:extLst>
          </p:cNvPr>
          <p:cNvSpPr/>
          <p:nvPr/>
        </p:nvSpPr>
        <p:spPr>
          <a:xfrm>
            <a:off x="743264" y="2950680"/>
            <a:ext cx="506416" cy="482858"/>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solidFill>
                <a:latin typeface="Gill Sans MT" panose="020B0502020104020203" pitchFamily="34" charset="0"/>
              </a:rPr>
              <a:t>2</a:t>
            </a:r>
          </a:p>
        </p:txBody>
      </p:sp>
      <p:sp>
        <p:nvSpPr>
          <p:cNvPr id="23" name="Oval 22">
            <a:extLst>
              <a:ext uri="{FF2B5EF4-FFF2-40B4-BE49-F238E27FC236}">
                <a16:creationId xmlns:a16="http://schemas.microsoft.com/office/drawing/2014/main" id="{984B2ACB-4554-FDF3-3667-35A1522808F5}"/>
              </a:ext>
            </a:extLst>
          </p:cNvPr>
          <p:cNvSpPr/>
          <p:nvPr/>
        </p:nvSpPr>
        <p:spPr>
          <a:xfrm>
            <a:off x="743264" y="3829824"/>
            <a:ext cx="506416" cy="482858"/>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solidFill>
                <a:latin typeface="Gill Sans MT" panose="020B0502020104020203" pitchFamily="34" charset="0"/>
              </a:rPr>
              <a:t>3</a:t>
            </a:r>
          </a:p>
        </p:txBody>
      </p:sp>
      <p:sp>
        <p:nvSpPr>
          <p:cNvPr id="24" name="Oval 23">
            <a:extLst>
              <a:ext uri="{FF2B5EF4-FFF2-40B4-BE49-F238E27FC236}">
                <a16:creationId xmlns:a16="http://schemas.microsoft.com/office/drawing/2014/main" id="{4EA639C6-3DED-DBD5-357F-0749C1F15EAA}"/>
              </a:ext>
            </a:extLst>
          </p:cNvPr>
          <p:cNvSpPr/>
          <p:nvPr/>
        </p:nvSpPr>
        <p:spPr>
          <a:xfrm>
            <a:off x="743264" y="4615085"/>
            <a:ext cx="506416" cy="482858"/>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solidFill>
                <a:latin typeface="Gill Sans MT" panose="020B0502020104020203" pitchFamily="34" charset="0"/>
              </a:rPr>
              <a:t>4</a:t>
            </a:r>
          </a:p>
        </p:txBody>
      </p:sp>
      <p:sp>
        <p:nvSpPr>
          <p:cNvPr id="30" name="Freeform 3">
            <a:extLst>
              <a:ext uri="{FF2B5EF4-FFF2-40B4-BE49-F238E27FC236}">
                <a16:creationId xmlns:a16="http://schemas.microsoft.com/office/drawing/2014/main" id="{4C4CC459-A284-C565-FFB5-BB8E9977998C}"/>
              </a:ext>
            </a:extLst>
          </p:cNvPr>
          <p:cNvSpPr>
            <a:spLocks/>
          </p:cNvSpPr>
          <p:nvPr/>
        </p:nvSpPr>
        <p:spPr bwMode="gray">
          <a:xfrm>
            <a:off x="660541" y="5426891"/>
            <a:ext cx="10969964" cy="627721"/>
          </a:xfrm>
          <a:prstGeom prst="roundRect">
            <a:avLst>
              <a:gd name="adj" fmla="val 50000"/>
            </a:avLst>
          </a:prstGeom>
          <a:solidFill>
            <a:schemeClr val="bg2">
              <a:lumMod val="20000"/>
              <a:lumOff val="80000"/>
            </a:schemeClr>
          </a:solidFill>
          <a:ln w="9525">
            <a:noFill/>
          </a:ln>
          <a:effectLst/>
        </p:spPr>
        <p:style>
          <a:lnRef idx="3">
            <a:schemeClr val="lt1"/>
          </a:lnRef>
          <a:fillRef idx="1">
            <a:schemeClr val="accent6"/>
          </a:fillRef>
          <a:effectRef idx="1">
            <a:schemeClr val="accent6"/>
          </a:effectRef>
          <a:fontRef idx="minor">
            <a:schemeClr val="lt1"/>
          </a:fontRef>
        </p:style>
        <p:txBody>
          <a:bodyPr wrap="square" lIns="612000" tIns="68580" rIns="68580" bIns="68580" rtlCol="0" anchor="ctr"/>
          <a:lstStyle/>
          <a:p>
            <a:r>
              <a:rPr lang="en-US" sz="1400" dirty="0">
                <a:solidFill>
                  <a:schemeClr val="tx1"/>
                </a:solidFill>
                <a:latin typeface="Gill Sans MT" panose="020B0502020104020203" pitchFamily="34" charset="0"/>
              </a:rPr>
              <a:t>There was also enquiry about existence of any Early Warning System (EWS) in the project to get adequate information about Glacial Lake Outburst Flood (GLOF). NEEPCO stated that there is no possibility of GLOF in the project as the relevant catchment areas largely fall below the snow line</a:t>
            </a:r>
          </a:p>
        </p:txBody>
      </p:sp>
      <p:sp>
        <p:nvSpPr>
          <p:cNvPr id="31" name="Oval 30">
            <a:extLst>
              <a:ext uri="{FF2B5EF4-FFF2-40B4-BE49-F238E27FC236}">
                <a16:creationId xmlns:a16="http://schemas.microsoft.com/office/drawing/2014/main" id="{6401BFBD-8266-C9E0-2556-8049A05BB971}"/>
              </a:ext>
            </a:extLst>
          </p:cNvPr>
          <p:cNvSpPr/>
          <p:nvPr/>
        </p:nvSpPr>
        <p:spPr>
          <a:xfrm>
            <a:off x="723218" y="5499322"/>
            <a:ext cx="506416" cy="482858"/>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solidFill>
                <a:latin typeface="Gill Sans MT" panose="020B0502020104020203" pitchFamily="34" charset="0"/>
              </a:rPr>
              <a:t>5</a:t>
            </a:r>
          </a:p>
        </p:txBody>
      </p:sp>
    </p:spTree>
    <p:extLst>
      <p:ext uri="{BB962C8B-B14F-4D97-AF65-F5344CB8AC3E}">
        <p14:creationId xmlns:p14="http://schemas.microsoft.com/office/powerpoint/2010/main" val="7443646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CC1D8-EF33-6632-9C42-E7388C7B0665}"/>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BF77DEF-6EFE-3C95-D0C4-9DCFD125F04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think-cell data - do not delete" hidden="1">
                        <a:extLst>
                          <a:ext uri="{FF2B5EF4-FFF2-40B4-BE49-F238E27FC236}">
                            <a16:creationId xmlns:a16="http://schemas.microsoft.com/office/drawing/2014/main" id="{BBF77DEF-6EFE-3C95-D0C4-9DCFD125F04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Title 2">
            <a:extLst>
              <a:ext uri="{FF2B5EF4-FFF2-40B4-BE49-F238E27FC236}">
                <a16:creationId xmlns:a16="http://schemas.microsoft.com/office/drawing/2014/main" id="{5CEE5D5B-AB99-CCD9-0F9C-32B9854E94E1}"/>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dirty="0">
                <a:solidFill>
                  <a:srgbClr val="BA0C2F"/>
                </a:solidFill>
                <a:latin typeface="Gill Sans MT" panose="020B0502020104020203" pitchFamily="34" charset="0"/>
              </a:rPr>
              <a:t>THDC Hydro Power Plants- Sum Insured Coverage Details</a:t>
            </a:r>
          </a:p>
        </p:txBody>
      </p:sp>
      <p:cxnSp>
        <p:nvCxnSpPr>
          <p:cNvPr id="6" name="Straight Connector 5">
            <a:extLst>
              <a:ext uri="{FF2B5EF4-FFF2-40B4-BE49-F238E27FC236}">
                <a16:creationId xmlns:a16="http://schemas.microsoft.com/office/drawing/2014/main" id="{DA192DD9-3D09-0540-628A-CABA597335DF}"/>
              </a:ext>
            </a:extLst>
          </p:cNvPr>
          <p:cNvCxnSpPr>
            <a:cxnSpLocks/>
          </p:cNvCxnSpPr>
          <p:nvPr/>
        </p:nvCxnSpPr>
        <p:spPr>
          <a:xfrm flipV="1">
            <a:off x="514664" y="892705"/>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A9211D9A-A1ED-3B53-FEAA-731FC601C15D}"/>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600" dirty="0">
                <a:solidFill>
                  <a:schemeClr val="bg2">
                    <a:lumMod val="50000"/>
                  </a:schemeClr>
                </a:solidFill>
                <a:latin typeface="Gill Sans MT" panose="020B0502020104020203" pitchFamily="34" charset="0"/>
              </a:rPr>
              <a:t>Sum insured covered by power plants through different heads of coverage to ensure the maximum benefits</a:t>
            </a:r>
          </a:p>
        </p:txBody>
      </p:sp>
      <p:pic>
        <p:nvPicPr>
          <p:cNvPr id="2" name="Picture 1">
            <a:extLst>
              <a:ext uri="{FF2B5EF4-FFF2-40B4-BE49-F238E27FC236}">
                <a16:creationId xmlns:a16="http://schemas.microsoft.com/office/drawing/2014/main" id="{728456FF-AAB9-A682-8A79-5DBB8C71C3D1}"/>
              </a:ext>
            </a:extLst>
          </p:cNvPr>
          <p:cNvPicPr>
            <a:picLocks noChangeAspect="1"/>
          </p:cNvPicPr>
          <p:nvPr/>
        </p:nvPicPr>
        <p:blipFill>
          <a:blip r:embed="rId6"/>
          <a:stretch>
            <a:fillRect/>
          </a:stretch>
        </p:blipFill>
        <p:spPr>
          <a:xfrm>
            <a:off x="539850" y="1244389"/>
            <a:ext cx="5617307" cy="5074896"/>
          </a:xfrm>
          <a:prstGeom prst="rect">
            <a:avLst/>
          </a:prstGeom>
        </p:spPr>
      </p:pic>
      <p:pic>
        <p:nvPicPr>
          <p:cNvPr id="4" name="Picture 3">
            <a:extLst>
              <a:ext uri="{FF2B5EF4-FFF2-40B4-BE49-F238E27FC236}">
                <a16:creationId xmlns:a16="http://schemas.microsoft.com/office/drawing/2014/main" id="{D1905AA3-2E21-0F5C-5FB2-F583717827C2}"/>
              </a:ext>
            </a:extLst>
          </p:cNvPr>
          <p:cNvPicPr>
            <a:picLocks noChangeAspect="1"/>
          </p:cNvPicPr>
          <p:nvPr/>
        </p:nvPicPr>
        <p:blipFill>
          <a:blip r:embed="rId7"/>
          <a:stretch>
            <a:fillRect/>
          </a:stretch>
        </p:blipFill>
        <p:spPr>
          <a:xfrm>
            <a:off x="6420897" y="1244389"/>
            <a:ext cx="5036645" cy="5127385"/>
          </a:xfrm>
          <a:prstGeom prst="rect">
            <a:avLst/>
          </a:prstGeom>
        </p:spPr>
      </p:pic>
      <p:sp>
        <p:nvSpPr>
          <p:cNvPr id="7" name="Arrow: Left 6">
            <a:hlinkClick r:id="rId8" action="ppaction://hlinksldjump"/>
            <a:extLst>
              <a:ext uri="{FF2B5EF4-FFF2-40B4-BE49-F238E27FC236}">
                <a16:creationId xmlns:a16="http://schemas.microsoft.com/office/drawing/2014/main" id="{0D1C46C7-DFB2-9B1E-B6AB-AEF3C095FFCE}"/>
              </a:ext>
            </a:extLst>
          </p:cNvPr>
          <p:cNvSpPr/>
          <p:nvPr/>
        </p:nvSpPr>
        <p:spPr>
          <a:xfrm>
            <a:off x="10375232" y="6369395"/>
            <a:ext cx="1143000" cy="318656"/>
          </a:xfrm>
          <a:prstGeom prst="leftArrow">
            <a:avLst>
              <a:gd name="adj1" fmla="val 96467"/>
              <a:gd name="adj2" fmla="val 46681"/>
            </a:avLst>
          </a:prstGeom>
          <a:solidFill>
            <a:srgbClr val="00A3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hlinkClick r:id="rId8" action="ppaction://hlinksldjump">
                  <a:extLst>
                    <a:ext uri="{A12FA001-AC4F-418D-AE19-62706E023703}">
                      <ahyp:hlinkClr xmlns:ahyp="http://schemas.microsoft.com/office/drawing/2018/hyperlinkcolor" val="tx"/>
                    </a:ext>
                  </a:extLst>
                </a:hlinkClick>
              </a:rPr>
              <a:t>Back</a:t>
            </a:r>
            <a:endParaRPr lang="en-US" b="1" dirty="0">
              <a:solidFill>
                <a:schemeClr val="tx1"/>
              </a:solidFill>
            </a:endParaRPr>
          </a:p>
        </p:txBody>
      </p:sp>
    </p:spTree>
    <p:extLst>
      <p:ext uri="{BB962C8B-B14F-4D97-AF65-F5344CB8AC3E}">
        <p14:creationId xmlns:p14="http://schemas.microsoft.com/office/powerpoint/2010/main" val="41067173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FFABF-C247-D8F8-1E35-4908D15C0561}"/>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AF1D471-AEDE-4AB0-7C08-F66E735C599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think-cell data - do not delete" hidden="1">
                        <a:extLst>
                          <a:ext uri="{FF2B5EF4-FFF2-40B4-BE49-F238E27FC236}">
                            <a16:creationId xmlns:a16="http://schemas.microsoft.com/office/drawing/2014/main" id="{EAF1D471-AEDE-4AB0-7C08-F66E735C599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Title 2">
            <a:extLst>
              <a:ext uri="{FF2B5EF4-FFF2-40B4-BE49-F238E27FC236}">
                <a16:creationId xmlns:a16="http://schemas.microsoft.com/office/drawing/2014/main" id="{885A60D3-8862-8BC0-9373-E92994229F42}"/>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dirty="0">
                <a:solidFill>
                  <a:srgbClr val="BA0C2F"/>
                </a:solidFill>
                <a:latin typeface="Gill Sans MT" panose="020B0502020104020203" pitchFamily="34" charset="0"/>
              </a:rPr>
              <a:t>THDC Hydro Power Plants Insurance Premium Highlights</a:t>
            </a:r>
          </a:p>
        </p:txBody>
      </p:sp>
      <p:cxnSp>
        <p:nvCxnSpPr>
          <p:cNvPr id="6" name="Straight Connector 5">
            <a:extLst>
              <a:ext uri="{FF2B5EF4-FFF2-40B4-BE49-F238E27FC236}">
                <a16:creationId xmlns:a16="http://schemas.microsoft.com/office/drawing/2014/main" id="{7951C6E3-5C11-2437-DF50-3890E2DD2A76}"/>
              </a:ext>
            </a:extLst>
          </p:cNvPr>
          <p:cNvCxnSpPr>
            <a:cxnSpLocks/>
          </p:cNvCxnSpPr>
          <p:nvPr/>
        </p:nvCxnSpPr>
        <p:spPr>
          <a:xfrm flipV="1">
            <a:off x="514664" y="109101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4131DEEB-FB04-3D0C-3C38-D27467C9B166}"/>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600" dirty="0">
                <a:solidFill>
                  <a:schemeClr val="bg2">
                    <a:lumMod val="50000"/>
                  </a:schemeClr>
                </a:solidFill>
                <a:latin typeface="Gill Sans MT" panose="020B0502020104020203" pitchFamily="34" charset="0"/>
              </a:rPr>
              <a:t>THDC adopt Mega insurance policy for its hydro power plants and the premium paid trend shows that in past five years the premium has been two folds from FY20 to FY24, </a:t>
            </a:r>
            <a:r>
              <a:rPr lang="en-US" sz="1600" dirty="0" err="1">
                <a:solidFill>
                  <a:schemeClr val="bg2">
                    <a:lumMod val="50000"/>
                  </a:schemeClr>
                </a:solidFill>
                <a:latin typeface="Gill Sans MT" panose="020B0502020104020203" pitchFamily="34" charset="0"/>
              </a:rPr>
              <a:t>i.e</a:t>
            </a:r>
            <a:r>
              <a:rPr lang="en-US" sz="1600" dirty="0">
                <a:solidFill>
                  <a:schemeClr val="bg2">
                    <a:lumMod val="50000"/>
                  </a:schemeClr>
                </a:solidFill>
                <a:latin typeface="Gill Sans MT" panose="020B0502020104020203" pitchFamily="34" charset="0"/>
              </a:rPr>
              <a:t> from Rs. 1.42 lakh/ MW to Rs. 2.82 Lakh/MW </a:t>
            </a:r>
          </a:p>
        </p:txBody>
      </p:sp>
      <p:pic>
        <p:nvPicPr>
          <p:cNvPr id="7" name="Picture 6">
            <a:extLst>
              <a:ext uri="{FF2B5EF4-FFF2-40B4-BE49-F238E27FC236}">
                <a16:creationId xmlns:a16="http://schemas.microsoft.com/office/drawing/2014/main" id="{511486E1-064C-09F3-B0DE-5029CB273F31}"/>
              </a:ext>
            </a:extLst>
          </p:cNvPr>
          <p:cNvPicPr>
            <a:picLocks noChangeAspect="1"/>
          </p:cNvPicPr>
          <p:nvPr/>
        </p:nvPicPr>
        <p:blipFill>
          <a:blip r:embed="rId6"/>
          <a:stretch>
            <a:fillRect/>
          </a:stretch>
        </p:blipFill>
        <p:spPr>
          <a:xfrm>
            <a:off x="668900" y="1333966"/>
            <a:ext cx="4564112" cy="4320026"/>
          </a:xfrm>
          <a:prstGeom prst="rect">
            <a:avLst/>
          </a:prstGeom>
          <a:ln>
            <a:noFill/>
          </a:ln>
        </p:spPr>
      </p:pic>
      <p:pic>
        <p:nvPicPr>
          <p:cNvPr id="9" name="Picture 8">
            <a:extLst>
              <a:ext uri="{FF2B5EF4-FFF2-40B4-BE49-F238E27FC236}">
                <a16:creationId xmlns:a16="http://schemas.microsoft.com/office/drawing/2014/main" id="{945E0CD1-12BF-3D52-8196-7F17F7A3F765}"/>
              </a:ext>
            </a:extLst>
          </p:cNvPr>
          <p:cNvPicPr>
            <a:picLocks noChangeAspect="1"/>
          </p:cNvPicPr>
          <p:nvPr/>
        </p:nvPicPr>
        <p:blipFill rotWithShape="1">
          <a:blip r:embed="rId7"/>
          <a:srcRect t="2558"/>
          <a:stretch/>
        </p:blipFill>
        <p:spPr>
          <a:xfrm>
            <a:off x="5529855" y="1333966"/>
            <a:ext cx="6180809" cy="4493275"/>
          </a:xfrm>
          <a:prstGeom prst="rect">
            <a:avLst/>
          </a:prstGeom>
        </p:spPr>
      </p:pic>
      <p:sp>
        <p:nvSpPr>
          <p:cNvPr id="2" name="Arrow: Left 1">
            <a:hlinkClick r:id="rId8" action="ppaction://hlinksldjump"/>
            <a:extLst>
              <a:ext uri="{FF2B5EF4-FFF2-40B4-BE49-F238E27FC236}">
                <a16:creationId xmlns:a16="http://schemas.microsoft.com/office/drawing/2014/main" id="{7C423444-9C33-133D-084A-F81E4A66581B}"/>
              </a:ext>
            </a:extLst>
          </p:cNvPr>
          <p:cNvSpPr/>
          <p:nvPr/>
        </p:nvSpPr>
        <p:spPr>
          <a:xfrm>
            <a:off x="10375232" y="6369395"/>
            <a:ext cx="1143000" cy="318656"/>
          </a:xfrm>
          <a:prstGeom prst="leftArrow">
            <a:avLst>
              <a:gd name="adj1" fmla="val 96467"/>
              <a:gd name="adj2" fmla="val 46681"/>
            </a:avLst>
          </a:prstGeom>
          <a:solidFill>
            <a:srgbClr val="00A3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hlinkClick r:id="rId8" action="ppaction://hlinksldjump">
                  <a:extLst>
                    <a:ext uri="{A12FA001-AC4F-418D-AE19-62706E023703}">
                      <ahyp:hlinkClr xmlns:ahyp="http://schemas.microsoft.com/office/drawing/2018/hyperlinkcolor" val="tx"/>
                    </a:ext>
                  </a:extLst>
                </a:hlinkClick>
              </a:rPr>
              <a:t>Back</a:t>
            </a:r>
            <a:endParaRPr lang="en-US" b="1" dirty="0">
              <a:solidFill>
                <a:schemeClr val="tx1"/>
              </a:solidFill>
            </a:endParaRPr>
          </a:p>
        </p:txBody>
      </p:sp>
    </p:spTree>
    <p:extLst>
      <p:ext uri="{BB962C8B-B14F-4D97-AF65-F5344CB8AC3E}">
        <p14:creationId xmlns:p14="http://schemas.microsoft.com/office/powerpoint/2010/main" val="25757384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ED77D-63B0-7677-0F7E-FC90B9A538A6}"/>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B503B80-5F76-F47D-4FDF-43ECF63AA44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8B503B80-5F76-F47D-4FDF-43ECF63AA4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44BC3342-5A2C-9706-D5FC-A9F7DBEA87BF}"/>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600" dirty="0">
                <a:solidFill>
                  <a:schemeClr val="bg2">
                    <a:lumMod val="50000"/>
                  </a:schemeClr>
                </a:solidFill>
                <a:latin typeface="Gill Sans MT" panose="020B0502020104020203" pitchFamily="34" charset="0"/>
              </a:rPr>
              <a:t>Different Insurance options available depending on phase of project life</a:t>
            </a:r>
          </a:p>
        </p:txBody>
      </p:sp>
      <p:sp>
        <p:nvSpPr>
          <p:cNvPr id="6" name="Title 2">
            <a:extLst>
              <a:ext uri="{FF2B5EF4-FFF2-40B4-BE49-F238E27FC236}">
                <a16:creationId xmlns:a16="http://schemas.microsoft.com/office/drawing/2014/main" id="{0704375C-F207-ECD4-1E6A-6C04EDE0C64C}"/>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dirty="0">
                <a:solidFill>
                  <a:srgbClr val="BA0C2F"/>
                </a:solidFill>
                <a:latin typeface="Gill Sans MT" panose="020B0502020104020203" pitchFamily="34" charset="0"/>
              </a:rPr>
              <a:t>Types of Insurance for Hydro Power Projects during Construction Phase (1/4)</a:t>
            </a:r>
          </a:p>
        </p:txBody>
      </p:sp>
      <p:cxnSp>
        <p:nvCxnSpPr>
          <p:cNvPr id="18" name="Straight Connector 17">
            <a:extLst>
              <a:ext uri="{FF2B5EF4-FFF2-40B4-BE49-F238E27FC236}">
                <a16:creationId xmlns:a16="http://schemas.microsoft.com/office/drawing/2014/main" id="{3B87C170-A645-DA07-EE27-9659F1095FCE}"/>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0B6F024E-68E8-81DD-9B8B-FE493139C921}"/>
              </a:ext>
            </a:extLst>
          </p:cNvPr>
          <p:cNvSpPr/>
          <p:nvPr/>
        </p:nvSpPr>
        <p:spPr bwMode="gray">
          <a:xfrm>
            <a:off x="625643" y="1132074"/>
            <a:ext cx="2273968" cy="5318279"/>
          </a:xfrm>
          <a:prstGeom prst="rect">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latin typeface="Gill Sans MT" panose="020B0502020104020203" pitchFamily="34" charset="0"/>
              </a:rPr>
              <a:t>Contractor’s All Risk  (CAR) Insurance</a:t>
            </a:r>
          </a:p>
        </p:txBody>
      </p:sp>
      <p:sp>
        <p:nvSpPr>
          <p:cNvPr id="3" name="Rectangle: Rounded Corners 2">
            <a:extLst>
              <a:ext uri="{FF2B5EF4-FFF2-40B4-BE49-F238E27FC236}">
                <a16:creationId xmlns:a16="http://schemas.microsoft.com/office/drawing/2014/main" id="{E1AC5397-D46A-2BF9-0A11-D87DF208CCDF}"/>
              </a:ext>
            </a:extLst>
          </p:cNvPr>
          <p:cNvSpPr/>
          <p:nvPr/>
        </p:nvSpPr>
        <p:spPr bwMode="gray">
          <a:xfrm>
            <a:off x="3611880" y="1098944"/>
            <a:ext cx="7954477" cy="5318279"/>
          </a:xfrm>
          <a:prstGeom prst="roundRect">
            <a:avLst/>
          </a:prstGeom>
          <a:ln>
            <a:prstDash val="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marL="285750" indent="-285750">
              <a:lnSpc>
                <a:spcPct val="106000"/>
              </a:lnSpc>
              <a:buFont typeface="Arial" panose="020B0604020202020204" pitchFamily="34" charset="0"/>
              <a:buChar char="•"/>
            </a:pPr>
            <a:r>
              <a:rPr lang="en-US" sz="1400" b="1" dirty="0">
                <a:solidFill>
                  <a:schemeClr val="tx1"/>
                </a:solidFill>
                <a:latin typeface="Gill Sans MT" panose="020B0502020104020203" pitchFamily="34" charset="0"/>
              </a:rPr>
              <a:t>Coverage Scope:</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CAR Insurance primarily covers risks associated with civil engineering works.</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It protects against damage to insured property due to sudden, accidental, and unforeseen causes.</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Liability coverage extends to third-party claims for injury, death, or damage to third-party property.</a:t>
            </a:r>
            <a:endParaRPr lang="en-US" sz="1400" b="1" dirty="0">
              <a:solidFill>
                <a:schemeClr val="tx1"/>
              </a:solidFill>
              <a:latin typeface="Gill Sans MT" panose="020B0502020104020203" pitchFamily="34" charset="0"/>
            </a:endParaRPr>
          </a:p>
          <a:p>
            <a:pPr marL="285750" indent="-285750">
              <a:lnSpc>
                <a:spcPct val="106000"/>
              </a:lnSpc>
              <a:buFont typeface="Arial" panose="020B0604020202020204" pitchFamily="34" charset="0"/>
              <a:buChar char="•"/>
            </a:pPr>
            <a:r>
              <a:rPr lang="en-US" sz="1400" b="1" dirty="0">
                <a:solidFill>
                  <a:schemeClr val="tx1"/>
                </a:solidFill>
                <a:latin typeface="Gill Sans MT" panose="020B0502020104020203" pitchFamily="34" charset="0"/>
              </a:rPr>
              <a:t>Covered Risks:</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Losses arising from Normal risks such as Fire, Lightning, Burglary, and Housebreaking are included.</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Act of God risks like Earthquake, Flood, Inundation, Landslide, Subsidence, Rockslide, Storm, Typhoon, and Hurricane are covered.</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CAR policy can be extended to include risks from Riot, Strike Damage, Malicious Damage, and Terrorism.</a:t>
            </a:r>
          </a:p>
          <a:p>
            <a:pPr marL="285750" indent="-285750">
              <a:lnSpc>
                <a:spcPct val="106000"/>
              </a:lnSpc>
              <a:buFont typeface="Arial" panose="020B0604020202020204" pitchFamily="34" charset="0"/>
              <a:buChar char="•"/>
            </a:pPr>
            <a:r>
              <a:rPr lang="en-US" sz="1400" b="1" dirty="0">
                <a:solidFill>
                  <a:schemeClr val="tx1"/>
                </a:solidFill>
                <a:latin typeface="Gill Sans MT" panose="020B0502020104020203" pitchFamily="34" charset="0"/>
              </a:rPr>
              <a:t>Duration of Cover:</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The policy covers the duration from the commencement of work or after the unloading of the first lot of materials at the site, whichever is earlier.</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The cover extends until the date specified in the policy schedule or the date of handing over the completed works to the principal, whichever is earlier.</a:t>
            </a:r>
          </a:p>
          <a:p>
            <a:pPr marL="285750" indent="-285750">
              <a:lnSpc>
                <a:spcPct val="106000"/>
              </a:lnSpc>
              <a:buFont typeface="Arial" panose="020B0604020202020204" pitchFamily="34" charset="0"/>
              <a:buChar char="•"/>
            </a:pPr>
            <a:r>
              <a:rPr lang="en-US" sz="1400" b="1" dirty="0">
                <a:solidFill>
                  <a:schemeClr val="tx1"/>
                </a:solidFill>
                <a:latin typeface="Gill Sans MT" panose="020B0502020104020203" pitchFamily="34" charset="0"/>
              </a:rPr>
              <a:t>Sum Insured Calculation:</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The sum insured for CAR insurance is computed based on the completed project value, including Freight and Customs duty.</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Escalation costs can be added to the sum insured based on the contract requirements between the contractor and the employer.</a:t>
            </a:r>
          </a:p>
        </p:txBody>
      </p:sp>
      <p:sp>
        <p:nvSpPr>
          <p:cNvPr id="4" name="Arrow: Left 3">
            <a:hlinkClick r:id="rId5" action="ppaction://hlinksldjump"/>
            <a:extLst>
              <a:ext uri="{FF2B5EF4-FFF2-40B4-BE49-F238E27FC236}">
                <a16:creationId xmlns:a16="http://schemas.microsoft.com/office/drawing/2014/main" id="{A78605CE-B55B-0086-96DF-DDAFF79157FC}"/>
              </a:ext>
            </a:extLst>
          </p:cNvPr>
          <p:cNvSpPr/>
          <p:nvPr/>
        </p:nvSpPr>
        <p:spPr>
          <a:xfrm>
            <a:off x="10238072" y="6519369"/>
            <a:ext cx="1143000" cy="318656"/>
          </a:xfrm>
          <a:prstGeom prst="leftArrow">
            <a:avLst>
              <a:gd name="adj1" fmla="val 96467"/>
              <a:gd name="adj2" fmla="val 46681"/>
            </a:avLst>
          </a:prstGeom>
          <a:solidFill>
            <a:srgbClr val="00A3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hlinkClick r:id="rId5" action="ppaction://hlinksldjump">
                  <a:extLst>
                    <a:ext uri="{A12FA001-AC4F-418D-AE19-62706E023703}">
                      <ahyp:hlinkClr xmlns:ahyp="http://schemas.microsoft.com/office/drawing/2018/hyperlinkcolor" val="tx"/>
                    </a:ext>
                  </a:extLst>
                </a:hlinkClick>
              </a:rPr>
              <a:t>Back</a:t>
            </a:r>
            <a:endParaRPr lang="en-US" b="1" dirty="0">
              <a:solidFill>
                <a:schemeClr val="tx1"/>
              </a:solidFill>
            </a:endParaRPr>
          </a:p>
        </p:txBody>
      </p:sp>
    </p:spTree>
    <p:extLst>
      <p:ext uri="{BB962C8B-B14F-4D97-AF65-F5344CB8AC3E}">
        <p14:creationId xmlns:p14="http://schemas.microsoft.com/office/powerpoint/2010/main" val="17091309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8C888-F19E-3E44-D9A9-210F2E418B72}"/>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3DB5C9CF-A719-6021-44B7-8D8EF696714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3DB5C9CF-A719-6021-44B7-8D8EF696714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F5179770-F49A-838F-BF7B-B7FDFA992438}"/>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600" dirty="0">
                <a:solidFill>
                  <a:schemeClr val="bg2">
                    <a:lumMod val="50000"/>
                  </a:schemeClr>
                </a:solidFill>
                <a:latin typeface="Gill Sans MT" panose="020B0502020104020203" pitchFamily="34" charset="0"/>
              </a:rPr>
              <a:t>Different Insurance options available depending on phase of project life</a:t>
            </a:r>
          </a:p>
        </p:txBody>
      </p:sp>
      <p:sp>
        <p:nvSpPr>
          <p:cNvPr id="6" name="Title 2">
            <a:extLst>
              <a:ext uri="{FF2B5EF4-FFF2-40B4-BE49-F238E27FC236}">
                <a16:creationId xmlns:a16="http://schemas.microsoft.com/office/drawing/2014/main" id="{6591D3CF-5F8B-2A31-9B01-294699D581F8}"/>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dirty="0">
                <a:solidFill>
                  <a:srgbClr val="BA0C2F"/>
                </a:solidFill>
                <a:latin typeface="Gill Sans MT" panose="020B0502020104020203" pitchFamily="34" charset="0"/>
              </a:rPr>
              <a:t>Types of Insurance for Hydro Power Projects during Construction Phase (2/4)</a:t>
            </a:r>
          </a:p>
        </p:txBody>
      </p:sp>
      <p:cxnSp>
        <p:nvCxnSpPr>
          <p:cNvPr id="18" name="Straight Connector 17">
            <a:extLst>
              <a:ext uri="{FF2B5EF4-FFF2-40B4-BE49-F238E27FC236}">
                <a16:creationId xmlns:a16="http://schemas.microsoft.com/office/drawing/2014/main" id="{AC907282-4B31-A35F-8F42-330ED3D35435}"/>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AFB56B51-10EB-6A4C-A906-76337F566014}"/>
              </a:ext>
            </a:extLst>
          </p:cNvPr>
          <p:cNvSpPr/>
          <p:nvPr/>
        </p:nvSpPr>
        <p:spPr bwMode="gray">
          <a:xfrm>
            <a:off x="625643" y="1412507"/>
            <a:ext cx="2273968" cy="1935352"/>
          </a:xfrm>
          <a:prstGeom prst="rect">
            <a:avLst/>
          </a:prstGeom>
          <a:solidFill>
            <a:schemeClr val="accent1"/>
          </a:solidFill>
          <a:ln w="19050" algn="ctr">
            <a:noFill/>
            <a:miter lim="800000"/>
            <a:headEnd/>
            <a:tailEnd/>
          </a:ln>
        </p:spPr>
        <p:txBody>
          <a:bodyPr wrap="square" lIns="88900" tIns="88900" rIns="88900" bIns="88900" rtlCol="0" anchor="ctr"/>
          <a:lstStyle/>
          <a:p>
            <a:pPr algn="ctr" defTabSz="820738">
              <a:defRPr/>
            </a:pPr>
            <a:r>
              <a:rPr lang="en-US" sz="1400" b="1" dirty="0">
                <a:solidFill>
                  <a:schemeClr val="bg1"/>
                </a:solidFill>
                <a:latin typeface="Gill Sans MT" panose="020B0502020104020203" pitchFamily="34" charset="0"/>
                <a:ea typeface="ＭＳ Ｐゴシック" pitchFamily="50" charset="-128"/>
              </a:rPr>
              <a:t>Erection All risk Insurance</a:t>
            </a:r>
          </a:p>
        </p:txBody>
      </p:sp>
      <p:sp>
        <p:nvSpPr>
          <p:cNvPr id="3" name="Rectangle: Rounded Corners 2">
            <a:extLst>
              <a:ext uri="{FF2B5EF4-FFF2-40B4-BE49-F238E27FC236}">
                <a16:creationId xmlns:a16="http://schemas.microsoft.com/office/drawing/2014/main" id="{01EBD2E6-BEA6-2BBB-2DA9-B71D09850801}"/>
              </a:ext>
            </a:extLst>
          </p:cNvPr>
          <p:cNvSpPr/>
          <p:nvPr/>
        </p:nvSpPr>
        <p:spPr bwMode="gray">
          <a:xfrm>
            <a:off x="3489158" y="1379377"/>
            <a:ext cx="8077199" cy="1971975"/>
          </a:xfrm>
          <a:prstGeom prst="roundRect">
            <a:avLst/>
          </a:prstGeom>
          <a:ln>
            <a:prstDash val="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marL="285750" indent="-285750">
              <a:lnSpc>
                <a:spcPct val="106000"/>
              </a:lnSpc>
              <a:buFont typeface="Arial" panose="020B0604020202020204" pitchFamily="34" charset="0"/>
              <a:buChar char="•"/>
            </a:pPr>
            <a:r>
              <a:rPr lang="en-US" sz="1400" b="1" dirty="0">
                <a:solidFill>
                  <a:schemeClr val="tx1"/>
                </a:solidFill>
                <a:latin typeface="Gill Sans MT" panose="020B0502020104020203" pitchFamily="34" charset="0"/>
              </a:rPr>
              <a:t>Coverage Scope:</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EAR Insurance covers material damage and third-party liability during the erection and installation of Plant and Machinery.</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Similar to CAR insurance, EAR is a named exclusion policy, which implies it covers all insurance risks except those explicitly mentioned in the exclusion section of the policy.</a:t>
            </a:r>
          </a:p>
          <a:p>
            <a:pPr marL="285750" indent="-285750">
              <a:lnSpc>
                <a:spcPct val="106000"/>
              </a:lnSpc>
              <a:buFont typeface="Arial" panose="020B0604020202020204" pitchFamily="34" charset="0"/>
              <a:buChar char="•"/>
            </a:pPr>
            <a:r>
              <a:rPr lang="en-US" sz="1400" b="1" dirty="0">
                <a:solidFill>
                  <a:schemeClr val="tx1"/>
                </a:solidFill>
                <a:latin typeface="Gill Sans MT" panose="020B0502020104020203" pitchFamily="34" charset="0"/>
              </a:rPr>
              <a:t>Policy Purchase:</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EAR Insurance should be purchased specifically during the installation of Turbines, Generators, and other electromechanical equipment of Hydropower projects</a:t>
            </a:r>
            <a:r>
              <a:rPr lang="en-US" sz="1400" b="1" dirty="0">
                <a:solidFill>
                  <a:schemeClr val="tx1"/>
                </a:solidFill>
                <a:latin typeface="Gill Sans MT" panose="020B0502020104020203" pitchFamily="34" charset="0"/>
              </a:rPr>
              <a:t>.</a:t>
            </a:r>
            <a:endParaRPr lang="en-US" sz="1400" dirty="0">
              <a:solidFill>
                <a:schemeClr val="tx1"/>
              </a:solidFill>
              <a:latin typeface="Gill Sans MT" panose="020B0502020104020203" pitchFamily="34" charset="0"/>
            </a:endParaRPr>
          </a:p>
        </p:txBody>
      </p:sp>
      <p:sp>
        <p:nvSpPr>
          <p:cNvPr id="4" name="Rectangle 3">
            <a:extLst>
              <a:ext uri="{FF2B5EF4-FFF2-40B4-BE49-F238E27FC236}">
                <a16:creationId xmlns:a16="http://schemas.microsoft.com/office/drawing/2014/main" id="{5032B435-0335-50A3-7207-8E182345EE58}"/>
              </a:ext>
            </a:extLst>
          </p:cNvPr>
          <p:cNvSpPr/>
          <p:nvPr/>
        </p:nvSpPr>
        <p:spPr bwMode="gray">
          <a:xfrm>
            <a:off x="625643" y="3579305"/>
            <a:ext cx="2273968" cy="2786595"/>
          </a:xfrm>
          <a:prstGeom prst="rect">
            <a:avLst/>
          </a:prstGeom>
          <a:solidFill>
            <a:schemeClr val="accent1"/>
          </a:solidFill>
          <a:ln w="19050" algn="ctr">
            <a:noFill/>
            <a:miter lim="800000"/>
            <a:headEnd/>
            <a:tailEnd/>
          </a:ln>
        </p:spPr>
        <p:txBody>
          <a:bodyPr wrap="square" lIns="88900" tIns="88900" rIns="88900" bIns="88900" rtlCol="0" anchor="ctr"/>
          <a:lstStyle/>
          <a:p>
            <a:pPr algn="ctr" defTabSz="820738">
              <a:defRPr/>
            </a:pPr>
            <a:r>
              <a:rPr lang="en-US" sz="1400" b="1" dirty="0">
                <a:solidFill>
                  <a:schemeClr val="bg1"/>
                </a:solidFill>
                <a:latin typeface="Gill Sans MT" panose="020B0502020104020203" pitchFamily="34" charset="0"/>
                <a:ea typeface="ＭＳ Ｐゴシック" pitchFamily="50" charset="-128"/>
              </a:rPr>
              <a:t>Contractor’s Plant and Machinery (CPM) Insurance</a:t>
            </a:r>
          </a:p>
        </p:txBody>
      </p:sp>
      <p:sp>
        <p:nvSpPr>
          <p:cNvPr id="7" name="Rectangle: Rounded Corners 6">
            <a:extLst>
              <a:ext uri="{FF2B5EF4-FFF2-40B4-BE49-F238E27FC236}">
                <a16:creationId xmlns:a16="http://schemas.microsoft.com/office/drawing/2014/main" id="{43B22852-A637-C51B-BDFE-6DCA1E7A4473}"/>
              </a:ext>
            </a:extLst>
          </p:cNvPr>
          <p:cNvSpPr/>
          <p:nvPr/>
        </p:nvSpPr>
        <p:spPr bwMode="gray">
          <a:xfrm>
            <a:off x="3489158" y="3546175"/>
            <a:ext cx="8077199" cy="2823220"/>
          </a:xfrm>
          <a:prstGeom prst="roundRect">
            <a:avLst/>
          </a:prstGeom>
          <a:ln>
            <a:prstDash val="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t"/>
          <a:lstStyle/>
          <a:p>
            <a:pPr marL="285750" indent="-285750">
              <a:lnSpc>
                <a:spcPct val="106000"/>
              </a:lnSpc>
              <a:buFont typeface="Arial" panose="020B0604020202020204" pitchFamily="34" charset="0"/>
              <a:buChar char="•"/>
            </a:pPr>
            <a:r>
              <a:rPr lang="en-US" sz="1400" b="1" dirty="0">
                <a:solidFill>
                  <a:schemeClr val="tx1"/>
                </a:solidFill>
                <a:latin typeface="Gill Sans MT" panose="020B0502020104020203" pitchFamily="34" charset="0"/>
              </a:rPr>
              <a:t>Coverage Scope:</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CPM Insurance covers the risk associated with the plant and machinery of a contractor used in hydropower construction at specified work sites.</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Contractor's machinery is often subjected to rough conditions, making it more vulnerable to damage.</a:t>
            </a:r>
          </a:p>
          <a:p>
            <a:pPr marL="285750" indent="-285750">
              <a:lnSpc>
                <a:spcPct val="106000"/>
              </a:lnSpc>
              <a:buFont typeface="Arial" panose="020B0604020202020204" pitchFamily="34" charset="0"/>
              <a:buChar char="•"/>
            </a:pPr>
            <a:r>
              <a:rPr lang="en-US" sz="1400" b="1" dirty="0">
                <a:solidFill>
                  <a:schemeClr val="tx1"/>
                </a:solidFill>
                <a:latin typeface="Gill Sans MT" panose="020B0502020104020203" pitchFamily="34" charset="0"/>
              </a:rPr>
              <a:t>Policy Purpose:</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CPM Policy is designed to protect the insured against sudden and unforeseen physical loss or damage to the plant and machinery.</a:t>
            </a:r>
          </a:p>
          <a:p>
            <a:pPr marL="285750" indent="-285750">
              <a:lnSpc>
                <a:spcPct val="106000"/>
              </a:lnSpc>
              <a:buFont typeface="Arial" panose="020B0604020202020204" pitchFamily="34" charset="0"/>
              <a:buChar char="•"/>
            </a:pPr>
            <a:r>
              <a:rPr lang="en-US" sz="1400" b="1" dirty="0">
                <a:solidFill>
                  <a:schemeClr val="tx1"/>
                </a:solidFill>
                <a:latin typeface="Gill Sans MT" panose="020B0502020104020203" pitchFamily="34" charset="0"/>
              </a:rPr>
              <a:t>Covered Equipment:</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The policy covers various types of construction equipment including compressors, heavy-duty cranes, boring machines, bulldozers, pipe jacking, hauling equipment, excavators, loaders, </a:t>
            </a:r>
            <a:r>
              <a:rPr lang="en-US" sz="1400" dirty="0" err="1">
                <a:solidFill>
                  <a:schemeClr val="tx1"/>
                </a:solidFill>
                <a:latin typeface="Gill Sans MT" panose="020B0502020104020203" pitchFamily="34" charset="0"/>
              </a:rPr>
              <a:t>etc</a:t>
            </a:r>
            <a:endParaRPr lang="en-US" sz="1400" dirty="0">
              <a:solidFill>
                <a:schemeClr val="tx1"/>
              </a:solidFill>
              <a:latin typeface="Gill Sans MT" panose="020B0502020104020203" pitchFamily="34" charset="0"/>
            </a:endParaRPr>
          </a:p>
        </p:txBody>
      </p:sp>
      <p:sp>
        <p:nvSpPr>
          <p:cNvPr id="8" name="Arrow: Left 7">
            <a:hlinkClick r:id="rId5" action="ppaction://hlinksldjump"/>
            <a:extLst>
              <a:ext uri="{FF2B5EF4-FFF2-40B4-BE49-F238E27FC236}">
                <a16:creationId xmlns:a16="http://schemas.microsoft.com/office/drawing/2014/main" id="{C21E2ECC-6D03-B70E-F585-5D400B05589C}"/>
              </a:ext>
            </a:extLst>
          </p:cNvPr>
          <p:cNvSpPr/>
          <p:nvPr/>
        </p:nvSpPr>
        <p:spPr>
          <a:xfrm>
            <a:off x="10375232" y="6369395"/>
            <a:ext cx="1143000" cy="318656"/>
          </a:xfrm>
          <a:prstGeom prst="leftArrow">
            <a:avLst>
              <a:gd name="adj1" fmla="val 96467"/>
              <a:gd name="adj2" fmla="val 46681"/>
            </a:avLst>
          </a:prstGeom>
          <a:solidFill>
            <a:srgbClr val="00A3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hlinkClick r:id="rId5" action="ppaction://hlinksldjump">
                  <a:extLst>
                    <a:ext uri="{A12FA001-AC4F-418D-AE19-62706E023703}">
                      <ahyp:hlinkClr xmlns:ahyp="http://schemas.microsoft.com/office/drawing/2018/hyperlinkcolor" val="tx"/>
                    </a:ext>
                  </a:extLst>
                </a:hlinkClick>
              </a:rPr>
              <a:t>Back</a:t>
            </a:r>
            <a:endParaRPr lang="en-US" b="1" dirty="0">
              <a:solidFill>
                <a:schemeClr val="tx1"/>
              </a:solidFill>
            </a:endParaRPr>
          </a:p>
        </p:txBody>
      </p:sp>
    </p:spTree>
    <p:extLst>
      <p:ext uri="{BB962C8B-B14F-4D97-AF65-F5344CB8AC3E}">
        <p14:creationId xmlns:p14="http://schemas.microsoft.com/office/powerpoint/2010/main" val="31923051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D6DF4-0201-DD6D-9E87-D18BCFFADB3F}"/>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D040BAA-A8CE-E534-AC98-53CB019451D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0D040BAA-A8CE-E534-AC98-53CB019451D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AECD4295-28D8-B9F3-0568-7AC949B037FD}"/>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600" dirty="0">
                <a:solidFill>
                  <a:schemeClr val="bg2">
                    <a:lumMod val="50000"/>
                  </a:schemeClr>
                </a:solidFill>
                <a:latin typeface="Gill Sans MT" panose="020B0502020104020203" pitchFamily="34" charset="0"/>
              </a:rPr>
              <a:t>Different Insurance options available depending on phase of project life</a:t>
            </a:r>
          </a:p>
        </p:txBody>
      </p:sp>
      <p:sp>
        <p:nvSpPr>
          <p:cNvPr id="6" name="Title 2">
            <a:extLst>
              <a:ext uri="{FF2B5EF4-FFF2-40B4-BE49-F238E27FC236}">
                <a16:creationId xmlns:a16="http://schemas.microsoft.com/office/drawing/2014/main" id="{9ACE9FE2-B85A-5C3A-A500-2A3655811C4F}"/>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dirty="0">
                <a:solidFill>
                  <a:srgbClr val="BA0C2F"/>
                </a:solidFill>
                <a:latin typeface="Gill Sans MT" panose="020B0502020104020203" pitchFamily="34" charset="0"/>
              </a:rPr>
              <a:t>Types of Insurance for Hydro Power Projects during Construction Phase (3/4)</a:t>
            </a:r>
          </a:p>
        </p:txBody>
      </p:sp>
      <p:cxnSp>
        <p:nvCxnSpPr>
          <p:cNvPr id="18" name="Straight Connector 17">
            <a:extLst>
              <a:ext uri="{FF2B5EF4-FFF2-40B4-BE49-F238E27FC236}">
                <a16:creationId xmlns:a16="http://schemas.microsoft.com/office/drawing/2014/main" id="{F97DE96B-F757-8755-5122-439617585B67}"/>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6D6F0BD4-195C-B3C2-20F4-CD7B15C31CE4}"/>
              </a:ext>
            </a:extLst>
          </p:cNvPr>
          <p:cNvSpPr/>
          <p:nvPr/>
        </p:nvSpPr>
        <p:spPr bwMode="gray">
          <a:xfrm>
            <a:off x="625643" y="1503947"/>
            <a:ext cx="2273968" cy="3144776"/>
          </a:xfrm>
          <a:prstGeom prst="rect">
            <a:avLst/>
          </a:prstGeom>
          <a:solidFill>
            <a:schemeClr val="accent1"/>
          </a:solidFill>
          <a:ln w="19050" algn="ctr">
            <a:noFill/>
            <a:miter lim="800000"/>
            <a:headEnd/>
            <a:tailEnd/>
          </a:ln>
        </p:spPr>
        <p:txBody>
          <a:bodyPr wrap="square" lIns="88900" tIns="88900" rIns="88900" bIns="88900" rtlCol="0" anchor="ctr"/>
          <a:lstStyle/>
          <a:p>
            <a:pPr algn="ctr" defTabSz="820738">
              <a:defRPr/>
            </a:pPr>
            <a:r>
              <a:rPr lang="en-US" sz="1400" b="1" dirty="0">
                <a:solidFill>
                  <a:schemeClr val="bg1"/>
                </a:solidFill>
                <a:latin typeface="Gill Sans MT" panose="020B0502020104020203" pitchFamily="34" charset="0"/>
                <a:ea typeface="ＭＳ Ｐゴシック" pitchFamily="50" charset="-128"/>
              </a:rPr>
              <a:t>Transit Insurance</a:t>
            </a:r>
          </a:p>
        </p:txBody>
      </p:sp>
      <p:sp>
        <p:nvSpPr>
          <p:cNvPr id="3" name="Rectangle: Rounded Corners 2">
            <a:extLst>
              <a:ext uri="{FF2B5EF4-FFF2-40B4-BE49-F238E27FC236}">
                <a16:creationId xmlns:a16="http://schemas.microsoft.com/office/drawing/2014/main" id="{643FFB78-FA85-B2E6-3C09-F71EEBFFAC68}"/>
              </a:ext>
            </a:extLst>
          </p:cNvPr>
          <p:cNvSpPr/>
          <p:nvPr/>
        </p:nvSpPr>
        <p:spPr bwMode="gray">
          <a:xfrm>
            <a:off x="3489158" y="1470817"/>
            <a:ext cx="8077199" cy="3177906"/>
          </a:xfrm>
          <a:prstGeom prst="roundRect">
            <a:avLst/>
          </a:prstGeom>
          <a:ln>
            <a:prstDash val="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t"/>
          <a:lstStyle/>
          <a:p>
            <a:pPr marL="285750" indent="-285750">
              <a:lnSpc>
                <a:spcPct val="106000"/>
              </a:lnSpc>
              <a:buFont typeface="Arial" panose="020B0604020202020204" pitchFamily="34" charset="0"/>
              <a:buChar char="•"/>
            </a:pPr>
            <a:r>
              <a:rPr lang="en-US" sz="1400" b="1" dirty="0">
                <a:solidFill>
                  <a:schemeClr val="tx1"/>
                </a:solidFill>
                <a:latin typeface="Gill Sans MT" panose="020B0502020104020203" pitchFamily="34" charset="0"/>
              </a:rPr>
              <a:t>Coverage Scope:</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Transit Insurance covers raw materials or finished goods during transportation from the place of loading to the destination.</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It applies to various transportation modes including air, sea, or road.</a:t>
            </a:r>
          </a:p>
          <a:p>
            <a:pPr marL="285750" indent="-285750">
              <a:lnSpc>
                <a:spcPct val="106000"/>
              </a:lnSpc>
              <a:buFont typeface="Arial" panose="020B0604020202020204" pitchFamily="34" charset="0"/>
              <a:buChar char="•"/>
            </a:pPr>
            <a:r>
              <a:rPr lang="en-US" sz="1400" b="1" dirty="0">
                <a:solidFill>
                  <a:schemeClr val="tx1"/>
                </a:solidFill>
                <a:latin typeface="Gill Sans MT" panose="020B0502020104020203" pitchFamily="34" charset="0"/>
              </a:rPr>
              <a:t>Covered Risks:</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The insurance policy covers damage or loss of goods while in transit due to mishandling, accidents, explosions, impact fires, theft, malicious damage, strikes, riots, and civil commotion.</a:t>
            </a:r>
          </a:p>
          <a:p>
            <a:pPr marL="285750" indent="-285750">
              <a:lnSpc>
                <a:spcPct val="106000"/>
              </a:lnSpc>
              <a:buFont typeface="Arial" panose="020B0604020202020204" pitchFamily="34" charset="0"/>
              <a:buChar char="•"/>
            </a:pPr>
            <a:r>
              <a:rPr lang="en-US" sz="1400" b="1" dirty="0">
                <a:solidFill>
                  <a:schemeClr val="tx1"/>
                </a:solidFill>
                <a:latin typeface="Gill Sans MT" panose="020B0502020104020203" pitchFamily="34" charset="0"/>
              </a:rPr>
              <a:t>Additional Coverage:</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Transit insurance also covers related expenses such as incidental costs, tolerance costs, and duty costs.</a:t>
            </a:r>
          </a:p>
          <a:p>
            <a:pPr marL="285750" indent="-285750">
              <a:lnSpc>
                <a:spcPct val="106000"/>
              </a:lnSpc>
              <a:buFont typeface="Arial" panose="020B0604020202020204" pitchFamily="34" charset="0"/>
              <a:buChar char="•"/>
            </a:pPr>
            <a:r>
              <a:rPr lang="en-US" sz="1400" b="1" dirty="0">
                <a:solidFill>
                  <a:schemeClr val="tx1"/>
                </a:solidFill>
                <a:latin typeface="Gill Sans MT" panose="020B0502020104020203" pitchFamily="34" charset="0"/>
              </a:rPr>
              <a:t>Premium Determinants:</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The premium for transit insurance depends on factors such as the type of goods, mode of transport, and the level of risks required by the insured.</a:t>
            </a:r>
          </a:p>
        </p:txBody>
      </p:sp>
      <p:sp>
        <p:nvSpPr>
          <p:cNvPr id="8" name="Rectangle 7">
            <a:extLst>
              <a:ext uri="{FF2B5EF4-FFF2-40B4-BE49-F238E27FC236}">
                <a16:creationId xmlns:a16="http://schemas.microsoft.com/office/drawing/2014/main" id="{DBB91E95-9345-8FF9-3C69-364886004A26}"/>
              </a:ext>
            </a:extLst>
          </p:cNvPr>
          <p:cNvSpPr/>
          <p:nvPr/>
        </p:nvSpPr>
        <p:spPr bwMode="gray">
          <a:xfrm>
            <a:off x="625643" y="4920915"/>
            <a:ext cx="2273968" cy="1443789"/>
          </a:xfrm>
          <a:prstGeom prst="rect">
            <a:avLst/>
          </a:prstGeom>
          <a:solidFill>
            <a:schemeClr val="accent1"/>
          </a:solidFill>
          <a:ln w="19050" algn="ctr">
            <a:noFill/>
            <a:miter lim="800000"/>
            <a:headEnd/>
            <a:tailEnd/>
          </a:ln>
        </p:spPr>
        <p:txBody>
          <a:bodyPr wrap="square" lIns="88900" tIns="88900" rIns="88900" bIns="88900" rtlCol="0" anchor="ctr"/>
          <a:lstStyle/>
          <a:p>
            <a:pPr algn="ctr" defTabSz="820738">
              <a:defRPr/>
            </a:pPr>
            <a:r>
              <a:rPr lang="en-US" sz="1400" b="1" dirty="0">
                <a:solidFill>
                  <a:schemeClr val="bg1"/>
                </a:solidFill>
                <a:latin typeface="Gill Sans MT" panose="020B0502020104020203" pitchFamily="34" charset="0"/>
                <a:ea typeface="ＭＳ Ｐゴシック" pitchFamily="50" charset="-128"/>
              </a:rPr>
              <a:t>Professional Indemnity (PI) Insurance</a:t>
            </a:r>
          </a:p>
        </p:txBody>
      </p:sp>
      <p:sp>
        <p:nvSpPr>
          <p:cNvPr id="9" name="Rectangle: Rounded Corners 8">
            <a:extLst>
              <a:ext uri="{FF2B5EF4-FFF2-40B4-BE49-F238E27FC236}">
                <a16:creationId xmlns:a16="http://schemas.microsoft.com/office/drawing/2014/main" id="{652730E7-0229-720A-AA84-25706BFFFEDD}"/>
              </a:ext>
            </a:extLst>
          </p:cNvPr>
          <p:cNvSpPr/>
          <p:nvPr/>
        </p:nvSpPr>
        <p:spPr bwMode="gray">
          <a:xfrm>
            <a:off x="3489158" y="4905420"/>
            <a:ext cx="8077199" cy="1443790"/>
          </a:xfrm>
          <a:prstGeom prst="roundRect">
            <a:avLst/>
          </a:prstGeom>
          <a:ln>
            <a:prstDash val="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t"/>
          <a:lstStyle/>
          <a:p>
            <a:pPr marL="285750" indent="-285750">
              <a:lnSpc>
                <a:spcPct val="106000"/>
              </a:lnSpc>
              <a:buFont typeface="Arial" panose="020B0604020202020204" pitchFamily="34" charset="0"/>
              <a:buChar char="•"/>
            </a:pPr>
            <a:r>
              <a:rPr lang="en-US" sz="1400" b="1" dirty="0">
                <a:solidFill>
                  <a:schemeClr val="tx1"/>
                </a:solidFill>
                <a:latin typeface="Gill Sans MT" panose="020B0502020104020203" pitchFamily="34" charset="0"/>
              </a:rPr>
              <a:t>Coverage Scope:</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PI Insurance covers claims for legal liabilities owed to a third party, typically a client of the insured.</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It protects against losses suffered by the third party arising from the insured providing professional services.</a:t>
            </a:r>
          </a:p>
        </p:txBody>
      </p:sp>
      <p:sp>
        <p:nvSpPr>
          <p:cNvPr id="4" name="Arrow: Left 3">
            <a:hlinkClick r:id="rId5" action="ppaction://hlinksldjump"/>
            <a:extLst>
              <a:ext uri="{FF2B5EF4-FFF2-40B4-BE49-F238E27FC236}">
                <a16:creationId xmlns:a16="http://schemas.microsoft.com/office/drawing/2014/main" id="{B0E073AF-243A-7E62-65DB-D54329EEB2D5}"/>
              </a:ext>
            </a:extLst>
          </p:cNvPr>
          <p:cNvSpPr/>
          <p:nvPr/>
        </p:nvSpPr>
        <p:spPr>
          <a:xfrm>
            <a:off x="10375232" y="6369395"/>
            <a:ext cx="1143000" cy="318656"/>
          </a:xfrm>
          <a:prstGeom prst="leftArrow">
            <a:avLst>
              <a:gd name="adj1" fmla="val 96467"/>
              <a:gd name="adj2" fmla="val 46681"/>
            </a:avLst>
          </a:prstGeom>
          <a:solidFill>
            <a:srgbClr val="00A3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Gill Sans MT" panose="020B0502020104020203" pitchFamily="34" charset="0"/>
                <a:hlinkClick r:id="rId5" action="ppaction://hlinksldjump">
                  <a:extLst>
                    <a:ext uri="{A12FA001-AC4F-418D-AE19-62706E023703}">
                      <ahyp:hlinkClr xmlns:ahyp="http://schemas.microsoft.com/office/drawing/2018/hyperlinkcolor" val="tx"/>
                    </a:ext>
                  </a:extLst>
                </a:hlinkClick>
              </a:rPr>
              <a:t>Back</a:t>
            </a:r>
            <a:endParaRPr lang="en-US" sz="2000" b="1" dirty="0">
              <a:solidFill>
                <a:schemeClr val="tx1"/>
              </a:solidFill>
              <a:latin typeface="Gill Sans MT" panose="020B0502020104020203" pitchFamily="34" charset="0"/>
            </a:endParaRPr>
          </a:p>
        </p:txBody>
      </p:sp>
    </p:spTree>
    <p:extLst>
      <p:ext uri="{BB962C8B-B14F-4D97-AF65-F5344CB8AC3E}">
        <p14:creationId xmlns:p14="http://schemas.microsoft.com/office/powerpoint/2010/main" val="29034507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7F322-9254-54C9-F209-888D9779929F}"/>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6CA4F366-160C-F053-604D-0EAC92B2C3F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6CA4F366-160C-F053-604D-0EAC92B2C3F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70F2E157-8891-F88E-DF99-45C3949BDF58}"/>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600" dirty="0">
                <a:solidFill>
                  <a:schemeClr val="bg2">
                    <a:lumMod val="50000"/>
                  </a:schemeClr>
                </a:solidFill>
                <a:latin typeface="Gill Sans MT" panose="020B0502020104020203" pitchFamily="34" charset="0"/>
              </a:rPr>
              <a:t>Different Insurance options available depending on phase of project life</a:t>
            </a:r>
          </a:p>
        </p:txBody>
      </p:sp>
      <p:sp>
        <p:nvSpPr>
          <p:cNvPr id="6" name="Title 2">
            <a:extLst>
              <a:ext uri="{FF2B5EF4-FFF2-40B4-BE49-F238E27FC236}">
                <a16:creationId xmlns:a16="http://schemas.microsoft.com/office/drawing/2014/main" id="{ECFF8F78-333B-BA5A-7B64-C1793F355B80}"/>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dirty="0">
                <a:solidFill>
                  <a:srgbClr val="BA0C2F"/>
                </a:solidFill>
                <a:latin typeface="Gill Sans MT" panose="020B0502020104020203" pitchFamily="34" charset="0"/>
              </a:rPr>
              <a:t>Types of Insurance for Hydro Power Projects during Construction Phase (4/4)</a:t>
            </a:r>
          </a:p>
        </p:txBody>
      </p:sp>
      <p:cxnSp>
        <p:nvCxnSpPr>
          <p:cNvPr id="18" name="Straight Connector 17">
            <a:extLst>
              <a:ext uri="{FF2B5EF4-FFF2-40B4-BE49-F238E27FC236}">
                <a16:creationId xmlns:a16="http://schemas.microsoft.com/office/drawing/2014/main" id="{C810FB25-B303-B655-1F73-A6B4A58EDF95}"/>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DF63EAD4-AA29-D348-CC7D-33083259439D}"/>
              </a:ext>
            </a:extLst>
          </p:cNvPr>
          <p:cNvSpPr/>
          <p:nvPr/>
        </p:nvSpPr>
        <p:spPr bwMode="gray">
          <a:xfrm>
            <a:off x="514664" y="1413620"/>
            <a:ext cx="2273968" cy="1677103"/>
          </a:xfrm>
          <a:prstGeom prst="rect">
            <a:avLst/>
          </a:prstGeom>
          <a:solidFill>
            <a:schemeClr val="accent1"/>
          </a:solidFill>
          <a:ln w="19050" algn="ctr">
            <a:noFill/>
            <a:miter lim="800000"/>
            <a:headEnd/>
            <a:tailEnd/>
          </a:ln>
        </p:spPr>
        <p:txBody>
          <a:bodyPr wrap="square" lIns="88900" tIns="88900" rIns="88900" bIns="88900" rtlCol="0" anchor="ctr"/>
          <a:lstStyle/>
          <a:p>
            <a:pPr algn="ctr" defTabSz="820738">
              <a:defRPr/>
            </a:pPr>
            <a:r>
              <a:rPr lang="en-US" sz="1400" b="1" dirty="0">
                <a:solidFill>
                  <a:schemeClr val="bg1"/>
                </a:solidFill>
                <a:latin typeface="Gill Sans MT" panose="020B0502020104020203" pitchFamily="34" charset="0"/>
                <a:ea typeface="ＭＳ Ｐゴシック" pitchFamily="50" charset="-128"/>
              </a:rPr>
              <a:t>Professional Indemnity (PI) Insurance </a:t>
            </a:r>
          </a:p>
          <a:p>
            <a:pPr algn="ctr" defTabSz="820738">
              <a:defRPr/>
            </a:pPr>
            <a:endParaRPr lang="en-US" sz="1400" b="1" dirty="0">
              <a:solidFill>
                <a:schemeClr val="bg1"/>
              </a:solidFill>
              <a:latin typeface="Gill Sans MT" panose="020B0502020104020203" pitchFamily="34" charset="0"/>
              <a:ea typeface="ＭＳ Ｐゴシック" pitchFamily="50" charset="-128"/>
            </a:endParaRPr>
          </a:p>
          <a:p>
            <a:pPr algn="ctr" defTabSz="820738">
              <a:defRPr/>
            </a:pPr>
            <a:r>
              <a:rPr lang="en-US" sz="1400" b="1" dirty="0">
                <a:solidFill>
                  <a:schemeClr val="bg1"/>
                </a:solidFill>
                <a:latin typeface="Gill Sans MT" panose="020B0502020104020203" pitchFamily="34" charset="0"/>
                <a:ea typeface="ＭＳ Ｐゴシック" pitchFamily="50" charset="-128"/>
              </a:rPr>
              <a:t>(</a:t>
            </a:r>
            <a:r>
              <a:rPr lang="en-US" sz="1400" b="1" dirty="0" err="1">
                <a:solidFill>
                  <a:schemeClr val="bg1"/>
                </a:solidFill>
                <a:latin typeface="Gill Sans MT" panose="020B0502020104020203" pitchFamily="34" charset="0"/>
                <a:ea typeface="ＭＳ Ｐゴシック" pitchFamily="50" charset="-128"/>
              </a:rPr>
              <a:t>Contd</a:t>
            </a:r>
            <a:r>
              <a:rPr lang="en-US" sz="1400" b="1" dirty="0">
                <a:solidFill>
                  <a:schemeClr val="bg1"/>
                </a:solidFill>
                <a:latin typeface="Gill Sans MT" panose="020B0502020104020203" pitchFamily="34" charset="0"/>
                <a:ea typeface="ＭＳ Ｐゴシック" pitchFamily="50" charset="-128"/>
              </a:rPr>
              <a:t>…)</a:t>
            </a:r>
          </a:p>
        </p:txBody>
      </p:sp>
      <p:sp>
        <p:nvSpPr>
          <p:cNvPr id="7" name="Rectangle: Rounded Corners 6">
            <a:extLst>
              <a:ext uri="{FF2B5EF4-FFF2-40B4-BE49-F238E27FC236}">
                <a16:creationId xmlns:a16="http://schemas.microsoft.com/office/drawing/2014/main" id="{F1B47F8B-66E3-E881-0391-9C99B9993058}"/>
              </a:ext>
            </a:extLst>
          </p:cNvPr>
          <p:cNvSpPr/>
          <p:nvPr/>
        </p:nvSpPr>
        <p:spPr bwMode="gray">
          <a:xfrm>
            <a:off x="3378179" y="1380491"/>
            <a:ext cx="8077199" cy="1677102"/>
          </a:xfrm>
          <a:prstGeom prst="roundRect">
            <a:avLst/>
          </a:prstGeom>
          <a:ln>
            <a:prstDash val="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t"/>
          <a:lstStyle/>
          <a:p>
            <a:pPr marL="285750" indent="-285750">
              <a:lnSpc>
                <a:spcPct val="106000"/>
              </a:lnSpc>
              <a:buFont typeface="Arial" panose="020B0604020202020204" pitchFamily="34" charset="0"/>
              <a:buChar char="•"/>
            </a:pPr>
            <a:r>
              <a:rPr lang="en-US" sz="1400" b="1" dirty="0">
                <a:solidFill>
                  <a:schemeClr val="tx1"/>
                </a:solidFill>
                <a:latin typeface="Gill Sans MT" panose="020B0502020104020203" pitchFamily="34" charset="0"/>
              </a:rPr>
              <a:t>Liability Causes:</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Liability under PI Insurance can result from unintentional breach of privacy or confidentiality, omission of information, making errors of judgment, or providing incorrect advice.</a:t>
            </a:r>
          </a:p>
          <a:p>
            <a:pPr marL="285750" indent="-285750">
              <a:lnSpc>
                <a:spcPct val="106000"/>
              </a:lnSpc>
              <a:buFont typeface="Arial" panose="020B0604020202020204" pitchFamily="34" charset="0"/>
              <a:buChar char="•"/>
            </a:pPr>
            <a:r>
              <a:rPr lang="en-US" sz="1400" b="1" dirty="0">
                <a:solidFill>
                  <a:schemeClr val="tx1"/>
                </a:solidFill>
                <a:latin typeface="Gill Sans MT" panose="020B0502020104020203" pitchFamily="34" charset="0"/>
              </a:rPr>
              <a:t>Legal Cost Coverage:</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PI Insurance can cover legal costs associated with defending claims made against the insured.</a:t>
            </a:r>
          </a:p>
        </p:txBody>
      </p:sp>
      <p:sp>
        <p:nvSpPr>
          <p:cNvPr id="2" name="Arrow: Left 1">
            <a:hlinkClick r:id="rId5" action="ppaction://hlinksldjump"/>
            <a:extLst>
              <a:ext uri="{FF2B5EF4-FFF2-40B4-BE49-F238E27FC236}">
                <a16:creationId xmlns:a16="http://schemas.microsoft.com/office/drawing/2014/main" id="{771A07A7-7201-983F-F31B-7B9205B59886}"/>
              </a:ext>
            </a:extLst>
          </p:cNvPr>
          <p:cNvSpPr/>
          <p:nvPr/>
        </p:nvSpPr>
        <p:spPr>
          <a:xfrm>
            <a:off x="10375232" y="6369395"/>
            <a:ext cx="1143000" cy="318656"/>
          </a:xfrm>
          <a:prstGeom prst="leftArrow">
            <a:avLst>
              <a:gd name="adj1" fmla="val 96467"/>
              <a:gd name="adj2" fmla="val 46681"/>
            </a:avLst>
          </a:prstGeom>
          <a:solidFill>
            <a:srgbClr val="00A3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hlinkClick r:id="rId5" action="ppaction://hlinksldjump">
                  <a:extLst>
                    <a:ext uri="{A12FA001-AC4F-418D-AE19-62706E023703}">
                      <ahyp:hlinkClr xmlns:ahyp="http://schemas.microsoft.com/office/drawing/2018/hyperlinkcolor" val="tx"/>
                    </a:ext>
                  </a:extLst>
                </a:hlinkClick>
              </a:rPr>
              <a:t>Back</a:t>
            </a:r>
            <a:endParaRPr lang="en-US" b="1" dirty="0">
              <a:solidFill>
                <a:schemeClr val="tx1"/>
              </a:solidFill>
            </a:endParaRPr>
          </a:p>
        </p:txBody>
      </p:sp>
    </p:spTree>
    <p:extLst>
      <p:ext uri="{BB962C8B-B14F-4D97-AF65-F5344CB8AC3E}">
        <p14:creationId xmlns:p14="http://schemas.microsoft.com/office/powerpoint/2010/main" val="42346793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752D2-92BD-5E83-62C9-08E988192FD0}"/>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378DAAE9-2D37-19CE-1755-0C180A65CC6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378DAAE9-2D37-19CE-1755-0C180A65CC6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8E77CBBA-BE82-5EBF-31DB-3B0E34B08F3C}"/>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dirty="0">
                <a:solidFill>
                  <a:schemeClr val="bg2">
                    <a:lumMod val="50000"/>
                  </a:schemeClr>
                </a:solidFill>
              </a:rPr>
              <a:t>Different Insurance options available depending on phase of project life</a:t>
            </a:r>
          </a:p>
        </p:txBody>
      </p:sp>
      <p:sp>
        <p:nvSpPr>
          <p:cNvPr id="6" name="Title 2">
            <a:extLst>
              <a:ext uri="{FF2B5EF4-FFF2-40B4-BE49-F238E27FC236}">
                <a16:creationId xmlns:a16="http://schemas.microsoft.com/office/drawing/2014/main" id="{53BFFA29-BEBE-4584-1014-59B4B27884B8}"/>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dirty="0">
                <a:solidFill>
                  <a:srgbClr val="BA0C2F"/>
                </a:solidFill>
                <a:latin typeface="Gill Sans MT" panose="020B0502020104020203" pitchFamily="34" charset="0"/>
              </a:rPr>
              <a:t>Types of Insurance for Hydro Power Projects during Operational Phase (1/2)</a:t>
            </a:r>
          </a:p>
        </p:txBody>
      </p:sp>
      <p:cxnSp>
        <p:nvCxnSpPr>
          <p:cNvPr id="18" name="Straight Connector 17">
            <a:extLst>
              <a:ext uri="{FF2B5EF4-FFF2-40B4-BE49-F238E27FC236}">
                <a16:creationId xmlns:a16="http://schemas.microsoft.com/office/drawing/2014/main" id="{112C7685-9D44-7BEE-1A1D-F2F85F07871D}"/>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A3B3C19-58A9-BA5C-CBDA-8CD6F160559B}"/>
              </a:ext>
            </a:extLst>
          </p:cNvPr>
          <p:cNvSpPr/>
          <p:nvPr/>
        </p:nvSpPr>
        <p:spPr bwMode="gray">
          <a:xfrm>
            <a:off x="514664" y="1413619"/>
            <a:ext cx="2273968" cy="4821625"/>
          </a:xfrm>
          <a:prstGeom prst="rect">
            <a:avLst/>
          </a:prstGeom>
          <a:solidFill>
            <a:schemeClr val="accent2"/>
          </a:solidFill>
          <a:ln w="19050" algn="ctr">
            <a:noFill/>
            <a:miter lim="800000"/>
            <a:headEnd/>
            <a:tailEnd/>
          </a:ln>
        </p:spPr>
        <p:txBody>
          <a:bodyPr wrap="square" lIns="88900" tIns="88900" rIns="88900" bIns="88900" rtlCol="0" anchor="ctr"/>
          <a:lstStyle/>
          <a:p>
            <a:pPr algn="ctr" defTabSz="820738">
              <a:defRPr/>
            </a:pPr>
            <a:r>
              <a:rPr lang="en-US" sz="1400" b="1" dirty="0">
                <a:solidFill>
                  <a:schemeClr val="bg1"/>
                </a:solidFill>
                <a:latin typeface="Gill Sans MT" panose="020B0502020104020203" pitchFamily="34" charset="0"/>
                <a:ea typeface="ＭＳ Ｐゴシック" pitchFamily="50" charset="-128"/>
              </a:rPr>
              <a:t>Fire and Allied Perils Insurance</a:t>
            </a:r>
          </a:p>
        </p:txBody>
      </p:sp>
      <p:sp>
        <p:nvSpPr>
          <p:cNvPr id="7" name="Rectangle: Rounded Corners 6">
            <a:extLst>
              <a:ext uri="{FF2B5EF4-FFF2-40B4-BE49-F238E27FC236}">
                <a16:creationId xmlns:a16="http://schemas.microsoft.com/office/drawing/2014/main" id="{7248D1C6-0CD2-9545-68FB-ABED94DBBB1B}"/>
              </a:ext>
            </a:extLst>
          </p:cNvPr>
          <p:cNvSpPr/>
          <p:nvPr/>
        </p:nvSpPr>
        <p:spPr bwMode="gray">
          <a:xfrm>
            <a:off x="3378179" y="1380490"/>
            <a:ext cx="8077199" cy="4901717"/>
          </a:xfrm>
          <a:prstGeom prst="roundRect">
            <a:avLst/>
          </a:prstGeom>
          <a:ln>
            <a:prstDash val="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marL="285750" indent="-285750">
              <a:lnSpc>
                <a:spcPct val="106000"/>
              </a:lnSpc>
              <a:buFont typeface="Arial" panose="020B0604020202020204" pitchFamily="34" charset="0"/>
              <a:buChar char="•"/>
            </a:pPr>
            <a:r>
              <a:rPr lang="en-US" sz="1400" b="1" dirty="0">
                <a:solidFill>
                  <a:schemeClr val="tx1"/>
                </a:solidFill>
                <a:latin typeface="Gill Sans MT" panose="020B0502020104020203" pitchFamily="34" charset="0"/>
              </a:rPr>
              <a:t>Coverage Scope:</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Hydropower Project Insurance protects the project and its components from various risks including fire, lightning, earthquake, flood, inundation, landslide/rockslide, storm, typhoon, hurricane, explosion, aircraft damage, etc.</a:t>
            </a:r>
          </a:p>
          <a:p>
            <a:pPr marL="285750" indent="-285750">
              <a:lnSpc>
                <a:spcPct val="106000"/>
              </a:lnSpc>
              <a:buFont typeface="Arial" panose="020B0604020202020204" pitchFamily="34" charset="0"/>
              <a:buChar char="•"/>
            </a:pPr>
            <a:r>
              <a:rPr lang="en-US" sz="1400" b="1" dirty="0">
                <a:solidFill>
                  <a:schemeClr val="tx1"/>
                </a:solidFill>
                <a:latin typeface="Gill Sans MT" panose="020B0502020104020203" pitchFamily="34" charset="0"/>
              </a:rPr>
              <a:t>Named Risk Policy:</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It operates as a named risk policy, meaning only the risks for which the insured pays a premium will be covered.</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Risks not mentioned in the policy are not covered. For instance, if a tunnel is not insured against flood risk and it sustains flood damage, it won't be covered.</a:t>
            </a:r>
          </a:p>
          <a:p>
            <a:pPr marL="285750" indent="-285750">
              <a:lnSpc>
                <a:spcPct val="106000"/>
              </a:lnSpc>
              <a:buFont typeface="Arial" panose="020B0604020202020204" pitchFamily="34" charset="0"/>
              <a:buChar char="•"/>
            </a:pPr>
            <a:r>
              <a:rPr lang="en-US" sz="1400" b="1" dirty="0">
                <a:solidFill>
                  <a:schemeClr val="tx1"/>
                </a:solidFill>
                <a:latin typeface="Gill Sans MT" panose="020B0502020104020203" pitchFamily="34" charset="0"/>
              </a:rPr>
              <a:t>Additional Coverage:</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Risks such as Riot, Strike Damage, Malicious Damage, Sabotage, and Terrorism risk can be added to the policy by paying extra premiums.</a:t>
            </a:r>
          </a:p>
          <a:p>
            <a:pPr marL="285750" indent="-285750">
              <a:lnSpc>
                <a:spcPct val="106000"/>
              </a:lnSpc>
              <a:buFont typeface="Arial" panose="020B0604020202020204" pitchFamily="34" charset="0"/>
              <a:buChar char="•"/>
            </a:pPr>
            <a:r>
              <a:rPr lang="en-US" sz="1400" b="1" dirty="0">
                <a:solidFill>
                  <a:schemeClr val="tx1"/>
                </a:solidFill>
                <a:latin typeface="Gill Sans MT" panose="020B0502020104020203" pitchFamily="34" charset="0"/>
              </a:rPr>
              <a:t>Regulatory Guidance:</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In Nepal, the policy is guided by the Fire Tariff issued by the regulatory board </a:t>
            </a:r>
            <a:r>
              <a:rPr lang="en-US" sz="1400" dirty="0" err="1">
                <a:solidFill>
                  <a:schemeClr val="tx1"/>
                </a:solidFill>
                <a:latin typeface="Gill Sans MT" panose="020B0502020104020203" pitchFamily="34" charset="0"/>
              </a:rPr>
              <a:t>Beema</a:t>
            </a:r>
            <a:r>
              <a:rPr lang="en-US" sz="1400" dirty="0">
                <a:solidFill>
                  <a:schemeClr val="tx1"/>
                </a:solidFill>
                <a:latin typeface="Gill Sans MT" panose="020B0502020104020203" pitchFamily="34" charset="0"/>
              </a:rPr>
              <a:t> Samiti.</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Premium rates, conditions, and exclusions are determined as per the fire tariff and are standardized across insurance companies.</a:t>
            </a:r>
          </a:p>
          <a:p>
            <a:pPr marL="285750" indent="-285750">
              <a:lnSpc>
                <a:spcPct val="106000"/>
              </a:lnSpc>
              <a:buFont typeface="Arial" panose="020B0604020202020204" pitchFamily="34" charset="0"/>
              <a:buChar char="•"/>
            </a:pPr>
            <a:r>
              <a:rPr lang="en-US" sz="1400" b="1" dirty="0">
                <a:solidFill>
                  <a:schemeClr val="tx1"/>
                </a:solidFill>
                <a:latin typeface="Gill Sans MT" panose="020B0502020104020203" pitchFamily="34" charset="0"/>
              </a:rPr>
              <a:t>Customizable Coverage:</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Clients can choose which components should be insured against specific risks based on the nature and location of the components.</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For example, headworks parts may not be insured against fire risks, but electromechanical parts are typically insured</a:t>
            </a:r>
          </a:p>
        </p:txBody>
      </p:sp>
      <p:sp>
        <p:nvSpPr>
          <p:cNvPr id="2" name="Arrow: Left 1">
            <a:hlinkClick r:id="rId5" action="ppaction://hlinksldjump"/>
            <a:extLst>
              <a:ext uri="{FF2B5EF4-FFF2-40B4-BE49-F238E27FC236}">
                <a16:creationId xmlns:a16="http://schemas.microsoft.com/office/drawing/2014/main" id="{303979E0-3877-D66F-2A0B-5ECB74C3ED47}"/>
              </a:ext>
            </a:extLst>
          </p:cNvPr>
          <p:cNvSpPr/>
          <p:nvPr/>
        </p:nvSpPr>
        <p:spPr>
          <a:xfrm>
            <a:off x="10375232" y="6369395"/>
            <a:ext cx="1143000" cy="318656"/>
          </a:xfrm>
          <a:prstGeom prst="leftArrow">
            <a:avLst>
              <a:gd name="adj1" fmla="val 96467"/>
              <a:gd name="adj2" fmla="val 46681"/>
            </a:avLst>
          </a:prstGeom>
          <a:solidFill>
            <a:srgbClr val="00A3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hlinkClick r:id="rId5" action="ppaction://hlinksldjump">
                  <a:extLst>
                    <a:ext uri="{A12FA001-AC4F-418D-AE19-62706E023703}">
                      <ahyp:hlinkClr xmlns:ahyp="http://schemas.microsoft.com/office/drawing/2018/hyperlinkcolor" val="tx"/>
                    </a:ext>
                  </a:extLst>
                </a:hlinkClick>
              </a:rPr>
              <a:t>Back</a:t>
            </a:r>
            <a:endParaRPr lang="en-US" b="1" dirty="0">
              <a:solidFill>
                <a:schemeClr val="tx1"/>
              </a:solidFill>
            </a:endParaRPr>
          </a:p>
        </p:txBody>
      </p:sp>
    </p:spTree>
    <p:extLst>
      <p:ext uri="{BB962C8B-B14F-4D97-AF65-F5344CB8AC3E}">
        <p14:creationId xmlns:p14="http://schemas.microsoft.com/office/powerpoint/2010/main" val="10590131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4755B-12C3-042E-C8A5-04A6686A955B}"/>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DA6A428-6C2B-E146-6840-DCAE761B1A2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FDA6A428-6C2B-E146-6840-DCAE761B1A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C82FB62C-8A91-5BD7-6621-B9ED447F0BA9}"/>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dirty="0">
                <a:solidFill>
                  <a:schemeClr val="bg2">
                    <a:lumMod val="50000"/>
                  </a:schemeClr>
                </a:solidFill>
              </a:rPr>
              <a:t>Different Insurance options available depending on phase of project life</a:t>
            </a:r>
          </a:p>
        </p:txBody>
      </p:sp>
      <p:sp>
        <p:nvSpPr>
          <p:cNvPr id="6" name="Title 2">
            <a:extLst>
              <a:ext uri="{FF2B5EF4-FFF2-40B4-BE49-F238E27FC236}">
                <a16:creationId xmlns:a16="http://schemas.microsoft.com/office/drawing/2014/main" id="{6389A322-A474-9644-5851-25D191FEB166}"/>
              </a:ext>
            </a:extLst>
          </p:cNvPr>
          <p:cNvSpPr txBox="1">
            <a:spLocks/>
          </p:cNvSpPr>
          <p:nvPr/>
        </p:nvSpPr>
        <p:spPr bwMode="gray">
          <a:xfrm>
            <a:off x="514664" y="278432"/>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dirty="0">
                <a:solidFill>
                  <a:srgbClr val="BA0C2F"/>
                </a:solidFill>
                <a:latin typeface="Gill Sans MT" panose="020B0502020104020203" pitchFamily="34" charset="0"/>
              </a:rPr>
              <a:t>Types of Insurance for Hydro Power Projects during Operational Phase (2/2)</a:t>
            </a:r>
          </a:p>
        </p:txBody>
      </p:sp>
      <p:cxnSp>
        <p:nvCxnSpPr>
          <p:cNvPr id="18" name="Straight Connector 17">
            <a:extLst>
              <a:ext uri="{FF2B5EF4-FFF2-40B4-BE49-F238E27FC236}">
                <a16:creationId xmlns:a16="http://schemas.microsoft.com/office/drawing/2014/main" id="{EC178773-07D1-BDB2-04DA-1802431106C3}"/>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41459AAE-DF88-847A-3DB5-72F4AB7640E9}"/>
              </a:ext>
            </a:extLst>
          </p:cNvPr>
          <p:cNvSpPr/>
          <p:nvPr/>
        </p:nvSpPr>
        <p:spPr bwMode="gray">
          <a:xfrm>
            <a:off x="514664" y="1307669"/>
            <a:ext cx="2273968" cy="2737277"/>
          </a:xfrm>
          <a:prstGeom prst="rect">
            <a:avLst/>
          </a:prstGeom>
          <a:solidFill>
            <a:schemeClr val="accent2"/>
          </a:solidFill>
          <a:ln w="19050" algn="ctr">
            <a:noFill/>
            <a:miter lim="800000"/>
            <a:headEnd/>
            <a:tailEnd/>
          </a:ln>
        </p:spPr>
        <p:txBody>
          <a:bodyPr wrap="square" lIns="88900" tIns="88900" rIns="88900" bIns="88900" rtlCol="0" anchor="ctr"/>
          <a:lstStyle/>
          <a:p>
            <a:pPr algn="ctr" defTabSz="820738">
              <a:defRPr/>
            </a:pPr>
            <a:r>
              <a:rPr lang="en-US" sz="1400" b="1" dirty="0">
                <a:solidFill>
                  <a:schemeClr val="bg1"/>
                </a:solidFill>
                <a:latin typeface="Gill Sans MT" panose="020B0502020104020203" pitchFamily="34" charset="0"/>
                <a:ea typeface="ＭＳ Ｐゴシック" pitchFamily="50" charset="-128"/>
              </a:rPr>
              <a:t>Business Interruption Insurance </a:t>
            </a:r>
          </a:p>
          <a:p>
            <a:pPr algn="ctr" defTabSz="820738">
              <a:defRPr/>
            </a:pPr>
            <a:endParaRPr lang="en-US" sz="1400" b="1" dirty="0">
              <a:solidFill>
                <a:schemeClr val="bg1"/>
              </a:solidFill>
              <a:latin typeface="Gill Sans MT" panose="020B0502020104020203" pitchFamily="34" charset="0"/>
              <a:ea typeface="ＭＳ Ｐゴシック" pitchFamily="50" charset="-128"/>
            </a:endParaRPr>
          </a:p>
          <a:p>
            <a:pPr algn="ctr" defTabSz="820738">
              <a:defRPr/>
            </a:pPr>
            <a:r>
              <a:rPr lang="en-US" sz="1400" b="1" dirty="0">
                <a:solidFill>
                  <a:schemeClr val="bg1"/>
                </a:solidFill>
                <a:latin typeface="Gill Sans MT" panose="020B0502020104020203" pitchFamily="34" charset="0"/>
                <a:ea typeface="ＭＳ Ｐゴシック" pitchFamily="50" charset="-128"/>
              </a:rPr>
              <a:t>(Loss of Profit Insurance)</a:t>
            </a:r>
          </a:p>
        </p:txBody>
      </p:sp>
      <p:sp>
        <p:nvSpPr>
          <p:cNvPr id="7" name="Rectangle: Rounded Corners 6">
            <a:extLst>
              <a:ext uri="{FF2B5EF4-FFF2-40B4-BE49-F238E27FC236}">
                <a16:creationId xmlns:a16="http://schemas.microsoft.com/office/drawing/2014/main" id="{E4E7C0F8-E96B-AA1E-A823-B2EA7AAE0FC2}"/>
              </a:ext>
            </a:extLst>
          </p:cNvPr>
          <p:cNvSpPr/>
          <p:nvPr/>
        </p:nvSpPr>
        <p:spPr bwMode="gray">
          <a:xfrm>
            <a:off x="3378179" y="1274541"/>
            <a:ext cx="8077199" cy="2769044"/>
          </a:xfrm>
          <a:prstGeom prst="roundRect">
            <a:avLst/>
          </a:prstGeom>
          <a:ln>
            <a:prstDash val="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marL="285750" indent="-285750">
              <a:lnSpc>
                <a:spcPct val="106000"/>
              </a:lnSpc>
              <a:buFont typeface="Arial" panose="020B0604020202020204" pitchFamily="34" charset="0"/>
              <a:buChar char="•"/>
            </a:pPr>
            <a:r>
              <a:rPr lang="en-US" sz="1400" b="1" dirty="0">
                <a:solidFill>
                  <a:schemeClr val="tx1"/>
                </a:solidFill>
                <a:latin typeface="Gill Sans MT" panose="020B0502020104020203" pitchFamily="34" charset="0"/>
              </a:rPr>
              <a:t>Policy Nature:</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Business Interruption Insurance is not a stand-alone policy but is sold as an addition to the Fire insurance policy.</a:t>
            </a:r>
          </a:p>
          <a:p>
            <a:pPr marL="285750" indent="-285750">
              <a:lnSpc>
                <a:spcPct val="106000"/>
              </a:lnSpc>
              <a:buFont typeface="Arial" panose="020B0604020202020204" pitchFamily="34" charset="0"/>
              <a:buChar char="•"/>
            </a:pPr>
            <a:r>
              <a:rPr lang="en-US" sz="1400" b="1" dirty="0">
                <a:solidFill>
                  <a:schemeClr val="tx1"/>
                </a:solidFill>
                <a:latin typeface="Gill Sans MT" panose="020B0502020104020203" pitchFamily="34" charset="0"/>
              </a:rPr>
              <a:t>Coverage Scope:</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It covers the loss of income that a hydropower project suffers after the disaster stated in the Fire insurance policy.</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Loss of revenue due to damage to hydropower components by insured risks mentioned in the fire policy is covered.</a:t>
            </a:r>
          </a:p>
          <a:p>
            <a:pPr marL="285750" indent="-285750">
              <a:lnSpc>
                <a:spcPct val="106000"/>
              </a:lnSpc>
              <a:buFont typeface="Arial" panose="020B0604020202020204" pitchFamily="34" charset="0"/>
              <a:buChar char="•"/>
            </a:pPr>
            <a:r>
              <a:rPr lang="en-US" sz="1400" b="1" dirty="0">
                <a:solidFill>
                  <a:schemeClr val="tx1"/>
                </a:solidFill>
                <a:latin typeface="Gill Sans MT" panose="020B0502020104020203" pitchFamily="34" charset="0"/>
              </a:rPr>
              <a:t>Deductible and Limit:</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Like other policies, it includes deductible excess and a limit of indemnity stated in the policy.</a:t>
            </a:r>
          </a:p>
          <a:p>
            <a:pPr marL="285750" indent="-285750">
              <a:lnSpc>
                <a:spcPct val="106000"/>
              </a:lnSpc>
              <a:buFont typeface="Arial" panose="020B0604020202020204" pitchFamily="34" charset="0"/>
              <a:buChar char="•"/>
            </a:pPr>
            <a:r>
              <a:rPr lang="en-US" sz="1400" b="1" dirty="0">
                <a:solidFill>
                  <a:schemeClr val="tx1"/>
                </a:solidFill>
                <a:latin typeface="Gill Sans MT" panose="020B0502020104020203" pitchFamily="34" charset="0"/>
              </a:rPr>
              <a:t>Non-tariff Based:</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Business Interruption Insurance is a non-tariff based insurance policy</a:t>
            </a:r>
          </a:p>
        </p:txBody>
      </p:sp>
      <p:sp>
        <p:nvSpPr>
          <p:cNvPr id="2" name="Rectangle 1">
            <a:extLst>
              <a:ext uri="{FF2B5EF4-FFF2-40B4-BE49-F238E27FC236}">
                <a16:creationId xmlns:a16="http://schemas.microsoft.com/office/drawing/2014/main" id="{64F26650-D6EC-2399-D7BC-A0055EB888A9}"/>
              </a:ext>
            </a:extLst>
          </p:cNvPr>
          <p:cNvSpPr/>
          <p:nvPr/>
        </p:nvSpPr>
        <p:spPr bwMode="gray">
          <a:xfrm>
            <a:off x="514664" y="4340783"/>
            <a:ext cx="2273968" cy="1959232"/>
          </a:xfrm>
          <a:prstGeom prst="rect">
            <a:avLst/>
          </a:prstGeom>
          <a:solidFill>
            <a:schemeClr val="accent2"/>
          </a:solidFill>
          <a:ln w="19050" algn="ctr">
            <a:noFill/>
            <a:miter lim="800000"/>
            <a:headEnd/>
            <a:tailEnd/>
          </a:ln>
        </p:spPr>
        <p:txBody>
          <a:bodyPr wrap="square" lIns="88900" tIns="88900" rIns="88900" bIns="88900" rtlCol="0" anchor="ctr"/>
          <a:lstStyle/>
          <a:p>
            <a:pPr algn="ctr" defTabSz="820738">
              <a:defRPr/>
            </a:pPr>
            <a:r>
              <a:rPr lang="en-US" sz="1400" b="1" dirty="0">
                <a:solidFill>
                  <a:schemeClr val="bg1"/>
                </a:solidFill>
                <a:latin typeface="Gill Sans MT" panose="020B0502020104020203" pitchFamily="34" charset="0"/>
                <a:ea typeface="ＭＳ Ｐゴシック" pitchFamily="50" charset="-128"/>
              </a:rPr>
              <a:t>Machinery Breakdown Insurance </a:t>
            </a:r>
          </a:p>
        </p:txBody>
      </p:sp>
      <p:sp>
        <p:nvSpPr>
          <p:cNvPr id="3" name="Rectangle: Rounded Corners 2">
            <a:extLst>
              <a:ext uri="{FF2B5EF4-FFF2-40B4-BE49-F238E27FC236}">
                <a16:creationId xmlns:a16="http://schemas.microsoft.com/office/drawing/2014/main" id="{9B59AAAF-8E8A-F806-46C7-48BF0F93CA89}"/>
              </a:ext>
            </a:extLst>
          </p:cNvPr>
          <p:cNvSpPr/>
          <p:nvPr/>
        </p:nvSpPr>
        <p:spPr bwMode="gray">
          <a:xfrm>
            <a:off x="3378179" y="4276091"/>
            <a:ext cx="8077199" cy="2088617"/>
          </a:xfrm>
          <a:prstGeom prst="roundRect">
            <a:avLst/>
          </a:prstGeom>
          <a:ln>
            <a:prstDash val="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marL="285750" indent="-285750">
              <a:lnSpc>
                <a:spcPct val="106000"/>
              </a:lnSpc>
              <a:buFont typeface="Arial" panose="020B0604020202020204" pitchFamily="34" charset="0"/>
              <a:buChar char="•"/>
            </a:pPr>
            <a:r>
              <a:rPr lang="en-US" sz="1400" b="1" dirty="0">
                <a:solidFill>
                  <a:schemeClr val="tx1"/>
                </a:solidFill>
                <a:latin typeface="Gill Sans MT" panose="020B0502020104020203" pitchFamily="34" charset="0"/>
              </a:rPr>
              <a:t>Coverage Scope:</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Machinery Breakdown (MB) Insurance covers the sudden and unforeseen physical loss of or damage to electro-mechanical equipment such as turbines and generators in a hydropower plant, necessitating their repair or replacement.</a:t>
            </a:r>
          </a:p>
          <a:p>
            <a:pPr marL="285750" indent="-285750">
              <a:lnSpc>
                <a:spcPct val="106000"/>
              </a:lnSpc>
              <a:buFont typeface="Arial" panose="020B0604020202020204" pitchFamily="34" charset="0"/>
              <a:buChar char="•"/>
            </a:pPr>
            <a:r>
              <a:rPr lang="en-US" sz="1400" b="1" dirty="0">
                <a:solidFill>
                  <a:schemeClr val="tx1"/>
                </a:solidFill>
                <a:latin typeface="Gill Sans MT" panose="020B0502020104020203" pitchFamily="34" charset="0"/>
              </a:rPr>
              <a:t>Sum Insured Calculation:</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The sum insured for MB insurance should be the cost of replacing the insured machine with a new machine of the same kind at the same location.</a:t>
            </a:r>
          </a:p>
          <a:p>
            <a:pPr marL="742921" lvl="1" indent="-285750">
              <a:lnSpc>
                <a:spcPct val="106000"/>
              </a:lnSpc>
              <a:buFont typeface="Wingdings" panose="05000000000000000000" pitchFamily="2" charset="2"/>
              <a:buChar char="q"/>
            </a:pPr>
            <a:r>
              <a:rPr lang="en-US" sz="1400" dirty="0">
                <a:solidFill>
                  <a:schemeClr val="tx1"/>
                </a:solidFill>
                <a:latin typeface="Gill Sans MT" panose="020B0502020104020203" pitchFamily="34" charset="0"/>
              </a:rPr>
              <a:t>Additionally, custom duty, transportation, and installation charges can be added to determine the sum insured.</a:t>
            </a:r>
          </a:p>
        </p:txBody>
      </p:sp>
      <p:sp>
        <p:nvSpPr>
          <p:cNvPr id="8" name="Arrow: Left 7">
            <a:hlinkClick r:id="rId5" action="ppaction://hlinksldjump"/>
            <a:extLst>
              <a:ext uri="{FF2B5EF4-FFF2-40B4-BE49-F238E27FC236}">
                <a16:creationId xmlns:a16="http://schemas.microsoft.com/office/drawing/2014/main" id="{BC830E3A-0486-E317-659B-CAAE0BEFA465}"/>
              </a:ext>
            </a:extLst>
          </p:cNvPr>
          <p:cNvSpPr/>
          <p:nvPr/>
        </p:nvSpPr>
        <p:spPr>
          <a:xfrm>
            <a:off x="10375232" y="6369395"/>
            <a:ext cx="1143000" cy="318656"/>
          </a:xfrm>
          <a:prstGeom prst="leftArrow">
            <a:avLst>
              <a:gd name="adj1" fmla="val 96467"/>
              <a:gd name="adj2" fmla="val 46681"/>
            </a:avLst>
          </a:prstGeom>
          <a:solidFill>
            <a:srgbClr val="00A3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hlinkClick r:id="rId5" action="ppaction://hlinksldjump">
                  <a:extLst>
                    <a:ext uri="{A12FA001-AC4F-418D-AE19-62706E023703}">
                      <ahyp:hlinkClr xmlns:ahyp="http://schemas.microsoft.com/office/drawing/2018/hyperlinkcolor" val="tx"/>
                    </a:ext>
                  </a:extLst>
                </a:hlinkClick>
              </a:rPr>
              <a:t>Back</a:t>
            </a:r>
            <a:endParaRPr lang="en-US" b="1" dirty="0">
              <a:solidFill>
                <a:schemeClr val="tx1"/>
              </a:solidFill>
            </a:endParaRPr>
          </a:p>
        </p:txBody>
      </p:sp>
    </p:spTree>
    <p:extLst>
      <p:ext uri="{BB962C8B-B14F-4D97-AF65-F5344CB8AC3E}">
        <p14:creationId xmlns:p14="http://schemas.microsoft.com/office/powerpoint/2010/main" val="936715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AB6E4-61D6-100B-5313-097966767B47}"/>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335B1EFE-5D9C-4D2F-8A64-E16F33D82F5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think-cell data - do not delete" hidden="1">
                        <a:extLst>
                          <a:ext uri="{FF2B5EF4-FFF2-40B4-BE49-F238E27FC236}">
                            <a16:creationId xmlns:a16="http://schemas.microsoft.com/office/drawing/2014/main" id="{335B1EFE-5D9C-4D2F-8A64-E16F33D82F5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Title 2">
            <a:extLst>
              <a:ext uri="{FF2B5EF4-FFF2-40B4-BE49-F238E27FC236}">
                <a16:creationId xmlns:a16="http://schemas.microsoft.com/office/drawing/2014/main" id="{D0D3B629-892F-F33C-BA20-D3E03FBFAFEE}"/>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dirty="0">
                <a:solidFill>
                  <a:srgbClr val="BA0C2F"/>
                </a:solidFill>
                <a:latin typeface="Gill Sans MT" panose="020B0502020104020203" pitchFamily="34" charset="0"/>
              </a:rPr>
              <a:t>Case Study 1: Tender  Analysis of Mega Risk Insurance/Large Risk Insurance policies  Purchase by THDC India Limited</a:t>
            </a:r>
          </a:p>
        </p:txBody>
      </p:sp>
      <p:cxnSp>
        <p:nvCxnSpPr>
          <p:cNvPr id="6" name="Straight Connector 5">
            <a:extLst>
              <a:ext uri="{FF2B5EF4-FFF2-40B4-BE49-F238E27FC236}">
                <a16:creationId xmlns:a16="http://schemas.microsoft.com/office/drawing/2014/main" id="{8EE4F734-8E95-2FF1-FA9B-A2EA7EB06293}"/>
              </a:ext>
            </a:extLst>
          </p:cNvPr>
          <p:cNvCxnSpPr>
            <a:cxnSpLocks/>
          </p:cNvCxnSpPr>
          <p:nvPr/>
        </p:nvCxnSpPr>
        <p:spPr>
          <a:xfrm flipV="1">
            <a:off x="514664" y="984145"/>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F87A41A-DB40-9CDE-A566-D90A8CC8CEE8}"/>
              </a:ext>
            </a:extLst>
          </p:cNvPr>
          <p:cNvSpPr txBox="1"/>
          <p:nvPr/>
        </p:nvSpPr>
        <p:spPr>
          <a:xfrm>
            <a:off x="403964" y="1032293"/>
            <a:ext cx="11395686" cy="313932"/>
          </a:xfrm>
          <a:prstGeom prst="rect">
            <a:avLst/>
          </a:prstGeom>
          <a:noFill/>
        </p:spPr>
        <p:txBody>
          <a:bodyPr wrap="square">
            <a:spAutoFit/>
          </a:bodyPr>
          <a:lstStyle/>
          <a:p>
            <a:pPr marL="0" marR="0">
              <a:lnSpc>
                <a:spcPct val="90000"/>
              </a:lnSpc>
              <a:spcBef>
                <a:spcPts val="0"/>
              </a:spcBef>
              <a:spcAft>
                <a:spcPts val="0"/>
              </a:spcAft>
            </a:pPr>
            <a:r>
              <a:rPr lang="en-US" sz="1600" b="1" dirty="0">
                <a:latin typeface="Gill Sans MT" panose="020B0502020104020203" pitchFamily="34" charset="0"/>
              </a:rPr>
              <a:t>Project Details: Tehri HPP Stage-I (4x250 MW) &amp; </a:t>
            </a:r>
            <a:r>
              <a:rPr lang="en-US" sz="1600" b="1" dirty="0" err="1">
                <a:latin typeface="Gill Sans MT" panose="020B0502020104020203" pitchFamily="34" charset="0"/>
              </a:rPr>
              <a:t>Koteshwar</a:t>
            </a:r>
            <a:r>
              <a:rPr lang="en-US" sz="1600" b="1" dirty="0">
                <a:latin typeface="Gill Sans MT" panose="020B0502020104020203" pitchFamily="34" charset="0"/>
              </a:rPr>
              <a:t> HEP (4X100 MW).</a:t>
            </a:r>
          </a:p>
        </p:txBody>
      </p:sp>
      <p:graphicFrame>
        <p:nvGraphicFramePr>
          <p:cNvPr id="9" name="Chart 8">
            <a:extLst>
              <a:ext uri="{FF2B5EF4-FFF2-40B4-BE49-F238E27FC236}">
                <a16:creationId xmlns:a16="http://schemas.microsoft.com/office/drawing/2014/main" id="{8C559B22-F4E5-4C27-250C-4E6D101DED2B}"/>
              </a:ext>
            </a:extLst>
          </p:cNvPr>
          <p:cNvGraphicFramePr>
            <a:graphicFrameLocks/>
          </p:cNvGraphicFramePr>
          <p:nvPr>
            <p:extLst>
              <p:ext uri="{D42A27DB-BD31-4B8C-83A1-F6EECF244321}">
                <p14:modId xmlns:p14="http://schemas.microsoft.com/office/powerpoint/2010/main" val="584756910"/>
              </p:ext>
            </p:extLst>
          </p:nvPr>
        </p:nvGraphicFramePr>
        <p:xfrm>
          <a:off x="222076" y="1414520"/>
          <a:ext cx="5495925" cy="5018208"/>
        </p:xfrm>
        <a:graphic>
          <a:graphicData uri="http://schemas.openxmlformats.org/drawingml/2006/chart">
            <c:chart xmlns:c="http://schemas.openxmlformats.org/drawingml/2006/chart" xmlns:r="http://schemas.openxmlformats.org/officeDocument/2006/relationships" r:id="rId6"/>
          </a:graphicData>
        </a:graphic>
      </p:graphicFrame>
      <p:sp>
        <p:nvSpPr>
          <p:cNvPr id="11" name="Rectangle 10">
            <a:extLst>
              <a:ext uri="{FF2B5EF4-FFF2-40B4-BE49-F238E27FC236}">
                <a16:creationId xmlns:a16="http://schemas.microsoft.com/office/drawing/2014/main" id="{2464FB6A-4936-364C-5A5E-DBAA9BB5A683}"/>
              </a:ext>
            </a:extLst>
          </p:cNvPr>
          <p:cNvSpPr/>
          <p:nvPr/>
        </p:nvSpPr>
        <p:spPr bwMode="gray">
          <a:xfrm>
            <a:off x="5810905" y="1459135"/>
            <a:ext cx="5899759" cy="4791818"/>
          </a:xfrm>
          <a:prstGeom prst="rect">
            <a:avLst/>
          </a:prstGeom>
          <a:solidFill>
            <a:srgbClr val="BA0C2F">
              <a:alpha val="16863"/>
            </a:srgbClr>
          </a:solidFill>
          <a:ln w="19050" algn="ctr">
            <a:noFill/>
            <a:miter lim="800000"/>
            <a:headEnd/>
            <a:tailEnd/>
          </a:ln>
        </p:spPr>
        <p:txBody>
          <a:bodyPr wrap="square" lIns="88900" tIns="88900" rIns="88900" bIns="88900" rtlCol="0" anchor="t"/>
          <a:lstStyle/>
          <a:p>
            <a:pPr>
              <a:lnSpc>
                <a:spcPct val="106000"/>
              </a:lnSpc>
              <a:buFont typeface="Wingdings 2" pitchFamily="18" charset="2"/>
              <a:buNone/>
            </a:pPr>
            <a:r>
              <a:rPr lang="en-US" sz="1500" b="1" dirty="0">
                <a:latin typeface="Gill Sans MT" panose="020B0502020104020203" pitchFamily="34" charset="0"/>
              </a:rPr>
              <a:t>General Tender Terms:</a:t>
            </a:r>
          </a:p>
          <a:p>
            <a:pPr marL="285750" indent="-285750">
              <a:spcBef>
                <a:spcPts val="600"/>
              </a:spcBef>
              <a:buSzPct val="100000"/>
              <a:buFont typeface="Wingdings" panose="05000000000000000000" pitchFamily="2" charset="2"/>
              <a:buChar char="ü"/>
            </a:pPr>
            <a:r>
              <a:rPr lang="en-US" sz="1500" dirty="0">
                <a:effectLst/>
                <a:latin typeface="Gill Sans MT" panose="020B0502020104020203" pitchFamily="34" charset="0"/>
                <a:ea typeface="Calibri" panose="020F0502020204030204" pitchFamily="34" charset="0"/>
                <a:cs typeface="Times New Roman" panose="02020603050405020304" pitchFamily="18" charset="0"/>
              </a:rPr>
              <a:t>Experience in insurance coverage of HEP with a capacity of min 30 MW</a:t>
            </a:r>
            <a:endParaRPr lang="en-US" sz="1500" dirty="0">
              <a:solidFill>
                <a:srgbClr val="313131"/>
              </a:solidFill>
              <a:effectLst/>
              <a:latin typeface="Gill Sans MT" panose="020B0502020104020203" pitchFamily="34" charset="0"/>
              <a:ea typeface="Calibri" panose="020F0502020204030204" pitchFamily="34" charset="0"/>
              <a:cs typeface="Times New Roman" panose="02020603050405020304" pitchFamily="18" charset="0"/>
            </a:endParaRPr>
          </a:p>
          <a:p>
            <a:pPr marL="285750" indent="-285750">
              <a:spcBef>
                <a:spcPts val="600"/>
              </a:spcBef>
              <a:buSzPct val="100000"/>
              <a:buFont typeface="Wingdings" panose="05000000000000000000" pitchFamily="2" charset="2"/>
              <a:buChar char="ü"/>
            </a:pPr>
            <a:r>
              <a:rPr lang="en-US" sz="1500" dirty="0">
                <a:effectLst/>
                <a:latin typeface="Gill Sans MT" panose="020B0502020104020203" pitchFamily="34" charset="0"/>
                <a:ea typeface="Calibri" panose="020F0502020204030204" pitchFamily="34" charset="0"/>
                <a:cs typeface="Times New Roman" panose="02020603050405020304" pitchFamily="18" charset="0"/>
              </a:rPr>
              <a:t>Experience with an international re-insurer rated "A+" or a national reinsurer rated "BB+" by international rating agencies</a:t>
            </a:r>
            <a:endParaRPr lang="en-US" sz="1500" dirty="0">
              <a:solidFill>
                <a:srgbClr val="313131"/>
              </a:solidFill>
              <a:latin typeface="Gill Sans MT" panose="020B0502020104020203" pitchFamily="34" charset="0"/>
              <a:ea typeface="Calibri" panose="020F0502020204030204" pitchFamily="34" charset="0"/>
              <a:cs typeface="Times New Roman" panose="02020603050405020304" pitchFamily="18" charset="0"/>
            </a:endParaRPr>
          </a:p>
          <a:p>
            <a:pPr marL="285750" marR="0" indent="-285750">
              <a:lnSpc>
                <a:spcPct val="107000"/>
              </a:lnSpc>
              <a:spcBef>
                <a:spcPts val="0"/>
              </a:spcBef>
              <a:spcAft>
                <a:spcPts val="0"/>
              </a:spcAft>
              <a:buFont typeface="Wingdings" panose="05000000000000000000" pitchFamily="2" charset="2"/>
              <a:buChar char="ü"/>
            </a:pPr>
            <a:r>
              <a:rPr lang="en-US" sz="1500" b="1" dirty="0">
                <a:effectLst/>
                <a:latin typeface="Gill Sans MT" panose="020B0502020104020203" pitchFamily="34" charset="0"/>
                <a:ea typeface="Calibri" panose="020F0502020204030204" pitchFamily="34" charset="0"/>
                <a:cs typeface="Times New Roman" panose="02020603050405020304" pitchFamily="18" charset="0"/>
              </a:rPr>
              <a:t>Liquid capital </a:t>
            </a:r>
            <a:r>
              <a:rPr lang="en-US" sz="1500" dirty="0">
                <a:effectLst/>
                <a:latin typeface="Gill Sans MT" panose="020B0502020104020203" pitchFamily="34" charset="0"/>
                <a:ea typeface="Calibri" panose="020F0502020204030204" pitchFamily="34" charset="0"/>
                <a:cs typeface="Times New Roman" panose="02020603050405020304" pitchFamily="18" charset="0"/>
              </a:rPr>
              <a:t>of the bidder not be less than Rs. 100 Cr.</a:t>
            </a:r>
          </a:p>
          <a:p>
            <a:pPr marL="285750" indent="-285750">
              <a:buFont typeface="Wingdings" panose="05000000000000000000" pitchFamily="2" charset="2"/>
              <a:buChar char="ü"/>
            </a:pPr>
            <a:r>
              <a:rPr lang="en-US" sz="1500" b="1" dirty="0">
                <a:effectLst/>
                <a:latin typeface="Gill Sans MT" panose="020B0502020104020203" pitchFamily="34" charset="0"/>
                <a:ea typeface="Calibri" panose="020F0502020204030204" pitchFamily="34" charset="0"/>
                <a:cs typeface="Times New Roman" panose="02020603050405020304" pitchFamily="18" charset="0"/>
              </a:rPr>
              <a:t>Solvency Ratio </a:t>
            </a:r>
            <a:r>
              <a:rPr lang="en-US" sz="1500" dirty="0">
                <a:effectLst/>
                <a:latin typeface="Gill Sans MT" panose="020B0502020104020203" pitchFamily="34" charset="0"/>
                <a:ea typeface="Calibri" panose="020F0502020204030204" pitchFamily="34" charset="0"/>
                <a:cs typeface="Times New Roman" panose="02020603050405020304" pitchFamily="18" charset="0"/>
              </a:rPr>
              <a:t>at least 1.5</a:t>
            </a:r>
            <a:endParaRPr lang="en-US" sz="1500" dirty="0">
              <a:solidFill>
                <a:srgbClr val="313131"/>
              </a:solidFill>
              <a:effectLst/>
              <a:latin typeface="Gill Sans MT" panose="020B0502020104020203" pitchFamily="34" charset="0"/>
              <a:ea typeface="Calibri" panose="020F0502020204030204" pitchFamily="34" charset="0"/>
              <a:cs typeface="Times New Roman" panose="02020603050405020304" pitchFamily="18" charset="0"/>
            </a:endParaRPr>
          </a:p>
          <a:p>
            <a:pPr marL="285750" indent="-285750">
              <a:buFont typeface="Wingdings" panose="05000000000000000000" pitchFamily="2" charset="2"/>
              <a:buChar char="ü"/>
            </a:pPr>
            <a:r>
              <a:rPr lang="en-US" sz="1500" dirty="0">
                <a:effectLst/>
                <a:latin typeface="Gill Sans MT" panose="020B0502020104020203" pitchFamily="34" charset="0"/>
                <a:ea typeface="Calibri" panose="020F0502020204030204" pitchFamily="34" charset="0"/>
                <a:cs typeface="Times New Roman" panose="02020603050405020304" pitchFamily="18" charset="0"/>
              </a:rPr>
              <a:t>Average </a:t>
            </a:r>
            <a:r>
              <a:rPr lang="en-US" sz="1500" b="1" dirty="0">
                <a:effectLst/>
                <a:latin typeface="Gill Sans MT" panose="020B0502020104020203" pitchFamily="34" charset="0"/>
                <a:ea typeface="Calibri" panose="020F0502020204030204" pitchFamily="34" charset="0"/>
                <a:cs typeface="Times New Roman" panose="02020603050405020304" pitchFamily="18" charset="0"/>
              </a:rPr>
              <a:t>claim settlement ratio </a:t>
            </a:r>
            <a:r>
              <a:rPr lang="en-US" sz="1500" dirty="0">
                <a:effectLst/>
                <a:latin typeface="Gill Sans MT" panose="020B0502020104020203" pitchFamily="34" charset="0"/>
                <a:ea typeface="Calibri" panose="020F0502020204030204" pitchFamily="34" charset="0"/>
                <a:cs typeface="Times New Roman" panose="02020603050405020304" pitchFamily="18" charset="0"/>
              </a:rPr>
              <a:t>to be above 50% over the last three years</a:t>
            </a:r>
            <a:endParaRPr lang="en-US" sz="1500" dirty="0">
              <a:solidFill>
                <a:srgbClr val="313131"/>
              </a:solidFill>
              <a:latin typeface="Gill Sans MT" panose="020B0502020104020203" pitchFamily="34" charset="0"/>
              <a:ea typeface="Calibri" panose="020F0502020204030204" pitchFamily="34" charset="0"/>
              <a:cs typeface="Times New Roman" panose="02020603050405020304" pitchFamily="18" charset="0"/>
            </a:endParaRPr>
          </a:p>
          <a:p>
            <a:pPr marL="285750" indent="-285750">
              <a:buFont typeface="Wingdings" panose="05000000000000000000" pitchFamily="2" charset="2"/>
              <a:buChar char="ü"/>
            </a:pPr>
            <a:r>
              <a:rPr lang="en-US" sz="1500" b="1" dirty="0">
                <a:effectLst/>
                <a:latin typeface="Gill Sans MT" panose="020B0502020104020203" pitchFamily="34" charset="0"/>
                <a:ea typeface="Calibri" panose="020F0502020204030204" pitchFamily="34" charset="0"/>
                <a:cs typeface="Times New Roman" panose="02020603050405020304" pitchFamily="18" charset="0"/>
              </a:rPr>
              <a:t>Retention power </a:t>
            </a:r>
            <a:r>
              <a:rPr lang="en-US" sz="1500" dirty="0">
                <a:effectLst/>
                <a:latin typeface="Gill Sans MT" panose="020B0502020104020203" pitchFamily="34" charset="0"/>
                <a:ea typeface="Calibri" panose="020F0502020204030204" pitchFamily="34" charset="0"/>
                <a:cs typeface="Times New Roman" panose="02020603050405020304" pitchFamily="18" charset="0"/>
              </a:rPr>
              <a:t>to not be less than Rs. 500 Crores</a:t>
            </a:r>
            <a:endParaRPr lang="en-US" sz="1500" dirty="0">
              <a:solidFill>
                <a:srgbClr val="313131"/>
              </a:solidFill>
              <a:effectLst/>
              <a:latin typeface="Gill Sans MT" panose="020B0502020104020203" pitchFamily="34" charset="0"/>
              <a:ea typeface="Calibri" panose="020F0502020204030204" pitchFamily="34" charset="0"/>
              <a:cs typeface="Times New Roman" panose="02020603050405020304" pitchFamily="18" charset="0"/>
            </a:endParaRPr>
          </a:p>
          <a:p>
            <a:pPr marL="285750" indent="-285750">
              <a:buFont typeface="Wingdings" panose="05000000000000000000" pitchFamily="2" charset="2"/>
              <a:buChar char="ü"/>
            </a:pPr>
            <a:r>
              <a:rPr lang="en-US" sz="1500" dirty="0">
                <a:effectLst/>
                <a:latin typeface="Gill Sans MT" panose="020B0502020104020203" pitchFamily="34" charset="0"/>
                <a:ea typeface="Calibri" panose="020F0502020204030204" pitchFamily="34" charset="0"/>
                <a:cs typeface="Times New Roman" panose="02020603050405020304" pitchFamily="18" charset="0"/>
              </a:rPr>
              <a:t>Total sum insured is for protection against Fire, Earthquake, Machinery Breakdown (MBD), Fire Loss of Profit (FLOP), &amp; Terrorism </a:t>
            </a:r>
          </a:p>
          <a:p>
            <a:pPr marL="285750" indent="-285750">
              <a:buFont typeface="Wingdings" panose="05000000000000000000" pitchFamily="2" charset="2"/>
              <a:buChar char="ü"/>
            </a:pPr>
            <a:r>
              <a:rPr lang="en-US" sz="1500" dirty="0">
                <a:effectLst/>
                <a:latin typeface="Gill Sans MT" panose="020B0502020104020203" pitchFamily="34" charset="0"/>
                <a:ea typeface="Calibri" panose="020F0502020204030204" pitchFamily="34" charset="0"/>
                <a:cs typeface="Times New Roman" panose="02020603050405020304" pitchFamily="18" charset="0"/>
              </a:rPr>
              <a:t>Addition of new power stations during the policy period to be covered with additional premium payment</a:t>
            </a:r>
          </a:p>
          <a:p>
            <a:pPr marL="285750" marR="0" indent="-285750">
              <a:lnSpc>
                <a:spcPct val="107000"/>
              </a:lnSpc>
              <a:spcBef>
                <a:spcPts val="0"/>
              </a:spcBef>
              <a:spcAft>
                <a:spcPts val="0"/>
              </a:spcAft>
              <a:buFont typeface="Wingdings" panose="05000000000000000000" pitchFamily="2" charset="2"/>
              <a:buChar char="ü"/>
            </a:pPr>
            <a:r>
              <a:rPr lang="en-US" sz="1500" dirty="0">
                <a:latin typeface="Gill Sans MT" panose="020B0502020104020203" pitchFamily="34" charset="0"/>
                <a:cs typeface="Times New Roman" panose="02020603050405020304" pitchFamily="18" charset="0"/>
              </a:rPr>
              <a:t>Shifting of the equipment's from existing location after dismantling and re- erection, re-testing and commissioning at any other location and vice versa within the premises of power Station shall also be covered in this policy</a:t>
            </a:r>
            <a:endParaRPr lang="en-US" sz="1500" b="1" dirty="0">
              <a:latin typeface="Gill Sans MT" panose="020B0502020104020203" pitchFamily="34" charset="0"/>
            </a:endParaRPr>
          </a:p>
        </p:txBody>
      </p:sp>
      <p:sp>
        <p:nvSpPr>
          <p:cNvPr id="13" name="TextBox 12">
            <a:extLst>
              <a:ext uri="{FF2B5EF4-FFF2-40B4-BE49-F238E27FC236}">
                <a16:creationId xmlns:a16="http://schemas.microsoft.com/office/drawing/2014/main" id="{412D92BE-C275-471A-5535-7E4412876C68}"/>
              </a:ext>
            </a:extLst>
          </p:cNvPr>
          <p:cNvSpPr txBox="1"/>
          <p:nvPr/>
        </p:nvSpPr>
        <p:spPr>
          <a:xfrm>
            <a:off x="5718001" y="6380308"/>
            <a:ext cx="4304650" cy="276999"/>
          </a:xfrm>
          <a:prstGeom prst="rect">
            <a:avLst/>
          </a:prstGeom>
          <a:noFill/>
        </p:spPr>
        <p:txBody>
          <a:bodyPr wrap="square">
            <a:spAutoFit/>
          </a:bodyPr>
          <a:lstStyle/>
          <a:p>
            <a:r>
              <a:rPr lang="en-US" sz="1200" i="1" dirty="0">
                <a:latin typeface="Gill Sans MT" panose="020B0502020104020203" pitchFamily="34" charset="0"/>
                <a:cs typeface="Times New Roman" panose="02020603050405020304" pitchFamily="18" charset="0"/>
              </a:rPr>
              <a:t>Source: THDCIL Tender No: THDCIL/NCR/CC-471</a:t>
            </a:r>
            <a:endParaRPr lang="en-US" sz="1200" i="1" dirty="0">
              <a:latin typeface="Gill Sans MT" panose="020B0502020104020203" pitchFamily="34" charset="0"/>
            </a:endParaRPr>
          </a:p>
        </p:txBody>
      </p:sp>
      <p:sp>
        <p:nvSpPr>
          <p:cNvPr id="3" name="Arrow: Left 2">
            <a:hlinkClick r:id="rId7" action="ppaction://hlinksldjump"/>
            <a:extLst>
              <a:ext uri="{FF2B5EF4-FFF2-40B4-BE49-F238E27FC236}">
                <a16:creationId xmlns:a16="http://schemas.microsoft.com/office/drawing/2014/main" id="{EEBA0871-EDE5-D7A2-512B-9547EFA4636F}"/>
              </a:ext>
            </a:extLst>
          </p:cNvPr>
          <p:cNvSpPr/>
          <p:nvPr/>
        </p:nvSpPr>
        <p:spPr>
          <a:xfrm>
            <a:off x="10375232" y="6369395"/>
            <a:ext cx="1143000" cy="318656"/>
          </a:xfrm>
          <a:prstGeom prst="leftArrow">
            <a:avLst>
              <a:gd name="adj1" fmla="val 96467"/>
              <a:gd name="adj2" fmla="val 46681"/>
            </a:avLst>
          </a:prstGeom>
          <a:solidFill>
            <a:srgbClr val="00A3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Gill Sans MT" panose="020B0502020104020203" pitchFamily="34" charset="0"/>
                <a:hlinkClick r:id="rId7" action="ppaction://hlinksldjump">
                  <a:extLst>
                    <a:ext uri="{A12FA001-AC4F-418D-AE19-62706E023703}">
                      <ahyp:hlinkClr xmlns:ahyp="http://schemas.microsoft.com/office/drawing/2018/hyperlinkcolor" val="tx"/>
                    </a:ext>
                  </a:extLst>
                </a:hlinkClick>
              </a:rPr>
              <a:t>Back</a:t>
            </a:r>
            <a:endParaRPr lang="en-US" sz="2000" b="1" dirty="0">
              <a:solidFill>
                <a:schemeClr val="tx1"/>
              </a:solidFill>
              <a:latin typeface="Gill Sans MT" panose="020B0502020104020203" pitchFamily="34" charset="0"/>
            </a:endParaRPr>
          </a:p>
        </p:txBody>
      </p:sp>
    </p:spTree>
    <p:extLst>
      <p:ext uri="{BB962C8B-B14F-4D97-AF65-F5344CB8AC3E}">
        <p14:creationId xmlns:p14="http://schemas.microsoft.com/office/powerpoint/2010/main" val="14069608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3A60D-30B4-89F9-9699-0ECF3AD63F16}"/>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626DDD42-B834-E820-72E5-0A34E049504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think-cell data - do not delete" hidden="1">
                        <a:extLst>
                          <a:ext uri="{FF2B5EF4-FFF2-40B4-BE49-F238E27FC236}">
                            <a16:creationId xmlns:a16="http://schemas.microsoft.com/office/drawing/2014/main" id="{626DDD42-B834-E820-72E5-0A34E049504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Title 2">
            <a:extLst>
              <a:ext uri="{FF2B5EF4-FFF2-40B4-BE49-F238E27FC236}">
                <a16:creationId xmlns:a16="http://schemas.microsoft.com/office/drawing/2014/main" id="{598C06D6-B37D-F3B0-0433-ECFD6970CC69}"/>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dirty="0">
                <a:solidFill>
                  <a:srgbClr val="BA0C2F"/>
                </a:solidFill>
                <a:latin typeface="Gill Sans MT" panose="020B0502020104020203" pitchFamily="34" charset="0"/>
              </a:rPr>
              <a:t>Case Study 2: Tender  Analysis of IAR Insurance policies  Purchase by Himachal Pradesh Corporation Limited (HPCL)</a:t>
            </a:r>
          </a:p>
        </p:txBody>
      </p:sp>
      <p:cxnSp>
        <p:nvCxnSpPr>
          <p:cNvPr id="6" name="Straight Connector 5">
            <a:extLst>
              <a:ext uri="{FF2B5EF4-FFF2-40B4-BE49-F238E27FC236}">
                <a16:creationId xmlns:a16="http://schemas.microsoft.com/office/drawing/2014/main" id="{F3F8BBE1-5750-BED9-F4F1-6AE6B2795767}"/>
              </a:ext>
            </a:extLst>
          </p:cNvPr>
          <p:cNvCxnSpPr>
            <a:cxnSpLocks/>
          </p:cNvCxnSpPr>
          <p:nvPr/>
        </p:nvCxnSpPr>
        <p:spPr>
          <a:xfrm flipV="1">
            <a:off x="514664" y="995575"/>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94C060C-BA45-C393-4A3E-41E873112974}"/>
              </a:ext>
            </a:extLst>
          </p:cNvPr>
          <p:cNvSpPr txBox="1"/>
          <p:nvPr/>
        </p:nvSpPr>
        <p:spPr>
          <a:xfrm>
            <a:off x="403964" y="1032293"/>
            <a:ext cx="11395686" cy="286232"/>
          </a:xfrm>
          <a:prstGeom prst="rect">
            <a:avLst/>
          </a:prstGeom>
          <a:noFill/>
        </p:spPr>
        <p:txBody>
          <a:bodyPr wrap="square">
            <a:spAutoFit/>
          </a:bodyPr>
          <a:lstStyle/>
          <a:p>
            <a:pPr marL="0" marR="0">
              <a:lnSpc>
                <a:spcPct val="90000"/>
              </a:lnSpc>
              <a:spcBef>
                <a:spcPts val="0"/>
              </a:spcBef>
              <a:spcAft>
                <a:spcPts val="0"/>
              </a:spcAft>
            </a:pPr>
            <a:r>
              <a:rPr lang="en-US" sz="1400" b="1" dirty="0">
                <a:latin typeface="Gill Sans MT" panose="020B0502020104020203" pitchFamily="34" charset="0"/>
              </a:rPr>
              <a:t>Project Details: HPCL 406 MW Hydro Electric Plants (</a:t>
            </a:r>
            <a:r>
              <a:rPr lang="en-US" sz="1400" b="1" dirty="0" err="1">
                <a:latin typeface="Gill Sans MT" panose="020B0502020104020203" pitchFamily="34" charset="0"/>
              </a:rPr>
              <a:t>Sainj</a:t>
            </a:r>
            <a:r>
              <a:rPr lang="en-US" sz="1400" b="1" dirty="0">
                <a:latin typeface="Gill Sans MT" panose="020B0502020104020203" pitchFamily="34" charset="0"/>
              </a:rPr>
              <a:t>, </a:t>
            </a:r>
            <a:r>
              <a:rPr lang="en-US" sz="1400" b="1" dirty="0" err="1">
                <a:latin typeface="Gill Sans MT" panose="020B0502020104020203" pitchFamily="34" charset="0"/>
              </a:rPr>
              <a:t>Kashang</a:t>
            </a:r>
            <a:r>
              <a:rPr lang="en-US" sz="1400" b="1" dirty="0">
                <a:latin typeface="Gill Sans MT" panose="020B0502020104020203" pitchFamily="34" charset="0"/>
              </a:rPr>
              <a:t> &amp; </a:t>
            </a:r>
            <a:r>
              <a:rPr lang="en-US" sz="1400" b="1" dirty="0" err="1">
                <a:latin typeface="Gill Sans MT" panose="020B0502020104020203" pitchFamily="34" charset="0"/>
              </a:rPr>
              <a:t>Swara</a:t>
            </a:r>
            <a:r>
              <a:rPr lang="en-US" sz="1400" b="1" dirty="0">
                <a:latin typeface="Gill Sans MT" panose="020B0502020104020203" pitchFamily="34" charset="0"/>
              </a:rPr>
              <a:t> </a:t>
            </a:r>
            <a:r>
              <a:rPr lang="en-US" sz="1400" b="1" dirty="0" err="1">
                <a:latin typeface="Gill Sans MT" panose="020B0502020104020203" pitchFamily="34" charset="0"/>
              </a:rPr>
              <a:t>Kuddu</a:t>
            </a:r>
            <a:r>
              <a:rPr lang="en-US" sz="1400" b="1" dirty="0">
                <a:latin typeface="Gill Sans MT" panose="020B0502020104020203" pitchFamily="34" charset="0"/>
              </a:rPr>
              <a:t>)</a:t>
            </a:r>
          </a:p>
        </p:txBody>
      </p:sp>
      <p:sp>
        <p:nvSpPr>
          <p:cNvPr id="13" name="TextBox 12">
            <a:extLst>
              <a:ext uri="{FF2B5EF4-FFF2-40B4-BE49-F238E27FC236}">
                <a16:creationId xmlns:a16="http://schemas.microsoft.com/office/drawing/2014/main" id="{8408A27A-2B45-9E87-E2FF-7174EB607C23}"/>
              </a:ext>
            </a:extLst>
          </p:cNvPr>
          <p:cNvSpPr txBox="1"/>
          <p:nvPr/>
        </p:nvSpPr>
        <p:spPr>
          <a:xfrm>
            <a:off x="7406014" y="6397918"/>
            <a:ext cx="4304650" cy="261610"/>
          </a:xfrm>
          <a:prstGeom prst="rect">
            <a:avLst/>
          </a:prstGeom>
          <a:noFill/>
        </p:spPr>
        <p:txBody>
          <a:bodyPr wrap="square">
            <a:spAutoFit/>
          </a:bodyPr>
          <a:lstStyle/>
          <a:p>
            <a:r>
              <a:rPr lang="en-US" sz="1100" i="1" dirty="0">
                <a:latin typeface="Gill Sans MT" panose="020B0502020104020203" pitchFamily="34" charset="0"/>
                <a:cs typeface="Times New Roman" panose="02020603050405020304" pitchFamily="18" charset="0"/>
              </a:rPr>
              <a:t>Source: HPPCL NIT dated 30/01/2023</a:t>
            </a:r>
            <a:endParaRPr lang="en-US" sz="1100" i="1" dirty="0">
              <a:latin typeface="Gill Sans MT" panose="020B0502020104020203" pitchFamily="34" charset="0"/>
            </a:endParaRPr>
          </a:p>
        </p:txBody>
      </p:sp>
      <p:sp>
        <p:nvSpPr>
          <p:cNvPr id="2" name="TextBox 1">
            <a:extLst>
              <a:ext uri="{FF2B5EF4-FFF2-40B4-BE49-F238E27FC236}">
                <a16:creationId xmlns:a16="http://schemas.microsoft.com/office/drawing/2014/main" id="{6E04AF0C-BBBD-F436-6C78-F6B870AF259F}"/>
              </a:ext>
            </a:extLst>
          </p:cNvPr>
          <p:cNvSpPr txBox="1"/>
          <p:nvPr/>
        </p:nvSpPr>
        <p:spPr>
          <a:xfrm>
            <a:off x="8559452" y="1978289"/>
            <a:ext cx="3151212" cy="1308050"/>
          </a:xfrm>
          <a:prstGeom prst="rect">
            <a:avLst/>
          </a:prstGeom>
          <a:noFill/>
        </p:spPr>
        <p:txBody>
          <a:bodyPr wrap="square" lIns="0" tIns="0" rIns="0" bIns="0" rtlCol="0">
            <a:spAutoFit/>
          </a:bodyPr>
          <a:lstStyle/>
          <a:p>
            <a:pPr>
              <a:spcBef>
                <a:spcPts val="600"/>
              </a:spcBef>
              <a:buSzPct val="100000"/>
            </a:pPr>
            <a:r>
              <a:rPr lang="en-US" sz="1400" dirty="0">
                <a:solidFill>
                  <a:schemeClr val="accent1">
                    <a:lumMod val="50000"/>
                  </a:schemeClr>
                </a:solidFill>
                <a:latin typeface="Gill Sans MT" panose="020B0502020104020203" pitchFamily="34" charset="0"/>
              </a:rPr>
              <a:t>Major Full Coverage Add On:</a:t>
            </a:r>
          </a:p>
          <a:p>
            <a:pPr marL="285750" indent="-285750">
              <a:spcBef>
                <a:spcPts val="600"/>
              </a:spcBef>
              <a:buSzPct val="100000"/>
              <a:buFont typeface="Wingdings" panose="05000000000000000000" pitchFamily="2" charset="2"/>
              <a:buChar char="ü"/>
            </a:pPr>
            <a:r>
              <a:rPr lang="en-US" sz="1400" b="0" i="0" u="none" strike="noStrike" baseline="0" dirty="0">
                <a:latin typeface="Gill Sans MT" panose="020B0502020104020203" pitchFamily="34" charset="0"/>
              </a:rPr>
              <a:t>Earthquake</a:t>
            </a:r>
            <a:r>
              <a:rPr lang="en-US" sz="1400" b="0" i="0" u="none" strike="noStrike" baseline="0" dirty="0">
                <a:solidFill>
                  <a:srgbClr val="313131"/>
                </a:solidFill>
                <a:latin typeface="Gill Sans MT" panose="020B0502020104020203" pitchFamily="34" charset="0"/>
              </a:rPr>
              <a:t>, </a:t>
            </a:r>
            <a:r>
              <a:rPr lang="en-US" sz="1400" b="0" i="0" u="none" strike="noStrike" baseline="0" dirty="0">
                <a:latin typeface="Gill Sans MT" panose="020B0502020104020203" pitchFamily="34" charset="0"/>
              </a:rPr>
              <a:t>Storm, </a:t>
            </a:r>
          </a:p>
          <a:p>
            <a:pPr marL="285750" indent="-285750">
              <a:spcBef>
                <a:spcPts val="600"/>
              </a:spcBef>
              <a:buSzPct val="100000"/>
              <a:buFont typeface="Wingdings" panose="05000000000000000000" pitchFamily="2" charset="2"/>
              <a:buChar char="ü"/>
            </a:pPr>
            <a:r>
              <a:rPr lang="en-US" sz="1400" b="0" i="0" u="none" strike="noStrike" baseline="0" dirty="0">
                <a:latin typeface="Gill Sans MT" panose="020B0502020104020203" pitchFamily="34" charset="0"/>
              </a:rPr>
              <a:t>Flood, Tempest &amp; Inundation</a:t>
            </a:r>
            <a:r>
              <a:rPr lang="en-US" sz="1400" b="0" i="0" u="none" strike="noStrike" baseline="0" dirty="0">
                <a:solidFill>
                  <a:srgbClr val="313131"/>
                </a:solidFill>
                <a:latin typeface="Gill Sans MT" panose="020B0502020104020203" pitchFamily="34" charset="0"/>
              </a:rPr>
              <a:t>,</a:t>
            </a:r>
          </a:p>
          <a:p>
            <a:pPr marL="285750" indent="-285750">
              <a:spcBef>
                <a:spcPts val="600"/>
              </a:spcBef>
              <a:buSzPct val="100000"/>
              <a:buFont typeface="Wingdings" panose="05000000000000000000" pitchFamily="2" charset="2"/>
              <a:buChar char="ü"/>
            </a:pPr>
            <a:r>
              <a:rPr lang="en-US" sz="1400" b="0" i="0" u="none" strike="noStrike" baseline="0" dirty="0">
                <a:latin typeface="Gill Sans MT" panose="020B0502020104020203" pitchFamily="34" charset="0"/>
              </a:rPr>
              <a:t>Transmission &amp; Distribution Lines (Up to 100 Cr MD +BI)</a:t>
            </a:r>
          </a:p>
        </p:txBody>
      </p:sp>
      <p:graphicFrame>
        <p:nvGraphicFramePr>
          <p:cNvPr id="3" name="Chart 2">
            <a:extLst>
              <a:ext uri="{FF2B5EF4-FFF2-40B4-BE49-F238E27FC236}">
                <a16:creationId xmlns:a16="http://schemas.microsoft.com/office/drawing/2014/main" id="{40812E4D-572F-EDEE-CA11-E296E736734A}"/>
              </a:ext>
            </a:extLst>
          </p:cNvPr>
          <p:cNvGraphicFramePr>
            <a:graphicFrameLocks/>
          </p:cNvGraphicFramePr>
          <p:nvPr>
            <p:extLst>
              <p:ext uri="{D42A27DB-BD31-4B8C-83A1-F6EECF244321}">
                <p14:modId xmlns:p14="http://schemas.microsoft.com/office/powerpoint/2010/main" val="2717814465"/>
              </p:ext>
            </p:extLst>
          </p:nvPr>
        </p:nvGraphicFramePr>
        <p:xfrm>
          <a:off x="392350" y="1175409"/>
          <a:ext cx="7987562" cy="2600348"/>
        </p:xfrm>
        <a:graphic>
          <a:graphicData uri="http://schemas.openxmlformats.org/drawingml/2006/chart">
            <c:chart xmlns:c="http://schemas.openxmlformats.org/drawingml/2006/chart" xmlns:r="http://schemas.openxmlformats.org/officeDocument/2006/relationships" r:id="rId6"/>
          </a:graphicData>
        </a:graphic>
      </p:graphicFrame>
      <p:sp>
        <p:nvSpPr>
          <p:cNvPr id="4" name="Rectangle 3">
            <a:extLst>
              <a:ext uri="{FF2B5EF4-FFF2-40B4-BE49-F238E27FC236}">
                <a16:creationId xmlns:a16="http://schemas.microsoft.com/office/drawing/2014/main" id="{09B34445-B6E9-D92C-5FB8-E8E89F6E8E4D}"/>
              </a:ext>
            </a:extLst>
          </p:cNvPr>
          <p:cNvSpPr/>
          <p:nvPr/>
        </p:nvSpPr>
        <p:spPr bwMode="gray">
          <a:xfrm>
            <a:off x="498000" y="3775758"/>
            <a:ext cx="11196000" cy="2373582"/>
          </a:xfrm>
          <a:prstGeom prst="rect">
            <a:avLst/>
          </a:prstGeom>
          <a:solidFill>
            <a:srgbClr val="BA0C2F">
              <a:alpha val="16863"/>
            </a:srgbClr>
          </a:solidFill>
          <a:ln w="19050" algn="ctr">
            <a:noFill/>
            <a:miter lim="800000"/>
            <a:headEnd/>
            <a:tailEnd/>
          </a:ln>
        </p:spPr>
        <p:txBody>
          <a:bodyPr wrap="square" lIns="88900" tIns="88900" rIns="88900" bIns="88900" rtlCol="0" anchor="t"/>
          <a:lstStyle/>
          <a:p>
            <a:pPr>
              <a:lnSpc>
                <a:spcPct val="106000"/>
              </a:lnSpc>
              <a:spcAft>
                <a:spcPts val="600"/>
              </a:spcAft>
            </a:pPr>
            <a:r>
              <a:rPr lang="en-US" sz="1500" b="1" dirty="0">
                <a:latin typeface="Gill Sans MT" panose="020B0502020104020203" pitchFamily="34" charset="0"/>
              </a:rPr>
              <a:t>General Tender Terms:</a:t>
            </a:r>
          </a:p>
          <a:p>
            <a:pPr>
              <a:lnSpc>
                <a:spcPct val="106000"/>
              </a:lnSpc>
              <a:spcAft>
                <a:spcPts val="600"/>
              </a:spcAft>
            </a:pPr>
            <a:r>
              <a:rPr lang="en-US" sz="1500" b="1" dirty="0">
                <a:latin typeface="Gill Sans MT" panose="020B0502020104020203" pitchFamily="34" charset="0"/>
              </a:rPr>
              <a:t>Participants to be Indian Nationalized Insurance only</a:t>
            </a:r>
          </a:p>
          <a:p>
            <a:pPr>
              <a:lnSpc>
                <a:spcPct val="106000"/>
              </a:lnSpc>
              <a:spcAft>
                <a:spcPts val="600"/>
              </a:spcAft>
            </a:pPr>
            <a:r>
              <a:rPr lang="en-US" sz="1500" b="1" dirty="0">
                <a:latin typeface="Gill Sans MT" panose="020B0502020104020203" pitchFamily="34" charset="0"/>
              </a:rPr>
              <a:t>Section I: Material Damage (All Risk including Machinery Breakdown)</a:t>
            </a:r>
          </a:p>
          <a:p>
            <a:pPr lvl="1">
              <a:spcAft>
                <a:spcPts val="600"/>
              </a:spcAft>
            </a:pPr>
            <a:r>
              <a:rPr lang="en-US" sz="1500" dirty="0">
                <a:latin typeface="Gill Sans MT" panose="020B0502020104020203" pitchFamily="34" charset="0"/>
              </a:rPr>
              <a:t>Covers all risks, including machinery breakdown, related to physical damage to insured property.</a:t>
            </a:r>
            <a:endParaRPr lang="en-US" sz="1500" b="1" dirty="0">
              <a:latin typeface="Gill Sans MT" panose="020B0502020104020203" pitchFamily="34" charset="0"/>
            </a:endParaRPr>
          </a:p>
          <a:p>
            <a:pPr>
              <a:lnSpc>
                <a:spcPct val="106000"/>
              </a:lnSpc>
              <a:spcAft>
                <a:spcPts val="600"/>
              </a:spcAft>
            </a:pPr>
            <a:r>
              <a:rPr lang="en-US" sz="1500" b="1" dirty="0">
                <a:latin typeface="Gill Sans MT" panose="020B0502020104020203" pitchFamily="34" charset="0"/>
              </a:rPr>
              <a:t>Section II: Business Interruption (All Risk including Machinery Breakdown)</a:t>
            </a:r>
          </a:p>
          <a:p>
            <a:pPr lvl="1">
              <a:spcAft>
                <a:spcPts val="600"/>
              </a:spcAft>
            </a:pPr>
            <a:r>
              <a:rPr lang="en-US" sz="1500" dirty="0">
                <a:latin typeface="Gill Sans MT" panose="020B0502020104020203" pitchFamily="34" charset="0"/>
              </a:rPr>
              <a:t>Covers loss of gross profit during the indemnity period due to business interruption following damage or loss to insured property.</a:t>
            </a:r>
          </a:p>
          <a:p>
            <a:pPr lvl="1">
              <a:spcAft>
                <a:spcPts val="600"/>
              </a:spcAft>
            </a:pPr>
            <a:r>
              <a:rPr lang="en-US" sz="1500" dirty="0">
                <a:latin typeface="Gill Sans MT" panose="020B0502020104020203" pitchFamily="34" charset="0"/>
              </a:rPr>
              <a:t>Includes increased costs of working incurred due to the interruption.</a:t>
            </a:r>
          </a:p>
        </p:txBody>
      </p:sp>
      <p:sp>
        <p:nvSpPr>
          <p:cNvPr id="7" name="Arrow: Left 6">
            <a:hlinkClick r:id="rId7" action="ppaction://hlinksldjump"/>
            <a:extLst>
              <a:ext uri="{FF2B5EF4-FFF2-40B4-BE49-F238E27FC236}">
                <a16:creationId xmlns:a16="http://schemas.microsoft.com/office/drawing/2014/main" id="{1388411E-12CC-15D6-CBB6-4C0A07BAAE5A}"/>
              </a:ext>
            </a:extLst>
          </p:cNvPr>
          <p:cNvSpPr/>
          <p:nvPr/>
        </p:nvSpPr>
        <p:spPr>
          <a:xfrm>
            <a:off x="10336731" y="6349383"/>
            <a:ext cx="1143000" cy="318656"/>
          </a:xfrm>
          <a:prstGeom prst="leftArrow">
            <a:avLst>
              <a:gd name="adj1" fmla="val 96467"/>
              <a:gd name="adj2" fmla="val 46681"/>
            </a:avLst>
          </a:prstGeom>
          <a:solidFill>
            <a:srgbClr val="00A3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Gill Sans MT" panose="020B0502020104020203" pitchFamily="34" charset="0"/>
                <a:hlinkClick r:id="rId7" action="ppaction://hlinksldjump">
                  <a:extLst>
                    <a:ext uri="{A12FA001-AC4F-418D-AE19-62706E023703}">
                      <ahyp:hlinkClr xmlns:ahyp="http://schemas.microsoft.com/office/drawing/2018/hyperlinkcolor" val="tx"/>
                    </a:ext>
                  </a:extLst>
                </a:hlinkClick>
              </a:rPr>
              <a:t>Back</a:t>
            </a:r>
            <a:endParaRPr lang="en-US" b="1" dirty="0">
              <a:solidFill>
                <a:schemeClr val="tx1"/>
              </a:solidFill>
              <a:latin typeface="Gill Sans MT" panose="020B0502020104020203" pitchFamily="34" charset="0"/>
            </a:endParaRPr>
          </a:p>
        </p:txBody>
      </p:sp>
    </p:spTree>
    <p:extLst>
      <p:ext uri="{BB962C8B-B14F-4D97-AF65-F5344CB8AC3E}">
        <p14:creationId xmlns:p14="http://schemas.microsoft.com/office/powerpoint/2010/main" val="13197846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A0FBA-57D8-6067-9D02-E94C9FE616F0}"/>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96497460-5939-1BF4-3D25-82F4ED85E86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96497460-5939-1BF4-3D25-82F4ED85E86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F86EA919-A72E-4AD6-855C-6C32A0240A8B}"/>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600" dirty="0">
                <a:solidFill>
                  <a:schemeClr val="bg2">
                    <a:lumMod val="50000"/>
                  </a:schemeClr>
                </a:solidFill>
                <a:latin typeface="Gill Sans MT" panose="020B0502020104020203" pitchFamily="34" charset="0"/>
              </a:rPr>
              <a:t>Major reforms introduced in Re-Insurance Market in India</a:t>
            </a:r>
          </a:p>
        </p:txBody>
      </p:sp>
      <p:sp>
        <p:nvSpPr>
          <p:cNvPr id="6" name="Title 2">
            <a:extLst>
              <a:ext uri="{FF2B5EF4-FFF2-40B4-BE49-F238E27FC236}">
                <a16:creationId xmlns:a16="http://schemas.microsoft.com/office/drawing/2014/main" id="{41173833-9F58-F3BB-7B5B-0F45BE5FF647}"/>
              </a:ext>
            </a:extLst>
          </p:cNvPr>
          <p:cNvSpPr txBox="1">
            <a:spLocks/>
          </p:cNvSpPr>
          <p:nvPr/>
        </p:nvSpPr>
        <p:spPr bwMode="gray">
          <a:xfrm>
            <a:off x="514664" y="278432"/>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dirty="0">
                <a:solidFill>
                  <a:srgbClr val="BA0C2F"/>
                </a:solidFill>
                <a:latin typeface="Gill Sans MT" panose="020B0502020104020203" pitchFamily="34" charset="0"/>
              </a:rPr>
              <a:t>Some Key Observations with respect to Insurance for Power Sector projects</a:t>
            </a:r>
          </a:p>
        </p:txBody>
      </p:sp>
      <p:cxnSp>
        <p:nvCxnSpPr>
          <p:cNvPr id="8" name="Straight Connector 7">
            <a:extLst>
              <a:ext uri="{FF2B5EF4-FFF2-40B4-BE49-F238E27FC236}">
                <a16:creationId xmlns:a16="http://schemas.microsoft.com/office/drawing/2014/main" id="{B82D2D60-F7FF-2EBF-8BC4-DEC32C5F0169}"/>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1DF6C982-C1D5-E972-AB36-E5498638C2A6}"/>
              </a:ext>
            </a:extLst>
          </p:cNvPr>
          <p:cNvGrpSpPr/>
          <p:nvPr/>
        </p:nvGrpSpPr>
        <p:grpSpPr>
          <a:xfrm>
            <a:off x="477518" y="1331765"/>
            <a:ext cx="11233145" cy="333317"/>
            <a:chOff x="560389" y="2101850"/>
            <a:chExt cx="11129959" cy="333317"/>
          </a:xfrm>
        </p:grpSpPr>
        <p:sp>
          <p:nvSpPr>
            <p:cNvPr id="35" name="Freeform 40">
              <a:extLst>
                <a:ext uri="{FF2B5EF4-FFF2-40B4-BE49-F238E27FC236}">
                  <a16:creationId xmlns:a16="http://schemas.microsoft.com/office/drawing/2014/main" id="{54EC6C00-9883-81B5-A023-C2ACDC150A9D}"/>
                </a:ext>
              </a:extLst>
            </p:cNvPr>
            <p:cNvSpPr>
              <a:spLocks/>
            </p:cNvSpPr>
            <p:nvPr/>
          </p:nvSpPr>
          <p:spPr bwMode="auto">
            <a:xfrm>
              <a:off x="2528581" y="2101851"/>
              <a:ext cx="9161767" cy="223216"/>
            </a:xfrm>
            <a:custGeom>
              <a:avLst/>
              <a:gdLst>
                <a:gd name="T0" fmla="*/ 6689 w 6826"/>
                <a:gd name="T1" fmla="*/ 0 h 272"/>
                <a:gd name="T2" fmla="*/ 6689 w 6826"/>
                <a:gd name="T3" fmla="*/ 0 h 272"/>
                <a:gd name="T4" fmla="*/ 0 w 6826"/>
                <a:gd name="T5" fmla="*/ 0 h 272"/>
                <a:gd name="T6" fmla="*/ 0 w 6826"/>
                <a:gd name="T7" fmla="*/ 272 h 272"/>
                <a:gd name="T8" fmla="*/ 6689 w 6826"/>
                <a:gd name="T9" fmla="*/ 272 h 272"/>
                <a:gd name="T10" fmla="*/ 6826 w 6826"/>
                <a:gd name="T11" fmla="*/ 136 h 272"/>
                <a:gd name="T12" fmla="*/ 6689 w 6826"/>
                <a:gd name="T13" fmla="*/ 0 h 272"/>
              </a:gdLst>
              <a:ahLst/>
              <a:cxnLst>
                <a:cxn ang="0">
                  <a:pos x="T0" y="T1"/>
                </a:cxn>
                <a:cxn ang="0">
                  <a:pos x="T2" y="T3"/>
                </a:cxn>
                <a:cxn ang="0">
                  <a:pos x="T4" y="T5"/>
                </a:cxn>
                <a:cxn ang="0">
                  <a:pos x="T6" y="T7"/>
                </a:cxn>
                <a:cxn ang="0">
                  <a:pos x="T8" y="T9"/>
                </a:cxn>
                <a:cxn ang="0">
                  <a:pos x="T10" y="T11"/>
                </a:cxn>
                <a:cxn ang="0">
                  <a:pos x="T12" y="T13"/>
                </a:cxn>
              </a:cxnLst>
              <a:rect l="0" t="0" r="r" b="b"/>
              <a:pathLst>
                <a:path w="6826" h="272">
                  <a:moveTo>
                    <a:pt x="6689" y="0"/>
                  </a:moveTo>
                  <a:lnTo>
                    <a:pt x="6689" y="0"/>
                  </a:lnTo>
                  <a:lnTo>
                    <a:pt x="0" y="0"/>
                  </a:lnTo>
                  <a:lnTo>
                    <a:pt x="0" y="272"/>
                  </a:lnTo>
                  <a:lnTo>
                    <a:pt x="6689" y="272"/>
                  </a:lnTo>
                  <a:lnTo>
                    <a:pt x="6826" y="136"/>
                  </a:lnTo>
                  <a:lnTo>
                    <a:pt x="6689" y="0"/>
                  </a:lnTo>
                  <a:close/>
                </a:path>
              </a:pathLst>
            </a:custGeom>
            <a:solidFill>
              <a:srgbClr val="000000"/>
            </a:solidFill>
            <a:ln w="0">
              <a:noFill/>
              <a:prstDash val="solid"/>
              <a:round/>
              <a:headEnd/>
              <a:tailEnd/>
            </a:ln>
          </p:spPr>
          <p:txBody>
            <a:bodyPr vert="horz" wrap="square" lIns="91370" tIns="45685" rIns="91370" bIns="45685" numCol="1" anchor="t" anchorCtr="0" compatLnSpc="1">
              <a:prstTxWarp prst="textNoShape">
                <a:avLst/>
              </a:prstTxWarp>
            </a:bodyPr>
            <a:lstStyle/>
            <a:p>
              <a:endParaRPr lang="en-US" sz="1400" dirty="0">
                <a:solidFill>
                  <a:prstClr val="black"/>
                </a:solidFill>
                <a:latin typeface="Gill Sans MT" panose="020B0502020104020203" pitchFamily="34" charset="0"/>
              </a:endParaRPr>
            </a:p>
          </p:txBody>
        </p:sp>
        <p:sp>
          <p:nvSpPr>
            <p:cNvPr id="37" name="Freeform 42">
              <a:extLst>
                <a:ext uri="{FF2B5EF4-FFF2-40B4-BE49-F238E27FC236}">
                  <a16:creationId xmlns:a16="http://schemas.microsoft.com/office/drawing/2014/main" id="{4E1F7FD2-1B08-96F8-0FED-93194309597F}"/>
                </a:ext>
              </a:extLst>
            </p:cNvPr>
            <p:cNvSpPr>
              <a:spLocks/>
            </p:cNvSpPr>
            <p:nvPr/>
          </p:nvSpPr>
          <p:spPr bwMode="auto">
            <a:xfrm>
              <a:off x="2324606" y="2101850"/>
              <a:ext cx="203981" cy="333317"/>
            </a:xfrm>
            <a:custGeom>
              <a:avLst/>
              <a:gdLst>
                <a:gd name="T0" fmla="*/ 172 w 172"/>
                <a:gd name="T1" fmla="*/ 0 h 407"/>
                <a:gd name="T2" fmla="*/ 172 w 172"/>
                <a:gd name="T3" fmla="*/ 0 h 407"/>
                <a:gd name="T4" fmla="*/ 0 w 172"/>
                <a:gd name="T5" fmla="*/ 136 h 407"/>
                <a:gd name="T6" fmla="*/ 0 w 172"/>
                <a:gd name="T7" fmla="*/ 407 h 407"/>
                <a:gd name="T8" fmla="*/ 172 w 172"/>
                <a:gd name="T9" fmla="*/ 270 h 407"/>
                <a:gd name="T10" fmla="*/ 172 w 172"/>
                <a:gd name="T11" fmla="*/ 0 h 407"/>
              </a:gdLst>
              <a:ahLst/>
              <a:cxnLst>
                <a:cxn ang="0">
                  <a:pos x="T0" y="T1"/>
                </a:cxn>
                <a:cxn ang="0">
                  <a:pos x="T2" y="T3"/>
                </a:cxn>
                <a:cxn ang="0">
                  <a:pos x="T4" y="T5"/>
                </a:cxn>
                <a:cxn ang="0">
                  <a:pos x="T6" y="T7"/>
                </a:cxn>
                <a:cxn ang="0">
                  <a:pos x="T8" y="T9"/>
                </a:cxn>
                <a:cxn ang="0">
                  <a:pos x="T10" y="T11"/>
                </a:cxn>
              </a:cxnLst>
              <a:rect l="0" t="0" r="r" b="b"/>
              <a:pathLst>
                <a:path w="172" h="407">
                  <a:moveTo>
                    <a:pt x="172" y="0"/>
                  </a:moveTo>
                  <a:lnTo>
                    <a:pt x="172" y="0"/>
                  </a:lnTo>
                  <a:lnTo>
                    <a:pt x="0" y="136"/>
                  </a:lnTo>
                  <a:lnTo>
                    <a:pt x="0" y="407"/>
                  </a:lnTo>
                  <a:lnTo>
                    <a:pt x="172" y="270"/>
                  </a:lnTo>
                  <a:lnTo>
                    <a:pt x="172" y="0"/>
                  </a:lnTo>
                  <a:close/>
                </a:path>
              </a:pathLst>
            </a:custGeom>
            <a:solidFill>
              <a:srgbClr val="53565A"/>
            </a:solidFill>
            <a:ln w="0">
              <a:noFill/>
              <a:prstDash val="solid"/>
              <a:round/>
              <a:headEnd/>
              <a:tailEnd/>
            </a:ln>
          </p:spPr>
          <p:txBody>
            <a:bodyPr vert="horz" wrap="square" lIns="91370" tIns="45685" rIns="91370" bIns="45685" numCol="1" anchor="t" anchorCtr="0" compatLnSpc="1">
              <a:prstTxWarp prst="textNoShape">
                <a:avLst/>
              </a:prstTxWarp>
            </a:bodyPr>
            <a:lstStyle/>
            <a:p>
              <a:endParaRPr lang="en-US" sz="1400" dirty="0">
                <a:solidFill>
                  <a:prstClr val="black"/>
                </a:solidFill>
                <a:latin typeface="Gill Sans MT" panose="020B0502020104020203" pitchFamily="34" charset="0"/>
              </a:endParaRPr>
            </a:p>
          </p:txBody>
        </p:sp>
        <p:sp>
          <p:nvSpPr>
            <p:cNvPr id="39" name="Freeform 44">
              <a:extLst>
                <a:ext uri="{FF2B5EF4-FFF2-40B4-BE49-F238E27FC236}">
                  <a16:creationId xmlns:a16="http://schemas.microsoft.com/office/drawing/2014/main" id="{0A7E0CE0-3A75-713C-602C-06732A07B0BF}"/>
                </a:ext>
              </a:extLst>
            </p:cNvPr>
            <p:cNvSpPr>
              <a:spLocks/>
            </p:cNvSpPr>
            <p:nvPr/>
          </p:nvSpPr>
          <p:spPr bwMode="auto">
            <a:xfrm>
              <a:off x="560389" y="2211950"/>
              <a:ext cx="1766385" cy="223216"/>
            </a:xfrm>
            <a:custGeom>
              <a:avLst/>
              <a:gdLst>
                <a:gd name="T0" fmla="*/ 0 w 1500"/>
                <a:gd name="T1" fmla="*/ 273 h 273"/>
                <a:gd name="T2" fmla="*/ 0 w 1500"/>
                <a:gd name="T3" fmla="*/ 273 h 273"/>
                <a:gd name="T4" fmla="*/ 1500 w 1500"/>
                <a:gd name="T5" fmla="*/ 273 h 273"/>
                <a:gd name="T6" fmla="*/ 1500 w 1500"/>
                <a:gd name="T7" fmla="*/ 0 h 273"/>
                <a:gd name="T8" fmla="*/ 0 w 1500"/>
                <a:gd name="T9" fmla="*/ 0 h 273"/>
                <a:gd name="T10" fmla="*/ 0 w 1500"/>
                <a:gd name="T11" fmla="*/ 273 h 273"/>
              </a:gdLst>
              <a:ahLst/>
              <a:cxnLst>
                <a:cxn ang="0">
                  <a:pos x="T0" y="T1"/>
                </a:cxn>
                <a:cxn ang="0">
                  <a:pos x="T2" y="T3"/>
                </a:cxn>
                <a:cxn ang="0">
                  <a:pos x="T4" y="T5"/>
                </a:cxn>
                <a:cxn ang="0">
                  <a:pos x="T6" y="T7"/>
                </a:cxn>
                <a:cxn ang="0">
                  <a:pos x="T8" y="T9"/>
                </a:cxn>
                <a:cxn ang="0">
                  <a:pos x="T10" y="T11"/>
                </a:cxn>
              </a:cxnLst>
              <a:rect l="0" t="0" r="r" b="b"/>
              <a:pathLst>
                <a:path w="1500" h="273">
                  <a:moveTo>
                    <a:pt x="0" y="273"/>
                  </a:moveTo>
                  <a:lnTo>
                    <a:pt x="0" y="273"/>
                  </a:lnTo>
                  <a:lnTo>
                    <a:pt x="1500" y="273"/>
                  </a:lnTo>
                  <a:lnTo>
                    <a:pt x="1500" y="0"/>
                  </a:lnTo>
                  <a:lnTo>
                    <a:pt x="0" y="0"/>
                  </a:lnTo>
                  <a:lnTo>
                    <a:pt x="0" y="273"/>
                  </a:lnTo>
                  <a:close/>
                </a:path>
              </a:pathLst>
            </a:custGeom>
            <a:solidFill>
              <a:srgbClr val="000000"/>
            </a:solidFill>
            <a:ln w="0">
              <a:noFill/>
              <a:prstDash val="solid"/>
              <a:round/>
              <a:headEnd/>
              <a:tailEnd/>
            </a:ln>
          </p:spPr>
          <p:txBody>
            <a:bodyPr vert="horz" wrap="square" lIns="91370" tIns="45685" rIns="91370" bIns="45685" numCol="1" anchor="t" anchorCtr="0" compatLnSpc="1">
              <a:prstTxWarp prst="textNoShape">
                <a:avLst/>
              </a:prstTxWarp>
            </a:bodyPr>
            <a:lstStyle/>
            <a:p>
              <a:endParaRPr lang="en-US" sz="1400" dirty="0">
                <a:solidFill>
                  <a:prstClr val="black"/>
                </a:solidFill>
                <a:latin typeface="Gill Sans MT" panose="020B0502020104020203" pitchFamily="34" charset="0"/>
              </a:endParaRPr>
            </a:p>
          </p:txBody>
        </p:sp>
      </p:grpSp>
      <p:grpSp>
        <p:nvGrpSpPr>
          <p:cNvPr id="41" name="Group 40">
            <a:extLst>
              <a:ext uri="{FF2B5EF4-FFF2-40B4-BE49-F238E27FC236}">
                <a16:creationId xmlns:a16="http://schemas.microsoft.com/office/drawing/2014/main" id="{E226C476-675B-28AC-E234-1A198BDE3D17}"/>
              </a:ext>
            </a:extLst>
          </p:cNvPr>
          <p:cNvGrpSpPr/>
          <p:nvPr/>
        </p:nvGrpSpPr>
        <p:grpSpPr>
          <a:xfrm>
            <a:off x="477514" y="2768668"/>
            <a:ext cx="11233149" cy="1121818"/>
            <a:chOff x="560386" y="3300593"/>
            <a:chExt cx="11129963" cy="775995"/>
          </a:xfrm>
        </p:grpSpPr>
        <p:sp>
          <p:nvSpPr>
            <p:cNvPr id="72" name="Freeform 45">
              <a:extLst>
                <a:ext uri="{FF2B5EF4-FFF2-40B4-BE49-F238E27FC236}">
                  <a16:creationId xmlns:a16="http://schemas.microsoft.com/office/drawing/2014/main" id="{88AA1BBE-5B40-F49C-0FCD-F0C803110B0D}"/>
                </a:ext>
              </a:extLst>
            </p:cNvPr>
            <p:cNvSpPr>
              <a:spLocks/>
            </p:cNvSpPr>
            <p:nvPr/>
          </p:nvSpPr>
          <p:spPr bwMode="auto">
            <a:xfrm>
              <a:off x="2528582" y="3300594"/>
              <a:ext cx="9161767" cy="671588"/>
            </a:xfrm>
            <a:custGeom>
              <a:avLst/>
              <a:gdLst>
                <a:gd name="T0" fmla="*/ 0 w 6988"/>
                <a:gd name="T1" fmla="*/ 0 h 878"/>
                <a:gd name="T2" fmla="*/ 0 w 6988"/>
                <a:gd name="T3" fmla="*/ 0 h 878"/>
                <a:gd name="T4" fmla="*/ 0 w 6988"/>
                <a:gd name="T5" fmla="*/ 878 h 878"/>
                <a:gd name="T6" fmla="*/ 6688 w 6988"/>
                <a:gd name="T7" fmla="*/ 878 h 878"/>
                <a:gd name="T8" fmla="*/ 6988 w 6988"/>
                <a:gd name="T9" fmla="*/ 440 h 878"/>
                <a:gd name="T10" fmla="*/ 6688 w 6988"/>
                <a:gd name="T11" fmla="*/ 0 h 878"/>
                <a:gd name="T12" fmla="*/ 0 w 6988"/>
                <a:gd name="T13" fmla="*/ 0 h 878"/>
              </a:gdLst>
              <a:ahLst/>
              <a:cxnLst>
                <a:cxn ang="0">
                  <a:pos x="T0" y="T1"/>
                </a:cxn>
                <a:cxn ang="0">
                  <a:pos x="T2" y="T3"/>
                </a:cxn>
                <a:cxn ang="0">
                  <a:pos x="T4" y="T5"/>
                </a:cxn>
                <a:cxn ang="0">
                  <a:pos x="T6" y="T7"/>
                </a:cxn>
                <a:cxn ang="0">
                  <a:pos x="T8" y="T9"/>
                </a:cxn>
                <a:cxn ang="0">
                  <a:pos x="T10" y="T11"/>
                </a:cxn>
                <a:cxn ang="0">
                  <a:pos x="T12" y="T13"/>
                </a:cxn>
              </a:cxnLst>
              <a:rect l="0" t="0" r="r" b="b"/>
              <a:pathLst>
                <a:path w="6988" h="878">
                  <a:moveTo>
                    <a:pt x="0" y="0"/>
                  </a:moveTo>
                  <a:lnTo>
                    <a:pt x="0" y="0"/>
                  </a:lnTo>
                  <a:lnTo>
                    <a:pt x="0" y="878"/>
                  </a:lnTo>
                  <a:lnTo>
                    <a:pt x="6688" y="878"/>
                  </a:lnTo>
                  <a:lnTo>
                    <a:pt x="6988" y="440"/>
                  </a:lnTo>
                  <a:lnTo>
                    <a:pt x="6688" y="0"/>
                  </a:lnTo>
                  <a:lnTo>
                    <a:pt x="0" y="0"/>
                  </a:lnTo>
                  <a:close/>
                </a:path>
              </a:pathLst>
            </a:custGeom>
            <a:solidFill>
              <a:schemeClr val="tx1"/>
            </a:solidFill>
            <a:ln w="0">
              <a:noFill/>
              <a:prstDash val="solid"/>
              <a:round/>
              <a:headEnd/>
              <a:tailEnd/>
            </a:ln>
          </p:spPr>
          <p:txBody>
            <a:bodyPr vert="horz" wrap="square" lIns="91440" tIns="45720" rIns="360000" bIns="45720" numCol="1" anchor="ctr" anchorCtr="0" compatLnSpc="1">
              <a:prstTxWarp prst="textNoShape">
                <a:avLst/>
              </a:prstTxWarp>
            </a:bodyPr>
            <a:lstStyle/>
            <a:p>
              <a:r>
                <a:rPr lang="en-US" sz="1400" dirty="0">
                  <a:solidFill>
                    <a:srgbClr val="FFFFFF"/>
                  </a:solidFill>
                  <a:latin typeface="Gill Sans MT" panose="020B0502020104020203" pitchFamily="34" charset="0"/>
                </a:rPr>
                <a:t>For RE Projects, NREL is presently insuring existing projects under a similar Mega Insurance package but going forward would execute insurance for individual project separately. At present loss of generation profit is not being insured as the premium gets disproportionately high.</a:t>
              </a:r>
            </a:p>
          </p:txBody>
        </p:sp>
        <p:sp>
          <p:nvSpPr>
            <p:cNvPr id="73" name="Freeform 47">
              <a:extLst>
                <a:ext uri="{FF2B5EF4-FFF2-40B4-BE49-F238E27FC236}">
                  <a16:creationId xmlns:a16="http://schemas.microsoft.com/office/drawing/2014/main" id="{20920316-6746-41C6-A580-69D565990757}"/>
                </a:ext>
              </a:extLst>
            </p:cNvPr>
            <p:cNvSpPr>
              <a:spLocks/>
            </p:cNvSpPr>
            <p:nvPr/>
          </p:nvSpPr>
          <p:spPr bwMode="auto">
            <a:xfrm>
              <a:off x="2326772" y="3300593"/>
              <a:ext cx="201811" cy="775995"/>
            </a:xfrm>
            <a:custGeom>
              <a:avLst/>
              <a:gdLst>
                <a:gd name="T0" fmla="*/ 0 w 172"/>
                <a:gd name="T1" fmla="*/ 137 h 1014"/>
                <a:gd name="T2" fmla="*/ 0 w 172"/>
                <a:gd name="T3" fmla="*/ 137 h 1014"/>
                <a:gd name="T4" fmla="*/ 0 w 172"/>
                <a:gd name="T5" fmla="*/ 1014 h 1014"/>
                <a:gd name="T6" fmla="*/ 172 w 172"/>
                <a:gd name="T7" fmla="*/ 876 h 1014"/>
                <a:gd name="T8" fmla="*/ 172 w 172"/>
                <a:gd name="T9" fmla="*/ 0 h 1014"/>
                <a:gd name="T10" fmla="*/ 0 w 172"/>
                <a:gd name="T11" fmla="*/ 137 h 1014"/>
              </a:gdLst>
              <a:ahLst/>
              <a:cxnLst>
                <a:cxn ang="0">
                  <a:pos x="T0" y="T1"/>
                </a:cxn>
                <a:cxn ang="0">
                  <a:pos x="T2" y="T3"/>
                </a:cxn>
                <a:cxn ang="0">
                  <a:pos x="T4" y="T5"/>
                </a:cxn>
                <a:cxn ang="0">
                  <a:pos x="T6" y="T7"/>
                </a:cxn>
                <a:cxn ang="0">
                  <a:pos x="T8" y="T9"/>
                </a:cxn>
                <a:cxn ang="0">
                  <a:pos x="T10" y="T11"/>
                </a:cxn>
              </a:cxnLst>
              <a:rect l="0" t="0" r="r" b="b"/>
              <a:pathLst>
                <a:path w="172" h="1014">
                  <a:moveTo>
                    <a:pt x="0" y="137"/>
                  </a:moveTo>
                  <a:lnTo>
                    <a:pt x="0" y="137"/>
                  </a:lnTo>
                  <a:lnTo>
                    <a:pt x="0" y="1014"/>
                  </a:lnTo>
                  <a:lnTo>
                    <a:pt x="172" y="876"/>
                  </a:lnTo>
                  <a:lnTo>
                    <a:pt x="172" y="0"/>
                  </a:lnTo>
                  <a:lnTo>
                    <a:pt x="0" y="137"/>
                  </a:lnTo>
                  <a:close/>
                </a:path>
              </a:pathLst>
            </a:custGeom>
            <a:solidFill>
              <a:schemeClr val="bg1">
                <a:lumMod val="50000"/>
              </a:schemeClr>
            </a:solidFill>
            <a:ln w="0">
              <a:noFill/>
              <a:prstDash val="solid"/>
              <a:round/>
              <a:headEnd/>
              <a:tailEnd/>
            </a:ln>
          </p:spPr>
          <p:txBody>
            <a:bodyPr vert="horz" wrap="square" lIns="91440" tIns="45720" rIns="91440" bIns="45720" numCol="1" anchor="ctr" anchorCtr="0" compatLnSpc="1">
              <a:prstTxWarp prst="textNoShape">
                <a:avLst/>
              </a:prstTxWarp>
            </a:bodyPr>
            <a:lstStyle/>
            <a:p>
              <a:endParaRPr lang="en-US" sz="1400" dirty="0">
                <a:solidFill>
                  <a:srgbClr val="FFFFFF"/>
                </a:solidFill>
                <a:latin typeface="Gill Sans MT" panose="020B0502020104020203" pitchFamily="34" charset="0"/>
              </a:endParaRPr>
            </a:p>
          </p:txBody>
        </p:sp>
        <p:sp>
          <p:nvSpPr>
            <p:cNvPr id="74" name="Freeform 49">
              <a:extLst>
                <a:ext uri="{FF2B5EF4-FFF2-40B4-BE49-F238E27FC236}">
                  <a16:creationId xmlns:a16="http://schemas.microsoft.com/office/drawing/2014/main" id="{84C80931-88DD-6F0C-1785-54A9BA0D6E00}"/>
                </a:ext>
              </a:extLst>
            </p:cNvPr>
            <p:cNvSpPr>
              <a:spLocks/>
            </p:cNvSpPr>
            <p:nvPr/>
          </p:nvSpPr>
          <p:spPr bwMode="auto">
            <a:xfrm>
              <a:off x="560386" y="3405000"/>
              <a:ext cx="1766385" cy="671588"/>
            </a:xfrm>
            <a:custGeom>
              <a:avLst/>
              <a:gdLst>
                <a:gd name="T0" fmla="*/ 0 w 1500"/>
                <a:gd name="T1" fmla="*/ 878 h 878"/>
                <a:gd name="T2" fmla="*/ 0 w 1500"/>
                <a:gd name="T3" fmla="*/ 878 h 878"/>
                <a:gd name="T4" fmla="*/ 1500 w 1500"/>
                <a:gd name="T5" fmla="*/ 878 h 878"/>
                <a:gd name="T6" fmla="*/ 1500 w 1500"/>
                <a:gd name="T7" fmla="*/ 0 h 878"/>
                <a:gd name="T8" fmla="*/ 0 w 1500"/>
                <a:gd name="T9" fmla="*/ 0 h 878"/>
                <a:gd name="T10" fmla="*/ 0 w 1500"/>
                <a:gd name="T11" fmla="*/ 878 h 878"/>
              </a:gdLst>
              <a:ahLst/>
              <a:cxnLst>
                <a:cxn ang="0">
                  <a:pos x="T0" y="T1"/>
                </a:cxn>
                <a:cxn ang="0">
                  <a:pos x="T2" y="T3"/>
                </a:cxn>
                <a:cxn ang="0">
                  <a:pos x="T4" y="T5"/>
                </a:cxn>
                <a:cxn ang="0">
                  <a:pos x="T6" y="T7"/>
                </a:cxn>
                <a:cxn ang="0">
                  <a:pos x="T8" y="T9"/>
                </a:cxn>
                <a:cxn ang="0">
                  <a:pos x="T10" y="T11"/>
                </a:cxn>
              </a:cxnLst>
              <a:rect l="0" t="0" r="r" b="b"/>
              <a:pathLst>
                <a:path w="1500" h="878">
                  <a:moveTo>
                    <a:pt x="0" y="878"/>
                  </a:moveTo>
                  <a:lnTo>
                    <a:pt x="0" y="878"/>
                  </a:lnTo>
                  <a:lnTo>
                    <a:pt x="1500" y="878"/>
                  </a:lnTo>
                  <a:lnTo>
                    <a:pt x="1500" y="0"/>
                  </a:lnTo>
                  <a:lnTo>
                    <a:pt x="0" y="0"/>
                  </a:lnTo>
                  <a:lnTo>
                    <a:pt x="0" y="878"/>
                  </a:lnTo>
                  <a:close/>
                </a:path>
              </a:pathLst>
            </a:custGeom>
            <a:solidFill>
              <a:schemeClr val="tx1"/>
            </a:solidFill>
            <a:ln w="0">
              <a:noFill/>
              <a:prstDash val="solid"/>
              <a:round/>
              <a:headEnd/>
              <a:tailEnd/>
            </a:ln>
          </p:spPr>
          <p:txBody>
            <a:bodyPr vert="horz" wrap="square" lIns="91440" tIns="45720" rIns="91440" bIns="45720" numCol="1" anchor="ctr" anchorCtr="0" compatLnSpc="1">
              <a:prstTxWarp prst="textNoShape">
                <a:avLst/>
              </a:prstTxWarp>
            </a:bodyPr>
            <a:lstStyle/>
            <a:p>
              <a:pPr algn="ctr">
                <a:buFont typeface="Wingdings 2" pitchFamily="18" charset="2"/>
                <a:buNone/>
              </a:pPr>
              <a:r>
                <a:rPr lang="en-US" sz="1400" b="1" dirty="0">
                  <a:solidFill>
                    <a:schemeClr val="bg1"/>
                  </a:solidFill>
                  <a:latin typeface="Gill Sans MT" panose="020B0502020104020203" pitchFamily="34" charset="0"/>
                </a:rPr>
                <a:t>National Renewable Energy Laboratory</a:t>
              </a:r>
            </a:p>
            <a:p>
              <a:pPr algn="ctr">
                <a:buFont typeface="Wingdings 2" pitchFamily="18" charset="2"/>
                <a:buNone/>
              </a:pPr>
              <a:r>
                <a:rPr lang="en-US" sz="1400" b="1" dirty="0">
                  <a:solidFill>
                    <a:schemeClr val="bg1"/>
                  </a:solidFill>
                  <a:latin typeface="Gill Sans MT" panose="020B0502020104020203" pitchFamily="34" charset="0"/>
                </a:rPr>
                <a:t>(NREL)</a:t>
              </a:r>
            </a:p>
          </p:txBody>
        </p:sp>
      </p:grpSp>
      <p:grpSp>
        <p:nvGrpSpPr>
          <p:cNvPr id="75" name="Group 74">
            <a:extLst>
              <a:ext uri="{FF2B5EF4-FFF2-40B4-BE49-F238E27FC236}">
                <a16:creationId xmlns:a16="http://schemas.microsoft.com/office/drawing/2014/main" id="{0218A8BB-ED00-0767-1158-3594426D7D34}"/>
              </a:ext>
            </a:extLst>
          </p:cNvPr>
          <p:cNvGrpSpPr/>
          <p:nvPr/>
        </p:nvGrpSpPr>
        <p:grpSpPr>
          <a:xfrm>
            <a:off x="477515" y="1721864"/>
            <a:ext cx="11233149" cy="1062669"/>
            <a:chOff x="560386" y="2487734"/>
            <a:chExt cx="11129963" cy="735080"/>
          </a:xfrm>
        </p:grpSpPr>
        <p:sp>
          <p:nvSpPr>
            <p:cNvPr id="76" name="Freeform 50">
              <a:extLst>
                <a:ext uri="{FF2B5EF4-FFF2-40B4-BE49-F238E27FC236}">
                  <a16:creationId xmlns:a16="http://schemas.microsoft.com/office/drawing/2014/main" id="{C35906C9-229A-74A4-C190-06FD2339F5FC}"/>
                </a:ext>
              </a:extLst>
            </p:cNvPr>
            <p:cNvSpPr>
              <a:spLocks/>
            </p:cNvSpPr>
            <p:nvPr/>
          </p:nvSpPr>
          <p:spPr bwMode="auto">
            <a:xfrm>
              <a:off x="2528582" y="2487734"/>
              <a:ext cx="9161767" cy="630672"/>
            </a:xfrm>
            <a:custGeom>
              <a:avLst/>
              <a:gdLst>
                <a:gd name="T0" fmla="*/ 0 w 6988"/>
                <a:gd name="T1" fmla="*/ 0 h 822"/>
                <a:gd name="T2" fmla="*/ 0 w 6988"/>
                <a:gd name="T3" fmla="*/ 0 h 822"/>
                <a:gd name="T4" fmla="*/ 0 w 6988"/>
                <a:gd name="T5" fmla="*/ 822 h 822"/>
                <a:gd name="T6" fmla="*/ 6688 w 6988"/>
                <a:gd name="T7" fmla="*/ 822 h 822"/>
                <a:gd name="T8" fmla="*/ 6988 w 6988"/>
                <a:gd name="T9" fmla="*/ 415 h 822"/>
                <a:gd name="T10" fmla="*/ 6685 w 6988"/>
                <a:gd name="T11" fmla="*/ 0 h 822"/>
                <a:gd name="T12" fmla="*/ 0 w 6988"/>
                <a:gd name="T13" fmla="*/ 0 h 822"/>
              </a:gdLst>
              <a:ahLst/>
              <a:cxnLst>
                <a:cxn ang="0">
                  <a:pos x="T0" y="T1"/>
                </a:cxn>
                <a:cxn ang="0">
                  <a:pos x="T2" y="T3"/>
                </a:cxn>
                <a:cxn ang="0">
                  <a:pos x="T4" y="T5"/>
                </a:cxn>
                <a:cxn ang="0">
                  <a:pos x="T6" y="T7"/>
                </a:cxn>
                <a:cxn ang="0">
                  <a:pos x="T8" y="T9"/>
                </a:cxn>
                <a:cxn ang="0">
                  <a:pos x="T10" y="T11"/>
                </a:cxn>
                <a:cxn ang="0">
                  <a:pos x="T12" y="T13"/>
                </a:cxn>
              </a:cxnLst>
              <a:rect l="0" t="0" r="r" b="b"/>
              <a:pathLst>
                <a:path w="6988" h="822">
                  <a:moveTo>
                    <a:pt x="0" y="0"/>
                  </a:moveTo>
                  <a:lnTo>
                    <a:pt x="0" y="0"/>
                  </a:lnTo>
                  <a:lnTo>
                    <a:pt x="0" y="822"/>
                  </a:lnTo>
                  <a:lnTo>
                    <a:pt x="6688" y="822"/>
                  </a:lnTo>
                  <a:lnTo>
                    <a:pt x="6988" y="415"/>
                  </a:lnTo>
                  <a:lnTo>
                    <a:pt x="6685" y="0"/>
                  </a:lnTo>
                  <a:lnTo>
                    <a:pt x="0" y="0"/>
                  </a:lnTo>
                  <a:close/>
                </a:path>
              </a:pathLst>
            </a:custGeom>
            <a:solidFill>
              <a:schemeClr val="tx2"/>
            </a:solidFill>
            <a:ln w="0">
              <a:noFill/>
              <a:prstDash val="solid"/>
              <a:round/>
              <a:headEnd/>
              <a:tailEnd/>
            </a:ln>
          </p:spPr>
          <p:txBody>
            <a:bodyPr vert="horz" wrap="square" lIns="91440" tIns="45720" rIns="360000" bIns="45720" numCol="1" anchor="ctr" anchorCtr="0" compatLnSpc="1">
              <a:prstTxWarp prst="textNoShape">
                <a:avLst/>
              </a:prstTxWarp>
            </a:bodyPr>
            <a:lstStyle/>
            <a:p>
              <a:r>
                <a:rPr lang="en-US" sz="1400" dirty="0">
                  <a:solidFill>
                    <a:schemeClr val="bg1"/>
                  </a:solidFill>
                  <a:latin typeface="Gill Sans MT" panose="020B0502020104020203" pitchFamily="34" charset="0"/>
                </a:rPr>
                <a:t>NTPC </a:t>
              </a:r>
              <a:r>
                <a:rPr lang="en-US" sz="1400" b="1" dirty="0">
                  <a:solidFill>
                    <a:schemeClr val="bg1"/>
                  </a:solidFill>
                  <a:latin typeface="Gill Sans MT" panose="020B0502020104020203" pitchFamily="34" charset="0"/>
                </a:rPr>
                <a:t>typically secures a Mega Insurance policy</a:t>
              </a:r>
              <a:r>
                <a:rPr lang="en-US" sz="1400" dirty="0">
                  <a:solidFill>
                    <a:schemeClr val="bg1"/>
                  </a:solidFill>
                  <a:latin typeface="Gill Sans MT" panose="020B0502020104020203" pitchFamily="34" charset="0"/>
                </a:rPr>
                <a:t> </a:t>
              </a:r>
              <a:r>
                <a:rPr lang="en-US" sz="1400" b="1" dirty="0">
                  <a:solidFill>
                    <a:schemeClr val="bg1"/>
                  </a:solidFill>
                  <a:latin typeface="Gill Sans MT" panose="020B0502020104020203" pitchFamily="34" charset="0"/>
                </a:rPr>
                <a:t>covering aspects such as terrorism, force majeure, equipment damage, fire protection, and earthquakes</a:t>
              </a:r>
              <a:r>
                <a:rPr lang="en-US" sz="1400" dirty="0">
                  <a:solidFill>
                    <a:schemeClr val="bg1"/>
                  </a:solidFill>
                  <a:latin typeface="Gill Sans MT" panose="020B0502020104020203" pitchFamily="34" charset="0"/>
                </a:rPr>
                <a:t> for all its thermal power plants collectively.</a:t>
              </a:r>
            </a:p>
          </p:txBody>
        </p:sp>
        <p:sp>
          <p:nvSpPr>
            <p:cNvPr id="77" name="Freeform 52">
              <a:extLst>
                <a:ext uri="{FF2B5EF4-FFF2-40B4-BE49-F238E27FC236}">
                  <a16:creationId xmlns:a16="http://schemas.microsoft.com/office/drawing/2014/main" id="{15026FCF-BB1A-265A-F358-D2E44A1A51ED}"/>
                </a:ext>
              </a:extLst>
            </p:cNvPr>
            <p:cNvSpPr>
              <a:spLocks/>
            </p:cNvSpPr>
            <p:nvPr/>
          </p:nvSpPr>
          <p:spPr bwMode="auto">
            <a:xfrm>
              <a:off x="2326772" y="2487734"/>
              <a:ext cx="201811" cy="735079"/>
            </a:xfrm>
            <a:custGeom>
              <a:avLst/>
              <a:gdLst>
                <a:gd name="T0" fmla="*/ 0 w 172"/>
                <a:gd name="T1" fmla="*/ 138 h 959"/>
                <a:gd name="T2" fmla="*/ 0 w 172"/>
                <a:gd name="T3" fmla="*/ 138 h 959"/>
                <a:gd name="T4" fmla="*/ 0 w 172"/>
                <a:gd name="T5" fmla="*/ 959 h 959"/>
                <a:gd name="T6" fmla="*/ 172 w 172"/>
                <a:gd name="T7" fmla="*/ 822 h 959"/>
                <a:gd name="T8" fmla="*/ 172 w 172"/>
                <a:gd name="T9" fmla="*/ 0 h 959"/>
                <a:gd name="T10" fmla="*/ 0 w 172"/>
                <a:gd name="T11" fmla="*/ 138 h 959"/>
              </a:gdLst>
              <a:ahLst/>
              <a:cxnLst>
                <a:cxn ang="0">
                  <a:pos x="T0" y="T1"/>
                </a:cxn>
                <a:cxn ang="0">
                  <a:pos x="T2" y="T3"/>
                </a:cxn>
                <a:cxn ang="0">
                  <a:pos x="T4" y="T5"/>
                </a:cxn>
                <a:cxn ang="0">
                  <a:pos x="T6" y="T7"/>
                </a:cxn>
                <a:cxn ang="0">
                  <a:pos x="T8" y="T9"/>
                </a:cxn>
                <a:cxn ang="0">
                  <a:pos x="T10" y="T11"/>
                </a:cxn>
              </a:cxnLst>
              <a:rect l="0" t="0" r="r" b="b"/>
              <a:pathLst>
                <a:path w="172" h="959">
                  <a:moveTo>
                    <a:pt x="0" y="138"/>
                  </a:moveTo>
                  <a:lnTo>
                    <a:pt x="0" y="138"/>
                  </a:lnTo>
                  <a:lnTo>
                    <a:pt x="0" y="959"/>
                  </a:lnTo>
                  <a:lnTo>
                    <a:pt x="172" y="822"/>
                  </a:lnTo>
                  <a:lnTo>
                    <a:pt x="172" y="0"/>
                  </a:lnTo>
                  <a:lnTo>
                    <a:pt x="0" y="138"/>
                  </a:lnTo>
                  <a:close/>
                </a:path>
              </a:pathLst>
            </a:custGeom>
            <a:solidFill>
              <a:schemeClr val="accent6"/>
            </a:solidFill>
            <a:ln w="0">
              <a:noFill/>
              <a:prstDash val="solid"/>
              <a:round/>
              <a:headEnd/>
              <a:tailEnd/>
            </a:ln>
          </p:spPr>
          <p:txBody>
            <a:bodyPr vert="horz" wrap="square" lIns="91440" tIns="45720" rIns="91440" bIns="45720" numCol="1" anchor="ctr" anchorCtr="0" compatLnSpc="1">
              <a:prstTxWarp prst="textNoShape">
                <a:avLst/>
              </a:prstTxWarp>
            </a:bodyPr>
            <a:lstStyle/>
            <a:p>
              <a:endParaRPr lang="en-US" sz="1400" dirty="0">
                <a:solidFill>
                  <a:prstClr val="black"/>
                </a:solidFill>
                <a:latin typeface="Gill Sans MT" panose="020B0502020104020203" pitchFamily="34" charset="0"/>
              </a:endParaRPr>
            </a:p>
          </p:txBody>
        </p:sp>
        <p:sp>
          <p:nvSpPr>
            <p:cNvPr id="78" name="Freeform 54">
              <a:extLst>
                <a:ext uri="{FF2B5EF4-FFF2-40B4-BE49-F238E27FC236}">
                  <a16:creationId xmlns:a16="http://schemas.microsoft.com/office/drawing/2014/main" id="{7C8DB6F2-3647-154B-E092-FCFD0A6C1860}"/>
                </a:ext>
              </a:extLst>
            </p:cNvPr>
            <p:cNvSpPr>
              <a:spLocks/>
            </p:cNvSpPr>
            <p:nvPr/>
          </p:nvSpPr>
          <p:spPr bwMode="auto">
            <a:xfrm>
              <a:off x="560386" y="2592142"/>
              <a:ext cx="1766385" cy="630672"/>
            </a:xfrm>
            <a:custGeom>
              <a:avLst/>
              <a:gdLst>
                <a:gd name="T0" fmla="*/ 0 w 1500"/>
                <a:gd name="T1" fmla="*/ 823 h 823"/>
                <a:gd name="T2" fmla="*/ 0 w 1500"/>
                <a:gd name="T3" fmla="*/ 823 h 823"/>
                <a:gd name="T4" fmla="*/ 1500 w 1500"/>
                <a:gd name="T5" fmla="*/ 823 h 823"/>
                <a:gd name="T6" fmla="*/ 1500 w 1500"/>
                <a:gd name="T7" fmla="*/ 0 h 823"/>
                <a:gd name="T8" fmla="*/ 0 w 1500"/>
                <a:gd name="T9" fmla="*/ 0 h 823"/>
                <a:gd name="T10" fmla="*/ 0 w 1500"/>
                <a:gd name="T11" fmla="*/ 823 h 823"/>
              </a:gdLst>
              <a:ahLst/>
              <a:cxnLst>
                <a:cxn ang="0">
                  <a:pos x="T0" y="T1"/>
                </a:cxn>
                <a:cxn ang="0">
                  <a:pos x="T2" y="T3"/>
                </a:cxn>
                <a:cxn ang="0">
                  <a:pos x="T4" y="T5"/>
                </a:cxn>
                <a:cxn ang="0">
                  <a:pos x="T6" y="T7"/>
                </a:cxn>
                <a:cxn ang="0">
                  <a:pos x="T8" y="T9"/>
                </a:cxn>
                <a:cxn ang="0">
                  <a:pos x="T10" y="T11"/>
                </a:cxn>
              </a:cxnLst>
              <a:rect l="0" t="0" r="r" b="b"/>
              <a:pathLst>
                <a:path w="1500" h="823">
                  <a:moveTo>
                    <a:pt x="0" y="823"/>
                  </a:moveTo>
                  <a:lnTo>
                    <a:pt x="0" y="823"/>
                  </a:lnTo>
                  <a:lnTo>
                    <a:pt x="1500" y="823"/>
                  </a:lnTo>
                  <a:lnTo>
                    <a:pt x="1500" y="0"/>
                  </a:lnTo>
                  <a:lnTo>
                    <a:pt x="0" y="0"/>
                  </a:lnTo>
                  <a:lnTo>
                    <a:pt x="0" y="823"/>
                  </a:lnTo>
                  <a:close/>
                </a:path>
              </a:pathLst>
            </a:custGeom>
            <a:solidFill>
              <a:schemeClr val="tx2"/>
            </a:solidFill>
            <a:ln w="0">
              <a:noFill/>
              <a:prstDash val="solid"/>
              <a:round/>
              <a:headEnd/>
              <a:tailEnd/>
            </a:ln>
          </p:spPr>
          <p:txBody>
            <a:bodyPr vert="horz" wrap="square" lIns="91440" tIns="45720" rIns="91440" bIns="45720" numCol="1" anchor="ctr" anchorCtr="0" compatLnSpc="1">
              <a:prstTxWarp prst="textNoShape">
                <a:avLst/>
              </a:prstTxWarp>
            </a:bodyPr>
            <a:lstStyle/>
            <a:p>
              <a:pPr algn="ctr"/>
              <a:r>
                <a:rPr lang="da-DK" sz="1400" b="1" dirty="0">
                  <a:solidFill>
                    <a:schemeClr val="bg1"/>
                  </a:solidFill>
                  <a:latin typeface="Gill Sans MT" panose="020B0502020104020203" pitchFamily="34" charset="0"/>
                </a:rPr>
                <a:t>National Thermal Power Corporation (NTPC)</a:t>
              </a:r>
            </a:p>
          </p:txBody>
        </p:sp>
      </p:grpSp>
      <p:grpSp>
        <p:nvGrpSpPr>
          <p:cNvPr id="79" name="Group 78">
            <a:extLst>
              <a:ext uri="{FF2B5EF4-FFF2-40B4-BE49-F238E27FC236}">
                <a16:creationId xmlns:a16="http://schemas.microsoft.com/office/drawing/2014/main" id="{4D30E51B-AAB1-67E8-5E68-27BB944A7CAD}"/>
              </a:ext>
            </a:extLst>
          </p:cNvPr>
          <p:cNvGrpSpPr/>
          <p:nvPr/>
        </p:nvGrpSpPr>
        <p:grpSpPr>
          <a:xfrm>
            <a:off x="477514" y="3834081"/>
            <a:ext cx="11233149" cy="1115271"/>
            <a:chOff x="560386" y="4154368"/>
            <a:chExt cx="11129963" cy="692754"/>
          </a:xfrm>
        </p:grpSpPr>
        <p:sp>
          <p:nvSpPr>
            <p:cNvPr id="80" name="Freeform 55">
              <a:extLst>
                <a:ext uri="{FF2B5EF4-FFF2-40B4-BE49-F238E27FC236}">
                  <a16:creationId xmlns:a16="http://schemas.microsoft.com/office/drawing/2014/main" id="{D4C56018-E584-7872-8A56-E35EAE87A4F6}"/>
                </a:ext>
              </a:extLst>
            </p:cNvPr>
            <p:cNvSpPr>
              <a:spLocks/>
            </p:cNvSpPr>
            <p:nvPr/>
          </p:nvSpPr>
          <p:spPr bwMode="auto">
            <a:xfrm>
              <a:off x="2528582" y="4154368"/>
              <a:ext cx="9161767" cy="589756"/>
            </a:xfrm>
            <a:custGeom>
              <a:avLst/>
              <a:gdLst>
                <a:gd name="T0" fmla="*/ 0 w 6988"/>
                <a:gd name="T1" fmla="*/ 0 h 768"/>
                <a:gd name="T2" fmla="*/ 0 w 6988"/>
                <a:gd name="T3" fmla="*/ 0 h 768"/>
                <a:gd name="T4" fmla="*/ 0 w 6988"/>
                <a:gd name="T5" fmla="*/ 768 h 768"/>
                <a:gd name="T6" fmla="*/ 6688 w 6988"/>
                <a:gd name="T7" fmla="*/ 768 h 768"/>
                <a:gd name="T8" fmla="*/ 6988 w 6988"/>
                <a:gd name="T9" fmla="*/ 383 h 768"/>
                <a:gd name="T10" fmla="*/ 6688 w 6988"/>
                <a:gd name="T11" fmla="*/ 0 h 768"/>
                <a:gd name="T12" fmla="*/ 0 w 6988"/>
                <a:gd name="T13" fmla="*/ 0 h 768"/>
              </a:gdLst>
              <a:ahLst/>
              <a:cxnLst>
                <a:cxn ang="0">
                  <a:pos x="T0" y="T1"/>
                </a:cxn>
                <a:cxn ang="0">
                  <a:pos x="T2" y="T3"/>
                </a:cxn>
                <a:cxn ang="0">
                  <a:pos x="T4" y="T5"/>
                </a:cxn>
                <a:cxn ang="0">
                  <a:pos x="T6" y="T7"/>
                </a:cxn>
                <a:cxn ang="0">
                  <a:pos x="T8" y="T9"/>
                </a:cxn>
                <a:cxn ang="0">
                  <a:pos x="T10" y="T11"/>
                </a:cxn>
                <a:cxn ang="0">
                  <a:pos x="T12" y="T13"/>
                </a:cxn>
              </a:cxnLst>
              <a:rect l="0" t="0" r="r" b="b"/>
              <a:pathLst>
                <a:path w="6988" h="768">
                  <a:moveTo>
                    <a:pt x="0" y="0"/>
                  </a:moveTo>
                  <a:lnTo>
                    <a:pt x="0" y="0"/>
                  </a:lnTo>
                  <a:lnTo>
                    <a:pt x="0" y="768"/>
                  </a:lnTo>
                  <a:lnTo>
                    <a:pt x="6688" y="768"/>
                  </a:lnTo>
                  <a:lnTo>
                    <a:pt x="6988" y="383"/>
                  </a:lnTo>
                  <a:lnTo>
                    <a:pt x="6688" y="0"/>
                  </a:lnTo>
                  <a:lnTo>
                    <a:pt x="0" y="0"/>
                  </a:lnTo>
                  <a:close/>
                </a:path>
              </a:pathLst>
            </a:custGeom>
            <a:solidFill>
              <a:schemeClr val="bg2"/>
            </a:solidFill>
            <a:ln w="0">
              <a:noFill/>
              <a:prstDash val="solid"/>
              <a:round/>
              <a:headEnd/>
              <a:tailEnd/>
            </a:ln>
          </p:spPr>
          <p:txBody>
            <a:bodyPr vert="horz" wrap="square" lIns="91440" tIns="45720" rIns="360000" bIns="45720" numCol="1" anchor="ctr" anchorCtr="0" compatLnSpc="1">
              <a:prstTxWarp prst="textNoShape">
                <a:avLst/>
              </a:prstTxWarp>
            </a:bodyPr>
            <a:lstStyle/>
            <a:p>
              <a:r>
                <a:rPr lang="en-US" sz="1400" dirty="0">
                  <a:solidFill>
                    <a:srgbClr val="FFFFFF"/>
                  </a:solidFill>
                  <a:latin typeface="Gill Sans MT" panose="020B0502020104020203" pitchFamily="34" charset="0"/>
                </a:rPr>
                <a:t>Insurance expenses impact EBIDTA, necessitating it to be optimized to enhance EBIDTA margins, specifically so when organization are looking for good market multiples to ensure healthy investments in projects.</a:t>
              </a:r>
            </a:p>
          </p:txBody>
        </p:sp>
        <p:sp>
          <p:nvSpPr>
            <p:cNvPr id="81" name="Freeform 57">
              <a:extLst>
                <a:ext uri="{FF2B5EF4-FFF2-40B4-BE49-F238E27FC236}">
                  <a16:creationId xmlns:a16="http://schemas.microsoft.com/office/drawing/2014/main" id="{792C6748-7A66-78C0-5C55-2CF65FD29CE6}"/>
                </a:ext>
              </a:extLst>
            </p:cNvPr>
            <p:cNvSpPr>
              <a:spLocks/>
            </p:cNvSpPr>
            <p:nvPr/>
          </p:nvSpPr>
          <p:spPr bwMode="auto">
            <a:xfrm>
              <a:off x="2326772" y="4154369"/>
              <a:ext cx="201811" cy="692753"/>
            </a:xfrm>
            <a:custGeom>
              <a:avLst/>
              <a:gdLst>
                <a:gd name="T0" fmla="*/ 0 w 172"/>
                <a:gd name="T1" fmla="*/ 137 h 904"/>
                <a:gd name="T2" fmla="*/ 0 w 172"/>
                <a:gd name="T3" fmla="*/ 137 h 904"/>
                <a:gd name="T4" fmla="*/ 0 w 172"/>
                <a:gd name="T5" fmla="*/ 904 h 904"/>
                <a:gd name="T6" fmla="*/ 172 w 172"/>
                <a:gd name="T7" fmla="*/ 767 h 904"/>
                <a:gd name="T8" fmla="*/ 172 w 172"/>
                <a:gd name="T9" fmla="*/ 0 h 904"/>
                <a:gd name="T10" fmla="*/ 0 w 172"/>
                <a:gd name="T11" fmla="*/ 137 h 904"/>
              </a:gdLst>
              <a:ahLst/>
              <a:cxnLst>
                <a:cxn ang="0">
                  <a:pos x="T0" y="T1"/>
                </a:cxn>
                <a:cxn ang="0">
                  <a:pos x="T2" y="T3"/>
                </a:cxn>
                <a:cxn ang="0">
                  <a:pos x="T4" y="T5"/>
                </a:cxn>
                <a:cxn ang="0">
                  <a:pos x="T6" y="T7"/>
                </a:cxn>
                <a:cxn ang="0">
                  <a:pos x="T8" y="T9"/>
                </a:cxn>
                <a:cxn ang="0">
                  <a:pos x="T10" y="T11"/>
                </a:cxn>
              </a:cxnLst>
              <a:rect l="0" t="0" r="r" b="b"/>
              <a:pathLst>
                <a:path w="172" h="904">
                  <a:moveTo>
                    <a:pt x="0" y="137"/>
                  </a:moveTo>
                  <a:lnTo>
                    <a:pt x="0" y="137"/>
                  </a:lnTo>
                  <a:lnTo>
                    <a:pt x="0" y="904"/>
                  </a:lnTo>
                  <a:lnTo>
                    <a:pt x="172" y="767"/>
                  </a:lnTo>
                  <a:lnTo>
                    <a:pt x="172" y="0"/>
                  </a:lnTo>
                  <a:lnTo>
                    <a:pt x="0" y="137"/>
                  </a:lnTo>
                  <a:close/>
                </a:path>
              </a:pathLst>
            </a:custGeom>
            <a:solidFill>
              <a:schemeClr val="bg2">
                <a:lumMod val="60000"/>
                <a:lumOff val="40000"/>
              </a:schemeClr>
            </a:solidFill>
            <a:ln w="0">
              <a:noFill/>
              <a:prstDash val="solid"/>
              <a:round/>
              <a:headEnd/>
              <a:tailEnd/>
            </a:ln>
          </p:spPr>
          <p:txBody>
            <a:bodyPr vert="horz" wrap="square" lIns="91440" tIns="45720" rIns="91440" bIns="45720" numCol="1" anchor="ctr" anchorCtr="0" compatLnSpc="1">
              <a:prstTxWarp prst="textNoShape">
                <a:avLst/>
              </a:prstTxWarp>
            </a:bodyPr>
            <a:lstStyle/>
            <a:p>
              <a:endParaRPr lang="en-US" sz="1400" dirty="0">
                <a:solidFill>
                  <a:srgbClr val="FFFFFF"/>
                </a:solidFill>
                <a:latin typeface="Gill Sans MT" panose="020B0502020104020203" pitchFamily="34" charset="0"/>
              </a:endParaRPr>
            </a:p>
          </p:txBody>
        </p:sp>
        <p:sp>
          <p:nvSpPr>
            <p:cNvPr id="82" name="Freeform 59">
              <a:extLst>
                <a:ext uri="{FF2B5EF4-FFF2-40B4-BE49-F238E27FC236}">
                  <a16:creationId xmlns:a16="http://schemas.microsoft.com/office/drawing/2014/main" id="{C6AF4BFF-ACAF-6C84-194D-A2B9167E52AD}"/>
                </a:ext>
              </a:extLst>
            </p:cNvPr>
            <p:cNvSpPr>
              <a:spLocks/>
            </p:cNvSpPr>
            <p:nvPr/>
          </p:nvSpPr>
          <p:spPr bwMode="auto">
            <a:xfrm>
              <a:off x="560386" y="4258777"/>
              <a:ext cx="1766385" cy="588345"/>
            </a:xfrm>
            <a:custGeom>
              <a:avLst/>
              <a:gdLst>
                <a:gd name="T0" fmla="*/ 0 w 1500"/>
                <a:gd name="T1" fmla="*/ 768 h 768"/>
                <a:gd name="T2" fmla="*/ 0 w 1500"/>
                <a:gd name="T3" fmla="*/ 768 h 768"/>
                <a:gd name="T4" fmla="*/ 1500 w 1500"/>
                <a:gd name="T5" fmla="*/ 768 h 768"/>
                <a:gd name="T6" fmla="*/ 1500 w 1500"/>
                <a:gd name="T7" fmla="*/ 0 h 768"/>
                <a:gd name="T8" fmla="*/ 0 w 1500"/>
                <a:gd name="T9" fmla="*/ 0 h 768"/>
                <a:gd name="T10" fmla="*/ 0 w 1500"/>
                <a:gd name="T11" fmla="*/ 768 h 768"/>
              </a:gdLst>
              <a:ahLst/>
              <a:cxnLst>
                <a:cxn ang="0">
                  <a:pos x="T0" y="T1"/>
                </a:cxn>
                <a:cxn ang="0">
                  <a:pos x="T2" y="T3"/>
                </a:cxn>
                <a:cxn ang="0">
                  <a:pos x="T4" y="T5"/>
                </a:cxn>
                <a:cxn ang="0">
                  <a:pos x="T6" y="T7"/>
                </a:cxn>
                <a:cxn ang="0">
                  <a:pos x="T8" y="T9"/>
                </a:cxn>
                <a:cxn ang="0">
                  <a:pos x="T10" y="T11"/>
                </a:cxn>
              </a:cxnLst>
              <a:rect l="0" t="0" r="r" b="b"/>
              <a:pathLst>
                <a:path w="1500" h="768">
                  <a:moveTo>
                    <a:pt x="0" y="768"/>
                  </a:moveTo>
                  <a:lnTo>
                    <a:pt x="0" y="768"/>
                  </a:lnTo>
                  <a:lnTo>
                    <a:pt x="1500" y="768"/>
                  </a:lnTo>
                  <a:lnTo>
                    <a:pt x="1500" y="0"/>
                  </a:lnTo>
                  <a:lnTo>
                    <a:pt x="0" y="0"/>
                  </a:lnTo>
                  <a:lnTo>
                    <a:pt x="0" y="768"/>
                  </a:lnTo>
                  <a:close/>
                </a:path>
              </a:pathLst>
            </a:custGeom>
            <a:solidFill>
              <a:schemeClr val="bg2"/>
            </a:solidFill>
            <a:ln w="0">
              <a:noFill/>
              <a:prstDash val="solid"/>
              <a:round/>
              <a:headEnd/>
              <a:tailEnd/>
            </a:ln>
          </p:spPr>
          <p:txBody>
            <a:bodyPr vert="horz" wrap="square" lIns="91440" tIns="45720" rIns="91440" bIns="45720" numCol="1" anchor="ctr" anchorCtr="0" compatLnSpc="1">
              <a:prstTxWarp prst="textNoShape">
                <a:avLst/>
              </a:prstTxWarp>
            </a:bodyPr>
            <a:lstStyle/>
            <a:p>
              <a:pPr algn="ctr">
                <a:buFont typeface="Wingdings 2" pitchFamily="18" charset="2"/>
                <a:buNone/>
              </a:pPr>
              <a:r>
                <a:rPr lang="en-US" sz="1400" b="1" dirty="0">
                  <a:solidFill>
                    <a:schemeClr val="bg1"/>
                  </a:solidFill>
                  <a:latin typeface="Gill Sans MT" panose="020B0502020104020203" pitchFamily="34" charset="0"/>
                </a:rPr>
                <a:t>Impact on EBIDTA</a:t>
              </a:r>
            </a:p>
          </p:txBody>
        </p:sp>
      </p:grpSp>
      <p:grpSp>
        <p:nvGrpSpPr>
          <p:cNvPr id="83" name="Group 82">
            <a:extLst>
              <a:ext uri="{FF2B5EF4-FFF2-40B4-BE49-F238E27FC236}">
                <a16:creationId xmlns:a16="http://schemas.microsoft.com/office/drawing/2014/main" id="{FEB6FDD2-66E5-98F6-CDC0-0754A271E492}"/>
              </a:ext>
            </a:extLst>
          </p:cNvPr>
          <p:cNvGrpSpPr/>
          <p:nvPr/>
        </p:nvGrpSpPr>
        <p:grpSpPr>
          <a:xfrm>
            <a:off x="477515" y="4914027"/>
            <a:ext cx="11233149" cy="1096308"/>
            <a:chOff x="560386" y="5037441"/>
            <a:chExt cx="11129963" cy="758349"/>
          </a:xfrm>
        </p:grpSpPr>
        <p:sp>
          <p:nvSpPr>
            <p:cNvPr id="84" name="Freeform 60">
              <a:extLst>
                <a:ext uri="{FF2B5EF4-FFF2-40B4-BE49-F238E27FC236}">
                  <a16:creationId xmlns:a16="http://schemas.microsoft.com/office/drawing/2014/main" id="{87B60878-B3C8-CBCF-676F-43818AD0FB04}"/>
                </a:ext>
              </a:extLst>
            </p:cNvPr>
            <p:cNvSpPr>
              <a:spLocks/>
            </p:cNvSpPr>
            <p:nvPr/>
          </p:nvSpPr>
          <p:spPr bwMode="auto">
            <a:xfrm>
              <a:off x="2528582" y="5037441"/>
              <a:ext cx="9161767" cy="672672"/>
            </a:xfrm>
            <a:custGeom>
              <a:avLst/>
              <a:gdLst>
                <a:gd name="T0" fmla="*/ 0 w 6988"/>
                <a:gd name="T1" fmla="*/ 0 h 1070"/>
                <a:gd name="T2" fmla="*/ 0 w 6988"/>
                <a:gd name="T3" fmla="*/ 0 h 1070"/>
                <a:gd name="T4" fmla="*/ 0 w 6988"/>
                <a:gd name="T5" fmla="*/ 1070 h 1070"/>
                <a:gd name="T6" fmla="*/ 6688 w 6988"/>
                <a:gd name="T7" fmla="*/ 1070 h 1070"/>
                <a:gd name="T8" fmla="*/ 6988 w 6988"/>
                <a:gd name="T9" fmla="*/ 528 h 1070"/>
                <a:gd name="T10" fmla="*/ 6688 w 6988"/>
                <a:gd name="T11" fmla="*/ 0 h 1070"/>
                <a:gd name="T12" fmla="*/ 0 w 6988"/>
                <a:gd name="T13" fmla="*/ 0 h 1070"/>
              </a:gdLst>
              <a:ahLst/>
              <a:cxnLst>
                <a:cxn ang="0">
                  <a:pos x="T0" y="T1"/>
                </a:cxn>
                <a:cxn ang="0">
                  <a:pos x="T2" y="T3"/>
                </a:cxn>
                <a:cxn ang="0">
                  <a:pos x="T4" y="T5"/>
                </a:cxn>
                <a:cxn ang="0">
                  <a:pos x="T6" y="T7"/>
                </a:cxn>
                <a:cxn ang="0">
                  <a:pos x="T8" y="T9"/>
                </a:cxn>
                <a:cxn ang="0">
                  <a:pos x="T10" y="T11"/>
                </a:cxn>
                <a:cxn ang="0">
                  <a:pos x="T12" y="T13"/>
                </a:cxn>
              </a:cxnLst>
              <a:rect l="0" t="0" r="r" b="b"/>
              <a:pathLst>
                <a:path w="6988" h="1070">
                  <a:moveTo>
                    <a:pt x="0" y="0"/>
                  </a:moveTo>
                  <a:lnTo>
                    <a:pt x="0" y="0"/>
                  </a:lnTo>
                  <a:lnTo>
                    <a:pt x="0" y="1070"/>
                  </a:lnTo>
                  <a:lnTo>
                    <a:pt x="6688" y="1070"/>
                  </a:lnTo>
                  <a:lnTo>
                    <a:pt x="6988" y="528"/>
                  </a:lnTo>
                  <a:lnTo>
                    <a:pt x="6688" y="0"/>
                  </a:lnTo>
                  <a:lnTo>
                    <a:pt x="0" y="0"/>
                  </a:lnTo>
                  <a:close/>
                </a:path>
              </a:pathLst>
            </a:custGeom>
            <a:solidFill>
              <a:schemeClr val="accent3"/>
            </a:solidFill>
            <a:ln w="0">
              <a:noFill/>
              <a:prstDash val="solid"/>
              <a:round/>
              <a:headEnd/>
              <a:tailEnd/>
            </a:ln>
          </p:spPr>
          <p:txBody>
            <a:bodyPr vert="horz" wrap="square" lIns="91440" tIns="45720" rIns="360000" bIns="45720" numCol="1" anchor="ctr" anchorCtr="0" compatLnSpc="1">
              <a:prstTxWarp prst="textNoShape">
                <a:avLst/>
              </a:prstTxWarp>
            </a:bodyPr>
            <a:lstStyle/>
            <a:p>
              <a:r>
                <a:rPr lang="en-US" sz="1400" dirty="0">
                  <a:solidFill>
                    <a:srgbClr val="FFFFFF"/>
                  </a:solidFill>
                  <a:latin typeface="Gill Sans MT" panose="020B0502020104020203" pitchFamily="34" charset="0"/>
                </a:rPr>
                <a:t>Detailed analysis of potential threats and cost implications of the insurance coverage thereof to hedge the risks, is extremely necessary to build a robust business model.</a:t>
              </a:r>
            </a:p>
          </p:txBody>
        </p:sp>
        <p:sp>
          <p:nvSpPr>
            <p:cNvPr id="85" name="Freeform 62">
              <a:extLst>
                <a:ext uri="{FF2B5EF4-FFF2-40B4-BE49-F238E27FC236}">
                  <a16:creationId xmlns:a16="http://schemas.microsoft.com/office/drawing/2014/main" id="{6E0A859F-EBEA-E113-64B0-F367DD6ED4E6}"/>
                </a:ext>
              </a:extLst>
            </p:cNvPr>
            <p:cNvSpPr>
              <a:spLocks/>
            </p:cNvSpPr>
            <p:nvPr/>
          </p:nvSpPr>
          <p:spPr bwMode="auto">
            <a:xfrm>
              <a:off x="2326772" y="5037441"/>
              <a:ext cx="201811" cy="758349"/>
            </a:xfrm>
            <a:custGeom>
              <a:avLst/>
              <a:gdLst>
                <a:gd name="T0" fmla="*/ 0 w 172"/>
                <a:gd name="T1" fmla="*/ 137 h 1206"/>
                <a:gd name="T2" fmla="*/ 0 w 172"/>
                <a:gd name="T3" fmla="*/ 137 h 1206"/>
                <a:gd name="T4" fmla="*/ 0 w 172"/>
                <a:gd name="T5" fmla="*/ 1206 h 1206"/>
                <a:gd name="T6" fmla="*/ 172 w 172"/>
                <a:gd name="T7" fmla="*/ 1069 h 1206"/>
                <a:gd name="T8" fmla="*/ 172 w 172"/>
                <a:gd name="T9" fmla="*/ 0 h 1206"/>
                <a:gd name="T10" fmla="*/ 0 w 172"/>
                <a:gd name="T11" fmla="*/ 137 h 1206"/>
              </a:gdLst>
              <a:ahLst/>
              <a:cxnLst>
                <a:cxn ang="0">
                  <a:pos x="T0" y="T1"/>
                </a:cxn>
                <a:cxn ang="0">
                  <a:pos x="T2" y="T3"/>
                </a:cxn>
                <a:cxn ang="0">
                  <a:pos x="T4" y="T5"/>
                </a:cxn>
                <a:cxn ang="0">
                  <a:pos x="T6" y="T7"/>
                </a:cxn>
                <a:cxn ang="0">
                  <a:pos x="T8" y="T9"/>
                </a:cxn>
                <a:cxn ang="0">
                  <a:pos x="T10" y="T11"/>
                </a:cxn>
              </a:cxnLst>
              <a:rect l="0" t="0" r="r" b="b"/>
              <a:pathLst>
                <a:path w="172" h="1206">
                  <a:moveTo>
                    <a:pt x="0" y="137"/>
                  </a:moveTo>
                  <a:lnTo>
                    <a:pt x="0" y="137"/>
                  </a:lnTo>
                  <a:lnTo>
                    <a:pt x="0" y="1206"/>
                  </a:lnTo>
                  <a:lnTo>
                    <a:pt x="172" y="1069"/>
                  </a:lnTo>
                  <a:lnTo>
                    <a:pt x="172" y="0"/>
                  </a:lnTo>
                  <a:lnTo>
                    <a:pt x="0" y="137"/>
                  </a:lnTo>
                  <a:close/>
                </a:path>
              </a:pathLst>
            </a:custGeom>
            <a:solidFill>
              <a:schemeClr val="bg1">
                <a:lumMod val="65000"/>
              </a:schemeClr>
            </a:solidFill>
            <a:ln w="0">
              <a:noFill/>
              <a:prstDash val="solid"/>
              <a:round/>
              <a:headEnd/>
              <a:tailEnd/>
            </a:ln>
          </p:spPr>
          <p:txBody>
            <a:bodyPr vert="horz" wrap="square" lIns="91440" tIns="45720" rIns="91440" bIns="45720" numCol="1" anchor="ctr" anchorCtr="0" compatLnSpc="1">
              <a:prstTxWarp prst="textNoShape">
                <a:avLst/>
              </a:prstTxWarp>
            </a:bodyPr>
            <a:lstStyle/>
            <a:p>
              <a:endParaRPr lang="en-US" sz="1400" dirty="0">
                <a:solidFill>
                  <a:srgbClr val="FFFFFF"/>
                </a:solidFill>
                <a:latin typeface="Gill Sans MT" panose="020B0502020104020203" pitchFamily="34" charset="0"/>
              </a:endParaRPr>
            </a:p>
          </p:txBody>
        </p:sp>
        <p:sp>
          <p:nvSpPr>
            <p:cNvPr id="86" name="Freeform 64">
              <a:extLst>
                <a:ext uri="{FF2B5EF4-FFF2-40B4-BE49-F238E27FC236}">
                  <a16:creationId xmlns:a16="http://schemas.microsoft.com/office/drawing/2014/main" id="{F12B9E8B-9BC8-C904-2622-7E5ED79F82CF}"/>
                </a:ext>
              </a:extLst>
            </p:cNvPr>
            <p:cNvSpPr>
              <a:spLocks/>
            </p:cNvSpPr>
            <p:nvPr/>
          </p:nvSpPr>
          <p:spPr bwMode="auto">
            <a:xfrm>
              <a:off x="560386" y="5123118"/>
              <a:ext cx="1766385" cy="672672"/>
            </a:xfrm>
            <a:custGeom>
              <a:avLst/>
              <a:gdLst>
                <a:gd name="T0" fmla="*/ 0 w 1500"/>
                <a:gd name="T1" fmla="*/ 1071 h 1071"/>
                <a:gd name="T2" fmla="*/ 0 w 1500"/>
                <a:gd name="T3" fmla="*/ 1071 h 1071"/>
                <a:gd name="T4" fmla="*/ 1500 w 1500"/>
                <a:gd name="T5" fmla="*/ 1071 h 1071"/>
                <a:gd name="T6" fmla="*/ 1500 w 1500"/>
                <a:gd name="T7" fmla="*/ 0 h 1071"/>
                <a:gd name="T8" fmla="*/ 0 w 1500"/>
                <a:gd name="T9" fmla="*/ 0 h 1071"/>
                <a:gd name="T10" fmla="*/ 0 w 1500"/>
                <a:gd name="T11" fmla="*/ 1071 h 1071"/>
              </a:gdLst>
              <a:ahLst/>
              <a:cxnLst>
                <a:cxn ang="0">
                  <a:pos x="T0" y="T1"/>
                </a:cxn>
                <a:cxn ang="0">
                  <a:pos x="T2" y="T3"/>
                </a:cxn>
                <a:cxn ang="0">
                  <a:pos x="T4" y="T5"/>
                </a:cxn>
                <a:cxn ang="0">
                  <a:pos x="T6" y="T7"/>
                </a:cxn>
                <a:cxn ang="0">
                  <a:pos x="T8" y="T9"/>
                </a:cxn>
                <a:cxn ang="0">
                  <a:pos x="T10" y="T11"/>
                </a:cxn>
              </a:cxnLst>
              <a:rect l="0" t="0" r="r" b="b"/>
              <a:pathLst>
                <a:path w="1500" h="1071">
                  <a:moveTo>
                    <a:pt x="0" y="1071"/>
                  </a:moveTo>
                  <a:lnTo>
                    <a:pt x="0" y="1071"/>
                  </a:lnTo>
                  <a:lnTo>
                    <a:pt x="1500" y="1071"/>
                  </a:lnTo>
                  <a:lnTo>
                    <a:pt x="1500" y="0"/>
                  </a:lnTo>
                  <a:lnTo>
                    <a:pt x="0" y="0"/>
                  </a:lnTo>
                  <a:lnTo>
                    <a:pt x="0" y="1071"/>
                  </a:lnTo>
                  <a:close/>
                </a:path>
              </a:pathLst>
            </a:custGeom>
            <a:solidFill>
              <a:schemeClr val="accent3"/>
            </a:solidFill>
            <a:ln w="0">
              <a:noFill/>
              <a:prstDash val="solid"/>
              <a:round/>
              <a:headEnd/>
              <a:tailEnd/>
            </a:ln>
          </p:spPr>
          <p:txBody>
            <a:bodyPr vert="horz" wrap="square" lIns="91440" tIns="45720" rIns="91440" bIns="45720" numCol="1" anchor="ctr" anchorCtr="0" compatLnSpc="1">
              <a:prstTxWarp prst="textNoShape">
                <a:avLst/>
              </a:prstTxWarp>
            </a:bodyPr>
            <a:lstStyle/>
            <a:p>
              <a:pPr algn="ctr">
                <a:buFont typeface="Wingdings 2" pitchFamily="18" charset="2"/>
                <a:buNone/>
              </a:pPr>
              <a:r>
                <a:rPr lang="en-US" sz="1400" b="1" dirty="0">
                  <a:solidFill>
                    <a:schemeClr val="bg1"/>
                  </a:solidFill>
                  <a:latin typeface="Gill Sans MT" panose="020B0502020104020203" pitchFamily="34" charset="0"/>
                </a:rPr>
                <a:t>Strategic Insurance Planning</a:t>
              </a:r>
            </a:p>
          </p:txBody>
        </p:sp>
      </p:grpSp>
      <p:sp>
        <p:nvSpPr>
          <p:cNvPr id="87" name="Arrow: Left 86">
            <a:hlinkClick r:id="rId5" action="ppaction://hlinksldjump"/>
            <a:extLst>
              <a:ext uri="{FF2B5EF4-FFF2-40B4-BE49-F238E27FC236}">
                <a16:creationId xmlns:a16="http://schemas.microsoft.com/office/drawing/2014/main" id="{C013EE3F-EE49-2B6B-3306-8D1A5F1B30FA}"/>
              </a:ext>
            </a:extLst>
          </p:cNvPr>
          <p:cNvSpPr/>
          <p:nvPr/>
        </p:nvSpPr>
        <p:spPr>
          <a:xfrm>
            <a:off x="10336731" y="6349383"/>
            <a:ext cx="1143000" cy="318656"/>
          </a:xfrm>
          <a:prstGeom prst="leftArrow">
            <a:avLst>
              <a:gd name="adj1" fmla="val 96467"/>
              <a:gd name="adj2" fmla="val 46681"/>
            </a:avLst>
          </a:prstGeom>
          <a:solidFill>
            <a:srgbClr val="00A3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hlinkClick r:id="rId5" action="ppaction://hlinksldjump">
                  <a:extLst>
                    <a:ext uri="{A12FA001-AC4F-418D-AE19-62706E023703}">
                      <ahyp:hlinkClr xmlns:ahyp="http://schemas.microsoft.com/office/drawing/2018/hyperlinkcolor" val="tx"/>
                    </a:ext>
                  </a:extLst>
                </a:hlinkClick>
              </a:rPr>
              <a:t>Back</a:t>
            </a:r>
            <a:endParaRPr lang="en-US" b="1" dirty="0">
              <a:solidFill>
                <a:schemeClr val="tx1"/>
              </a:solidFill>
            </a:endParaRPr>
          </a:p>
        </p:txBody>
      </p:sp>
    </p:spTree>
    <p:extLst>
      <p:ext uri="{BB962C8B-B14F-4D97-AF65-F5344CB8AC3E}">
        <p14:creationId xmlns:p14="http://schemas.microsoft.com/office/powerpoint/2010/main" val="40783371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270BA-A112-D9C8-8002-5B519726A1B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71A1E26-D9D3-0282-D14E-CE460903993A}"/>
              </a:ext>
            </a:extLst>
          </p:cNvPr>
          <p:cNvSpPr/>
          <p:nvPr/>
        </p:nvSpPr>
        <p:spPr bwMode="gray">
          <a:xfrm>
            <a:off x="385863" y="1105842"/>
            <a:ext cx="11542587" cy="5265382"/>
          </a:xfrm>
          <a:prstGeom prst="rect">
            <a:avLst/>
          </a:prstGeom>
          <a:solidFill>
            <a:schemeClr val="accent5">
              <a:lumMod val="75000"/>
              <a:alpha val="2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2000" b="1" dirty="0">
              <a:solidFill>
                <a:schemeClr val="bg1"/>
              </a:solidFill>
              <a:latin typeface="Gill Sans MT" panose="020B0502020104020203" pitchFamily="34" charset="0"/>
            </a:endParaRPr>
          </a:p>
        </p:txBody>
      </p:sp>
      <p:graphicFrame>
        <p:nvGraphicFramePr>
          <p:cNvPr id="5" name="think-cell data - do not delete" hidden="1">
            <a:extLst>
              <a:ext uri="{FF2B5EF4-FFF2-40B4-BE49-F238E27FC236}">
                <a16:creationId xmlns:a16="http://schemas.microsoft.com/office/drawing/2014/main" id="{6D4DCF5D-8D85-490B-029F-D4BEA38429A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think-cell data - do not delete" hidden="1">
                        <a:extLst>
                          <a:ext uri="{FF2B5EF4-FFF2-40B4-BE49-F238E27FC236}">
                            <a16:creationId xmlns:a16="http://schemas.microsoft.com/office/drawing/2014/main" id="{6D4DCF5D-8D85-490B-029F-D4BEA38429A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ext Placeholder 2">
            <a:extLst>
              <a:ext uri="{FF2B5EF4-FFF2-40B4-BE49-F238E27FC236}">
                <a16:creationId xmlns:a16="http://schemas.microsoft.com/office/drawing/2014/main" id="{1B53BEE4-461D-85BC-7EA9-A7457A3ABEEA}"/>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600" dirty="0">
                <a:solidFill>
                  <a:schemeClr val="bg2">
                    <a:lumMod val="50000"/>
                  </a:schemeClr>
                </a:solidFill>
                <a:latin typeface="Gill Sans MT" panose="020B0502020104020203" pitchFamily="34" charset="0"/>
              </a:rPr>
              <a:t>Passthrough of Insurance Premium allowed at actuals for calculation of normative O&amp;M for 9 LHPs of UJVN in FY 22 True Up</a:t>
            </a:r>
          </a:p>
        </p:txBody>
      </p:sp>
      <p:sp>
        <p:nvSpPr>
          <p:cNvPr id="10" name="Title 2">
            <a:extLst>
              <a:ext uri="{FF2B5EF4-FFF2-40B4-BE49-F238E27FC236}">
                <a16:creationId xmlns:a16="http://schemas.microsoft.com/office/drawing/2014/main" id="{9699F913-854A-4F8D-EB9E-4F854AF6FF76}"/>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dirty="0">
                <a:solidFill>
                  <a:srgbClr val="BA0C2F"/>
                </a:solidFill>
                <a:latin typeface="Gill Sans MT" panose="020B0502020104020203" pitchFamily="34" charset="0"/>
              </a:rPr>
              <a:t>Case Study: UERC allows passthrough of Insurance premium at actuals</a:t>
            </a:r>
          </a:p>
        </p:txBody>
      </p:sp>
      <p:cxnSp>
        <p:nvCxnSpPr>
          <p:cNvPr id="18" name="Straight Connector 17">
            <a:extLst>
              <a:ext uri="{FF2B5EF4-FFF2-40B4-BE49-F238E27FC236}">
                <a16:creationId xmlns:a16="http://schemas.microsoft.com/office/drawing/2014/main" id="{1E8EA5A2-1A70-5A26-E897-F98F729FA962}"/>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Rectangle: Rounded Corners 1">
            <a:extLst>
              <a:ext uri="{FF2B5EF4-FFF2-40B4-BE49-F238E27FC236}">
                <a16:creationId xmlns:a16="http://schemas.microsoft.com/office/drawing/2014/main" id="{8EDCE8AC-2A01-6067-F8A1-00F2B046D4D5}"/>
              </a:ext>
            </a:extLst>
          </p:cNvPr>
          <p:cNvSpPr/>
          <p:nvPr/>
        </p:nvSpPr>
        <p:spPr bwMode="gray">
          <a:xfrm>
            <a:off x="498000" y="1254565"/>
            <a:ext cx="11196000" cy="4888386"/>
          </a:xfrm>
          <a:prstGeom prst="roundRect">
            <a:avLst/>
          </a:prstGeom>
          <a:solidFill>
            <a:srgbClr val="FFFFFF"/>
          </a:solidFill>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t"/>
          <a:lstStyle/>
          <a:p>
            <a:pPr algn="just">
              <a:lnSpc>
                <a:spcPct val="106000"/>
              </a:lnSpc>
              <a:buFont typeface="Wingdings 2" pitchFamily="18" charset="2"/>
              <a:buNone/>
            </a:pPr>
            <a:r>
              <a:rPr lang="en-US" sz="1600" b="1" u="sng" dirty="0">
                <a:solidFill>
                  <a:schemeClr val="tx1"/>
                </a:solidFill>
                <a:latin typeface="Gill Sans MT" panose="020B0502020104020203" pitchFamily="34" charset="0"/>
              </a:rPr>
              <a:t>Uttarakhand Jal Vidyut Nigam Ltd (UJVN) Tariff Order issued by Uttarakhand Electricity Regulatory Commission (UERC) dated 30</a:t>
            </a:r>
            <a:r>
              <a:rPr lang="en-US" sz="1600" b="1" u="sng" baseline="30000" dirty="0">
                <a:solidFill>
                  <a:schemeClr val="tx1"/>
                </a:solidFill>
                <a:latin typeface="Gill Sans MT" panose="020B0502020104020203" pitchFamily="34" charset="0"/>
              </a:rPr>
              <a:t>th</a:t>
            </a:r>
            <a:r>
              <a:rPr lang="en-US" sz="1600" b="1" u="sng" dirty="0">
                <a:solidFill>
                  <a:schemeClr val="tx1"/>
                </a:solidFill>
                <a:latin typeface="Gill Sans MT" panose="020B0502020104020203" pitchFamily="34" charset="0"/>
              </a:rPr>
              <a:t> March 2023</a:t>
            </a:r>
          </a:p>
          <a:p>
            <a:pPr algn="just">
              <a:lnSpc>
                <a:spcPct val="106000"/>
              </a:lnSpc>
              <a:buFont typeface="Wingdings 2" pitchFamily="18" charset="2"/>
              <a:buNone/>
            </a:pPr>
            <a:endParaRPr lang="en-US" sz="1600" b="1" dirty="0">
              <a:solidFill>
                <a:schemeClr val="tx1"/>
              </a:solidFill>
              <a:latin typeface="Gill Sans MT" panose="020B0502020104020203" pitchFamily="34" charset="0"/>
            </a:endParaRPr>
          </a:p>
          <a:p>
            <a:pPr algn="just">
              <a:lnSpc>
                <a:spcPct val="106000"/>
              </a:lnSpc>
              <a:buFont typeface="Wingdings 2" pitchFamily="18" charset="2"/>
              <a:buNone/>
            </a:pPr>
            <a:r>
              <a:rPr lang="en-US" sz="1600" dirty="0">
                <a:solidFill>
                  <a:schemeClr val="tx1"/>
                </a:solidFill>
                <a:latin typeface="Gill Sans MT" panose="020B0502020104020203" pitchFamily="34" charset="0"/>
              </a:rPr>
              <a:t>With regard to the insurance expenses, the Commission in the MYT Order dated February 27, 2019, observed as follows:</a:t>
            </a:r>
          </a:p>
          <a:p>
            <a:pPr algn="just">
              <a:lnSpc>
                <a:spcPct val="106000"/>
              </a:lnSpc>
              <a:buFont typeface="Wingdings 2" pitchFamily="18" charset="2"/>
              <a:buNone/>
            </a:pPr>
            <a:r>
              <a:rPr lang="en-US" sz="1600" i="1" dirty="0">
                <a:solidFill>
                  <a:schemeClr val="tx1"/>
                </a:solidFill>
                <a:latin typeface="Gill Sans MT" panose="020B0502020104020203" pitchFamily="34" charset="0"/>
              </a:rPr>
              <a:t>“…The Commission observed that </a:t>
            </a:r>
            <a:r>
              <a:rPr lang="en-US" sz="1600" b="1" i="1" dirty="0">
                <a:solidFill>
                  <a:schemeClr val="tx1"/>
                </a:solidFill>
                <a:latin typeface="Gill Sans MT" panose="020B0502020104020203" pitchFamily="34" charset="0"/>
              </a:rPr>
              <a:t>the A&amp;G expenses have increased significantly </a:t>
            </a:r>
            <a:r>
              <a:rPr lang="en-US" sz="1600" i="1" dirty="0">
                <a:solidFill>
                  <a:schemeClr val="tx1"/>
                </a:solidFill>
                <a:latin typeface="Gill Sans MT" panose="020B0502020104020203" pitchFamily="34" charset="0"/>
              </a:rPr>
              <a:t>in the immediately preceding years partly </a:t>
            </a:r>
            <a:r>
              <a:rPr lang="en-US" sz="1600" b="1" i="1" dirty="0">
                <a:solidFill>
                  <a:schemeClr val="tx1"/>
                </a:solidFill>
                <a:latin typeface="Gill Sans MT" panose="020B0502020104020203" pitchFamily="34" charset="0"/>
              </a:rPr>
              <a:t>on account of the increase in insurance expenses</a:t>
            </a:r>
            <a:r>
              <a:rPr lang="en-US" sz="1600" i="1" dirty="0">
                <a:solidFill>
                  <a:schemeClr val="tx1"/>
                </a:solidFill>
                <a:latin typeface="Gill Sans MT" panose="020B0502020104020203" pitchFamily="34" charset="0"/>
              </a:rPr>
              <a:t>. In view of the above, as discussed in Chapter 4, </a:t>
            </a:r>
            <a:r>
              <a:rPr lang="en-US" sz="1600" b="1" i="1" dirty="0">
                <a:solidFill>
                  <a:schemeClr val="tx1"/>
                </a:solidFill>
                <a:latin typeface="Gill Sans MT" panose="020B0502020104020203" pitchFamily="34" charset="0"/>
              </a:rPr>
              <a:t>the Commission has decided to treat insurance expense as uncontrollable in nature</a:t>
            </a:r>
            <a:r>
              <a:rPr lang="en-US" sz="1600" i="1" dirty="0">
                <a:solidFill>
                  <a:schemeClr val="tx1"/>
                </a:solidFill>
                <a:latin typeface="Gill Sans MT" panose="020B0502020104020203" pitchFamily="34" charset="0"/>
              </a:rPr>
              <a:t>. </a:t>
            </a:r>
          </a:p>
          <a:p>
            <a:pPr algn="just">
              <a:lnSpc>
                <a:spcPct val="106000"/>
              </a:lnSpc>
              <a:buFont typeface="Wingdings 2" pitchFamily="18" charset="2"/>
              <a:buNone/>
            </a:pPr>
            <a:r>
              <a:rPr lang="en-US" sz="1600" i="1" dirty="0">
                <a:solidFill>
                  <a:schemeClr val="tx1"/>
                </a:solidFill>
                <a:latin typeface="Gill Sans MT" panose="020B0502020104020203" pitchFamily="34" charset="0"/>
              </a:rPr>
              <a:t>…. </a:t>
            </a:r>
          </a:p>
          <a:p>
            <a:pPr algn="just">
              <a:lnSpc>
                <a:spcPct val="106000"/>
              </a:lnSpc>
              <a:buFont typeface="Wingdings 2" pitchFamily="18" charset="2"/>
              <a:buNone/>
            </a:pPr>
            <a:r>
              <a:rPr lang="en-US" sz="1600" i="1" dirty="0">
                <a:solidFill>
                  <a:schemeClr val="tx1"/>
                </a:solidFill>
                <a:latin typeface="Gill Sans MT" panose="020B0502020104020203" pitchFamily="34" charset="0"/>
              </a:rPr>
              <a:t>In addition to the above, the Commission </a:t>
            </a:r>
            <a:r>
              <a:rPr lang="en-US" sz="1600" b="1" i="1" dirty="0">
                <a:solidFill>
                  <a:schemeClr val="tx1"/>
                </a:solidFill>
                <a:latin typeface="Gill Sans MT" panose="020B0502020104020203" pitchFamily="34" charset="0"/>
              </a:rPr>
              <a:t>shall allow to recover actual</a:t>
            </a:r>
            <a:r>
              <a:rPr lang="en-US" sz="1600" i="1" dirty="0">
                <a:solidFill>
                  <a:schemeClr val="tx1"/>
                </a:solidFill>
                <a:latin typeface="Gill Sans MT" panose="020B0502020104020203" pitchFamily="34" charset="0"/>
              </a:rPr>
              <a:t> Petition filing fees and </a:t>
            </a:r>
            <a:r>
              <a:rPr lang="en-US" sz="1600" b="1" i="1" dirty="0">
                <a:solidFill>
                  <a:schemeClr val="tx1"/>
                </a:solidFill>
                <a:latin typeface="Gill Sans MT" panose="020B0502020104020203" pitchFamily="34" charset="0"/>
              </a:rPr>
              <a:t>insurance charges</a:t>
            </a:r>
            <a:r>
              <a:rPr lang="en-US" sz="1600" i="1" dirty="0">
                <a:solidFill>
                  <a:schemeClr val="tx1"/>
                </a:solidFill>
                <a:latin typeface="Gill Sans MT" panose="020B0502020104020203" pitchFamily="34" charset="0"/>
              </a:rPr>
              <a:t> subject to prudence check </a:t>
            </a:r>
            <a:r>
              <a:rPr lang="en-US" sz="1600" b="1" i="1" dirty="0">
                <a:solidFill>
                  <a:schemeClr val="tx1"/>
                </a:solidFill>
                <a:latin typeface="Gill Sans MT" panose="020B0502020104020203" pitchFamily="34" charset="0"/>
              </a:rPr>
              <a:t>at the time of truing up</a:t>
            </a:r>
            <a:r>
              <a:rPr lang="en-US" sz="1600" i="1" dirty="0">
                <a:solidFill>
                  <a:schemeClr val="tx1"/>
                </a:solidFill>
                <a:latin typeface="Gill Sans MT" panose="020B0502020104020203" pitchFamily="34" charset="0"/>
              </a:rPr>
              <a:t>” </a:t>
            </a:r>
          </a:p>
          <a:p>
            <a:pPr algn="just">
              <a:lnSpc>
                <a:spcPct val="106000"/>
              </a:lnSpc>
              <a:buFont typeface="Wingdings 2" pitchFamily="18" charset="2"/>
              <a:buNone/>
            </a:pPr>
            <a:endParaRPr lang="en-US" sz="1600" b="1" dirty="0">
              <a:solidFill>
                <a:schemeClr val="tx1"/>
              </a:solidFill>
              <a:latin typeface="Gill Sans MT" panose="020B0502020104020203" pitchFamily="34" charset="0"/>
            </a:endParaRPr>
          </a:p>
          <a:p>
            <a:pPr algn="just">
              <a:lnSpc>
                <a:spcPct val="106000"/>
              </a:lnSpc>
              <a:buFont typeface="Wingdings 2" pitchFamily="18" charset="2"/>
              <a:buNone/>
            </a:pPr>
            <a:r>
              <a:rPr lang="en-US" sz="1600" b="1" dirty="0">
                <a:solidFill>
                  <a:schemeClr val="tx1"/>
                </a:solidFill>
                <a:latin typeface="Gill Sans MT" panose="020B0502020104020203" pitchFamily="34" charset="0"/>
              </a:rPr>
              <a:t>Further, with respect to FY 2021-22 True Up, the Commission stated the following:</a:t>
            </a:r>
          </a:p>
          <a:p>
            <a:pPr algn="just">
              <a:lnSpc>
                <a:spcPct val="106000"/>
              </a:lnSpc>
              <a:buFont typeface="Wingdings 2" pitchFamily="18" charset="2"/>
              <a:buNone/>
            </a:pPr>
            <a:endParaRPr lang="en-US" sz="1600" b="1" dirty="0">
              <a:solidFill>
                <a:schemeClr val="tx1"/>
              </a:solidFill>
              <a:latin typeface="Gill Sans MT" panose="020B0502020104020203" pitchFamily="34" charset="0"/>
            </a:endParaRPr>
          </a:p>
          <a:p>
            <a:pPr algn="just">
              <a:lnSpc>
                <a:spcPct val="106000"/>
              </a:lnSpc>
              <a:buFont typeface="Wingdings 2" pitchFamily="18" charset="2"/>
              <a:buNone/>
            </a:pPr>
            <a:r>
              <a:rPr lang="en-US" sz="1600" i="1" dirty="0">
                <a:solidFill>
                  <a:schemeClr val="tx1"/>
                </a:solidFill>
                <a:latin typeface="Gill Sans MT" panose="020B0502020104020203" pitchFamily="34" charset="0"/>
              </a:rPr>
              <a:t>“The </a:t>
            </a:r>
            <a:r>
              <a:rPr lang="en-US" sz="1600" b="1" i="1" dirty="0">
                <a:solidFill>
                  <a:schemeClr val="tx1"/>
                </a:solidFill>
                <a:latin typeface="Gill Sans MT" panose="020B0502020104020203" pitchFamily="34" charset="0"/>
              </a:rPr>
              <a:t>normative A&amp;G expenses for FY 2021-22 have been arrived </a:t>
            </a:r>
            <a:r>
              <a:rPr lang="en-US" sz="1600" i="1" dirty="0">
                <a:solidFill>
                  <a:schemeClr val="tx1"/>
                </a:solidFill>
                <a:latin typeface="Gill Sans MT" panose="020B0502020104020203" pitchFamily="34" charset="0"/>
              </a:rPr>
              <a:t>by escalating the normative A&amp;G expenses for FY 2020-21 with the revised WPI escalation rate of 2.42% after excluding Petition filing fees, actual insurance expenses paid and normative security expenses in FY 2021-22, and thereafter, </a:t>
            </a:r>
            <a:r>
              <a:rPr lang="en-US" sz="1600" b="1" i="1" dirty="0">
                <a:solidFill>
                  <a:schemeClr val="tx1"/>
                </a:solidFill>
                <a:latin typeface="Gill Sans MT" panose="020B0502020104020203" pitchFamily="34" charset="0"/>
              </a:rPr>
              <a:t>adding the actual insurance expenses</a:t>
            </a:r>
            <a:r>
              <a:rPr lang="en-US" sz="1600" i="1" dirty="0">
                <a:solidFill>
                  <a:schemeClr val="tx1"/>
                </a:solidFill>
                <a:latin typeface="Gill Sans MT" panose="020B0502020104020203" pitchFamily="34" charset="0"/>
              </a:rPr>
              <a:t>, security expenses, ERP expenses and Petition filing fees </a:t>
            </a:r>
            <a:r>
              <a:rPr lang="en-US" sz="1600" b="1" i="1" dirty="0">
                <a:solidFill>
                  <a:schemeClr val="tx1"/>
                </a:solidFill>
                <a:latin typeface="Gill Sans MT" panose="020B0502020104020203" pitchFamily="34" charset="0"/>
              </a:rPr>
              <a:t>incurred in FY 2021-22</a:t>
            </a:r>
            <a:r>
              <a:rPr lang="en-US" sz="1600" i="1" dirty="0">
                <a:solidFill>
                  <a:schemeClr val="tx1"/>
                </a:solidFill>
                <a:latin typeface="Gill Sans MT" panose="020B0502020104020203" pitchFamily="34" charset="0"/>
              </a:rPr>
              <a:t>.”</a:t>
            </a:r>
          </a:p>
        </p:txBody>
      </p:sp>
      <p:sp>
        <p:nvSpPr>
          <p:cNvPr id="3" name="TextBox 2">
            <a:extLst>
              <a:ext uri="{FF2B5EF4-FFF2-40B4-BE49-F238E27FC236}">
                <a16:creationId xmlns:a16="http://schemas.microsoft.com/office/drawing/2014/main" id="{F07AF5D1-94ED-FCC8-327E-DA563ED75121}"/>
              </a:ext>
            </a:extLst>
          </p:cNvPr>
          <p:cNvSpPr txBox="1"/>
          <p:nvPr/>
        </p:nvSpPr>
        <p:spPr>
          <a:xfrm>
            <a:off x="729654" y="6371224"/>
            <a:ext cx="6857486" cy="153888"/>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Gill Sans MT" panose="020B0502020104020203" pitchFamily="34" charset="0"/>
              </a:rPr>
              <a:t>Source: UERC </a:t>
            </a:r>
          </a:p>
        </p:txBody>
      </p:sp>
      <p:sp>
        <p:nvSpPr>
          <p:cNvPr id="6" name="Arrow: Left 5">
            <a:hlinkClick r:id="rId6" action="ppaction://hlinksldjump"/>
            <a:extLst>
              <a:ext uri="{FF2B5EF4-FFF2-40B4-BE49-F238E27FC236}">
                <a16:creationId xmlns:a16="http://schemas.microsoft.com/office/drawing/2014/main" id="{291EFDAE-A5C2-C118-42B6-C790E1086ECE}"/>
              </a:ext>
            </a:extLst>
          </p:cNvPr>
          <p:cNvSpPr/>
          <p:nvPr/>
        </p:nvSpPr>
        <p:spPr>
          <a:xfrm>
            <a:off x="10336731" y="6349383"/>
            <a:ext cx="1143000" cy="318656"/>
          </a:xfrm>
          <a:prstGeom prst="leftArrow">
            <a:avLst>
              <a:gd name="adj1" fmla="val 96467"/>
              <a:gd name="adj2" fmla="val 46681"/>
            </a:avLst>
          </a:prstGeom>
          <a:solidFill>
            <a:srgbClr val="00A3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hlinkClick r:id="rId6" action="ppaction://hlinksldjump">
                  <a:extLst>
                    <a:ext uri="{A12FA001-AC4F-418D-AE19-62706E023703}">
                      <ahyp:hlinkClr xmlns:ahyp="http://schemas.microsoft.com/office/drawing/2018/hyperlinkcolor" val="tx"/>
                    </a:ext>
                  </a:extLst>
                </a:hlinkClick>
              </a:rPr>
              <a:t>Back</a:t>
            </a:r>
            <a:endParaRPr lang="en-US" b="1" dirty="0">
              <a:solidFill>
                <a:schemeClr val="tx1"/>
              </a:solidFill>
            </a:endParaRPr>
          </a:p>
        </p:txBody>
      </p:sp>
    </p:spTree>
    <p:extLst>
      <p:ext uri="{BB962C8B-B14F-4D97-AF65-F5344CB8AC3E}">
        <p14:creationId xmlns:p14="http://schemas.microsoft.com/office/powerpoint/2010/main" val="1963902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6DDC1-16EC-0936-C9D7-737F0D4AEB91}"/>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9F21D94E-1173-AFD4-C712-21AB6FE0EA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9F21D94E-1173-AFD4-C712-21AB6FE0EA8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43B5E26F-C2A2-9A05-BFB8-00228B688B10}"/>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600" dirty="0">
                <a:solidFill>
                  <a:schemeClr val="bg2">
                    <a:lumMod val="50000"/>
                  </a:schemeClr>
                </a:solidFill>
                <a:latin typeface="Gill Sans MT" panose="020B0502020104020203" pitchFamily="34" charset="0"/>
              </a:rPr>
              <a:t>Major reforms introduced in Re-Insurance Market in India</a:t>
            </a:r>
          </a:p>
        </p:txBody>
      </p:sp>
      <p:sp>
        <p:nvSpPr>
          <p:cNvPr id="6" name="Title 2">
            <a:extLst>
              <a:ext uri="{FF2B5EF4-FFF2-40B4-BE49-F238E27FC236}">
                <a16:creationId xmlns:a16="http://schemas.microsoft.com/office/drawing/2014/main" id="{4179DCBA-E6F3-9F6B-4EB8-17ACE9DB9D12}"/>
              </a:ext>
            </a:extLst>
          </p:cNvPr>
          <p:cNvSpPr txBox="1">
            <a:spLocks/>
          </p:cNvSpPr>
          <p:nvPr/>
        </p:nvSpPr>
        <p:spPr bwMode="gray">
          <a:xfrm>
            <a:off x="514664" y="278432"/>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dirty="0">
                <a:solidFill>
                  <a:srgbClr val="BA0C2F"/>
                </a:solidFill>
                <a:latin typeface="Gill Sans MT" panose="020B0502020104020203" pitchFamily="34" charset="0"/>
              </a:rPr>
              <a:t>Introduction of IRDAI (Reinsurance) (Amendment) Regulations 2023</a:t>
            </a:r>
          </a:p>
        </p:txBody>
      </p:sp>
      <p:cxnSp>
        <p:nvCxnSpPr>
          <p:cNvPr id="8" name="Straight Connector 7">
            <a:extLst>
              <a:ext uri="{FF2B5EF4-FFF2-40B4-BE49-F238E27FC236}">
                <a16:creationId xmlns:a16="http://schemas.microsoft.com/office/drawing/2014/main" id="{C9FC4D3F-C4E2-0620-786A-56483F31E1B7}"/>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55FF856-191C-55ED-1F6A-87D809789C84}"/>
              </a:ext>
            </a:extLst>
          </p:cNvPr>
          <p:cNvSpPr txBox="1"/>
          <p:nvPr/>
        </p:nvSpPr>
        <p:spPr>
          <a:xfrm>
            <a:off x="498000" y="1007220"/>
            <a:ext cx="11195999" cy="738664"/>
          </a:xfrm>
          <a:prstGeom prst="rect">
            <a:avLst/>
          </a:prstGeom>
          <a:noFill/>
        </p:spPr>
        <p:txBody>
          <a:bodyPr wrap="square">
            <a:spAutoFit/>
          </a:bodyPr>
          <a:lstStyle/>
          <a:p>
            <a:pPr algn="just"/>
            <a:r>
              <a:rPr lang="en-US" sz="1400" b="1" dirty="0">
                <a:solidFill>
                  <a:srgbClr val="000000"/>
                </a:solidFill>
                <a:effectLst/>
                <a:latin typeface="Gill Sans MT" panose="020B0502020104020203" pitchFamily="34" charset="0"/>
                <a:ea typeface="Calibri" panose="020F0502020204030204" pitchFamily="34" charset="0"/>
              </a:rPr>
              <a:t>Reinsurers handle complex risks, including those from natural disasters or major events, using their expertise in global risk distribution and continuous innovation. However, barriers to cross-border reinsurance weaken local markets, limiting access to global capacity and expertise.</a:t>
            </a:r>
          </a:p>
        </p:txBody>
      </p:sp>
      <p:grpSp>
        <p:nvGrpSpPr>
          <p:cNvPr id="11" name="Group 10">
            <a:extLst>
              <a:ext uri="{FF2B5EF4-FFF2-40B4-BE49-F238E27FC236}">
                <a16:creationId xmlns:a16="http://schemas.microsoft.com/office/drawing/2014/main" id="{08369AAC-1705-B9DC-2100-BE378C8A91E6}"/>
              </a:ext>
            </a:extLst>
          </p:cNvPr>
          <p:cNvGrpSpPr/>
          <p:nvPr/>
        </p:nvGrpSpPr>
        <p:grpSpPr>
          <a:xfrm>
            <a:off x="2863952" y="2407364"/>
            <a:ext cx="6293973" cy="3579965"/>
            <a:chOff x="3575911" y="2218642"/>
            <a:chExt cx="5190699" cy="2846830"/>
          </a:xfrm>
        </p:grpSpPr>
        <p:cxnSp>
          <p:nvCxnSpPr>
            <p:cNvPr id="12" name="Straight Connector 73">
              <a:extLst>
                <a:ext uri="{FF2B5EF4-FFF2-40B4-BE49-F238E27FC236}">
                  <a16:creationId xmlns:a16="http://schemas.microsoft.com/office/drawing/2014/main" id="{91BB2A7F-834C-231F-0220-9A3159C0819F}"/>
                </a:ext>
              </a:extLst>
            </p:cNvPr>
            <p:cNvCxnSpPr/>
            <p:nvPr/>
          </p:nvCxnSpPr>
          <p:spPr>
            <a:xfrm>
              <a:off x="4031566" y="3684398"/>
              <a:ext cx="92049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74">
              <a:extLst>
                <a:ext uri="{FF2B5EF4-FFF2-40B4-BE49-F238E27FC236}">
                  <a16:creationId xmlns:a16="http://schemas.microsoft.com/office/drawing/2014/main" id="{3BB39E9D-E528-73A6-0B5A-E6225C301D42}"/>
                </a:ext>
              </a:extLst>
            </p:cNvPr>
            <p:cNvCxnSpPr/>
            <p:nvPr/>
          </p:nvCxnSpPr>
          <p:spPr>
            <a:xfrm>
              <a:off x="4096055" y="4796950"/>
              <a:ext cx="1618005"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77">
              <a:extLst>
                <a:ext uri="{FF2B5EF4-FFF2-40B4-BE49-F238E27FC236}">
                  <a16:creationId xmlns:a16="http://schemas.microsoft.com/office/drawing/2014/main" id="{81CEDDF5-5CCF-AA5E-13BD-875882144B1E}"/>
                </a:ext>
              </a:extLst>
            </p:cNvPr>
            <p:cNvCxnSpPr/>
            <p:nvPr/>
          </p:nvCxnSpPr>
          <p:spPr>
            <a:xfrm>
              <a:off x="5295970" y="2349504"/>
              <a:ext cx="189490" cy="242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5" name="Freeform 5">
              <a:extLst>
                <a:ext uri="{FF2B5EF4-FFF2-40B4-BE49-F238E27FC236}">
                  <a16:creationId xmlns:a16="http://schemas.microsoft.com/office/drawing/2014/main" id="{4A8594B0-9E31-799E-4B87-946E548A9879}"/>
                </a:ext>
              </a:extLst>
            </p:cNvPr>
            <p:cNvSpPr>
              <a:spLocks/>
            </p:cNvSpPr>
            <p:nvPr/>
          </p:nvSpPr>
          <p:spPr bwMode="auto">
            <a:xfrm>
              <a:off x="4875860" y="2893266"/>
              <a:ext cx="1219200" cy="1402079"/>
            </a:xfrm>
            <a:custGeom>
              <a:avLst/>
              <a:gdLst>
                <a:gd name="T0" fmla="*/ 0 w 600"/>
                <a:gd name="T1" fmla="*/ 690 h 690"/>
                <a:gd name="T2" fmla="*/ 600 w 600"/>
                <a:gd name="T3" fmla="*/ 368 h 690"/>
                <a:gd name="T4" fmla="*/ 2 w 600"/>
                <a:gd name="T5" fmla="*/ 0 h 690"/>
                <a:gd name="T6" fmla="*/ 0 w 600"/>
                <a:gd name="T7" fmla="*/ 690 h 690"/>
              </a:gdLst>
              <a:ahLst/>
              <a:cxnLst>
                <a:cxn ang="0">
                  <a:pos x="T0" y="T1"/>
                </a:cxn>
                <a:cxn ang="0">
                  <a:pos x="T2" y="T3"/>
                </a:cxn>
                <a:cxn ang="0">
                  <a:pos x="T4" y="T5"/>
                </a:cxn>
                <a:cxn ang="0">
                  <a:pos x="T6" y="T7"/>
                </a:cxn>
              </a:cxnLst>
              <a:rect l="0" t="0" r="r" b="b"/>
              <a:pathLst>
                <a:path w="600" h="690">
                  <a:moveTo>
                    <a:pt x="0" y="690"/>
                  </a:moveTo>
                  <a:lnTo>
                    <a:pt x="600" y="368"/>
                  </a:lnTo>
                  <a:lnTo>
                    <a:pt x="2" y="0"/>
                  </a:lnTo>
                  <a:lnTo>
                    <a:pt x="0" y="690"/>
                  </a:lnTo>
                  <a:close/>
                </a:path>
              </a:pathLst>
            </a:custGeom>
            <a:solidFill>
              <a:schemeClr val="bg2"/>
            </a:solidFill>
            <a:ln w="3"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2000" dirty="0">
                <a:latin typeface="Gill Sans MT" panose="020B0502020104020203" pitchFamily="34" charset="0"/>
              </a:endParaRPr>
            </a:p>
          </p:txBody>
        </p:sp>
        <p:sp>
          <p:nvSpPr>
            <p:cNvPr id="16" name="Freeform 6">
              <a:extLst>
                <a:ext uri="{FF2B5EF4-FFF2-40B4-BE49-F238E27FC236}">
                  <a16:creationId xmlns:a16="http://schemas.microsoft.com/office/drawing/2014/main" id="{29FB179D-58AD-60EC-247A-1C029E82566C}"/>
                </a:ext>
              </a:extLst>
            </p:cNvPr>
            <p:cNvSpPr>
              <a:spLocks/>
            </p:cNvSpPr>
            <p:nvPr/>
          </p:nvSpPr>
          <p:spPr bwMode="auto">
            <a:xfrm>
              <a:off x="6095060" y="2893266"/>
              <a:ext cx="1219200" cy="1402079"/>
            </a:xfrm>
            <a:custGeom>
              <a:avLst/>
              <a:gdLst>
                <a:gd name="T0" fmla="*/ 600 w 600"/>
                <a:gd name="T1" fmla="*/ 690 h 690"/>
                <a:gd name="T2" fmla="*/ 0 w 600"/>
                <a:gd name="T3" fmla="*/ 368 h 690"/>
                <a:gd name="T4" fmla="*/ 597 w 600"/>
                <a:gd name="T5" fmla="*/ 0 h 690"/>
                <a:gd name="T6" fmla="*/ 600 w 600"/>
                <a:gd name="T7" fmla="*/ 690 h 690"/>
              </a:gdLst>
              <a:ahLst/>
              <a:cxnLst>
                <a:cxn ang="0">
                  <a:pos x="T0" y="T1"/>
                </a:cxn>
                <a:cxn ang="0">
                  <a:pos x="T2" y="T3"/>
                </a:cxn>
                <a:cxn ang="0">
                  <a:pos x="T4" y="T5"/>
                </a:cxn>
                <a:cxn ang="0">
                  <a:pos x="T6" y="T7"/>
                </a:cxn>
              </a:cxnLst>
              <a:rect l="0" t="0" r="r" b="b"/>
              <a:pathLst>
                <a:path w="600" h="690">
                  <a:moveTo>
                    <a:pt x="600" y="690"/>
                  </a:moveTo>
                  <a:lnTo>
                    <a:pt x="0" y="368"/>
                  </a:lnTo>
                  <a:lnTo>
                    <a:pt x="597" y="0"/>
                  </a:lnTo>
                  <a:lnTo>
                    <a:pt x="600" y="690"/>
                  </a:lnTo>
                  <a:close/>
                </a:path>
              </a:pathLst>
            </a:custGeom>
            <a:solidFill>
              <a:schemeClr val="tx1"/>
            </a:solidFill>
            <a:ln w="3"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2000" dirty="0">
                <a:latin typeface="Gill Sans MT" panose="020B0502020104020203" pitchFamily="34" charset="0"/>
              </a:endParaRPr>
            </a:p>
          </p:txBody>
        </p:sp>
        <p:sp>
          <p:nvSpPr>
            <p:cNvPr id="17" name="Freeform 7">
              <a:extLst>
                <a:ext uri="{FF2B5EF4-FFF2-40B4-BE49-F238E27FC236}">
                  <a16:creationId xmlns:a16="http://schemas.microsoft.com/office/drawing/2014/main" id="{05650EB6-5184-B5B0-501A-2174D7CFB1F5}"/>
                </a:ext>
              </a:extLst>
            </p:cNvPr>
            <p:cNvSpPr>
              <a:spLocks/>
            </p:cNvSpPr>
            <p:nvPr/>
          </p:nvSpPr>
          <p:spPr bwMode="auto">
            <a:xfrm>
              <a:off x="6095060" y="2218642"/>
              <a:ext cx="1213104" cy="1422399"/>
            </a:xfrm>
            <a:custGeom>
              <a:avLst/>
              <a:gdLst>
                <a:gd name="T0" fmla="*/ 597 w 597"/>
                <a:gd name="T1" fmla="*/ 332 h 700"/>
                <a:gd name="T2" fmla="*/ 0 w 597"/>
                <a:gd name="T3" fmla="*/ 700 h 700"/>
                <a:gd name="T4" fmla="*/ 0 w 597"/>
                <a:gd name="T5" fmla="*/ 0 h 700"/>
                <a:gd name="T6" fmla="*/ 597 w 597"/>
                <a:gd name="T7" fmla="*/ 332 h 700"/>
              </a:gdLst>
              <a:ahLst/>
              <a:cxnLst>
                <a:cxn ang="0">
                  <a:pos x="T0" y="T1"/>
                </a:cxn>
                <a:cxn ang="0">
                  <a:pos x="T2" y="T3"/>
                </a:cxn>
                <a:cxn ang="0">
                  <a:pos x="T4" y="T5"/>
                </a:cxn>
                <a:cxn ang="0">
                  <a:pos x="T6" y="T7"/>
                </a:cxn>
              </a:cxnLst>
              <a:rect l="0" t="0" r="r" b="b"/>
              <a:pathLst>
                <a:path w="597" h="700">
                  <a:moveTo>
                    <a:pt x="597" y="332"/>
                  </a:moveTo>
                  <a:lnTo>
                    <a:pt x="0" y="700"/>
                  </a:lnTo>
                  <a:lnTo>
                    <a:pt x="0" y="0"/>
                  </a:lnTo>
                  <a:lnTo>
                    <a:pt x="597" y="332"/>
                  </a:lnTo>
                  <a:close/>
                </a:path>
              </a:pathLst>
            </a:custGeom>
            <a:solidFill>
              <a:schemeClr val="bg2"/>
            </a:solidFill>
            <a:ln w="3"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2000" dirty="0">
                <a:latin typeface="Gill Sans MT" panose="020B0502020104020203" pitchFamily="34" charset="0"/>
              </a:endParaRPr>
            </a:p>
          </p:txBody>
        </p:sp>
        <p:sp>
          <p:nvSpPr>
            <p:cNvPr id="18" name="Freeform 8">
              <a:extLst>
                <a:ext uri="{FF2B5EF4-FFF2-40B4-BE49-F238E27FC236}">
                  <a16:creationId xmlns:a16="http://schemas.microsoft.com/office/drawing/2014/main" id="{084EE117-D769-E4DA-73B4-5E9CCF6A9C25}"/>
                </a:ext>
              </a:extLst>
            </p:cNvPr>
            <p:cNvSpPr>
              <a:spLocks/>
            </p:cNvSpPr>
            <p:nvPr/>
          </p:nvSpPr>
          <p:spPr bwMode="auto">
            <a:xfrm>
              <a:off x="4879924" y="2218642"/>
              <a:ext cx="1215136" cy="1422399"/>
            </a:xfrm>
            <a:custGeom>
              <a:avLst/>
              <a:gdLst>
                <a:gd name="T0" fmla="*/ 0 w 598"/>
                <a:gd name="T1" fmla="*/ 332 h 700"/>
                <a:gd name="T2" fmla="*/ 598 w 598"/>
                <a:gd name="T3" fmla="*/ 700 h 700"/>
                <a:gd name="T4" fmla="*/ 597 w 598"/>
                <a:gd name="T5" fmla="*/ 0 h 700"/>
                <a:gd name="T6" fmla="*/ 0 w 598"/>
                <a:gd name="T7" fmla="*/ 332 h 700"/>
              </a:gdLst>
              <a:ahLst/>
              <a:cxnLst>
                <a:cxn ang="0">
                  <a:pos x="T0" y="T1"/>
                </a:cxn>
                <a:cxn ang="0">
                  <a:pos x="T2" y="T3"/>
                </a:cxn>
                <a:cxn ang="0">
                  <a:pos x="T4" y="T5"/>
                </a:cxn>
                <a:cxn ang="0">
                  <a:pos x="T6" y="T7"/>
                </a:cxn>
              </a:cxnLst>
              <a:rect l="0" t="0" r="r" b="b"/>
              <a:pathLst>
                <a:path w="598" h="700">
                  <a:moveTo>
                    <a:pt x="0" y="332"/>
                  </a:moveTo>
                  <a:lnTo>
                    <a:pt x="598" y="700"/>
                  </a:lnTo>
                  <a:lnTo>
                    <a:pt x="597" y="0"/>
                  </a:lnTo>
                  <a:lnTo>
                    <a:pt x="0" y="332"/>
                  </a:lnTo>
                  <a:close/>
                </a:path>
              </a:pathLst>
            </a:custGeom>
            <a:solidFill>
              <a:schemeClr val="tx1"/>
            </a:solidFill>
            <a:ln w="3"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2000" dirty="0">
                <a:latin typeface="Gill Sans MT" panose="020B0502020104020203" pitchFamily="34" charset="0"/>
              </a:endParaRPr>
            </a:p>
          </p:txBody>
        </p:sp>
        <p:sp>
          <p:nvSpPr>
            <p:cNvPr id="19" name="Freeform 9">
              <a:extLst>
                <a:ext uri="{FF2B5EF4-FFF2-40B4-BE49-F238E27FC236}">
                  <a16:creationId xmlns:a16="http://schemas.microsoft.com/office/drawing/2014/main" id="{7C9954A4-97B6-5E87-15AC-22081EAF9361}"/>
                </a:ext>
              </a:extLst>
            </p:cNvPr>
            <p:cNvSpPr>
              <a:spLocks/>
            </p:cNvSpPr>
            <p:nvPr/>
          </p:nvSpPr>
          <p:spPr bwMode="auto">
            <a:xfrm>
              <a:off x="6095060" y="3639009"/>
              <a:ext cx="1219200" cy="1426463"/>
            </a:xfrm>
            <a:custGeom>
              <a:avLst/>
              <a:gdLst>
                <a:gd name="T0" fmla="*/ 600 w 600"/>
                <a:gd name="T1" fmla="*/ 323 h 702"/>
                <a:gd name="T2" fmla="*/ 0 w 600"/>
                <a:gd name="T3" fmla="*/ 702 h 702"/>
                <a:gd name="T4" fmla="*/ 0 w 600"/>
                <a:gd name="T5" fmla="*/ 0 h 702"/>
                <a:gd name="T6" fmla="*/ 600 w 600"/>
                <a:gd name="T7" fmla="*/ 323 h 702"/>
              </a:gdLst>
              <a:ahLst/>
              <a:cxnLst>
                <a:cxn ang="0">
                  <a:pos x="T0" y="T1"/>
                </a:cxn>
                <a:cxn ang="0">
                  <a:pos x="T2" y="T3"/>
                </a:cxn>
                <a:cxn ang="0">
                  <a:pos x="T4" y="T5"/>
                </a:cxn>
                <a:cxn ang="0">
                  <a:pos x="T6" y="T7"/>
                </a:cxn>
              </a:cxnLst>
              <a:rect l="0" t="0" r="r" b="b"/>
              <a:pathLst>
                <a:path w="600" h="702">
                  <a:moveTo>
                    <a:pt x="600" y="323"/>
                  </a:moveTo>
                  <a:lnTo>
                    <a:pt x="0" y="702"/>
                  </a:lnTo>
                  <a:lnTo>
                    <a:pt x="0" y="0"/>
                  </a:lnTo>
                  <a:lnTo>
                    <a:pt x="600" y="323"/>
                  </a:lnTo>
                  <a:close/>
                </a:path>
              </a:pathLst>
            </a:custGeom>
            <a:solidFill>
              <a:schemeClr val="bg2"/>
            </a:solidFill>
            <a:ln w="3"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2000" dirty="0">
                <a:latin typeface="Gill Sans MT" panose="020B0502020104020203" pitchFamily="34" charset="0"/>
              </a:endParaRPr>
            </a:p>
          </p:txBody>
        </p:sp>
        <p:sp>
          <p:nvSpPr>
            <p:cNvPr id="20" name="Freeform 10">
              <a:extLst>
                <a:ext uri="{FF2B5EF4-FFF2-40B4-BE49-F238E27FC236}">
                  <a16:creationId xmlns:a16="http://schemas.microsoft.com/office/drawing/2014/main" id="{55BE1FED-1DBD-DAA3-8307-8D17BCE6FF5A}"/>
                </a:ext>
              </a:extLst>
            </p:cNvPr>
            <p:cNvSpPr>
              <a:spLocks/>
            </p:cNvSpPr>
            <p:nvPr/>
          </p:nvSpPr>
          <p:spPr bwMode="auto">
            <a:xfrm>
              <a:off x="4875860" y="3639009"/>
              <a:ext cx="1219200" cy="1426463"/>
            </a:xfrm>
            <a:custGeom>
              <a:avLst/>
              <a:gdLst>
                <a:gd name="T0" fmla="*/ 0 w 600"/>
                <a:gd name="T1" fmla="*/ 323 h 702"/>
                <a:gd name="T2" fmla="*/ 600 w 600"/>
                <a:gd name="T3" fmla="*/ 702 h 702"/>
                <a:gd name="T4" fmla="*/ 599 w 600"/>
                <a:gd name="T5" fmla="*/ 0 h 702"/>
                <a:gd name="T6" fmla="*/ 0 w 600"/>
                <a:gd name="T7" fmla="*/ 323 h 702"/>
              </a:gdLst>
              <a:ahLst/>
              <a:cxnLst>
                <a:cxn ang="0">
                  <a:pos x="T0" y="T1"/>
                </a:cxn>
                <a:cxn ang="0">
                  <a:pos x="T2" y="T3"/>
                </a:cxn>
                <a:cxn ang="0">
                  <a:pos x="T4" y="T5"/>
                </a:cxn>
                <a:cxn ang="0">
                  <a:pos x="T6" y="T7"/>
                </a:cxn>
              </a:cxnLst>
              <a:rect l="0" t="0" r="r" b="b"/>
              <a:pathLst>
                <a:path w="600" h="702">
                  <a:moveTo>
                    <a:pt x="0" y="323"/>
                  </a:moveTo>
                  <a:lnTo>
                    <a:pt x="600" y="702"/>
                  </a:lnTo>
                  <a:lnTo>
                    <a:pt x="599" y="0"/>
                  </a:lnTo>
                  <a:lnTo>
                    <a:pt x="0" y="323"/>
                  </a:lnTo>
                  <a:close/>
                </a:path>
              </a:pathLst>
            </a:custGeom>
            <a:solidFill>
              <a:schemeClr val="tx1"/>
            </a:solidFill>
            <a:ln w="3"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2000" dirty="0">
                <a:latin typeface="Gill Sans MT" panose="020B0502020104020203" pitchFamily="34" charset="0"/>
              </a:endParaRPr>
            </a:p>
          </p:txBody>
        </p:sp>
        <p:sp>
          <p:nvSpPr>
            <p:cNvPr id="21" name="Freeform 11">
              <a:extLst>
                <a:ext uri="{FF2B5EF4-FFF2-40B4-BE49-F238E27FC236}">
                  <a16:creationId xmlns:a16="http://schemas.microsoft.com/office/drawing/2014/main" id="{023D8BE0-1BA9-073D-DFF5-32DBCAFA6402}"/>
                </a:ext>
              </a:extLst>
            </p:cNvPr>
            <p:cNvSpPr>
              <a:spLocks/>
            </p:cNvSpPr>
            <p:nvPr/>
          </p:nvSpPr>
          <p:spPr bwMode="auto">
            <a:xfrm>
              <a:off x="5601283" y="3340305"/>
              <a:ext cx="493776" cy="562864"/>
            </a:xfrm>
            <a:custGeom>
              <a:avLst/>
              <a:gdLst>
                <a:gd name="T0" fmla="*/ 0 w 243"/>
                <a:gd name="T1" fmla="*/ 277 h 277"/>
                <a:gd name="T2" fmla="*/ 243 w 243"/>
                <a:gd name="T3" fmla="*/ 148 h 277"/>
                <a:gd name="T4" fmla="*/ 2 w 243"/>
                <a:gd name="T5" fmla="*/ 0 h 277"/>
                <a:gd name="T6" fmla="*/ 0 w 243"/>
                <a:gd name="T7" fmla="*/ 277 h 277"/>
              </a:gdLst>
              <a:ahLst/>
              <a:cxnLst>
                <a:cxn ang="0">
                  <a:pos x="T0" y="T1"/>
                </a:cxn>
                <a:cxn ang="0">
                  <a:pos x="T2" y="T3"/>
                </a:cxn>
                <a:cxn ang="0">
                  <a:pos x="T4" y="T5"/>
                </a:cxn>
                <a:cxn ang="0">
                  <a:pos x="T6" y="T7"/>
                </a:cxn>
              </a:cxnLst>
              <a:rect l="0" t="0" r="r" b="b"/>
              <a:pathLst>
                <a:path w="243" h="277">
                  <a:moveTo>
                    <a:pt x="0" y="277"/>
                  </a:moveTo>
                  <a:lnTo>
                    <a:pt x="243" y="148"/>
                  </a:lnTo>
                  <a:lnTo>
                    <a:pt x="2" y="0"/>
                  </a:lnTo>
                  <a:lnTo>
                    <a:pt x="0" y="277"/>
                  </a:lnTo>
                  <a:close/>
                </a:path>
              </a:pathLst>
            </a:custGeom>
            <a:solidFill>
              <a:schemeClr val="accent1"/>
            </a:solidFill>
            <a:ln w="3"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2000">
                <a:latin typeface="Gill Sans MT" panose="020B0502020104020203" pitchFamily="34" charset="0"/>
              </a:endParaRPr>
            </a:p>
          </p:txBody>
        </p:sp>
        <p:sp>
          <p:nvSpPr>
            <p:cNvPr id="22" name="Freeform 12">
              <a:extLst>
                <a:ext uri="{FF2B5EF4-FFF2-40B4-BE49-F238E27FC236}">
                  <a16:creationId xmlns:a16="http://schemas.microsoft.com/office/drawing/2014/main" id="{B279EDF5-73E3-39C4-F1C1-5164CF4D2254}"/>
                </a:ext>
              </a:extLst>
            </p:cNvPr>
            <p:cNvSpPr>
              <a:spLocks/>
            </p:cNvSpPr>
            <p:nvPr/>
          </p:nvSpPr>
          <p:spPr bwMode="auto">
            <a:xfrm>
              <a:off x="6095060" y="3340305"/>
              <a:ext cx="491744" cy="562864"/>
            </a:xfrm>
            <a:custGeom>
              <a:avLst/>
              <a:gdLst>
                <a:gd name="T0" fmla="*/ 242 w 242"/>
                <a:gd name="T1" fmla="*/ 277 h 277"/>
                <a:gd name="T2" fmla="*/ 0 w 242"/>
                <a:gd name="T3" fmla="*/ 148 h 277"/>
                <a:gd name="T4" fmla="*/ 241 w 242"/>
                <a:gd name="T5" fmla="*/ 0 h 277"/>
                <a:gd name="T6" fmla="*/ 242 w 242"/>
                <a:gd name="T7" fmla="*/ 277 h 277"/>
              </a:gdLst>
              <a:ahLst/>
              <a:cxnLst>
                <a:cxn ang="0">
                  <a:pos x="T0" y="T1"/>
                </a:cxn>
                <a:cxn ang="0">
                  <a:pos x="T2" y="T3"/>
                </a:cxn>
                <a:cxn ang="0">
                  <a:pos x="T4" y="T5"/>
                </a:cxn>
                <a:cxn ang="0">
                  <a:pos x="T6" y="T7"/>
                </a:cxn>
              </a:cxnLst>
              <a:rect l="0" t="0" r="r" b="b"/>
              <a:pathLst>
                <a:path w="242" h="277">
                  <a:moveTo>
                    <a:pt x="242" y="277"/>
                  </a:moveTo>
                  <a:lnTo>
                    <a:pt x="0" y="148"/>
                  </a:lnTo>
                  <a:lnTo>
                    <a:pt x="241" y="0"/>
                  </a:lnTo>
                  <a:lnTo>
                    <a:pt x="242" y="277"/>
                  </a:lnTo>
                  <a:close/>
                </a:path>
              </a:pathLst>
            </a:custGeom>
            <a:solidFill>
              <a:schemeClr val="accent1"/>
            </a:solidFill>
            <a:ln w="3"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2000">
                <a:latin typeface="Gill Sans MT" panose="020B0502020104020203" pitchFamily="34" charset="0"/>
              </a:endParaRPr>
            </a:p>
          </p:txBody>
        </p:sp>
        <p:sp>
          <p:nvSpPr>
            <p:cNvPr id="23" name="Freeform 13">
              <a:extLst>
                <a:ext uri="{FF2B5EF4-FFF2-40B4-BE49-F238E27FC236}">
                  <a16:creationId xmlns:a16="http://schemas.microsoft.com/office/drawing/2014/main" id="{C0F6955A-2A19-E844-1696-FCE8BE068B39}"/>
                </a:ext>
              </a:extLst>
            </p:cNvPr>
            <p:cNvSpPr>
              <a:spLocks/>
            </p:cNvSpPr>
            <p:nvPr/>
          </p:nvSpPr>
          <p:spPr bwMode="auto">
            <a:xfrm>
              <a:off x="6095060" y="3068018"/>
              <a:ext cx="489712" cy="573024"/>
            </a:xfrm>
            <a:custGeom>
              <a:avLst/>
              <a:gdLst>
                <a:gd name="T0" fmla="*/ 241 w 241"/>
                <a:gd name="T1" fmla="*/ 134 h 282"/>
                <a:gd name="T2" fmla="*/ 0 w 241"/>
                <a:gd name="T3" fmla="*/ 282 h 282"/>
                <a:gd name="T4" fmla="*/ 0 w 241"/>
                <a:gd name="T5" fmla="*/ 0 h 282"/>
                <a:gd name="T6" fmla="*/ 241 w 241"/>
                <a:gd name="T7" fmla="*/ 134 h 282"/>
              </a:gdLst>
              <a:ahLst/>
              <a:cxnLst>
                <a:cxn ang="0">
                  <a:pos x="T0" y="T1"/>
                </a:cxn>
                <a:cxn ang="0">
                  <a:pos x="T2" y="T3"/>
                </a:cxn>
                <a:cxn ang="0">
                  <a:pos x="T4" y="T5"/>
                </a:cxn>
                <a:cxn ang="0">
                  <a:pos x="T6" y="T7"/>
                </a:cxn>
              </a:cxnLst>
              <a:rect l="0" t="0" r="r" b="b"/>
              <a:pathLst>
                <a:path w="241" h="282">
                  <a:moveTo>
                    <a:pt x="241" y="134"/>
                  </a:moveTo>
                  <a:lnTo>
                    <a:pt x="0" y="282"/>
                  </a:lnTo>
                  <a:lnTo>
                    <a:pt x="0" y="0"/>
                  </a:lnTo>
                  <a:lnTo>
                    <a:pt x="241" y="134"/>
                  </a:lnTo>
                  <a:close/>
                </a:path>
              </a:pathLst>
            </a:custGeom>
            <a:solidFill>
              <a:schemeClr val="accent1"/>
            </a:solidFill>
            <a:ln w="3"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2000">
                <a:latin typeface="Gill Sans MT" panose="020B0502020104020203" pitchFamily="34" charset="0"/>
              </a:endParaRPr>
            </a:p>
          </p:txBody>
        </p:sp>
        <p:sp>
          <p:nvSpPr>
            <p:cNvPr id="24" name="Freeform 14">
              <a:extLst>
                <a:ext uri="{FF2B5EF4-FFF2-40B4-BE49-F238E27FC236}">
                  <a16:creationId xmlns:a16="http://schemas.microsoft.com/office/drawing/2014/main" id="{C238016D-9C73-0C17-91B4-62235FBEE315}"/>
                </a:ext>
              </a:extLst>
            </p:cNvPr>
            <p:cNvSpPr>
              <a:spLocks/>
            </p:cNvSpPr>
            <p:nvPr/>
          </p:nvSpPr>
          <p:spPr bwMode="auto">
            <a:xfrm>
              <a:off x="5605347" y="3068018"/>
              <a:ext cx="489712" cy="573024"/>
            </a:xfrm>
            <a:custGeom>
              <a:avLst/>
              <a:gdLst>
                <a:gd name="T0" fmla="*/ 0 w 241"/>
                <a:gd name="T1" fmla="*/ 134 h 282"/>
                <a:gd name="T2" fmla="*/ 241 w 241"/>
                <a:gd name="T3" fmla="*/ 282 h 282"/>
                <a:gd name="T4" fmla="*/ 240 w 241"/>
                <a:gd name="T5" fmla="*/ 0 h 282"/>
                <a:gd name="T6" fmla="*/ 0 w 241"/>
                <a:gd name="T7" fmla="*/ 134 h 282"/>
              </a:gdLst>
              <a:ahLst/>
              <a:cxnLst>
                <a:cxn ang="0">
                  <a:pos x="T0" y="T1"/>
                </a:cxn>
                <a:cxn ang="0">
                  <a:pos x="T2" y="T3"/>
                </a:cxn>
                <a:cxn ang="0">
                  <a:pos x="T4" y="T5"/>
                </a:cxn>
                <a:cxn ang="0">
                  <a:pos x="T6" y="T7"/>
                </a:cxn>
              </a:cxnLst>
              <a:rect l="0" t="0" r="r" b="b"/>
              <a:pathLst>
                <a:path w="241" h="282">
                  <a:moveTo>
                    <a:pt x="0" y="134"/>
                  </a:moveTo>
                  <a:lnTo>
                    <a:pt x="241" y="282"/>
                  </a:lnTo>
                  <a:lnTo>
                    <a:pt x="240" y="0"/>
                  </a:lnTo>
                  <a:lnTo>
                    <a:pt x="0" y="134"/>
                  </a:lnTo>
                  <a:close/>
                </a:path>
              </a:pathLst>
            </a:custGeom>
            <a:solidFill>
              <a:schemeClr val="accent1"/>
            </a:solidFill>
            <a:ln w="3"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2000">
                <a:latin typeface="Gill Sans MT" panose="020B0502020104020203" pitchFamily="34" charset="0"/>
              </a:endParaRPr>
            </a:p>
          </p:txBody>
        </p:sp>
        <p:sp>
          <p:nvSpPr>
            <p:cNvPr id="25" name="Freeform 15">
              <a:extLst>
                <a:ext uri="{FF2B5EF4-FFF2-40B4-BE49-F238E27FC236}">
                  <a16:creationId xmlns:a16="http://schemas.microsoft.com/office/drawing/2014/main" id="{6C5AABFB-BCD2-85FC-E415-238982AFDA82}"/>
                </a:ext>
              </a:extLst>
            </p:cNvPr>
            <p:cNvSpPr>
              <a:spLocks/>
            </p:cNvSpPr>
            <p:nvPr/>
          </p:nvSpPr>
          <p:spPr bwMode="auto">
            <a:xfrm>
              <a:off x="6095060" y="3641041"/>
              <a:ext cx="491744" cy="573024"/>
            </a:xfrm>
            <a:custGeom>
              <a:avLst/>
              <a:gdLst>
                <a:gd name="T0" fmla="*/ 242 w 242"/>
                <a:gd name="T1" fmla="*/ 129 h 282"/>
                <a:gd name="T2" fmla="*/ 0 w 242"/>
                <a:gd name="T3" fmla="*/ 282 h 282"/>
                <a:gd name="T4" fmla="*/ 0 w 242"/>
                <a:gd name="T5" fmla="*/ 0 h 282"/>
                <a:gd name="T6" fmla="*/ 242 w 242"/>
                <a:gd name="T7" fmla="*/ 129 h 282"/>
              </a:gdLst>
              <a:ahLst/>
              <a:cxnLst>
                <a:cxn ang="0">
                  <a:pos x="T0" y="T1"/>
                </a:cxn>
                <a:cxn ang="0">
                  <a:pos x="T2" y="T3"/>
                </a:cxn>
                <a:cxn ang="0">
                  <a:pos x="T4" y="T5"/>
                </a:cxn>
                <a:cxn ang="0">
                  <a:pos x="T6" y="T7"/>
                </a:cxn>
              </a:cxnLst>
              <a:rect l="0" t="0" r="r" b="b"/>
              <a:pathLst>
                <a:path w="242" h="282">
                  <a:moveTo>
                    <a:pt x="242" y="129"/>
                  </a:moveTo>
                  <a:lnTo>
                    <a:pt x="0" y="282"/>
                  </a:lnTo>
                  <a:lnTo>
                    <a:pt x="0" y="0"/>
                  </a:lnTo>
                  <a:lnTo>
                    <a:pt x="242" y="129"/>
                  </a:lnTo>
                  <a:close/>
                </a:path>
              </a:pathLst>
            </a:custGeom>
            <a:solidFill>
              <a:schemeClr val="accent1"/>
            </a:solidFill>
            <a:ln w="3"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2000">
                <a:latin typeface="Gill Sans MT" panose="020B0502020104020203" pitchFamily="34" charset="0"/>
              </a:endParaRPr>
            </a:p>
          </p:txBody>
        </p:sp>
        <p:sp>
          <p:nvSpPr>
            <p:cNvPr id="26" name="Freeform 16">
              <a:extLst>
                <a:ext uri="{FF2B5EF4-FFF2-40B4-BE49-F238E27FC236}">
                  <a16:creationId xmlns:a16="http://schemas.microsoft.com/office/drawing/2014/main" id="{4B46BD22-0A66-EE66-6940-5FE333FDEB26}"/>
                </a:ext>
              </a:extLst>
            </p:cNvPr>
            <p:cNvSpPr>
              <a:spLocks/>
            </p:cNvSpPr>
            <p:nvPr/>
          </p:nvSpPr>
          <p:spPr bwMode="auto">
            <a:xfrm>
              <a:off x="5601283" y="3641041"/>
              <a:ext cx="493776" cy="573024"/>
            </a:xfrm>
            <a:custGeom>
              <a:avLst/>
              <a:gdLst>
                <a:gd name="T0" fmla="*/ 0 w 243"/>
                <a:gd name="T1" fmla="*/ 129 h 282"/>
                <a:gd name="T2" fmla="*/ 243 w 243"/>
                <a:gd name="T3" fmla="*/ 282 h 282"/>
                <a:gd name="T4" fmla="*/ 242 w 243"/>
                <a:gd name="T5" fmla="*/ 0 h 282"/>
                <a:gd name="T6" fmla="*/ 0 w 243"/>
                <a:gd name="T7" fmla="*/ 129 h 282"/>
              </a:gdLst>
              <a:ahLst/>
              <a:cxnLst>
                <a:cxn ang="0">
                  <a:pos x="T0" y="T1"/>
                </a:cxn>
                <a:cxn ang="0">
                  <a:pos x="T2" y="T3"/>
                </a:cxn>
                <a:cxn ang="0">
                  <a:pos x="T4" y="T5"/>
                </a:cxn>
                <a:cxn ang="0">
                  <a:pos x="T6" y="T7"/>
                </a:cxn>
              </a:cxnLst>
              <a:rect l="0" t="0" r="r" b="b"/>
              <a:pathLst>
                <a:path w="243" h="282">
                  <a:moveTo>
                    <a:pt x="0" y="129"/>
                  </a:moveTo>
                  <a:lnTo>
                    <a:pt x="243" y="282"/>
                  </a:lnTo>
                  <a:lnTo>
                    <a:pt x="242" y="0"/>
                  </a:lnTo>
                  <a:lnTo>
                    <a:pt x="0" y="129"/>
                  </a:lnTo>
                  <a:close/>
                </a:path>
              </a:pathLst>
            </a:custGeom>
            <a:solidFill>
              <a:schemeClr val="accent1"/>
            </a:solidFill>
            <a:ln w="3"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2000">
                <a:latin typeface="Gill Sans MT" panose="020B0502020104020203" pitchFamily="34" charset="0"/>
              </a:endParaRPr>
            </a:p>
          </p:txBody>
        </p:sp>
        <p:grpSp>
          <p:nvGrpSpPr>
            <p:cNvPr id="27" name="Group 26">
              <a:extLst>
                <a:ext uri="{FF2B5EF4-FFF2-40B4-BE49-F238E27FC236}">
                  <a16:creationId xmlns:a16="http://schemas.microsoft.com/office/drawing/2014/main" id="{489F0F3B-AA69-A2D3-8707-1B571FF012FF}"/>
                </a:ext>
              </a:extLst>
            </p:cNvPr>
            <p:cNvGrpSpPr/>
            <p:nvPr/>
          </p:nvGrpSpPr>
          <p:grpSpPr>
            <a:xfrm>
              <a:off x="5852406" y="3473148"/>
              <a:ext cx="499408" cy="370614"/>
              <a:chOff x="5129089" y="3156352"/>
              <a:chExt cx="474198" cy="351905"/>
            </a:xfrm>
            <a:solidFill>
              <a:schemeClr val="bg1"/>
            </a:solidFill>
          </p:grpSpPr>
          <p:sp>
            <p:nvSpPr>
              <p:cNvPr id="70" name="Freeform 66">
                <a:extLst>
                  <a:ext uri="{FF2B5EF4-FFF2-40B4-BE49-F238E27FC236}">
                    <a16:creationId xmlns:a16="http://schemas.microsoft.com/office/drawing/2014/main" id="{7D0698A1-1D4A-691B-29A5-6E9151CF6174}"/>
                  </a:ext>
                </a:extLst>
              </p:cNvPr>
              <p:cNvSpPr>
                <a:spLocks noEditPoints="1"/>
              </p:cNvSpPr>
              <p:nvPr/>
            </p:nvSpPr>
            <p:spPr bwMode="auto">
              <a:xfrm>
                <a:off x="5139073" y="3156352"/>
                <a:ext cx="459224" cy="279527"/>
              </a:xfrm>
              <a:custGeom>
                <a:avLst/>
                <a:gdLst>
                  <a:gd name="T0" fmla="*/ 184 w 184"/>
                  <a:gd name="T1" fmla="*/ 0 h 112"/>
                  <a:gd name="T2" fmla="*/ 0 w 184"/>
                  <a:gd name="T3" fmla="*/ 0 h 112"/>
                  <a:gd name="T4" fmla="*/ 0 w 184"/>
                  <a:gd name="T5" fmla="*/ 112 h 112"/>
                  <a:gd name="T6" fmla="*/ 184 w 184"/>
                  <a:gd name="T7" fmla="*/ 112 h 112"/>
                  <a:gd name="T8" fmla="*/ 184 w 184"/>
                  <a:gd name="T9" fmla="*/ 0 h 112"/>
                  <a:gd name="T10" fmla="*/ 176 w 184"/>
                  <a:gd name="T11" fmla="*/ 102 h 112"/>
                  <a:gd name="T12" fmla="*/ 8 w 184"/>
                  <a:gd name="T13" fmla="*/ 102 h 112"/>
                  <a:gd name="T14" fmla="*/ 8 w 184"/>
                  <a:gd name="T15" fmla="*/ 8 h 112"/>
                  <a:gd name="T16" fmla="*/ 176 w 184"/>
                  <a:gd name="T17" fmla="*/ 8 h 112"/>
                  <a:gd name="T18" fmla="*/ 176 w 184"/>
                  <a:gd name="T19" fmla="*/ 102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4" h="112">
                    <a:moveTo>
                      <a:pt x="184" y="0"/>
                    </a:moveTo>
                    <a:lnTo>
                      <a:pt x="0" y="0"/>
                    </a:lnTo>
                    <a:lnTo>
                      <a:pt x="0" y="112"/>
                    </a:lnTo>
                    <a:lnTo>
                      <a:pt x="184" y="112"/>
                    </a:lnTo>
                    <a:lnTo>
                      <a:pt x="184" y="0"/>
                    </a:lnTo>
                    <a:close/>
                    <a:moveTo>
                      <a:pt x="176" y="102"/>
                    </a:moveTo>
                    <a:lnTo>
                      <a:pt x="8" y="102"/>
                    </a:lnTo>
                    <a:lnTo>
                      <a:pt x="8" y="8"/>
                    </a:lnTo>
                    <a:lnTo>
                      <a:pt x="176" y="8"/>
                    </a:lnTo>
                    <a:lnTo>
                      <a:pt x="176" y="102"/>
                    </a:lnTo>
                    <a:close/>
                  </a:path>
                </a:pathLst>
              </a:custGeom>
              <a:grpFill/>
              <a:ln>
                <a:noFill/>
              </a:ln>
            </p:spPr>
            <p:txBody>
              <a:bodyPr vert="horz" wrap="square" lIns="91440" tIns="45720" rIns="91440" bIns="45720" numCol="1" anchor="t" anchorCtr="0" compatLnSpc="1">
                <a:prstTxWarp prst="textNoShape">
                  <a:avLst/>
                </a:prstTxWarp>
              </a:bodyPr>
              <a:lstStyle/>
              <a:p>
                <a:endParaRPr lang="en-US" sz="2000">
                  <a:latin typeface="Gill Sans MT" panose="020B0502020104020203" pitchFamily="34" charset="0"/>
                </a:endParaRPr>
              </a:p>
            </p:txBody>
          </p:sp>
          <p:sp>
            <p:nvSpPr>
              <p:cNvPr id="71" name="Freeform 67">
                <a:extLst>
                  <a:ext uri="{FF2B5EF4-FFF2-40B4-BE49-F238E27FC236}">
                    <a16:creationId xmlns:a16="http://schemas.microsoft.com/office/drawing/2014/main" id="{38A1A4BF-B127-ECAB-2A4E-0E4DF9E50946}"/>
                  </a:ext>
                </a:extLst>
              </p:cNvPr>
              <p:cNvSpPr>
                <a:spLocks/>
              </p:cNvSpPr>
              <p:nvPr/>
            </p:nvSpPr>
            <p:spPr bwMode="auto">
              <a:xfrm>
                <a:off x="5129089" y="3448358"/>
                <a:ext cx="474198" cy="59899"/>
              </a:xfrm>
              <a:custGeom>
                <a:avLst/>
                <a:gdLst>
                  <a:gd name="T0" fmla="*/ 190 w 190"/>
                  <a:gd name="T1" fmla="*/ 16 h 24"/>
                  <a:gd name="T2" fmla="*/ 188 w 190"/>
                  <a:gd name="T3" fmla="*/ 0 h 24"/>
                  <a:gd name="T4" fmla="*/ 3 w 190"/>
                  <a:gd name="T5" fmla="*/ 0 h 24"/>
                  <a:gd name="T6" fmla="*/ 0 w 190"/>
                  <a:gd name="T7" fmla="*/ 16 h 24"/>
                  <a:gd name="T8" fmla="*/ 0 w 190"/>
                  <a:gd name="T9" fmla="*/ 16 h 24"/>
                  <a:gd name="T10" fmla="*/ 0 w 190"/>
                  <a:gd name="T11" fmla="*/ 24 h 24"/>
                  <a:gd name="T12" fmla="*/ 190 w 190"/>
                  <a:gd name="T13" fmla="*/ 24 h 24"/>
                  <a:gd name="T14" fmla="*/ 190 w 190"/>
                  <a:gd name="T15" fmla="*/ 16 h 24"/>
                  <a:gd name="T16" fmla="*/ 190 w 190"/>
                  <a:gd name="T17"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0" h="24">
                    <a:moveTo>
                      <a:pt x="190" y="16"/>
                    </a:moveTo>
                    <a:lnTo>
                      <a:pt x="188" y="0"/>
                    </a:lnTo>
                    <a:lnTo>
                      <a:pt x="3" y="0"/>
                    </a:lnTo>
                    <a:lnTo>
                      <a:pt x="0" y="16"/>
                    </a:lnTo>
                    <a:lnTo>
                      <a:pt x="0" y="16"/>
                    </a:lnTo>
                    <a:lnTo>
                      <a:pt x="0" y="24"/>
                    </a:lnTo>
                    <a:lnTo>
                      <a:pt x="190" y="24"/>
                    </a:lnTo>
                    <a:lnTo>
                      <a:pt x="190" y="16"/>
                    </a:lnTo>
                    <a:lnTo>
                      <a:pt x="190" y="16"/>
                    </a:lnTo>
                    <a:close/>
                  </a:path>
                </a:pathLst>
              </a:custGeom>
              <a:grpFill/>
              <a:ln>
                <a:noFill/>
              </a:ln>
            </p:spPr>
            <p:txBody>
              <a:bodyPr vert="horz" wrap="square" lIns="91440" tIns="45720" rIns="91440" bIns="45720" numCol="1" anchor="t" anchorCtr="0" compatLnSpc="1">
                <a:prstTxWarp prst="textNoShape">
                  <a:avLst/>
                </a:prstTxWarp>
              </a:bodyPr>
              <a:lstStyle/>
              <a:p>
                <a:endParaRPr lang="en-US" sz="2000">
                  <a:latin typeface="Gill Sans MT" panose="020B0502020104020203" pitchFamily="34" charset="0"/>
                </a:endParaRPr>
              </a:p>
            </p:txBody>
          </p:sp>
        </p:grpSp>
        <p:sp>
          <p:nvSpPr>
            <p:cNvPr id="29" name="Oval 28">
              <a:extLst>
                <a:ext uri="{FF2B5EF4-FFF2-40B4-BE49-F238E27FC236}">
                  <a16:creationId xmlns:a16="http://schemas.microsoft.com/office/drawing/2014/main" id="{47F23F7A-88E6-BA42-3E76-A68130C80466}"/>
                </a:ext>
              </a:extLst>
            </p:cNvPr>
            <p:cNvSpPr/>
            <p:nvPr/>
          </p:nvSpPr>
          <p:spPr>
            <a:xfrm>
              <a:off x="8507795" y="2219352"/>
              <a:ext cx="258815" cy="260300"/>
            </a:xfrm>
            <a:prstGeom prst="ellipse">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9600" dirty="0">
                <a:solidFill>
                  <a:schemeClr val="bg1"/>
                </a:solidFill>
                <a:latin typeface="Gill Sans MT" panose="020B0502020104020203" pitchFamily="34" charset="0"/>
              </a:endParaRPr>
            </a:p>
          </p:txBody>
        </p:sp>
        <p:cxnSp>
          <p:nvCxnSpPr>
            <p:cNvPr id="30" name="Straight Arrow Connector 29">
              <a:extLst>
                <a:ext uri="{FF2B5EF4-FFF2-40B4-BE49-F238E27FC236}">
                  <a16:creationId xmlns:a16="http://schemas.microsoft.com/office/drawing/2014/main" id="{735DDC16-CB93-CDA0-7143-A79B519EDBBF}"/>
                </a:ext>
              </a:extLst>
            </p:cNvPr>
            <p:cNvCxnSpPr/>
            <p:nvPr/>
          </p:nvCxnSpPr>
          <p:spPr>
            <a:xfrm flipV="1">
              <a:off x="8310674" y="3493291"/>
              <a:ext cx="179004" cy="198858"/>
            </a:xfrm>
            <a:prstGeom prst="straightConnector1">
              <a:avLst/>
            </a:prstGeom>
            <a:ln>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CD05E6F-AAD7-C3B7-83D0-867641587AF4}"/>
                </a:ext>
              </a:extLst>
            </p:cNvPr>
            <p:cNvCxnSpPr/>
            <p:nvPr/>
          </p:nvCxnSpPr>
          <p:spPr>
            <a:xfrm flipH="1" flipV="1">
              <a:off x="7314260" y="3692149"/>
              <a:ext cx="996415" cy="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360796FE-8265-C1B2-D322-2EEC8A7ADC27}"/>
                </a:ext>
              </a:extLst>
            </p:cNvPr>
            <p:cNvSpPr/>
            <p:nvPr/>
          </p:nvSpPr>
          <p:spPr>
            <a:xfrm>
              <a:off x="8507794" y="3300632"/>
              <a:ext cx="258815" cy="260300"/>
            </a:xfrm>
            <a:prstGeom prst="ellipse">
              <a:avLst/>
            </a:prstGeom>
            <a:solidFill>
              <a:schemeClr val="tx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9600" dirty="0">
                <a:solidFill>
                  <a:schemeClr val="bg1"/>
                </a:solidFill>
                <a:latin typeface="Gill Sans MT" panose="020B0502020104020203" pitchFamily="34" charset="0"/>
              </a:endParaRPr>
            </a:p>
          </p:txBody>
        </p:sp>
        <p:sp>
          <p:nvSpPr>
            <p:cNvPr id="36" name="Oval 35">
              <a:extLst>
                <a:ext uri="{FF2B5EF4-FFF2-40B4-BE49-F238E27FC236}">
                  <a16:creationId xmlns:a16="http://schemas.microsoft.com/office/drawing/2014/main" id="{378BB18E-552F-F8AE-76C7-F4A228467C10}"/>
                </a:ext>
              </a:extLst>
            </p:cNvPr>
            <p:cNvSpPr/>
            <p:nvPr/>
          </p:nvSpPr>
          <p:spPr>
            <a:xfrm>
              <a:off x="8507793" y="4352240"/>
              <a:ext cx="258815" cy="260300"/>
            </a:xfrm>
            <a:prstGeom prst="ellipse">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9600">
                <a:solidFill>
                  <a:schemeClr val="bg1"/>
                </a:solidFill>
                <a:latin typeface="Gill Sans MT" panose="020B0502020104020203" pitchFamily="34" charset="0"/>
              </a:endParaRPr>
            </a:p>
          </p:txBody>
        </p:sp>
        <p:sp>
          <p:nvSpPr>
            <p:cNvPr id="38" name="Oval 37">
              <a:extLst>
                <a:ext uri="{FF2B5EF4-FFF2-40B4-BE49-F238E27FC236}">
                  <a16:creationId xmlns:a16="http://schemas.microsoft.com/office/drawing/2014/main" id="{B859AE25-32B8-4124-F674-B90C1B5E5570}"/>
                </a:ext>
              </a:extLst>
            </p:cNvPr>
            <p:cNvSpPr/>
            <p:nvPr/>
          </p:nvSpPr>
          <p:spPr>
            <a:xfrm>
              <a:off x="3575911" y="2219703"/>
              <a:ext cx="258815" cy="260300"/>
            </a:xfrm>
            <a:prstGeom prst="ellipse">
              <a:avLst/>
            </a:prstGeom>
            <a:solidFill>
              <a:schemeClr val="tx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r"/>
              <a:endParaRPr lang="en-US" sz="9600" dirty="0">
                <a:solidFill>
                  <a:schemeClr val="bg1"/>
                </a:solidFill>
                <a:latin typeface="Gill Sans MT" panose="020B0502020104020203" pitchFamily="34" charset="0"/>
              </a:endParaRPr>
            </a:p>
          </p:txBody>
        </p:sp>
        <p:sp>
          <p:nvSpPr>
            <p:cNvPr id="40" name="Oval 39">
              <a:extLst>
                <a:ext uri="{FF2B5EF4-FFF2-40B4-BE49-F238E27FC236}">
                  <a16:creationId xmlns:a16="http://schemas.microsoft.com/office/drawing/2014/main" id="{EA5C2558-21F7-0BF9-C9B0-38DB03C26BF9}"/>
                </a:ext>
              </a:extLst>
            </p:cNvPr>
            <p:cNvSpPr/>
            <p:nvPr/>
          </p:nvSpPr>
          <p:spPr>
            <a:xfrm>
              <a:off x="3575911" y="3300983"/>
              <a:ext cx="258815" cy="260300"/>
            </a:xfrm>
            <a:prstGeom prst="ellipse">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r"/>
              <a:endParaRPr lang="en-US" sz="9600">
                <a:solidFill>
                  <a:schemeClr val="bg1"/>
                </a:solidFill>
                <a:latin typeface="Gill Sans MT" panose="020B0502020104020203" pitchFamily="34" charset="0"/>
              </a:endParaRPr>
            </a:p>
          </p:txBody>
        </p:sp>
        <p:sp>
          <p:nvSpPr>
            <p:cNvPr id="42" name="Oval 41">
              <a:extLst>
                <a:ext uri="{FF2B5EF4-FFF2-40B4-BE49-F238E27FC236}">
                  <a16:creationId xmlns:a16="http://schemas.microsoft.com/office/drawing/2014/main" id="{72617A37-36AD-12C8-59E6-342EA992391F}"/>
                </a:ext>
              </a:extLst>
            </p:cNvPr>
            <p:cNvSpPr/>
            <p:nvPr/>
          </p:nvSpPr>
          <p:spPr>
            <a:xfrm>
              <a:off x="3575911" y="4352591"/>
              <a:ext cx="258815" cy="260300"/>
            </a:xfrm>
            <a:prstGeom prst="ellipse">
              <a:avLst/>
            </a:prstGeom>
            <a:solidFill>
              <a:schemeClr val="tx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r"/>
              <a:endParaRPr lang="en-US" sz="9600" dirty="0">
                <a:solidFill>
                  <a:schemeClr val="bg1"/>
                </a:solidFill>
                <a:latin typeface="Gill Sans MT" panose="020B0502020104020203" pitchFamily="34" charset="0"/>
              </a:endParaRPr>
            </a:p>
          </p:txBody>
        </p:sp>
        <p:cxnSp>
          <p:nvCxnSpPr>
            <p:cNvPr id="43" name="Straight Connector 57">
              <a:extLst>
                <a:ext uri="{FF2B5EF4-FFF2-40B4-BE49-F238E27FC236}">
                  <a16:creationId xmlns:a16="http://schemas.microsoft.com/office/drawing/2014/main" id="{119CFE23-48DC-173B-97E9-E2B93AF13B85}"/>
                </a:ext>
              </a:extLst>
            </p:cNvPr>
            <p:cNvCxnSpPr/>
            <p:nvPr/>
          </p:nvCxnSpPr>
          <p:spPr>
            <a:xfrm flipH="1">
              <a:off x="6484337" y="4804701"/>
              <a:ext cx="174432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Arrow Connector 58">
              <a:extLst>
                <a:ext uri="{FF2B5EF4-FFF2-40B4-BE49-F238E27FC236}">
                  <a16:creationId xmlns:a16="http://schemas.microsoft.com/office/drawing/2014/main" id="{6ADE2137-D493-7213-F690-57333B046689}"/>
                </a:ext>
              </a:extLst>
            </p:cNvPr>
            <p:cNvCxnSpPr/>
            <p:nvPr/>
          </p:nvCxnSpPr>
          <p:spPr>
            <a:xfrm flipV="1">
              <a:off x="8228660" y="4513464"/>
              <a:ext cx="261018" cy="289966"/>
            </a:xfrm>
            <a:prstGeom prst="straightConnector1">
              <a:avLst/>
            </a:prstGeom>
            <a:ln>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66">
              <a:extLst>
                <a:ext uri="{FF2B5EF4-FFF2-40B4-BE49-F238E27FC236}">
                  <a16:creationId xmlns:a16="http://schemas.microsoft.com/office/drawing/2014/main" id="{35A2AC21-B029-8ACA-FA58-D9F9EAE886A6}"/>
                </a:ext>
              </a:extLst>
            </p:cNvPr>
            <p:cNvCxnSpPr/>
            <p:nvPr/>
          </p:nvCxnSpPr>
          <p:spPr>
            <a:xfrm>
              <a:off x="6997910" y="2357253"/>
              <a:ext cx="1459350" cy="0"/>
            </a:xfrm>
            <a:prstGeom prst="straightConnector1">
              <a:avLst/>
            </a:prstGeom>
            <a:ln>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Connector 68">
              <a:extLst>
                <a:ext uri="{FF2B5EF4-FFF2-40B4-BE49-F238E27FC236}">
                  <a16:creationId xmlns:a16="http://schemas.microsoft.com/office/drawing/2014/main" id="{32956E26-A170-6B6B-E80F-36082F9C3541}"/>
                </a:ext>
              </a:extLst>
            </p:cNvPr>
            <p:cNvCxnSpPr/>
            <p:nvPr/>
          </p:nvCxnSpPr>
          <p:spPr>
            <a:xfrm flipH="1">
              <a:off x="6773752" y="2357255"/>
              <a:ext cx="224159" cy="242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Arrow Connector 72">
              <a:extLst>
                <a:ext uri="{FF2B5EF4-FFF2-40B4-BE49-F238E27FC236}">
                  <a16:creationId xmlns:a16="http://schemas.microsoft.com/office/drawing/2014/main" id="{A9BCF685-343C-7863-EE03-20AB087A4CA0}"/>
                </a:ext>
              </a:extLst>
            </p:cNvPr>
            <p:cNvCxnSpPr/>
            <p:nvPr/>
          </p:nvCxnSpPr>
          <p:spPr>
            <a:xfrm flipH="1" flipV="1">
              <a:off x="3852562" y="3485540"/>
              <a:ext cx="179004" cy="198858"/>
            </a:xfrm>
            <a:prstGeom prst="straightConnector1">
              <a:avLst/>
            </a:prstGeom>
            <a:ln>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75">
              <a:extLst>
                <a:ext uri="{FF2B5EF4-FFF2-40B4-BE49-F238E27FC236}">
                  <a16:creationId xmlns:a16="http://schemas.microsoft.com/office/drawing/2014/main" id="{78D9B37A-5C8B-05B5-5A12-986725896643}"/>
                </a:ext>
              </a:extLst>
            </p:cNvPr>
            <p:cNvCxnSpPr/>
            <p:nvPr/>
          </p:nvCxnSpPr>
          <p:spPr>
            <a:xfrm flipH="1" flipV="1">
              <a:off x="3852562" y="4505713"/>
              <a:ext cx="261018" cy="289966"/>
            </a:xfrm>
            <a:prstGeom prst="straightConnector1">
              <a:avLst/>
            </a:prstGeom>
            <a:ln>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76">
              <a:extLst>
                <a:ext uri="{FF2B5EF4-FFF2-40B4-BE49-F238E27FC236}">
                  <a16:creationId xmlns:a16="http://schemas.microsoft.com/office/drawing/2014/main" id="{2C06B1F0-AC03-224A-C8C5-2EDAEBB9EB67}"/>
                </a:ext>
              </a:extLst>
            </p:cNvPr>
            <p:cNvCxnSpPr/>
            <p:nvPr/>
          </p:nvCxnSpPr>
          <p:spPr>
            <a:xfrm flipH="1">
              <a:off x="3864546" y="2349502"/>
              <a:ext cx="1443274" cy="0"/>
            </a:xfrm>
            <a:prstGeom prst="straightConnector1">
              <a:avLst/>
            </a:prstGeom>
            <a:ln>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grpSp>
          <p:nvGrpSpPr>
            <p:cNvPr id="50" name="Group 58">
              <a:extLst>
                <a:ext uri="{FF2B5EF4-FFF2-40B4-BE49-F238E27FC236}">
                  <a16:creationId xmlns:a16="http://schemas.microsoft.com/office/drawing/2014/main" id="{3DBEF16C-5452-9781-CBFF-B81C03504FC9}"/>
                </a:ext>
              </a:extLst>
            </p:cNvPr>
            <p:cNvGrpSpPr>
              <a:grpSpLocks noChangeAspect="1"/>
            </p:cNvGrpSpPr>
            <p:nvPr/>
          </p:nvGrpSpPr>
          <p:grpSpPr bwMode="auto">
            <a:xfrm>
              <a:off x="5474866" y="2664751"/>
              <a:ext cx="368254" cy="368152"/>
              <a:chOff x="1785" y="567"/>
              <a:chExt cx="3636" cy="3635"/>
            </a:xfrm>
            <a:solidFill>
              <a:schemeClr val="bg1"/>
            </a:solidFill>
          </p:grpSpPr>
          <p:sp>
            <p:nvSpPr>
              <p:cNvPr id="68" name="Freeform 257">
                <a:extLst>
                  <a:ext uri="{FF2B5EF4-FFF2-40B4-BE49-F238E27FC236}">
                    <a16:creationId xmlns:a16="http://schemas.microsoft.com/office/drawing/2014/main" id="{B5AF23AA-7887-148A-A441-F579A3993130}"/>
                  </a:ext>
                </a:extLst>
              </p:cNvPr>
              <p:cNvSpPr>
                <a:spLocks noEditPoints="1"/>
              </p:cNvSpPr>
              <p:nvPr/>
            </p:nvSpPr>
            <p:spPr bwMode="auto">
              <a:xfrm>
                <a:off x="1785" y="567"/>
                <a:ext cx="3636" cy="3635"/>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00" dirty="0">
                  <a:latin typeface="Gill Sans MT" panose="020B0502020104020203" pitchFamily="34" charset="0"/>
                </a:endParaRPr>
              </a:p>
            </p:txBody>
          </p:sp>
          <p:sp>
            <p:nvSpPr>
              <p:cNvPr id="69" name="Freeform 258">
                <a:extLst>
                  <a:ext uri="{FF2B5EF4-FFF2-40B4-BE49-F238E27FC236}">
                    <a16:creationId xmlns:a16="http://schemas.microsoft.com/office/drawing/2014/main" id="{8C42082C-3A02-F10B-7545-447A64A5C01F}"/>
                  </a:ext>
                </a:extLst>
              </p:cNvPr>
              <p:cNvSpPr>
                <a:spLocks noEditPoints="1"/>
              </p:cNvSpPr>
              <p:nvPr/>
            </p:nvSpPr>
            <p:spPr bwMode="auto">
              <a:xfrm>
                <a:off x="2602" y="1248"/>
                <a:ext cx="1995" cy="2272"/>
              </a:xfrm>
              <a:custGeom>
                <a:avLst/>
                <a:gdLst>
                  <a:gd name="T0" fmla="*/ 278 w 281"/>
                  <a:gd name="T1" fmla="*/ 251 h 320"/>
                  <a:gd name="T2" fmla="*/ 268 w 281"/>
                  <a:gd name="T3" fmla="*/ 230 h 320"/>
                  <a:gd name="T4" fmla="*/ 258 w 281"/>
                  <a:gd name="T5" fmla="*/ 224 h 320"/>
                  <a:gd name="T6" fmla="*/ 237 w 281"/>
                  <a:gd name="T7" fmla="*/ 224 h 320"/>
                  <a:gd name="T8" fmla="*/ 226 w 281"/>
                  <a:gd name="T9" fmla="*/ 234 h 320"/>
                  <a:gd name="T10" fmla="*/ 237 w 281"/>
                  <a:gd name="T11" fmla="*/ 245 h 320"/>
                  <a:gd name="T12" fmla="*/ 239 w 281"/>
                  <a:gd name="T13" fmla="*/ 245 h 320"/>
                  <a:gd name="T14" fmla="*/ 151 w 281"/>
                  <a:gd name="T15" fmla="*/ 298 h 320"/>
                  <a:gd name="T16" fmla="*/ 151 w 281"/>
                  <a:gd name="T17" fmla="*/ 138 h 320"/>
                  <a:gd name="T18" fmla="*/ 173 w 281"/>
                  <a:gd name="T19" fmla="*/ 138 h 320"/>
                  <a:gd name="T20" fmla="*/ 183 w 281"/>
                  <a:gd name="T21" fmla="*/ 128 h 320"/>
                  <a:gd name="T22" fmla="*/ 173 w 281"/>
                  <a:gd name="T23" fmla="*/ 117 h 320"/>
                  <a:gd name="T24" fmla="*/ 151 w 281"/>
                  <a:gd name="T25" fmla="*/ 117 h 320"/>
                  <a:gd name="T26" fmla="*/ 151 w 281"/>
                  <a:gd name="T27" fmla="*/ 83 h 320"/>
                  <a:gd name="T28" fmla="*/ 183 w 281"/>
                  <a:gd name="T29" fmla="*/ 42 h 320"/>
                  <a:gd name="T30" fmla="*/ 141 w 281"/>
                  <a:gd name="T31" fmla="*/ 0 h 320"/>
                  <a:gd name="T32" fmla="*/ 98 w 281"/>
                  <a:gd name="T33" fmla="*/ 42 h 320"/>
                  <a:gd name="T34" fmla="*/ 130 w 281"/>
                  <a:gd name="T35" fmla="*/ 83 h 320"/>
                  <a:gd name="T36" fmla="*/ 130 w 281"/>
                  <a:gd name="T37" fmla="*/ 117 h 320"/>
                  <a:gd name="T38" fmla="*/ 109 w 281"/>
                  <a:gd name="T39" fmla="*/ 117 h 320"/>
                  <a:gd name="T40" fmla="*/ 98 w 281"/>
                  <a:gd name="T41" fmla="*/ 128 h 320"/>
                  <a:gd name="T42" fmla="*/ 109 w 281"/>
                  <a:gd name="T43" fmla="*/ 138 h 320"/>
                  <a:gd name="T44" fmla="*/ 130 w 281"/>
                  <a:gd name="T45" fmla="*/ 138 h 320"/>
                  <a:gd name="T46" fmla="*/ 130 w 281"/>
                  <a:gd name="T47" fmla="*/ 298 h 320"/>
                  <a:gd name="T48" fmla="*/ 42 w 281"/>
                  <a:gd name="T49" fmla="*/ 245 h 320"/>
                  <a:gd name="T50" fmla="*/ 45 w 281"/>
                  <a:gd name="T51" fmla="*/ 245 h 320"/>
                  <a:gd name="T52" fmla="*/ 55 w 281"/>
                  <a:gd name="T53" fmla="*/ 234 h 320"/>
                  <a:gd name="T54" fmla="*/ 45 w 281"/>
                  <a:gd name="T55" fmla="*/ 224 h 320"/>
                  <a:gd name="T56" fmla="*/ 24 w 281"/>
                  <a:gd name="T57" fmla="*/ 224 h 320"/>
                  <a:gd name="T58" fmla="*/ 24 w 281"/>
                  <a:gd name="T59" fmla="*/ 224 h 320"/>
                  <a:gd name="T60" fmla="*/ 23 w 281"/>
                  <a:gd name="T61" fmla="*/ 224 h 320"/>
                  <a:gd name="T62" fmla="*/ 14 w 281"/>
                  <a:gd name="T63" fmla="*/ 230 h 320"/>
                  <a:gd name="T64" fmla="*/ 3 w 281"/>
                  <a:gd name="T65" fmla="*/ 251 h 320"/>
                  <a:gd name="T66" fmla="*/ 8 w 281"/>
                  <a:gd name="T67" fmla="*/ 265 h 320"/>
                  <a:gd name="T68" fmla="*/ 13 w 281"/>
                  <a:gd name="T69" fmla="*/ 266 h 320"/>
                  <a:gd name="T70" fmla="*/ 22 w 281"/>
                  <a:gd name="T71" fmla="*/ 260 h 320"/>
                  <a:gd name="T72" fmla="*/ 24 w 281"/>
                  <a:gd name="T73" fmla="*/ 256 h 320"/>
                  <a:gd name="T74" fmla="*/ 141 w 281"/>
                  <a:gd name="T75" fmla="*/ 320 h 320"/>
                  <a:gd name="T76" fmla="*/ 257 w 281"/>
                  <a:gd name="T77" fmla="*/ 256 h 320"/>
                  <a:gd name="T78" fmla="*/ 259 w 281"/>
                  <a:gd name="T79" fmla="*/ 260 h 320"/>
                  <a:gd name="T80" fmla="*/ 269 w 281"/>
                  <a:gd name="T81" fmla="*/ 266 h 320"/>
                  <a:gd name="T82" fmla="*/ 273 w 281"/>
                  <a:gd name="T83" fmla="*/ 265 h 320"/>
                  <a:gd name="T84" fmla="*/ 278 w 281"/>
                  <a:gd name="T85" fmla="*/ 251 h 320"/>
                  <a:gd name="T86" fmla="*/ 119 w 281"/>
                  <a:gd name="T87" fmla="*/ 42 h 320"/>
                  <a:gd name="T88" fmla="*/ 141 w 281"/>
                  <a:gd name="T89" fmla="*/ 21 h 320"/>
                  <a:gd name="T90" fmla="*/ 162 w 281"/>
                  <a:gd name="T91" fmla="*/ 42 h 320"/>
                  <a:gd name="T92" fmla="*/ 141 w 281"/>
                  <a:gd name="T93" fmla="*/ 64 h 320"/>
                  <a:gd name="T94" fmla="*/ 119 w 281"/>
                  <a:gd name="T95" fmla="*/ 42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1" h="320">
                    <a:moveTo>
                      <a:pt x="278" y="251"/>
                    </a:moveTo>
                    <a:cubicBezTo>
                      <a:pt x="268" y="230"/>
                      <a:pt x="268" y="230"/>
                      <a:pt x="268" y="230"/>
                    </a:cubicBezTo>
                    <a:cubicBezTo>
                      <a:pt x="266" y="226"/>
                      <a:pt x="262" y="224"/>
                      <a:pt x="258" y="224"/>
                    </a:cubicBezTo>
                    <a:cubicBezTo>
                      <a:pt x="237" y="224"/>
                      <a:pt x="237" y="224"/>
                      <a:pt x="237" y="224"/>
                    </a:cubicBezTo>
                    <a:cubicBezTo>
                      <a:pt x="231" y="224"/>
                      <a:pt x="226" y="228"/>
                      <a:pt x="226" y="234"/>
                    </a:cubicBezTo>
                    <a:cubicBezTo>
                      <a:pt x="226" y="240"/>
                      <a:pt x="231" y="245"/>
                      <a:pt x="237" y="245"/>
                    </a:cubicBezTo>
                    <a:cubicBezTo>
                      <a:pt x="239" y="245"/>
                      <a:pt x="239" y="245"/>
                      <a:pt x="239" y="245"/>
                    </a:cubicBezTo>
                    <a:cubicBezTo>
                      <a:pt x="219" y="275"/>
                      <a:pt x="187" y="294"/>
                      <a:pt x="151" y="298"/>
                    </a:cubicBezTo>
                    <a:cubicBezTo>
                      <a:pt x="151" y="138"/>
                      <a:pt x="151" y="138"/>
                      <a:pt x="151" y="138"/>
                    </a:cubicBezTo>
                    <a:cubicBezTo>
                      <a:pt x="173" y="138"/>
                      <a:pt x="173" y="138"/>
                      <a:pt x="173" y="138"/>
                    </a:cubicBezTo>
                    <a:cubicBezTo>
                      <a:pt x="179" y="138"/>
                      <a:pt x="183" y="134"/>
                      <a:pt x="183" y="128"/>
                    </a:cubicBezTo>
                    <a:cubicBezTo>
                      <a:pt x="183" y="122"/>
                      <a:pt x="179" y="117"/>
                      <a:pt x="173" y="117"/>
                    </a:cubicBezTo>
                    <a:cubicBezTo>
                      <a:pt x="151" y="117"/>
                      <a:pt x="151" y="117"/>
                      <a:pt x="151" y="117"/>
                    </a:cubicBezTo>
                    <a:cubicBezTo>
                      <a:pt x="151" y="83"/>
                      <a:pt x="151" y="83"/>
                      <a:pt x="151" y="83"/>
                    </a:cubicBezTo>
                    <a:cubicBezTo>
                      <a:pt x="170" y="79"/>
                      <a:pt x="183" y="62"/>
                      <a:pt x="183" y="42"/>
                    </a:cubicBezTo>
                    <a:cubicBezTo>
                      <a:pt x="183" y="19"/>
                      <a:pt x="164" y="0"/>
                      <a:pt x="141" y="0"/>
                    </a:cubicBezTo>
                    <a:cubicBezTo>
                      <a:pt x="117" y="0"/>
                      <a:pt x="98" y="19"/>
                      <a:pt x="98" y="42"/>
                    </a:cubicBezTo>
                    <a:cubicBezTo>
                      <a:pt x="98" y="62"/>
                      <a:pt x="111" y="79"/>
                      <a:pt x="130" y="83"/>
                    </a:cubicBezTo>
                    <a:cubicBezTo>
                      <a:pt x="130" y="117"/>
                      <a:pt x="130" y="117"/>
                      <a:pt x="130" y="117"/>
                    </a:cubicBezTo>
                    <a:cubicBezTo>
                      <a:pt x="109" y="117"/>
                      <a:pt x="109" y="117"/>
                      <a:pt x="109" y="117"/>
                    </a:cubicBezTo>
                    <a:cubicBezTo>
                      <a:pt x="103" y="117"/>
                      <a:pt x="98" y="122"/>
                      <a:pt x="98" y="128"/>
                    </a:cubicBezTo>
                    <a:cubicBezTo>
                      <a:pt x="98" y="134"/>
                      <a:pt x="103" y="138"/>
                      <a:pt x="109" y="138"/>
                    </a:cubicBezTo>
                    <a:cubicBezTo>
                      <a:pt x="130" y="138"/>
                      <a:pt x="130" y="138"/>
                      <a:pt x="130" y="138"/>
                    </a:cubicBezTo>
                    <a:cubicBezTo>
                      <a:pt x="130" y="298"/>
                      <a:pt x="130" y="298"/>
                      <a:pt x="130" y="298"/>
                    </a:cubicBezTo>
                    <a:cubicBezTo>
                      <a:pt x="94" y="294"/>
                      <a:pt x="62" y="275"/>
                      <a:pt x="42" y="245"/>
                    </a:cubicBezTo>
                    <a:cubicBezTo>
                      <a:pt x="45" y="245"/>
                      <a:pt x="45" y="245"/>
                      <a:pt x="45" y="245"/>
                    </a:cubicBezTo>
                    <a:cubicBezTo>
                      <a:pt x="51" y="245"/>
                      <a:pt x="55" y="240"/>
                      <a:pt x="55" y="234"/>
                    </a:cubicBezTo>
                    <a:cubicBezTo>
                      <a:pt x="55" y="228"/>
                      <a:pt x="51" y="224"/>
                      <a:pt x="45" y="224"/>
                    </a:cubicBezTo>
                    <a:cubicBezTo>
                      <a:pt x="24" y="224"/>
                      <a:pt x="24" y="224"/>
                      <a:pt x="24" y="224"/>
                    </a:cubicBezTo>
                    <a:cubicBezTo>
                      <a:pt x="24" y="224"/>
                      <a:pt x="24" y="224"/>
                      <a:pt x="24" y="224"/>
                    </a:cubicBezTo>
                    <a:cubicBezTo>
                      <a:pt x="23" y="224"/>
                      <a:pt x="23" y="224"/>
                      <a:pt x="23" y="224"/>
                    </a:cubicBezTo>
                    <a:cubicBezTo>
                      <a:pt x="19" y="224"/>
                      <a:pt x="16" y="226"/>
                      <a:pt x="14" y="230"/>
                    </a:cubicBezTo>
                    <a:cubicBezTo>
                      <a:pt x="3" y="251"/>
                      <a:pt x="3" y="251"/>
                      <a:pt x="3" y="251"/>
                    </a:cubicBezTo>
                    <a:cubicBezTo>
                      <a:pt x="0" y="256"/>
                      <a:pt x="3" y="263"/>
                      <a:pt x="8" y="265"/>
                    </a:cubicBezTo>
                    <a:cubicBezTo>
                      <a:pt x="9" y="266"/>
                      <a:pt x="11" y="266"/>
                      <a:pt x="13" y="266"/>
                    </a:cubicBezTo>
                    <a:cubicBezTo>
                      <a:pt x="17" y="266"/>
                      <a:pt x="20" y="264"/>
                      <a:pt x="22" y="260"/>
                    </a:cubicBezTo>
                    <a:cubicBezTo>
                      <a:pt x="24" y="256"/>
                      <a:pt x="24" y="256"/>
                      <a:pt x="24" y="256"/>
                    </a:cubicBezTo>
                    <a:cubicBezTo>
                      <a:pt x="50" y="295"/>
                      <a:pt x="93" y="320"/>
                      <a:pt x="141" y="320"/>
                    </a:cubicBezTo>
                    <a:cubicBezTo>
                      <a:pt x="188" y="320"/>
                      <a:pt x="232" y="295"/>
                      <a:pt x="257" y="256"/>
                    </a:cubicBezTo>
                    <a:cubicBezTo>
                      <a:pt x="259" y="260"/>
                      <a:pt x="259" y="260"/>
                      <a:pt x="259" y="260"/>
                    </a:cubicBezTo>
                    <a:cubicBezTo>
                      <a:pt x="261" y="264"/>
                      <a:pt x="265" y="266"/>
                      <a:pt x="269" y="266"/>
                    </a:cubicBezTo>
                    <a:cubicBezTo>
                      <a:pt x="270" y="266"/>
                      <a:pt x="272" y="266"/>
                      <a:pt x="273" y="265"/>
                    </a:cubicBezTo>
                    <a:cubicBezTo>
                      <a:pt x="279" y="263"/>
                      <a:pt x="281" y="256"/>
                      <a:pt x="278" y="251"/>
                    </a:cubicBezTo>
                    <a:close/>
                    <a:moveTo>
                      <a:pt x="119" y="42"/>
                    </a:moveTo>
                    <a:cubicBezTo>
                      <a:pt x="119" y="31"/>
                      <a:pt x="129" y="21"/>
                      <a:pt x="141" y="21"/>
                    </a:cubicBezTo>
                    <a:cubicBezTo>
                      <a:pt x="152" y="21"/>
                      <a:pt x="162" y="31"/>
                      <a:pt x="162" y="42"/>
                    </a:cubicBezTo>
                    <a:cubicBezTo>
                      <a:pt x="162" y="54"/>
                      <a:pt x="152" y="64"/>
                      <a:pt x="141" y="64"/>
                    </a:cubicBezTo>
                    <a:cubicBezTo>
                      <a:pt x="129" y="64"/>
                      <a:pt x="119" y="54"/>
                      <a:pt x="119" y="4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00" dirty="0">
                  <a:latin typeface="Gill Sans MT" panose="020B0502020104020203" pitchFamily="34" charset="0"/>
                </a:endParaRPr>
              </a:p>
            </p:txBody>
          </p:sp>
        </p:grpSp>
        <p:grpSp>
          <p:nvGrpSpPr>
            <p:cNvPr id="51" name="Group 465">
              <a:extLst>
                <a:ext uri="{FF2B5EF4-FFF2-40B4-BE49-F238E27FC236}">
                  <a16:creationId xmlns:a16="http://schemas.microsoft.com/office/drawing/2014/main" id="{C1E91983-4B7F-EC0C-FDCF-B8DC06EA5455}"/>
                </a:ext>
              </a:extLst>
            </p:cNvPr>
            <p:cNvGrpSpPr>
              <a:grpSpLocks noChangeAspect="1"/>
            </p:cNvGrpSpPr>
            <p:nvPr/>
          </p:nvGrpSpPr>
          <p:grpSpPr bwMode="auto">
            <a:xfrm>
              <a:off x="5062277" y="3448606"/>
              <a:ext cx="367982" cy="367982"/>
              <a:chOff x="3968" y="2701"/>
              <a:chExt cx="340" cy="340"/>
            </a:xfrm>
            <a:solidFill>
              <a:schemeClr val="bg1"/>
            </a:solidFill>
          </p:grpSpPr>
          <p:sp>
            <p:nvSpPr>
              <p:cNvPr id="66" name="Freeform 466">
                <a:extLst>
                  <a:ext uri="{FF2B5EF4-FFF2-40B4-BE49-F238E27FC236}">
                    <a16:creationId xmlns:a16="http://schemas.microsoft.com/office/drawing/2014/main" id="{5569F09B-79C5-6F9B-D346-52D964A41797}"/>
                  </a:ext>
                </a:extLst>
              </p:cNvPr>
              <p:cNvSpPr>
                <a:spLocks noEditPoints="1"/>
              </p:cNvSpPr>
              <p:nvPr/>
            </p:nvSpPr>
            <p:spPr bwMode="auto">
              <a:xfrm>
                <a:off x="3968" y="2701"/>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00" dirty="0">
                  <a:latin typeface="Gill Sans MT" panose="020B0502020104020203" pitchFamily="34" charset="0"/>
                </a:endParaRPr>
              </a:p>
            </p:txBody>
          </p:sp>
          <p:sp>
            <p:nvSpPr>
              <p:cNvPr id="67" name="Freeform 467">
                <a:extLst>
                  <a:ext uri="{FF2B5EF4-FFF2-40B4-BE49-F238E27FC236}">
                    <a16:creationId xmlns:a16="http://schemas.microsoft.com/office/drawing/2014/main" id="{19A59605-67AE-6664-F694-96149E480457}"/>
                  </a:ext>
                </a:extLst>
              </p:cNvPr>
              <p:cNvSpPr>
                <a:spLocks noEditPoints="1"/>
              </p:cNvSpPr>
              <p:nvPr/>
            </p:nvSpPr>
            <p:spPr bwMode="auto">
              <a:xfrm>
                <a:off x="4046" y="2821"/>
                <a:ext cx="184" cy="99"/>
              </a:xfrm>
              <a:custGeom>
                <a:avLst/>
                <a:gdLst>
                  <a:gd name="T0" fmla="*/ 96 w 277"/>
                  <a:gd name="T1" fmla="*/ 43 h 149"/>
                  <a:gd name="T2" fmla="*/ 64 w 277"/>
                  <a:gd name="T3" fmla="*/ 11 h 149"/>
                  <a:gd name="T4" fmla="*/ 32 w 277"/>
                  <a:gd name="T5" fmla="*/ 43 h 149"/>
                  <a:gd name="T6" fmla="*/ 64 w 277"/>
                  <a:gd name="T7" fmla="*/ 75 h 149"/>
                  <a:gd name="T8" fmla="*/ 96 w 277"/>
                  <a:gd name="T9" fmla="*/ 43 h 149"/>
                  <a:gd name="T10" fmla="*/ 64 w 277"/>
                  <a:gd name="T11" fmla="*/ 53 h 149"/>
                  <a:gd name="T12" fmla="*/ 53 w 277"/>
                  <a:gd name="T13" fmla="*/ 43 h 149"/>
                  <a:gd name="T14" fmla="*/ 64 w 277"/>
                  <a:gd name="T15" fmla="*/ 32 h 149"/>
                  <a:gd name="T16" fmla="*/ 75 w 277"/>
                  <a:gd name="T17" fmla="*/ 43 h 149"/>
                  <a:gd name="T18" fmla="*/ 64 w 277"/>
                  <a:gd name="T19" fmla="*/ 53 h 149"/>
                  <a:gd name="T20" fmla="*/ 224 w 277"/>
                  <a:gd name="T21" fmla="*/ 32 h 149"/>
                  <a:gd name="T22" fmla="*/ 107 w 277"/>
                  <a:gd name="T23" fmla="*/ 32 h 149"/>
                  <a:gd name="T24" fmla="*/ 96 w 277"/>
                  <a:gd name="T25" fmla="*/ 43 h 149"/>
                  <a:gd name="T26" fmla="*/ 96 w 277"/>
                  <a:gd name="T27" fmla="*/ 75 h 149"/>
                  <a:gd name="T28" fmla="*/ 64 w 277"/>
                  <a:gd name="T29" fmla="*/ 75 h 149"/>
                  <a:gd name="T30" fmla="*/ 21 w 277"/>
                  <a:gd name="T31" fmla="*/ 75 h 149"/>
                  <a:gd name="T32" fmla="*/ 21 w 277"/>
                  <a:gd name="T33" fmla="*/ 11 h 149"/>
                  <a:gd name="T34" fmla="*/ 11 w 277"/>
                  <a:gd name="T35" fmla="*/ 0 h 149"/>
                  <a:gd name="T36" fmla="*/ 0 w 277"/>
                  <a:gd name="T37" fmla="*/ 11 h 149"/>
                  <a:gd name="T38" fmla="*/ 0 w 277"/>
                  <a:gd name="T39" fmla="*/ 139 h 149"/>
                  <a:gd name="T40" fmla="*/ 11 w 277"/>
                  <a:gd name="T41" fmla="*/ 149 h 149"/>
                  <a:gd name="T42" fmla="*/ 21 w 277"/>
                  <a:gd name="T43" fmla="*/ 139 h 149"/>
                  <a:gd name="T44" fmla="*/ 21 w 277"/>
                  <a:gd name="T45" fmla="*/ 96 h 149"/>
                  <a:gd name="T46" fmla="*/ 107 w 277"/>
                  <a:gd name="T47" fmla="*/ 96 h 149"/>
                  <a:gd name="T48" fmla="*/ 256 w 277"/>
                  <a:gd name="T49" fmla="*/ 96 h 149"/>
                  <a:gd name="T50" fmla="*/ 256 w 277"/>
                  <a:gd name="T51" fmla="*/ 139 h 149"/>
                  <a:gd name="T52" fmla="*/ 267 w 277"/>
                  <a:gd name="T53" fmla="*/ 149 h 149"/>
                  <a:gd name="T54" fmla="*/ 277 w 277"/>
                  <a:gd name="T55" fmla="*/ 139 h 149"/>
                  <a:gd name="T56" fmla="*/ 277 w 277"/>
                  <a:gd name="T57" fmla="*/ 85 h 149"/>
                  <a:gd name="T58" fmla="*/ 224 w 277"/>
                  <a:gd name="T59" fmla="*/ 32 h 149"/>
                  <a:gd name="T60" fmla="*/ 117 w 277"/>
                  <a:gd name="T61" fmla="*/ 75 h 149"/>
                  <a:gd name="T62" fmla="*/ 117 w 277"/>
                  <a:gd name="T63" fmla="*/ 53 h 149"/>
                  <a:gd name="T64" fmla="*/ 224 w 277"/>
                  <a:gd name="T65" fmla="*/ 53 h 149"/>
                  <a:gd name="T66" fmla="*/ 255 w 277"/>
                  <a:gd name="T67" fmla="*/ 75 h 149"/>
                  <a:gd name="T68" fmla="*/ 117 w 277"/>
                  <a:gd name="T69" fmla="*/ 75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7" h="149">
                    <a:moveTo>
                      <a:pt x="96" y="43"/>
                    </a:moveTo>
                    <a:cubicBezTo>
                      <a:pt x="96" y="25"/>
                      <a:pt x="82" y="11"/>
                      <a:pt x="64" y="11"/>
                    </a:cubicBezTo>
                    <a:cubicBezTo>
                      <a:pt x="46" y="11"/>
                      <a:pt x="32" y="25"/>
                      <a:pt x="32" y="43"/>
                    </a:cubicBezTo>
                    <a:cubicBezTo>
                      <a:pt x="32" y="60"/>
                      <a:pt x="46" y="75"/>
                      <a:pt x="64" y="75"/>
                    </a:cubicBezTo>
                    <a:cubicBezTo>
                      <a:pt x="82" y="75"/>
                      <a:pt x="96" y="60"/>
                      <a:pt x="96" y="43"/>
                    </a:cubicBezTo>
                    <a:close/>
                    <a:moveTo>
                      <a:pt x="64" y="53"/>
                    </a:moveTo>
                    <a:cubicBezTo>
                      <a:pt x="58" y="53"/>
                      <a:pt x="53" y="49"/>
                      <a:pt x="53" y="43"/>
                    </a:cubicBezTo>
                    <a:cubicBezTo>
                      <a:pt x="53" y="37"/>
                      <a:pt x="58" y="32"/>
                      <a:pt x="64" y="32"/>
                    </a:cubicBezTo>
                    <a:cubicBezTo>
                      <a:pt x="70" y="32"/>
                      <a:pt x="75" y="37"/>
                      <a:pt x="75" y="43"/>
                    </a:cubicBezTo>
                    <a:cubicBezTo>
                      <a:pt x="75" y="49"/>
                      <a:pt x="70" y="53"/>
                      <a:pt x="64" y="53"/>
                    </a:cubicBezTo>
                    <a:close/>
                    <a:moveTo>
                      <a:pt x="224" y="32"/>
                    </a:moveTo>
                    <a:cubicBezTo>
                      <a:pt x="107" y="32"/>
                      <a:pt x="107" y="32"/>
                      <a:pt x="107" y="32"/>
                    </a:cubicBezTo>
                    <a:cubicBezTo>
                      <a:pt x="101" y="32"/>
                      <a:pt x="96" y="37"/>
                      <a:pt x="96" y="43"/>
                    </a:cubicBezTo>
                    <a:cubicBezTo>
                      <a:pt x="96" y="75"/>
                      <a:pt x="96" y="75"/>
                      <a:pt x="96" y="75"/>
                    </a:cubicBezTo>
                    <a:cubicBezTo>
                      <a:pt x="64" y="75"/>
                      <a:pt x="64" y="75"/>
                      <a:pt x="64" y="75"/>
                    </a:cubicBezTo>
                    <a:cubicBezTo>
                      <a:pt x="21" y="75"/>
                      <a:pt x="21" y="75"/>
                      <a:pt x="21" y="75"/>
                    </a:cubicBezTo>
                    <a:cubicBezTo>
                      <a:pt x="21" y="11"/>
                      <a:pt x="21" y="11"/>
                      <a:pt x="21" y="11"/>
                    </a:cubicBezTo>
                    <a:cubicBezTo>
                      <a:pt x="21" y="5"/>
                      <a:pt x="17" y="0"/>
                      <a:pt x="11" y="0"/>
                    </a:cubicBezTo>
                    <a:cubicBezTo>
                      <a:pt x="5" y="0"/>
                      <a:pt x="0" y="5"/>
                      <a:pt x="0" y="11"/>
                    </a:cubicBezTo>
                    <a:cubicBezTo>
                      <a:pt x="0" y="139"/>
                      <a:pt x="0" y="139"/>
                      <a:pt x="0" y="139"/>
                    </a:cubicBezTo>
                    <a:cubicBezTo>
                      <a:pt x="0" y="145"/>
                      <a:pt x="5" y="149"/>
                      <a:pt x="11" y="149"/>
                    </a:cubicBezTo>
                    <a:cubicBezTo>
                      <a:pt x="17" y="149"/>
                      <a:pt x="21" y="145"/>
                      <a:pt x="21" y="139"/>
                    </a:cubicBezTo>
                    <a:cubicBezTo>
                      <a:pt x="21" y="96"/>
                      <a:pt x="21" y="96"/>
                      <a:pt x="21" y="96"/>
                    </a:cubicBezTo>
                    <a:cubicBezTo>
                      <a:pt x="107" y="96"/>
                      <a:pt x="107" y="96"/>
                      <a:pt x="107" y="96"/>
                    </a:cubicBezTo>
                    <a:cubicBezTo>
                      <a:pt x="256" y="96"/>
                      <a:pt x="256" y="96"/>
                      <a:pt x="256" y="96"/>
                    </a:cubicBezTo>
                    <a:cubicBezTo>
                      <a:pt x="256" y="139"/>
                      <a:pt x="256" y="139"/>
                      <a:pt x="256" y="139"/>
                    </a:cubicBezTo>
                    <a:cubicBezTo>
                      <a:pt x="256" y="145"/>
                      <a:pt x="261" y="149"/>
                      <a:pt x="267" y="149"/>
                    </a:cubicBezTo>
                    <a:cubicBezTo>
                      <a:pt x="273" y="149"/>
                      <a:pt x="277" y="145"/>
                      <a:pt x="277" y="139"/>
                    </a:cubicBezTo>
                    <a:cubicBezTo>
                      <a:pt x="277" y="85"/>
                      <a:pt x="277" y="85"/>
                      <a:pt x="277" y="85"/>
                    </a:cubicBezTo>
                    <a:cubicBezTo>
                      <a:pt x="277" y="44"/>
                      <a:pt x="243" y="32"/>
                      <a:pt x="224" y="32"/>
                    </a:cubicBezTo>
                    <a:close/>
                    <a:moveTo>
                      <a:pt x="117" y="75"/>
                    </a:moveTo>
                    <a:cubicBezTo>
                      <a:pt x="117" y="53"/>
                      <a:pt x="117" y="53"/>
                      <a:pt x="117" y="53"/>
                    </a:cubicBezTo>
                    <a:cubicBezTo>
                      <a:pt x="224" y="53"/>
                      <a:pt x="224" y="53"/>
                      <a:pt x="224" y="53"/>
                    </a:cubicBezTo>
                    <a:cubicBezTo>
                      <a:pt x="228" y="53"/>
                      <a:pt x="249" y="55"/>
                      <a:pt x="255" y="75"/>
                    </a:cubicBezTo>
                    <a:lnTo>
                      <a:pt x="117" y="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00" dirty="0">
                  <a:latin typeface="Gill Sans MT" panose="020B0502020104020203" pitchFamily="34" charset="0"/>
                </a:endParaRPr>
              </a:p>
            </p:txBody>
          </p:sp>
        </p:grpSp>
        <p:grpSp>
          <p:nvGrpSpPr>
            <p:cNvPr id="52" name="Group 853">
              <a:extLst>
                <a:ext uri="{FF2B5EF4-FFF2-40B4-BE49-F238E27FC236}">
                  <a16:creationId xmlns:a16="http://schemas.microsoft.com/office/drawing/2014/main" id="{4F027A2E-16A2-B9C5-8BA4-4F9519833309}"/>
                </a:ext>
              </a:extLst>
            </p:cNvPr>
            <p:cNvGrpSpPr>
              <a:grpSpLocks noChangeAspect="1"/>
            </p:cNvGrpSpPr>
            <p:nvPr/>
          </p:nvGrpSpPr>
          <p:grpSpPr bwMode="auto">
            <a:xfrm>
              <a:off x="5485460" y="4206241"/>
              <a:ext cx="367982" cy="367982"/>
              <a:chOff x="5046" y="4010"/>
              <a:chExt cx="340" cy="340"/>
            </a:xfrm>
            <a:solidFill>
              <a:schemeClr val="bg1"/>
            </a:solidFill>
          </p:grpSpPr>
          <p:sp>
            <p:nvSpPr>
              <p:cNvPr id="64" name="Freeform 854">
                <a:extLst>
                  <a:ext uri="{FF2B5EF4-FFF2-40B4-BE49-F238E27FC236}">
                    <a16:creationId xmlns:a16="http://schemas.microsoft.com/office/drawing/2014/main" id="{5F71CD21-0D4F-ECA6-A67F-D935651AF72A}"/>
                  </a:ext>
                </a:extLst>
              </p:cNvPr>
              <p:cNvSpPr>
                <a:spLocks noEditPoints="1"/>
              </p:cNvSpPr>
              <p:nvPr/>
            </p:nvSpPr>
            <p:spPr bwMode="auto">
              <a:xfrm>
                <a:off x="5110" y="4088"/>
                <a:ext cx="212" cy="170"/>
              </a:xfrm>
              <a:custGeom>
                <a:avLst/>
                <a:gdLst>
                  <a:gd name="T0" fmla="*/ 320 w 320"/>
                  <a:gd name="T1" fmla="*/ 149 h 256"/>
                  <a:gd name="T2" fmla="*/ 274 w 320"/>
                  <a:gd name="T3" fmla="*/ 85 h 256"/>
                  <a:gd name="T4" fmla="*/ 298 w 320"/>
                  <a:gd name="T5" fmla="*/ 75 h 256"/>
                  <a:gd name="T6" fmla="*/ 267 w 320"/>
                  <a:gd name="T7" fmla="*/ 64 h 256"/>
                  <a:gd name="T8" fmla="*/ 254 w 320"/>
                  <a:gd name="T9" fmla="*/ 27 h 256"/>
                  <a:gd name="T10" fmla="*/ 106 w 320"/>
                  <a:gd name="T11" fmla="*/ 0 h 256"/>
                  <a:gd name="T12" fmla="*/ 64 w 320"/>
                  <a:gd name="T13" fmla="*/ 29 h 256"/>
                  <a:gd name="T14" fmla="*/ 32 w 320"/>
                  <a:gd name="T15" fmla="*/ 64 h 256"/>
                  <a:gd name="T16" fmla="*/ 32 w 320"/>
                  <a:gd name="T17" fmla="*/ 85 h 256"/>
                  <a:gd name="T18" fmla="*/ 44 w 320"/>
                  <a:gd name="T19" fmla="*/ 88 h 256"/>
                  <a:gd name="T20" fmla="*/ 0 w 320"/>
                  <a:gd name="T21" fmla="*/ 181 h 256"/>
                  <a:gd name="T22" fmla="*/ 10 w 320"/>
                  <a:gd name="T23" fmla="*/ 199 h 256"/>
                  <a:gd name="T24" fmla="*/ 21 w 320"/>
                  <a:gd name="T25" fmla="*/ 256 h 256"/>
                  <a:gd name="T26" fmla="*/ 85 w 320"/>
                  <a:gd name="T27" fmla="*/ 245 h 256"/>
                  <a:gd name="T28" fmla="*/ 165 w 320"/>
                  <a:gd name="T29" fmla="*/ 224 h 256"/>
                  <a:gd name="T30" fmla="*/ 234 w 320"/>
                  <a:gd name="T31" fmla="*/ 245 h 256"/>
                  <a:gd name="T32" fmla="*/ 298 w 320"/>
                  <a:gd name="T33" fmla="*/ 256 h 256"/>
                  <a:gd name="T34" fmla="*/ 309 w 320"/>
                  <a:gd name="T35" fmla="*/ 202 h 256"/>
                  <a:gd name="T36" fmla="*/ 320 w 320"/>
                  <a:gd name="T37" fmla="*/ 180 h 256"/>
                  <a:gd name="T38" fmla="*/ 106 w 320"/>
                  <a:gd name="T39" fmla="*/ 21 h 256"/>
                  <a:gd name="T40" fmla="*/ 235 w 320"/>
                  <a:gd name="T41" fmla="*/ 36 h 256"/>
                  <a:gd name="T42" fmla="*/ 68 w 320"/>
                  <a:gd name="T43" fmla="*/ 85 h 256"/>
                  <a:gd name="T44" fmla="*/ 64 w 320"/>
                  <a:gd name="T45" fmla="*/ 235 h 256"/>
                  <a:gd name="T46" fmla="*/ 32 w 320"/>
                  <a:gd name="T47" fmla="*/ 210 h 256"/>
                  <a:gd name="T48" fmla="*/ 64 w 320"/>
                  <a:gd name="T49" fmla="*/ 235 h 256"/>
                  <a:gd name="T50" fmla="*/ 21 w 320"/>
                  <a:gd name="T51" fmla="*/ 149 h 256"/>
                  <a:gd name="T52" fmla="*/ 258 w 320"/>
                  <a:gd name="T53" fmla="*/ 107 h 256"/>
                  <a:gd name="T54" fmla="*/ 298 w 320"/>
                  <a:gd name="T55" fmla="*/ 181 h 256"/>
                  <a:gd name="T56" fmla="*/ 165 w 320"/>
                  <a:gd name="T57" fmla="*/ 203 h 256"/>
                  <a:gd name="T58" fmla="*/ 288 w 320"/>
                  <a:gd name="T59" fmla="*/ 235 h 256"/>
                  <a:gd name="T60" fmla="*/ 256 w 320"/>
                  <a:gd name="T61" fmla="*/ 219 h 256"/>
                  <a:gd name="T62" fmla="*/ 288 w 320"/>
                  <a:gd name="T63" fmla="*/ 235 h 256"/>
                  <a:gd name="T64" fmla="*/ 150 w 320"/>
                  <a:gd name="T65" fmla="*/ 177 h 256"/>
                  <a:gd name="T66" fmla="*/ 100 w 320"/>
                  <a:gd name="T67" fmla="*/ 189 h 256"/>
                  <a:gd name="T68" fmla="*/ 118 w 320"/>
                  <a:gd name="T69" fmla="*/ 161 h 256"/>
                  <a:gd name="T70" fmla="*/ 131 w 320"/>
                  <a:gd name="T71" fmla="*/ 144 h 256"/>
                  <a:gd name="T72" fmla="*/ 130 w 320"/>
                  <a:gd name="T73" fmla="*/ 132 h 256"/>
                  <a:gd name="T74" fmla="*/ 116 w 320"/>
                  <a:gd name="T75" fmla="*/ 131 h 256"/>
                  <a:gd name="T76" fmla="*/ 99 w 320"/>
                  <a:gd name="T77" fmla="*/ 127 h 256"/>
                  <a:gd name="T78" fmla="*/ 116 w 320"/>
                  <a:gd name="T79" fmla="*/ 118 h 256"/>
                  <a:gd name="T80" fmla="*/ 137 w 320"/>
                  <a:gd name="T81" fmla="*/ 119 h 256"/>
                  <a:gd name="T82" fmla="*/ 148 w 320"/>
                  <a:gd name="T83" fmla="*/ 136 h 256"/>
                  <a:gd name="T84" fmla="*/ 140 w 320"/>
                  <a:gd name="T85" fmla="*/ 154 h 256"/>
                  <a:gd name="T86" fmla="*/ 118 w 320"/>
                  <a:gd name="T87" fmla="*/ 176 h 256"/>
                  <a:gd name="T88" fmla="*/ 187 w 320"/>
                  <a:gd name="T89" fmla="*/ 149 h 256"/>
                  <a:gd name="T90" fmla="*/ 205 w 320"/>
                  <a:gd name="T91" fmla="*/ 159 h 256"/>
                  <a:gd name="T92" fmla="*/ 187 w 320"/>
                  <a:gd name="T93" fmla="*/ 178 h 256"/>
                  <a:gd name="T94" fmla="*/ 176 w 320"/>
                  <a:gd name="T95" fmla="*/ 159 h 256"/>
                  <a:gd name="T96" fmla="*/ 157 w 320"/>
                  <a:gd name="T97" fmla="*/ 149 h 256"/>
                  <a:gd name="T98" fmla="*/ 176 w 320"/>
                  <a:gd name="T99" fmla="*/ 130 h 256"/>
                  <a:gd name="T100" fmla="*/ 187 w 320"/>
                  <a:gd name="T101" fmla="*/ 149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20" h="256">
                    <a:moveTo>
                      <a:pt x="320" y="180"/>
                    </a:moveTo>
                    <a:cubicBezTo>
                      <a:pt x="320" y="149"/>
                      <a:pt x="320" y="149"/>
                      <a:pt x="320" y="149"/>
                    </a:cubicBezTo>
                    <a:cubicBezTo>
                      <a:pt x="320" y="120"/>
                      <a:pt x="301" y="96"/>
                      <a:pt x="275" y="88"/>
                    </a:cubicBezTo>
                    <a:cubicBezTo>
                      <a:pt x="274" y="85"/>
                      <a:pt x="274" y="85"/>
                      <a:pt x="274" y="85"/>
                    </a:cubicBezTo>
                    <a:cubicBezTo>
                      <a:pt x="288" y="85"/>
                      <a:pt x="288" y="85"/>
                      <a:pt x="288" y="85"/>
                    </a:cubicBezTo>
                    <a:cubicBezTo>
                      <a:pt x="294" y="85"/>
                      <a:pt x="298" y="81"/>
                      <a:pt x="298" y="75"/>
                    </a:cubicBezTo>
                    <a:cubicBezTo>
                      <a:pt x="298" y="69"/>
                      <a:pt x="294" y="64"/>
                      <a:pt x="288" y="64"/>
                    </a:cubicBezTo>
                    <a:cubicBezTo>
                      <a:pt x="267" y="64"/>
                      <a:pt x="267" y="64"/>
                      <a:pt x="267" y="64"/>
                    </a:cubicBezTo>
                    <a:cubicBezTo>
                      <a:pt x="255" y="29"/>
                      <a:pt x="255" y="29"/>
                      <a:pt x="255" y="29"/>
                    </a:cubicBezTo>
                    <a:cubicBezTo>
                      <a:pt x="255" y="28"/>
                      <a:pt x="255" y="28"/>
                      <a:pt x="254" y="27"/>
                    </a:cubicBezTo>
                    <a:cubicBezTo>
                      <a:pt x="254" y="26"/>
                      <a:pt x="240" y="0"/>
                      <a:pt x="213" y="0"/>
                    </a:cubicBezTo>
                    <a:cubicBezTo>
                      <a:pt x="106" y="0"/>
                      <a:pt x="106" y="0"/>
                      <a:pt x="106" y="0"/>
                    </a:cubicBezTo>
                    <a:cubicBezTo>
                      <a:pt x="80" y="0"/>
                      <a:pt x="65" y="26"/>
                      <a:pt x="65" y="27"/>
                    </a:cubicBezTo>
                    <a:cubicBezTo>
                      <a:pt x="65" y="28"/>
                      <a:pt x="64" y="28"/>
                      <a:pt x="64" y="29"/>
                    </a:cubicBezTo>
                    <a:cubicBezTo>
                      <a:pt x="52" y="64"/>
                      <a:pt x="52" y="64"/>
                      <a:pt x="52" y="64"/>
                    </a:cubicBezTo>
                    <a:cubicBezTo>
                      <a:pt x="32" y="64"/>
                      <a:pt x="32" y="64"/>
                      <a:pt x="32" y="64"/>
                    </a:cubicBezTo>
                    <a:cubicBezTo>
                      <a:pt x="26" y="64"/>
                      <a:pt x="21" y="69"/>
                      <a:pt x="21" y="75"/>
                    </a:cubicBezTo>
                    <a:cubicBezTo>
                      <a:pt x="21" y="81"/>
                      <a:pt x="26" y="85"/>
                      <a:pt x="32" y="85"/>
                    </a:cubicBezTo>
                    <a:cubicBezTo>
                      <a:pt x="45" y="85"/>
                      <a:pt x="45" y="85"/>
                      <a:pt x="45" y="85"/>
                    </a:cubicBezTo>
                    <a:cubicBezTo>
                      <a:pt x="44" y="88"/>
                      <a:pt x="44" y="88"/>
                      <a:pt x="44" y="88"/>
                    </a:cubicBezTo>
                    <a:cubicBezTo>
                      <a:pt x="19" y="96"/>
                      <a:pt x="0" y="120"/>
                      <a:pt x="0" y="149"/>
                    </a:cubicBezTo>
                    <a:cubicBezTo>
                      <a:pt x="0" y="181"/>
                      <a:pt x="0" y="181"/>
                      <a:pt x="0" y="181"/>
                    </a:cubicBezTo>
                    <a:cubicBezTo>
                      <a:pt x="0" y="183"/>
                      <a:pt x="0" y="189"/>
                      <a:pt x="6" y="195"/>
                    </a:cubicBezTo>
                    <a:cubicBezTo>
                      <a:pt x="7" y="197"/>
                      <a:pt x="9" y="198"/>
                      <a:pt x="10" y="199"/>
                    </a:cubicBezTo>
                    <a:cubicBezTo>
                      <a:pt x="10" y="245"/>
                      <a:pt x="10" y="245"/>
                      <a:pt x="10" y="245"/>
                    </a:cubicBezTo>
                    <a:cubicBezTo>
                      <a:pt x="10" y="251"/>
                      <a:pt x="15" y="256"/>
                      <a:pt x="21" y="256"/>
                    </a:cubicBezTo>
                    <a:cubicBezTo>
                      <a:pt x="74" y="256"/>
                      <a:pt x="74" y="256"/>
                      <a:pt x="74" y="256"/>
                    </a:cubicBezTo>
                    <a:cubicBezTo>
                      <a:pt x="80" y="256"/>
                      <a:pt x="85" y="251"/>
                      <a:pt x="85" y="245"/>
                    </a:cubicBezTo>
                    <a:cubicBezTo>
                      <a:pt x="85" y="220"/>
                      <a:pt x="85" y="220"/>
                      <a:pt x="85" y="220"/>
                    </a:cubicBezTo>
                    <a:cubicBezTo>
                      <a:pt x="107" y="223"/>
                      <a:pt x="134" y="224"/>
                      <a:pt x="165" y="224"/>
                    </a:cubicBezTo>
                    <a:cubicBezTo>
                      <a:pt x="192" y="224"/>
                      <a:pt x="215" y="223"/>
                      <a:pt x="234" y="221"/>
                    </a:cubicBezTo>
                    <a:cubicBezTo>
                      <a:pt x="234" y="245"/>
                      <a:pt x="234" y="245"/>
                      <a:pt x="234" y="245"/>
                    </a:cubicBezTo>
                    <a:cubicBezTo>
                      <a:pt x="234" y="251"/>
                      <a:pt x="239" y="256"/>
                      <a:pt x="245" y="256"/>
                    </a:cubicBezTo>
                    <a:cubicBezTo>
                      <a:pt x="298" y="256"/>
                      <a:pt x="298" y="256"/>
                      <a:pt x="298" y="256"/>
                    </a:cubicBezTo>
                    <a:cubicBezTo>
                      <a:pt x="304" y="256"/>
                      <a:pt x="309" y="251"/>
                      <a:pt x="309" y="245"/>
                    </a:cubicBezTo>
                    <a:cubicBezTo>
                      <a:pt x="309" y="202"/>
                      <a:pt x="309" y="202"/>
                      <a:pt x="309" y="202"/>
                    </a:cubicBezTo>
                    <a:cubicBezTo>
                      <a:pt x="312" y="199"/>
                      <a:pt x="314" y="197"/>
                      <a:pt x="316" y="194"/>
                    </a:cubicBezTo>
                    <a:cubicBezTo>
                      <a:pt x="320" y="189"/>
                      <a:pt x="320" y="184"/>
                      <a:pt x="320" y="180"/>
                    </a:cubicBezTo>
                    <a:close/>
                    <a:moveTo>
                      <a:pt x="84" y="36"/>
                    </a:moveTo>
                    <a:cubicBezTo>
                      <a:pt x="86" y="33"/>
                      <a:pt x="94" y="21"/>
                      <a:pt x="106" y="21"/>
                    </a:cubicBezTo>
                    <a:cubicBezTo>
                      <a:pt x="213" y="21"/>
                      <a:pt x="213" y="21"/>
                      <a:pt x="213" y="21"/>
                    </a:cubicBezTo>
                    <a:cubicBezTo>
                      <a:pt x="225" y="21"/>
                      <a:pt x="233" y="34"/>
                      <a:pt x="235" y="36"/>
                    </a:cubicBezTo>
                    <a:cubicBezTo>
                      <a:pt x="252" y="85"/>
                      <a:pt x="252" y="85"/>
                      <a:pt x="252" y="85"/>
                    </a:cubicBezTo>
                    <a:cubicBezTo>
                      <a:pt x="68" y="85"/>
                      <a:pt x="68" y="85"/>
                      <a:pt x="68" y="85"/>
                    </a:cubicBezTo>
                    <a:lnTo>
                      <a:pt x="84" y="36"/>
                    </a:lnTo>
                    <a:close/>
                    <a:moveTo>
                      <a:pt x="64" y="235"/>
                    </a:moveTo>
                    <a:cubicBezTo>
                      <a:pt x="32" y="235"/>
                      <a:pt x="32" y="235"/>
                      <a:pt x="32" y="235"/>
                    </a:cubicBezTo>
                    <a:cubicBezTo>
                      <a:pt x="32" y="210"/>
                      <a:pt x="32" y="210"/>
                      <a:pt x="32" y="210"/>
                    </a:cubicBezTo>
                    <a:cubicBezTo>
                      <a:pt x="41" y="213"/>
                      <a:pt x="51" y="215"/>
                      <a:pt x="64" y="217"/>
                    </a:cubicBezTo>
                    <a:lnTo>
                      <a:pt x="64" y="235"/>
                    </a:lnTo>
                    <a:close/>
                    <a:moveTo>
                      <a:pt x="21" y="180"/>
                    </a:moveTo>
                    <a:cubicBezTo>
                      <a:pt x="21" y="149"/>
                      <a:pt x="21" y="149"/>
                      <a:pt x="21" y="149"/>
                    </a:cubicBezTo>
                    <a:cubicBezTo>
                      <a:pt x="21" y="126"/>
                      <a:pt x="39" y="107"/>
                      <a:pt x="62" y="107"/>
                    </a:cubicBezTo>
                    <a:cubicBezTo>
                      <a:pt x="258" y="107"/>
                      <a:pt x="258" y="107"/>
                      <a:pt x="258" y="107"/>
                    </a:cubicBezTo>
                    <a:cubicBezTo>
                      <a:pt x="280" y="107"/>
                      <a:pt x="298" y="126"/>
                      <a:pt x="298" y="149"/>
                    </a:cubicBezTo>
                    <a:cubicBezTo>
                      <a:pt x="298" y="181"/>
                      <a:pt x="298" y="181"/>
                      <a:pt x="298" y="181"/>
                    </a:cubicBezTo>
                    <a:cubicBezTo>
                      <a:pt x="298" y="182"/>
                      <a:pt x="298" y="182"/>
                      <a:pt x="298" y="183"/>
                    </a:cubicBezTo>
                    <a:cubicBezTo>
                      <a:pt x="296" y="185"/>
                      <a:pt x="278" y="203"/>
                      <a:pt x="165" y="203"/>
                    </a:cubicBezTo>
                    <a:cubicBezTo>
                      <a:pt x="43" y="203"/>
                      <a:pt x="23" y="183"/>
                      <a:pt x="21" y="180"/>
                    </a:cubicBezTo>
                    <a:close/>
                    <a:moveTo>
                      <a:pt x="288" y="235"/>
                    </a:moveTo>
                    <a:cubicBezTo>
                      <a:pt x="256" y="235"/>
                      <a:pt x="256" y="235"/>
                      <a:pt x="256" y="235"/>
                    </a:cubicBezTo>
                    <a:cubicBezTo>
                      <a:pt x="256" y="219"/>
                      <a:pt x="256" y="219"/>
                      <a:pt x="256" y="219"/>
                    </a:cubicBezTo>
                    <a:cubicBezTo>
                      <a:pt x="268" y="217"/>
                      <a:pt x="279" y="215"/>
                      <a:pt x="288" y="212"/>
                    </a:cubicBezTo>
                    <a:lnTo>
                      <a:pt x="288" y="235"/>
                    </a:lnTo>
                    <a:close/>
                    <a:moveTo>
                      <a:pt x="118" y="177"/>
                    </a:moveTo>
                    <a:cubicBezTo>
                      <a:pt x="150" y="177"/>
                      <a:pt x="150" y="177"/>
                      <a:pt x="150" y="177"/>
                    </a:cubicBezTo>
                    <a:cubicBezTo>
                      <a:pt x="150" y="189"/>
                      <a:pt x="150" y="189"/>
                      <a:pt x="150" y="189"/>
                    </a:cubicBezTo>
                    <a:cubicBezTo>
                      <a:pt x="100" y="189"/>
                      <a:pt x="100" y="189"/>
                      <a:pt x="100" y="189"/>
                    </a:cubicBezTo>
                    <a:cubicBezTo>
                      <a:pt x="100" y="179"/>
                      <a:pt x="100" y="179"/>
                      <a:pt x="100" y="179"/>
                    </a:cubicBezTo>
                    <a:cubicBezTo>
                      <a:pt x="118" y="161"/>
                      <a:pt x="118" y="161"/>
                      <a:pt x="118" y="161"/>
                    </a:cubicBezTo>
                    <a:cubicBezTo>
                      <a:pt x="123" y="155"/>
                      <a:pt x="126" y="152"/>
                      <a:pt x="128" y="149"/>
                    </a:cubicBezTo>
                    <a:cubicBezTo>
                      <a:pt x="130" y="147"/>
                      <a:pt x="131" y="145"/>
                      <a:pt x="131" y="144"/>
                    </a:cubicBezTo>
                    <a:cubicBezTo>
                      <a:pt x="132" y="142"/>
                      <a:pt x="133" y="140"/>
                      <a:pt x="133" y="138"/>
                    </a:cubicBezTo>
                    <a:cubicBezTo>
                      <a:pt x="133" y="135"/>
                      <a:pt x="132" y="133"/>
                      <a:pt x="130" y="132"/>
                    </a:cubicBezTo>
                    <a:cubicBezTo>
                      <a:pt x="129" y="130"/>
                      <a:pt x="127" y="130"/>
                      <a:pt x="124" y="130"/>
                    </a:cubicBezTo>
                    <a:cubicBezTo>
                      <a:pt x="121" y="130"/>
                      <a:pt x="118" y="130"/>
                      <a:pt x="116" y="131"/>
                    </a:cubicBezTo>
                    <a:cubicBezTo>
                      <a:pt x="113" y="133"/>
                      <a:pt x="111" y="135"/>
                      <a:pt x="108" y="137"/>
                    </a:cubicBezTo>
                    <a:cubicBezTo>
                      <a:pt x="99" y="127"/>
                      <a:pt x="99" y="127"/>
                      <a:pt x="99" y="127"/>
                    </a:cubicBezTo>
                    <a:cubicBezTo>
                      <a:pt x="103" y="124"/>
                      <a:pt x="106" y="122"/>
                      <a:pt x="108" y="121"/>
                    </a:cubicBezTo>
                    <a:cubicBezTo>
                      <a:pt x="111" y="120"/>
                      <a:pt x="113" y="119"/>
                      <a:pt x="116" y="118"/>
                    </a:cubicBezTo>
                    <a:cubicBezTo>
                      <a:pt x="119" y="117"/>
                      <a:pt x="122" y="117"/>
                      <a:pt x="125" y="117"/>
                    </a:cubicBezTo>
                    <a:cubicBezTo>
                      <a:pt x="129" y="117"/>
                      <a:pt x="133" y="118"/>
                      <a:pt x="137" y="119"/>
                    </a:cubicBezTo>
                    <a:cubicBezTo>
                      <a:pt x="140" y="121"/>
                      <a:pt x="143" y="123"/>
                      <a:pt x="145" y="126"/>
                    </a:cubicBezTo>
                    <a:cubicBezTo>
                      <a:pt x="147" y="129"/>
                      <a:pt x="148" y="133"/>
                      <a:pt x="148" y="136"/>
                    </a:cubicBezTo>
                    <a:cubicBezTo>
                      <a:pt x="148" y="140"/>
                      <a:pt x="147" y="143"/>
                      <a:pt x="146" y="146"/>
                    </a:cubicBezTo>
                    <a:cubicBezTo>
                      <a:pt x="145" y="148"/>
                      <a:pt x="143" y="151"/>
                      <a:pt x="140" y="154"/>
                    </a:cubicBezTo>
                    <a:cubicBezTo>
                      <a:pt x="138" y="157"/>
                      <a:pt x="134" y="162"/>
                      <a:pt x="128" y="167"/>
                    </a:cubicBezTo>
                    <a:cubicBezTo>
                      <a:pt x="118" y="176"/>
                      <a:pt x="118" y="176"/>
                      <a:pt x="118" y="176"/>
                    </a:cubicBezTo>
                    <a:lnTo>
                      <a:pt x="118" y="177"/>
                    </a:lnTo>
                    <a:close/>
                    <a:moveTo>
                      <a:pt x="187" y="149"/>
                    </a:moveTo>
                    <a:cubicBezTo>
                      <a:pt x="205" y="149"/>
                      <a:pt x="205" y="149"/>
                      <a:pt x="205" y="149"/>
                    </a:cubicBezTo>
                    <a:cubicBezTo>
                      <a:pt x="205" y="159"/>
                      <a:pt x="205" y="159"/>
                      <a:pt x="205" y="159"/>
                    </a:cubicBezTo>
                    <a:cubicBezTo>
                      <a:pt x="187" y="159"/>
                      <a:pt x="187" y="159"/>
                      <a:pt x="187" y="159"/>
                    </a:cubicBezTo>
                    <a:cubicBezTo>
                      <a:pt x="187" y="178"/>
                      <a:pt x="187" y="178"/>
                      <a:pt x="187" y="178"/>
                    </a:cubicBezTo>
                    <a:cubicBezTo>
                      <a:pt x="176" y="178"/>
                      <a:pt x="176" y="178"/>
                      <a:pt x="176" y="178"/>
                    </a:cubicBezTo>
                    <a:cubicBezTo>
                      <a:pt x="176" y="159"/>
                      <a:pt x="176" y="159"/>
                      <a:pt x="176" y="159"/>
                    </a:cubicBezTo>
                    <a:cubicBezTo>
                      <a:pt x="157" y="159"/>
                      <a:pt x="157" y="159"/>
                      <a:pt x="157" y="159"/>
                    </a:cubicBezTo>
                    <a:cubicBezTo>
                      <a:pt x="157" y="149"/>
                      <a:pt x="157" y="149"/>
                      <a:pt x="157" y="149"/>
                    </a:cubicBezTo>
                    <a:cubicBezTo>
                      <a:pt x="176" y="149"/>
                      <a:pt x="176" y="149"/>
                      <a:pt x="176" y="149"/>
                    </a:cubicBezTo>
                    <a:cubicBezTo>
                      <a:pt x="176" y="130"/>
                      <a:pt x="176" y="130"/>
                      <a:pt x="176" y="130"/>
                    </a:cubicBezTo>
                    <a:cubicBezTo>
                      <a:pt x="187" y="130"/>
                      <a:pt x="187" y="130"/>
                      <a:pt x="187" y="130"/>
                    </a:cubicBezTo>
                    <a:lnTo>
                      <a:pt x="187" y="14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00" dirty="0">
                  <a:latin typeface="Gill Sans MT" panose="020B0502020104020203" pitchFamily="34" charset="0"/>
                </a:endParaRPr>
              </a:p>
            </p:txBody>
          </p:sp>
          <p:sp>
            <p:nvSpPr>
              <p:cNvPr id="65" name="Freeform 855">
                <a:extLst>
                  <a:ext uri="{FF2B5EF4-FFF2-40B4-BE49-F238E27FC236}">
                    <a16:creationId xmlns:a16="http://schemas.microsoft.com/office/drawing/2014/main" id="{67A2F03A-86D6-C591-E915-641470528AE1}"/>
                  </a:ext>
                </a:extLst>
              </p:cNvPr>
              <p:cNvSpPr>
                <a:spLocks noEditPoints="1"/>
              </p:cNvSpPr>
              <p:nvPr/>
            </p:nvSpPr>
            <p:spPr bwMode="auto">
              <a:xfrm>
                <a:off x="5046" y="4010"/>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00" dirty="0">
                  <a:latin typeface="Gill Sans MT" panose="020B0502020104020203" pitchFamily="34" charset="0"/>
                </a:endParaRPr>
              </a:p>
            </p:txBody>
          </p:sp>
        </p:grpSp>
        <p:grpSp>
          <p:nvGrpSpPr>
            <p:cNvPr id="53" name="Group 317">
              <a:extLst>
                <a:ext uri="{FF2B5EF4-FFF2-40B4-BE49-F238E27FC236}">
                  <a16:creationId xmlns:a16="http://schemas.microsoft.com/office/drawing/2014/main" id="{ECEA9FE5-48FE-59E0-2EF5-257AA61F5893}"/>
                </a:ext>
              </a:extLst>
            </p:cNvPr>
            <p:cNvGrpSpPr>
              <a:grpSpLocks noChangeAspect="1"/>
            </p:cNvGrpSpPr>
            <p:nvPr/>
          </p:nvGrpSpPr>
          <p:grpSpPr bwMode="auto">
            <a:xfrm>
              <a:off x="6365038" y="2678599"/>
              <a:ext cx="367041" cy="367041"/>
              <a:chOff x="3039" y="1341"/>
              <a:chExt cx="340" cy="340"/>
            </a:xfrm>
            <a:solidFill>
              <a:schemeClr val="bg1"/>
            </a:solidFill>
          </p:grpSpPr>
          <p:sp>
            <p:nvSpPr>
              <p:cNvPr id="60" name="Freeform 318">
                <a:extLst>
                  <a:ext uri="{FF2B5EF4-FFF2-40B4-BE49-F238E27FC236}">
                    <a16:creationId xmlns:a16="http://schemas.microsoft.com/office/drawing/2014/main" id="{B487B774-D2C0-7790-79DD-665F41A86AFA}"/>
                  </a:ext>
                </a:extLst>
              </p:cNvPr>
              <p:cNvSpPr>
                <a:spLocks noEditPoints="1"/>
              </p:cNvSpPr>
              <p:nvPr/>
            </p:nvSpPr>
            <p:spPr bwMode="auto">
              <a:xfrm>
                <a:off x="3152" y="1490"/>
                <a:ext cx="42" cy="42"/>
              </a:xfrm>
              <a:custGeom>
                <a:avLst/>
                <a:gdLst>
                  <a:gd name="T0" fmla="*/ 54 w 64"/>
                  <a:gd name="T1" fmla="*/ 0 h 64"/>
                  <a:gd name="T2" fmla="*/ 11 w 64"/>
                  <a:gd name="T3" fmla="*/ 0 h 64"/>
                  <a:gd name="T4" fmla="*/ 0 w 64"/>
                  <a:gd name="T5" fmla="*/ 10 h 64"/>
                  <a:gd name="T6" fmla="*/ 0 w 64"/>
                  <a:gd name="T7" fmla="*/ 53 h 64"/>
                  <a:gd name="T8" fmla="*/ 11 w 64"/>
                  <a:gd name="T9" fmla="*/ 64 h 64"/>
                  <a:gd name="T10" fmla="*/ 54 w 64"/>
                  <a:gd name="T11" fmla="*/ 64 h 64"/>
                  <a:gd name="T12" fmla="*/ 64 w 64"/>
                  <a:gd name="T13" fmla="*/ 53 h 64"/>
                  <a:gd name="T14" fmla="*/ 64 w 64"/>
                  <a:gd name="T15" fmla="*/ 10 h 64"/>
                  <a:gd name="T16" fmla="*/ 54 w 64"/>
                  <a:gd name="T17" fmla="*/ 0 h 64"/>
                  <a:gd name="T18" fmla="*/ 43 w 64"/>
                  <a:gd name="T19" fmla="*/ 42 h 64"/>
                  <a:gd name="T20" fmla="*/ 22 w 64"/>
                  <a:gd name="T21" fmla="*/ 42 h 64"/>
                  <a:gd name="T22" fmla="*/ 22 w 64"/>
                  <a:gd name="T23" fmla="*/ 21 h 64"/>
                  <a:gd name="T24" fmla="*/ 43 w 64"/>
                  <a:gd name="T25" fmla="*/ 21 h 64"/>
                  <a:gd name="T26" fmla="*/ 43 w 64"/>
                  <a:gd name="T27" fmla="*/ 4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 h="64">
                    <a:moveTo>
                      <a:pt x="54" y="0"/>
                    </a:moveTo>
                    <a:cubicBezTo>
                      <a:pt x="11" y="0"/>
                      <a:pt x="11" y="0"/>
                      <a:pt x="11" y="0"/>
                    </a:cubicBezTo>
                    <a:cubicBezTo>
                      <a:pt x="5" y="0"/>
                      <a:pt x="0" y="4"/>
                      <a:pt x="0" y="10"/>
                    </a:cubicBezTo>
                    <a:cubicBezTo>
                      <a:pt x="0" y="53"/>
                      <a:pt x="0" y="53"/>
                      <a:pt x="0" y="53"/>
                    </a:cubicBezTo>
                    <a:cubicBezTo>
                      <a:pt x="0" y="59"/>
                      <a:pt x="5" y="64"/>
                      <a:pt x="11" y="64"/>
                    </a:cubicBezTo>
                    <a:cubicBezTo>
                      <a:pt x="54" y="64"/>
                      <a:pt x="54" y="64"/>
                      <a:pt x="54" y="64"/>
                    </a:cubicBezTo>
                    <a:cubicBezTo>
                      <a:pt x="60" y="64"/>
                      <a:pt x="64" y="59"/>
                      <a:pt x="64" y="53"/>
                    </a:cubicBezTo>
                    <a:cubicBezTo>
                      <a:pt x="64" y="10"/>
                      <a:pt x="64" y="10"/>
                      <a:pt x="64" y="10"/>
                    </a:cubicBezTo>
                    <a:cubicBezTo>
                      <a:pt x="64" y="4"/>
                      <a:pt x="60" y="0"/>
                      <a:pt x="54" y="0"/>
                    </a:cubicBezTo>
                    <a:close/>
                    <a:moveTo>
                      <a:pt x="43" y="42"/>
                    </a:moveTo>
                    <a:cubicBezTo>
                      <a:pt x="22" y="42"/>
                      <a:pt x="22" y="42"/>
                      <a:pt x="22" y="42"/>
                    </a:cubicBezTo>
                    <a:cubicBezTo>
                      <a:pt x="22" y="21"/>
                      <a:pt x="22" y="21"/>
                      <a:pt x="22" y="21"/>
                    </a:cubicBezTo>
                    <a:cubicBezTo>
                      <a:pt x="43" y="21"/>
                      <a:pt x="43" y="21"/>
                      <a:pt x="43" y="21"/>
                    </a:cubicBezTo>
                    <a:lnTo>
                      <a:pt x="43" y="4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00" dirty="0">
                  <a:latin typeface="Gill Sans MT" panose="020B0502020104020203" pitchFamily="34" charset="0"/>
                </a:endParaRPr>
              </a:p>
            </p:txBody>
          </p:sp>
          <p:sp>
            <p:nvSpPr>
              <p:cNvPr id="61" name="Freeform 319">
                <a:extLst>
                  <a:ext uri="{FF2B5EF4-FFF2-40B4-BE49-F238E27FC236}">
                    <a16:creationId xmlns:a16="http://schemas.microsoft.com/office/drawing/2014/main" id="{7380E84C-428A-6BB2-A399-5918FDC914B6}"/>
                  </a:ext>
                </a:extLst>
              </p:cNvPr>
              <p:cNvSpPr>
                <a:spLocks noEditPoints="1"/>
              </p:cNvSpPr>
              <p:nvPr/>
            </p:nvSpPr>
            <p:spPr bwMode="auto">
              <a:xfrm>
                <a:off x="3223" y="1490"/>
                <a:ext cx="42" cy="42"/>
              </a:xfrm>
              <a:custGeom>
                <a:avLst/>
                <a:gdLst>
                  <a:gd name="T0" fmla="*/ 11 w 64"/>
                  <a:gd name="T1" fmla="*/ 64 h 64"/>
                  <a:gd name="T2" fmla="*/ 53 w 64"/>
                  <a:gd name="T3" fmla="*/ 64 h 64"/>
                  <a:gd name="T4" fmla="*/ 64 w 64"/>
                  <a:gd name="T5" fmla="*/ 53 h 64"/>
                  <a:gd name="T6" fmla="*/ 64 w 64"/>
                  <a:gd name="T7" fmla="*/ 10 h 64"/>
                  <a:gd name="T8" fmla="*/ 53 w 64"/>
                  <a:gd name="T9" fmla="*/ 0 h 64"/>
                  <a:gd name="T10" fmla="*/ 11 w 64"/>
                  <a:gd name="T11" fmla="*/ 0 h 64"/>
                  <a:gd name="T12" fmla="*/ 0 w 64"/>
                  <a:gd name="T13" fmla="*/ 10 h 64"/>
                  <a:gd name="T14" fmla="*/ 0 w 64"/>
                  <a:gd name="T15" fmla="*/ 53 h 64"/>
                  <a:gd name="T16" fmla="*/ 11 w 64"/>
                  <a:gd name="T17" fmla="*/ 64 h 64"/>
                  <a:gd name="T18" fmla="*/ 21 w 64"/>
                  <a:gd name="T19" fmla="*/ 21 h 64"/>
                  <a:gd name="T20" fmla="*/ 43 w 64"/>
                  <a:gd name="T21" fmla="*/ 21 h 64"/>
                  <a:gd name="T22" fmla="*/ 43 w 64"/>
                  <a:gd name="T23" fmla="*/ 42 h 64"/>
                  <a:gd name="T24" fmla="*/ 21 w 64"/>
                  <a:gd name="T25" fmla="*/ 42 h 64"/>
                  <a:gd name="T26" fmla="*/ 21 w 64"/>
                  <a:gd name="T27"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 h="64">
                    <a:moveTo>
                      <a:pt x="11" y="64"/>
                    </a:moveTo>
                    <a:cubicBezTo>
                      <a:pt x="53" y="64"/>
                      <a:pt x="53" y="64"/>
                      <a:pt x="53" y="64"/>
                    </a:cubicBezTo>
                    <a:cubicBezTo>
                      <a:pt x="59" y="64"/>
                      <a:pt x="64" y="59"/>
                      <a:pt x="64" y="53"/>
                    </a:cubicBezTo>
                    <a:cubicBezTo>
                      <a:pt x="64" y="10"/>
                      <a:pt x="64" y="10"/>
                      <a:pt x="64" y="10"/>
                    </a:cubicBezTo>
                    <a:cubicBezTo>
                      <a:pt x="64" y="4"/>
                      <a:pt x="59" y="0"/>
                      <a:pt x="53" y="0"/>
                    </a:cubicBezTo>
                    <a:cubicBezTo>
                      <a:pt x="11" y="0"/>
                      <a:pt x="11" y="0"/>
                      <a:pt x="11" y="0"/>
                    </a:cubicBezTo>
                    <a:cubicBezTo>
                      <a:pt x="5" y="0"/>
                      <a:pt x="0" y="4"/>
                      <a:pt x="0" y="10"/>
                    </a:cubicBezTo>
                    <a:cubicBezTo>
                      <a:pt x="0" y="53"/>
                      <a:pt x="0" y="53"/>
                      <a:pt x="0" y="53"/>
                    </a:cubicBezTo>
                    <a:cubicBezTo>
                      <a:pt x="0" y="59"/>
                      <a:pt x="5" y="64"/>
                      <a:pt x="11" y="64"/>
                    </a:cubicBezTo>
                    <a:close/>
                    <a:moveTo>
                      <a:pt x="21" y="21"/>
                    </a:moveTo>
                    <a:cubicBezTo>
                      <a:pt x="43" y="21"/>
                      <a:pt x="43" y="21"/>
                      <a:pt x="43" y="21"/>
                    </a:cubicBezTo>
                    <a:cubicBezTo>
                      <a:pt x="43" y="42"/>
                      <a:pt x="43" y="42"/>
                      <a:pt x="43" y="42"/>
                    </a:cubicBezTo>
                    <a:cubicBezTo>
                      <a:pt x="21" y="42"/>
                      <a:pt x="21" y="42"/>
                      <a:pt x="21" y="42"/>
                    </a:cubicBezTo>
                    <a:lnTo>
                      <a:pt x="21"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00" dirty="0">
                  <a:latin typeface="Gill Sans MT" panose="020B0502020104020203" pitchFamily="34" charset="0"/>
                </a:endParaRPr>
              </a:p>
            </p:txBody>
          </p:sp>
          <p:sp>
            <p:nvSpPr>
              <p:cNvPr id="62" name="Freeform 320">
                <a:extLst>
                  <a:ext uri="{FF2B5EF4-FFF2-40B4-BE49-F238E27FC236}">
                    <a16:creationId xmlns:a16="http://schemas.microsoft.com/office/drawing/2014/main" id="{AAEF4E4D-C090-A818-4AD8-127AB9F81A79}"/>
                  </a:ext>
                </a:extLst>
              </p:cNvPr>
              <p:cNvSpPr>
                <a:spLocks noEditPoints="1"/>
              </p:cNvSpPr>
              <p:nvPr/>
            </p:nvSpPr>
            <p:spPr bwMode="auto">
              <a:xfrm>
                <a:off x="3102" y="1404"/>
                <a:ext cx="214" cy="199"/>
              </a:xfrm>
              <a:custGeom>
                <a:avLst/>
                <a:gdLst>
                  <a:gd name="T0" fmla="*/ 317 w 322"/>
                  <a:gd name="T1" fmla="*/ 131 h 299"/>
                  <a:gd name="T2" fmla="*/ 168 w 322"/>
                  <a:gd name="T3" fmla="*/ 3 h 299"/>
                  <a:gd name="T4" fmla="*/ 154 w 322"/>
                  <a:gd name="T5" fmla="*/ 3 h 299"/>
                  <a:gd name="T6" fmla="*/ 4 w 322"/>
                  <a:gd name="T7" fmla="*/ 131 h 299"/>
                  <a:gd name="T8" fmla="*/ 1 w 322"/>
                  <a:gd name="T9" fmla="*/ 143 h 299"/>
                  <a:gd name="T10" fmla="*/ 11 w 322"/>
                  <a:gd name="T11" fmla="*/ 150 h 299"/>
                  <a:gd name="T12" fmla="*/ 33 w 322"/>
                  <a:gd name="T13" fmla="*/ 150 h 299"/>
                  <a:gd name="T14" fmla="*/ 33 w 322"/>
                  <a:gd name="T15" fmla="*/ 289 h 299"/>
                  <a:gd name="T16" fmla="*/ 43 w 322"/>
                  <a:gd name="T17" fmla="*/ 299 h 299"/>
                  <a:gd name="T18" fmla="*/ 139 w 322"/>
                  <a:gd name="T19" fmla="*/ 299 h 299"/>
                  <a:gd name="T20" fmla="*/ 150 w 322"/>
                  <a:gd name="T21" fmla="*/ 289 h 299"/>
                  <a:gd name="T22" fmla="*/ 150 w 322"/>
                  <a:gd name="T23" fmla="*/ 235 h 299"/>
                  <a:gd name="T24" fmla="*/ 171 w 322"/>
                  <a:gd name="T25" fmla="*/ 235 h 299"/>
                  <a:gd name="T26" fmla="*/ 171 w 322"/>
                  <a:gd name="T27" fmla="*/ 289 h 299"/>
                  <a:gd name="T28" fmla="*/ 182 w 322"/>
                  <a:gd name="T29" fmla="*/ 299 h 299"/>
                  <a:gd name="T30" fmla="*/ 278 w 322"/>
                  <a:gd name="T31" fmla="*/ 299 h 299"/>
                  <a:gd name="T32" fmla="*/ 289 w 322"/>
                  <a:gd name="T33" fmla="*/ 289 h 299"/>
                  <a:gd name="T34" fmla="*/ 289 w 322"/>
                  <a:gd name="T35" fmla="*/ 150 h 299"/>
                  <a:gd name="T36" fmla="*/ 310 w 322"/>
                  <a:gd name="T37" fmla="*/ 150 h 299"/>
                  <a:gd name="T38" fmla="*/ 320 w 322"/>
                  <a:gd name="T39" fmla="*/ 143 h 299"/>
                  <a:gd name="T40" fmla="*/ 317 w 322"/>
                  <a:gd name="T41" fmla="*/ 131 h 299"/>
                  <a:gd name="T42" fmla="*/ 278 w 322"/>
                  <a:gd name="T43" fmla="*/ 129 h 299"/>
                  <a:gd name="T44" fmla="*/ 267 w 322"/>
                  <a:gd name="T45" fmla="*/ 139 h 299"/>
                  <a:gd name="T46" fmla="*/ 267 w 322"/>
                  <a:gd name="T47" fmla="*/ 278 h 299"/>
                  <a:gd name="T48" fmla="*/ 193 w 322"/>
                  <a:gd name="T49" fmla="*/ 278 h 299"/>
                  <a:gd name="T50" fmla="*/ 193 w 322"/>
                  <a:gd name="T51" fmla="*/ 225 h 299"/>
                  <a:gd name="T52" fmla="*/ 182 w 322"/>
                  <a:gd name="T53" fmla="*/ 214 h 299"/>
                  <a:gd name="T54" fmla="*/ 139 w 322"/>
                  <a:gd name="T55" fmla="*/ 214 h 299"/>
                  <a:gd name="T56" fmla="*/ 129 w 322"/>
                  <a:gd name="T57" fmla="*/ 225 h 299"/>
                  <a:gd name="T58" fmla="*/ 129 w 322"/>
                  <a:gd name="T59" fmla="*/ 278 h 299"/>
                  <a:gd name="T60" fmla="*/ 54 w 322"/>
                  <a:gd name="T61" fmla="*/ 278 h 299"/>
                  <a:gd name="T62" fmla="*/ 54 w 322"/>
                  <a:gd name="T63" fmla="*/ 139 h 299"/>
                  <a:gd name="T64" fmla="*/ 43 w 322"/>
                  <a:gd name="T65" fmla="*/ 129 h 299"/>
                  <a:gd name="T66" fmla="*/ 40 w 322"/>
                  <a:gd name="T67" fmla="*/ 129 h 299"/>
                  <a:gd name="T68" fmla="*/ 161 w 322"/>
                  <a:gd name="T69" fmla="*/ 25 h 299"/>
                  <a:gd name="T70" fmla="*/ 281 w 322"/>
                  <a:gd name="T71" fmla="*/ 129 h 299"/>
                  <a:gd name="T72" fmla="*/ 278 w 322"/>
                  <a:gd name="T73" fmla="*/ 129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22" h="299">
                    <a:moveTo>
                      <a:pt x="317" y="131"/>
                    </a:moveTo>
                    <a:cubicBezTo>
                      <a:pt x="168" y="3"/>
                      <a:pt x="168" y="3"/>
                      <a:pt x="168" y="3"/>
                    </a:cubicBezTo>
                    <a:cubicBezTo>
                      <a:pt x="164" y="0"/>
                      <a:pt x="158" y="0"/>
                      <a:pt x="154" y="3"/>
                    </a:cubicBezTo>
                    <a:cubicBezTo>
                      <a:pt x="4" y="131"/>
                      <a:pt x="4" y="131"/>
                      <a:pt x="4" y="131"/>
                    </a:cubicBezTo>
                    <a:cubicBezTo>
                      <a:pt x="1" y="134"/>
                      <a:pt x="0" y="139"/>
                      <a:pt x="1" y="143"/>
                    </a:cubicBezTo>
                    <a:cubicBezTo>
                      <a:pt x="3" y="147"/>
                      <a:pt x="7" y="150"/>
                      <a:pt x="11" y="150"/>
                    </a:cubicBezTo>
                    <a:cubicBezTo>
                      <a:pt x="33" y="150"/>
                      <a:pt x="33" y="150"/>
                      <a:pt x="33" y="150"/>
                    </a:cubicBezTo>
                    <a:cubicBezTo>
                      <a:pt x="33" y="289"/>
                      <a:pt x="33" y="289"/>
                      <a:pt x="33" y="289"/>
                    </a:cubicBezTo>
                    <a:cubicBezTo>
                      <a:pt x="33" y="295"/>
                      <a:pt x="37" y="299"/>
                      <a:pt x="43" y="299"/>
                    </a:cubicBezTo>
                    <a:cubicBezTo>
                      <a:pt x="139" y="299"/>
                      <a:pt x="139" y="299"/>
                      <a:pt x="139" y="299"/>
                    </a:cubicBezTo>
                    <a:cubicBezTo>
                      <a:pt x="145" y="299"/>
                      <a:pt x="150" y="295"/>
                      <a:pt x="150" y="289"/>
                    </a:cubicBezTo>
                    <a:cubicBezTo>
                      <a:pt x="150" y="235"/>
                      <a:pt x="150" y="235"/>
                      <a:pt x="150" y="235"/>
                    </a:cubicBezTo>
                    <a:cubicBezTo>
                      <a:pt x="171" y="235"/>
                      <a:pt x="171" y="235"/>
                      <a:pt x="171" y="235"/>
                    </a:cubicBezTo>
                    <a:cubicBezTo>
                      <a:pt x="171" y="289"/>
                      <a:pt x="171" y="289"/>
                      <a:pt x="171" y="289"/>
                    </a:cubicBezTo>
                    <a:cubicBezTo>
                      <a:pt x="171" y="295"/>
                      <a:pt x="176" y="299"/>
                      <a:pt x="182" y="299"/>
                    </a:cubicBezTo>
                    <a:cubicBezTo>
                      <a:pt x="278" y="299"/>
                      <a:pt x="278" y="299"/>
                      <a:pt x="278" y="299"/>
                    </a:cubicBezTo>
                    <a:cubicBezTo>
                      <a:pt x="284" y="299"/>
                      <a:pt x="289" y="295"/>
                      <a:pt x="289" y="289"/>
                    </a:cubicBezTo>
                    <a:cubicBezTo>
                      <a:pt x="289" y="150"/>
                      <a:pt x="289" y="150"/>
                      <a:pt x="289" y="150"/>
                    </a:cubicBezTo>
                    <a:cubicBezTo>
                      <a:pt x="310" y="150"/>
                      <a:pt x="310" y="150"/>
                      <a:pt x="310" y="150"/>
                    </a:cubicBezTo>
                    <a:cubicBezTo>
                      <a:pt x="314" y="150"/>
                      <a:pt x="318" y="147"/>
                      <a:pt x="320" y="143"/>
                    </a:cubicBezTo>
                    <a:cubicBezTo>
                      <a:pt x="322" y="139"/>
                      <a:pt x="320" y="134"/>
                      <a:pt x="317" y="131"/>
                    </a:cubicBezTo>
                    <a:close/>
                    <a:moveTo>
                      <a:pt x="278" y="129"/>
                    </a:moveTo>
                    <a:cubicBezTo>
                      <a:pt x="272" y="129"/>
                      <a:pt x="267" y="133"/>
                      <a:pt x="267" y="139"/>
                    </a:cubicBezTo>
                    <a:cubicBezTo>
                      <a:pt x="267" y="278"/>
                      <a:pt x="267" y="278"/>
                      <a:pt x="267" y="278"/>
                    </a:cubicBezTo>
                    <a:cubicBezTo>
                      <a:pt x="193" y="278"/>
                      <a:pt x="193" y="278"/>
                      <a:pt x="193" y="278"/>
                    </a:cubicBezTo>
                    <a:cubicBezTo>
                      <a:pt x="193" y="225"/>
                      <a:pt x="193" y="225"/>
                      <a:pt x="193" y="225"/>
                    </a:cubicBezTo>
                    <a:cubicBezTo>
                      <a:pt x="193" y="219"/>
                      <a:pt x="188" y="214"/>
                      <a:pt x="182" y="214"/>
                    </a:cubicBezTo>
                    <a:cubicBezTo>
                      <a:pt x="139" y="214"/>
                      <a:pt x="139" y="214"/>
                      <a:pt x="139" y="214"/>
                    </a:cubicBezTo>
                    <a:cubicBezTo>
                      <a:pt x="133" y="214"/>
                      <a:pt x="129" y="219"/>
                      <a:pt x="129" y="225"/>
                    </a:cubicBezTo>
                    <a:cubicBezTo>
                      <a:pt x="129" y="278"/>
                      <a:pt x="129" y="278"/>
                      <a:pt x="129" y="278"/>
                    </a:cubicBezTo>
                    <a:cubicBezTo>
                      <a:pt x="54" y="278"/>
                      <a:pt x="54" y="278"/>
                      <a:pt x="54" y="278"/>
                    </a:cubicBezTo>
                    <a:cubicBezTo>
                      <a:pt x="54" y="139"/>
                      <a:pt x="54" y="139"/>
                      <a:pt x="54" y="139"/>
                    </a:cubicBezTo>
                    <a:cubicBezTo>
                      <a:pt x="54" y="133"/>
                      <a:pt x="49" y="129"/>
                      <a:pt x="43" y="129"/>
                    </a:cubicBezTo>
                    <a:cubicBezTo>
                      <a:pt x="40" y="129"/>
                      <a:pt x="40" y="129"/>
                      <a:pt x="40" y="129"/>
                    </a:cubicBezTo>
                    <a:cubicBezTo>
                      <a:pt x="161" y="25"/>
                      <a:pt x="161" y="25"/>
                      <a:pt x="161" y="25"/>
                    </a:cubicBezTo>
                    <a:cubicBezTo>
                      <a:pt x="281" y="129"/>
                      <a:pt x="281" y="129"/>
                      <a:pt x="281" y="129"/>
                    </a:cubicBezTo>
                    <a:lnTo>
                      <a:pt x="278" y="1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00" dirty="0">
                  <a:latin typeface="Gill Sans MT" panose="020B0502020104020203" pitchFamily="34" charset="0"/>
                </a:endParaRPr>
              </a:p>
            </p:txBody>
          </p:sp>
          <p:sp>
            <p:nvSpPr>
              <p:cNvPr id="63" name="Freeform 321">
                <a:extLst>
                  <a:ext uri="{FF2B5EF4-FFF2-40B4-BE49-F238E27FC236}">
                    <a16:creationId xmlns:a16="http://schemas.microsoft.com/office/drawing/2014/main" id="{40726447-42F7-3C88-A356-E999CA6EFA2B}"/>
                  </a:ext>
                </a:extLst>
              </p:cNvPr>
              <p:cNvSpPr>
                <a:spLocks noEditPoints="1"/>
              </p:cNvSpPr>
              <p:nvPr/>
            </p:nvSpPr>
            <p:spPr bwMode="auto">
              <a:xfrm>
                <a:off x="3039" y="1341"/>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00" dirty="0">
                  <a:latin typeface="Gill Sans MT" panose="020B0502020104020203" pitchFamily="34" charset="0"/>
                </a:endParaRPr>
              </a:p>
            </p:txBody>
          </p:sp>
        </p:grpSp>
        <p:grpSp>
          <p:nvGrpSpPr>
            <p:cNvPr id="54" name="Group 603">
              <a:extLst>
                <a:ext uri="{FF2B5EF4-FFF2-40B4-BE49-F238E27FC236}">
                  <a16:creationId xmlns:a16="http://schemas.microsoft.com/office/drawing/2014/main" id="{D13D51C6-E396-13D2-2376-C550111E5CEC}"/>
                </a:ext>
              </a:extLst>
            </p:cNvPr>
            <p:cNvGrpSpPr>
              <a:grpSpLocks noChangeAspect="1"/>
            </p:cNvGrpSpPr>
            <p:nvPr/>
          </p:nvGrpSpPr>
          <p:grpSpPr bwMode="auto">
            <a:xfrm>
              <a:off x="6818683" y="3481643"/>
              <a:ext cx="369021" cy="369021"/>
              <a:chOff x="5044" y="2340"/>
              <a:chExt cx="340" cy="340"/>
            </a:xfrm>
            <a:solidFill>
              <a:schemeClr val="bg1"/>
            </a:solidFill>
          </p:grpSpPr>
          <p:sp>
            <p:nvSpPr>
              <p:cNvPr id="58" name="Freeform 604">
                <a:extLst>
                  <a:ext uri="{FF2B5EF4-FFF2-40B4-BE49-F238E27FC236}">
                    <a16:creationId xmlns:a16="http://schemas.microsoft.com/office/drawing/2014/main" id="{77A6F13F-10E0-ACA1-DCC4-974BCF20FB39}"/>
                  </a:ext>
                </a:extLst>
              </p:cNvPr>
              <p:cNvSpPr>
                <a:spLocks noEditPoints="1"/>
              </p:cNvSpPr>
              <p:nvPr/>
            </p:nvSpPr>
            <p:spPr bwMode="auto">
              <a:xfrm>
                <a:off x="5044" y="2340"/>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00" dirty="0">
                  <a:latin typeface="Gill Sans MT" panose="020B0502020104020203" pitchFamily="34" charset="0"/>
                </a:endParaRPr>
              </a:p>
            </p:txBody>
          </p:sp>
          <p:sp>
            <p:nvSpPr>
              <p:cNvPr id="59" name="Freeform 605">
                <a:extLst>
                  <a:ext uri="{FF2B5EF4-FFF2-40B4-BE49-F238E27FC236}">
                    <a16:creationId xmlns:a16="http://schemas.microsoft.com/office/drawing/2014/main" id="{A7239E7F-2DFD-ED25-2D03-75E966E1B2F4}"/>
                  </a:ext>
                </a:extLst>
              </p:cNvPr>
              <p:cNvSpPr>
                <a:spLocks noEditPoints="1"/>
              </p:cNvSpPr>
              <p:nvPr/>
            </p:nvSpPr>
            <p:spPr bwMode="auto">
              <a:xfrm>
                <a:off x="5114" y="2410"/>
                <a:ext cx="206" cy="206"/>
              </a:xfrm>
              <a:custGeom>
                <a:avLst/>
                <a:gdLst>
                  <a:gd name="T0" fmla="*/ 299 w 310"/>
                  <a:gd name="T1" fmla="*/ 75 h 310"/>
                  <a:gd name="T2" fmla="*/ 267 w 310"/>
                  <a:gd name="T3" fmla="*/ 75 h 310"/>
                  <a:gd name="T4" fmla="*/ 267 w 310"/>
                  <a:gd name="T5" fmla="*/ 54 h 310"/>
                  <a:gd name="T6" fmla="*/ 299 w 310"/>
                  <a:gd name="T7" fmla="*/ 54 h 310"/>
                  <a:gd name="T8" fmla="*/ 310 w 310"/>
                  <a:gd name="T9" fmla="*/ 43 h 310"/>
                  <a:gd name="T10" fmla="*/ 299 w 310"/>
                  <a:gd name="T11" fmla="*/ 32 h 310"/>
                  <a:gd name="T12" fmla="*/ 54 w 310"/>
                  <a:gd name="T13" fmla="*/ 32 h 310"/>
                  <a:gd name="T14" fmla="*/ 54 w 310"/>
                  <a:gd name="T15" fmla="*/ 11 h 310"/>
                  <a:gd name="T16" fmla="*/ 43 w 310"/>
                  <a:gd name="T17" fmla="*/ 0 h 310"/>
                  <a:gd name="T18" fmla="*/ 32 w 310"/>
                  <a:gd name="T19" fmla="*/ 11 h 310"/>
                  <a:gd name="T20" fmla="*/ 32 w 310"/>
                  <a:gd name="T21" fmla="*/ 32 h 310"/>
                  <a:gd name="T22" fmla="*/ 11 w 310"/>
                  <a:gd name="T23" fmla="*/ 32 h 310"/>
                  <a:gd name="T24" fmla="*/ 0 w 310"/>
                  <a:gd name="T25" fmla="*/ 43 h 310"/>
                  <a:gd name="T26" fmla="*/ 11 w 310"/>
                  <a:gd name="T27" fmla="*/ 54 h 310"/>
                  <a:gd name="T28" fmla="*/ 32 w 310"/>
                  <a:gd name="T29" fmla="*/ 54 h 310"/>
                  <a:gd name="T30" fmla="*/ 32 w 310"/>
                  <a:gd name="T31" fmla="*/ 299 h 310"/>
                  <a:gd name="T32" fmla="*/ 43 w 310"/>
                  <a:gd name="T33" fmla="*/ 310 h 310"/>
                  <a:gd name="T34" fmla="*/ 54 w 310"/>
                  <a:gd name="T35" fmla="*/ 299 h 310"/>
                  <a:gd name="T36" fmla="*/ 54 w 310"/>
                  <a:gd name="T37" fmla="*/ 54 h 310"/>
                  <a:gd name="T38" fmla="*/ 118 w 310"/>
                  <a:gd name="T39" fmla="*/ 54 h 310"/>
                  <a:gd name="T40" fmla="*/ 118 w 310"/>
                  <a:gd name="T41" fmla="*/ 75 h 310"/>
                  <a:gd name="T42" fmla="*/ 86 w 310"/>
                  <a:gd name="T43" fmla="*/ 75 h 310"/>
                  <a:gd name="T44" fmla="*/ 75 w 310"/>
                  <a:gd name="T45" fmla="*/ 86 h 310"/>
                  <a:gd name="T46" fmla="*/ 75 w 310"/>
                  <a:gd name="T47" fmla="*/ 246 h 310"/>
                  <a:gd name="T48" fmla="*/ 86 w 310"/>
                  <a:gd name="T49" fmla="*/ 256 h 310"/>
                  <a:gd name="T50" fmla="*/ 299 w 310"/>
                  <a:gd name="T51" fmla="*/ 256 h 310"/>
                  <a:gd name="T52" fmla="*/ 310 w 310"/>
                  <a:gd name="T53" fmla="*/ 246 h 310"/>
                  <a:gd name="T54" fmla="*/ 310 w 310"/>
                  <a:gd name="T55" fmla="*/ 86 h 310"/>
                  <a:gd name="T56" fmla="*/ 299 w 310"/>
                  <a:gd name="T57" fmla="*/ 75 h 310"/>
                  <a:gd name="T58" fmla="*/ 139 w 310"/>
                  <a:gd name="T59" fmla="*/ 54 h 310"/>
                  <a:gd name="T60" fmla="*/ 246 w 310"/>
                  <a:gd name="T61" fmla="*/ 54 h 310"/>
                  <a:gd name="T62" fmla="*/ 246 w 310"/>
                  <a:gd name="T63" fmla="*/ 75 h 310"/>
                  <a:gd name="T64" fmla="*/ 139 w 310"/>
                  <a:gd name="T65" fmla="*/ 75 h 310"/>
                  <a:gd name="T66" fmla="*/ 139 w 310"/>
                  <a:gd name="T67" fmla="*/ 54 h 310"/>
                  <a:gd name="T68" fmla="*/ 288 w 310"/>
                  <a:gd name="T69" fmla="*/ 235 h 310"/>
                  <a:gd name="T70" fmla="*/ 96 w 310"/>
                  <a:gd name="T71" fmla="*/ 235 h 310"/>
                  <a:gd name="T72" fmla="*/ 96 w 310"/>
                  <a:gd name="T73" fmla="*/ 96 h 310"/>
                  <a:gd name="T74" fmla="*/ 118 w 310"/>
                  <a:gd name="T75" fmla="*/ 96 h 310"/>
                  <a:gd name="T76" fmla="*/ 118 w 310"/>
                  <a:gd name="T77" fmla="*/ 118 h 310"/>
                  <a:gd name="T78" fmla="*/ 128 w 310"/>
                  <a:gd name="T79" fmla="*/ 128 h 310"/>
                  <a:gd name="T80" fmla="*/ 139 w 310"/>
                  <a:gd name="T81" fmla="*/ 118 h 310"/>
                  <a:gd name="T82" fmla="*/ 139 w 310"/>
                  <a:gd name="T83" fmla="*/ 96 h 310"/>
                  <a:gd name="T84" fmla="*/ 246 w 310"/>
                  <a:gd name="T85" fmla="*/ 96 h 310"/>
                  <a:gd name="T86" fmla="*/ 246 w 310"/>
                  <a:gd name="T87" fmla="*/ 118 h 310"/>
                  <a:gd name="T88" fmla="*/ 256 w 310"/>
                  <a:gd name="T89" fmla="*/ 128 h 310"/>
                  <a:gd name="T90" fmla="*/ 267 w 310"/>
                  <a:gd name="T91" fmla="*/ 118 h 310"/>
                  <a:gd name="T92" fmla="*/ 267 w 310"/>
                  <a:gd name="T93" fmla="*/ 96 h 310"/>
                  <a:gd name="T94" fmla="*/ 288 w 310"/>
                  <a:gd name="T95" fmla="*/ 96 h 310"/>
                  <a:gd name="T96" fmla="*/ 288 w 310"/>
                  <a:gd name="T97" fmla="*/ 235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0" h="310">
                    <a:moveTo>
                      <a:pt x="299" y="75"/>
                    </a:moveTo>
                    <a:cubicBezTo>
                      <a:pt x="267" y="75"/>
                      <a:pt x="267" y="75"/>
                      <a:pt x="267" y="75"/>
                    </a:cubicBezTo>
                    <a:cubicBezTo>
                      <a:pt x="267" y="54"/>
                      <a:pt x="267" y="54"/>
                      <a:pt x="267" y="54"/>
                    </a:cubicBezTo>
                    <a:cubicBezTo>
                      <a:pt x="299" y="54"/>
                      <a:pt x="299" y="54"/>
                      <a:pt x="299" y="54"/>
                    </a:cubicBezTo>
                    <a:cubicBezTo>
                      <a:pt x="305" y="54"/>
                      <a:pt x="310" y="49"/>
                      <a:pt x="310" y="43"/>
                    </a:cubicBezTo>
                    <a:cubicBezTo>
                      <a:pt x="310" y="37"/>
                      <a:pt x="305" y="32"/>
                      <a:pt x="299" y="32"/>
                    </a:cubicBezTo>
                    <a:cubicBezTo>
                      <a:pt x="54" y="32"/>
                      <a:pt x="54" y="32"/>
                      <a:pt x="54" y="32"/>
                    </a:cubicBezTo>
                    <a:cubicBezTo>
                      <a:pt x="54" y="11"/>
                      <a:pt x="54" y="11"/>
                      <a:pt x="54" y="11"/>
                    </a:cubicBezTo>
                    <a:cubicBezTo>
                      <a:pt x="54" y="5"/>
                      <a:pt x="49" y="0"/>
                      <a:pt x="43" y="0"/>
                    </a:cubicBezTo>
                    <a:cubicBezTo>
                      <a:pt x="37" y="0"/>
                      <a:pt x="32" y="5"/>
                      <a:pt x="32" y="11"/>
                    </a:cubicBezTo>
                    <a:cubicBezTo>
                      <a:pt x="32" y="32"/>
                      <a:pt x="32" y="32"/>
                      <a:pt x="32" y="32"/>
                    </a:cubicBezTo>
                    <a:cubicBezTo>
                      <a:pt x="11" y="32"/>
                      <a:pt x="11" y="32"/>
                      <a:pt x="11" y="32"/>
                    </a:cubicBezTo>
                    <a:cubicBezTo>
                      <a:pt x="5" y="32"/>
                      <a:pt x="0" y="37"/>
                      <a:pt x="0" y="43"/>
                    </a:cubicBezTo>
                    <a:cubicBezTo>
                      <a:pt x="0" y="49"/>
                      <a:pt x="5" y="54"/>
                      <a:pt x="11" y="54"/>
                    </a:cubicBezTo>
                    <a:cubicBezTo>
                      <a:pt x="32" y="54"/>
                      <a:pt x="32" y="54"/>
                      <a:pt x="32" y="54"/>
                    </a:cubicBezTo>
                    <a:cubicBezTo>
                      <a:pt x="32" y="299"/>
                      <a:pt x="32" y="299"/>
                      <a:pt x="32" y="299"/>
                    </a:cubicBezTo>
                    <a:cubicBezTo>
                      <a:pt x="32" y="305"/>
                      <a:pt x="37" y="310"/>
                      <a:pt x="43" y="310"/>
                    </a:cubicBezTo>
                    <a:cubicBezTo>
                      <a:pt x="49" y="310"/>
                      <a:pt x="54" y="305"/>
                      <a:pt x="54" y="299"/>
                    </a:cubicBezTo>
                    <a:cubicBezTo>
                      <a:pt x="54" y="54"/>
                      <a:pt x="54" y="54"/>
                      <a:pt x="54" y="54"/>
                    </a:cubicBezTo>
                    <a:cubicBezTo>
                      <a:pt x="118" y="54"/>
                      <a:pt x="118" y="54"/>
                      <a:pt x="118" y="54"/>
                    </a:cubicBezTo>
                    <a:cubicBezTo>
                      <a:pt x="118" y="75"/>
                      <a:pt x="118" y="75"/>
                      <a:pt x="118" y="75"/>
                    </a:cubicBezTo>
                    <a:cubicBezTo>
                      <a:pt x="86" y="75"/>
                      <a:pt x="86" y="75"/>
                      <a:pt x="86" y="75"/>
                    </a:cubicBezTo>
                    <a:cubicBezTo>
                      <a:pt x="80" y="75"/>
                      <a:pt x="75" y="80"/>
                      <a:pt x="75" y="86"/>
                    </a:cubicBezTo>
                    <a:cubicBezTo>
                      <a:pt x="75" y="246"/>
                      <a:pt x="75" y="246"/>
                      <a:pt x="75" y="246"/>
                    </a:cubicBezTo>
                    <a:cubicBezTo>
                      <a:pt x="75" y="252"/>
                      <a:pt x="80" y="256"/>
                      <a:pt x="86" y="256"/>
                    </a:cubicBezTo>
                    <a:cubicBezTo>
                      <a:pt x="299" y="256"/>
                      <a:pt x="299" y="256"/>
                      <a:pt x="299" y="256"/>
                    </a:cubicBezTo>
                    <a:cubicBezTo>
                      <a:pt x="305" y="256"/>
                      <a:pt x="310" y="252"/>
                      <a:pt x="310" y="246"/>
                    </a:cubicBezTo>
                    <a:cubicBezTo>
                      <a:pt x="310" y="86"/>
                      <a:pt x="310" y="86"/>
                      <a:pt x="310" y="86"/>
                    </a:cubicBezTo>
                    <a:cubicBezTo>
                      <a:pt x="310" y="80"/>
                      <a:pt x="305" y="75"/>
                      <a:pt x="299" y="75"/>
                    </a:cubicBezTo>
                    <a:close/>
                    <a:moveTo>
                      <a:pt x="139" y="54"/>
                    </a:moveTo>
                    <a:cubicBezTo>
                      <a:pt x="246" y="54"/>
                      <a:pt x="246" y="54"/>
                      <a:pt x="246" y="54"/>
                    </a:cubicBezTo>
                    <a:cubicBezTo>
                      <a:pt x="246" y="75"/>
                      <a:pt x="246" y="75"/>
                      <a:pt x="246" y="75"/>
                    </a:cubicBezTo>
                    <a:cubicBezTo>
                      <a:pt x="139" y="75"/>
                      <a:pt x="139" y="75"/>
                      <a:pt x="139" y="75"/>
                    </a:cubicBezTo>
                    <a:lnTo>
                      <a:pt x="139" y="54"/>
                    </a:lnTo>
                    <a:close/>
                    <a:moveTo>
                      <a:pt x="288" y="235"/>
                    </a:moveTo>
                    <a:cubicBezTo>
                      <a:pt x="96" y="235"/>
                      <a:pt x="96" y="235"/>
                      <a:pt x="96" y="235"/>
                    </a:cubicBezTo>
                    <a:cubicBezTo>
                      <a:pt x="96" y="96"/>
                      <a:pt x="96" y="96"/>
                      <a:pt x="96" y="96"/>
                    </a:cubicBezTo>
                    <a:cubicBezTo>
                      <a:pt x="118" y="96"/>
                      <a:pt x="118" y="96"/>
                      <a:pt x="118" y="96"/>
                    </a:cubicBezTo>
                    <a:cubicBezTo>
                      <a:pt x="118" y="118"/>
                      <a:pt x="118" y="118"/>
                      <a:pt x="118" y="118"/>
                    </a:cubicBezTo>
                    <a:cubicBezTo>
                      <a:pt x="118" y="124"/>
                      <a:pt x="122" y="128"/>
                      <a:pt x="128" y="128"/>
                    </a:cubicBezTo>
                    <a:cubicBezTo>
                      <a:pt x="134" y="128"/>
                      <a:pt x="139" y="124"/>
                      <a:pt x="139" y="118"/>
                    </a:cubicBezTo>
                    <a:cubicBezTo>
                      <a:pt x="139" y="96"/>
                      <a:pt x="139" y="96"/>
                      <a:pt x="139" y="96"/>
                    </a:cubicBezTo>
                    <a:cubicBezTo>
                      <a:pt x="246" y="96"/>
                      <a:pt x="246" y="96"/>
                      <a:pt x="246" y="96"/>
                    </a:cubicBezTo>
                    <a:cubicBezTo>
                      <a:pt x="246" y="118"/>
                      <a:pt x="246" y="118"/>
                      <a:pt x="246" y="118"/>
                    </a:cubicBezTo>
                    <a:cubicBezTo>
                      <a:pt x="246" y="124"/>
                      <a:pt x="250" y="128"/>
                      <a:pt x="256" y="128"/>
                    </a:cubicBezTo>
                    <a:cubicBezTo>
                      <a:pt x="262" y="128"/>
                      <a:pt x="267" y="124"/>
                      <a:pt x="267" y="118"/>
                    </a:cubicBezTo>
                    <a:cubicBezTo>
                      <a:pt x="267" y="96"/>
                      <a:pt x="267" y="96"/>
                      <a:pt x="267" y="96"/>
                    </a:cubicBezTo>
                    <a:cubicBezTo>
                      <a:pt x="288" y="96"/>
                      <a:pt x="288" y="96"/>
                      <a:pt x="288" y="96"/>
                    </a:cubicBezTo>
                    <a:lnTo>
                      <a:pt x="288" y="2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00" dirty="0">
                  <a:latin typeface="Gill Sans MT" panose="020B0502020104020203" pitchFamily="34" charset="0"/>
                </a:endParaRPr>
              </a:p>
            </p:txBody>
          </p:sp>
        </p:grpSp>
        <p:grpSp>
          <p:nvGrpSpPr>
            <p:cNvPr id="55" name="Group 465">
              <a:extLst>
                <a:ext uri="{FF2B5EF4-FFF2-40B4-BE49-F238E27FC236}">
                  <a16:creationId xmlns:a16="http://schemas.microsoft.com/office/drawing/2014/main" id="{07E35A41-5338-D733-58BA-AA957780FECC}"/>
                </a:ext>
              </a:extLst>
            </p:cNvPr>
            <p:cNvGrpSpPr>
              <a:grpSpLocks noChangeAspect="1"/>
            </p:cNvGrpSpPr>
            <p:nvPr/>
          </p:nvGrpSpPr>
          <p:grpSpPr bwMode="auto">
            <a:xfrm>
              <a:off x="6355012" y="4206241"/>
              <a:ext cx="367982" cy="367982"/>
              <a:chOff x="3968" y="2701"/>
              <a:chExt cx="340" cy="340"/>
            </a:xfrm>
            <a:solidFill>
              <a:schemeClr val="bg1"/>
            </a:solidFill>
          </p:grpSpPr>
          <p:sp>
            <p:nvSpPr>
              <p:cNvPr id="56" name="Freeform 466">
                <a:extLst>
                  <a:ext uri="{FF2B5EF4-FFF2-40B4-BE49-F238E27FC236}">
                    <a16:creationId xmlns:a16="http://schemas.microsoft.com/office/drawing/2014/main" id="{68591FF8-7CB3-0396-AB56-D8122ECFF2DC}"/>
                  </a:ext>
                </a:extLst>
              </p:cNvPr>
              <p:cNvSpPr>
                <a:spLocks noEditPoints="1"/>
              </p:cNvSpPr>
              <p:nvPr/>
            </p:nvSpPr>
            <p:spPr bwMode="auto">
              <a:xfrm>
                <a:off x="3968" y="2701"/>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00" dirty="0">
                  <a:latin typeface="Gill Sans MT" panose="020B0502020104020203" pitchFamily="34" charset="0"/>
                </a:endParaRPr>
              </a:p>
            </p:txBody>
          </p:sp>
          <p:sp>
            <p:nvSpPr>
              <p:cNvPr id="57" name="Freeform 467">
                <a:extLst>
                  <a:ext uri="{FF2B5EF4-FFF2-40B4-BE49-F238E27FC236}">
                    <a16:creationId xmlns:a16="http://schemas.microsoft.com/office/drawing/2014/main" id="{7040B9A7-B647-1611-A3DC-FF39B4AE75AA}"/>
                  </a:ext>
                </a:extLst>
              </p:cNvPr>
              <p:cNvSpPr>
                <a:spLocks noEditPoints="1"/>
              </p:cNvSpPr>
              <p:nvPr/>
            </p:nvSpPr>
            <p:spPr bwMode="auto">
              <a:xfrm>
                <a:off x="4046" y="2821"/>
                <a:ext cx="184" cy="99"/>
              </a:xfrm>
              <a:custGeom>
                <a:avLst/>
                <a:gdLst>
                  <a:gd name="T0" fmla="*/ 96 w 277"/>
                  <a:gd name="T1" fmla="*/ 43 h 149"/>
                  <a:gd name="T2" fmla="*/ 64 w 277"/>
                  <a:gd name="T3" fmla="*/ 11 h 149"/>
                  <a:gd name="T4" fmla="*/ 32 w 277"/>
                  <a:gd name="T5" fmla="*/ 43 h 149"/>
                  <a:gd name="T6" fmla="*/ 64 w 277"/>
                  <a:gd name="T7" fmla="*/ 75 h 149"/>
                  <a:gd name="T8" fmla="*/ 96 w 277"/>
                  <a:gd name="T9" fmla="*/ 43 h 149"/>
                  <a:gd name="T10" fmla="*/ 64 w 277"/>
                  <a:gd name="T11" fmla="*/ 53 h 149"/>
                  <a:gd name="T12" fmla="*/ 53 w 277"/>
                  <a:gd name="T13" fmla="*/ 43 h 149"/>
                  <a:gd name="T14" fmla="*/ 64 w 277"/>
                  <a:gd name="T15" fmla="*/ 32 h 149"/>
                  <a:gd name="T16" fmla="*/ 75 w 277"/>
                  <a:gd name="T17" fmla="*/ 43 h 149"/>
                  <a:gd name="T18" fmla="*/ 64 w 277"/>
                  <a:gd name="T19" fmla="*/ 53 h 149"/>
                  <a:gd name="T20" fmla="*/ 224 w 277"/>
                  <a:gd name="T21" fmla="*/ 32 h 149"/>
                  <a:gd name="T22" fmla="*/ 107 w 277"/>
                  <a:gd name="T23" fmla="*/ 32 h 149"/>
                  <a:gd name="T24" fmla="*/ 96 w 277"/>
                  <a:gd name="T25" fmla="*/ 43 h 149"/>
                  <a:gd name="T26" fmla="*/ 96 w 277"/>
                  <a:gd name="T27" fmla="*/ 75 h 149"/>
                  <a:gd name="T28" fmla="*/ 64 w 277"/>
                  <a:gd name="T29" fmla="*/ 75 h 149"/>
                  <a:gd name="T30" fmla="*/ 21 w 277"/>
                  <a:gd name="T31" fmla="*/ 75 h 149"/>
                  <a:gd name="T32" fmla="*/ 21 w 277"/>
                  <a:gd name="T33" fmla="*/ 11 h 149"/>
                  <a:gd name="T34" fmla="*/ 11 w 277"/>
                  <a:gd name="T35" fmla="*/ 0 h 149"/>
                  <a:gd name="T36" fmla="*/ 0 w 277"/>
                  <a:gd name="T37" fmla="*/ 11 h 149"/>
                  <a:gd name="T38" fmla="*/ 0 w 277"/>
                  <a:gd name="T39" fmla="*/ 139 h 149"/>
                  <a:gd name="T40" fmla="*/ 11 w 277"/>
                  <a:gd name="T41" fmla="*/ 149 h 149"/>
                  <a:gd name="T42" fmla="*/ 21 w 277"/>
                  <a:gd name="T43" fmla="*/ 139 h 149"/>
                  <a:gd name="T44" fmla="*/ 21 w 277"/>
                  <a:gd name="T45" fmla="*/ 96 h 149"/>
                  <a:gd name="T46" fmla="*/ 107 w 277"/>
                  <a:gd name="T47" fmla="*/ 96 h 149"/>
                  <a:gd name="T48" fmla="*/ 256 w 277"/>
                  <a:gd name="T49" fmla="*/ 96 h 149"/>
                  <a:gd name="T50" fmla="*/ 256 w 277"/>
                  <a:gd name="T51" fmla="*/ 139 h 149"/>
                  <a:gd name="T52" fmla="*/ 267 w 277"/>
                  <a:gd name="T53" fmla="*/ 149 h 149"/>
                  <a:gd name="T54" fmla="*/ 277 w 277"/>
                  <a:gd name="T55" fmla="*/ 139 h 149"/>
                  <a:gd name="T56" fmla="*/ 277 w 277"/>
                  <a:gd name="T57" fmla="*/ 85 h 149"/>
                  <a:gd name="T58" fmla="*/ 224 w 277"/>
                  <a:gd name="T59" fmla="*/ 32 h 149"/>
                  <a:gd name="T60" fmla="*/ 117 w 277"/>
                  <a:gd name="T61" fmla="*/ 75 h 149"/>
                  <a:gd name="T62" fmla="*/ 117 w 277"/>
                  <a:gd name="T63" fmla="*/ 53 h 149"/>
                  <a:gd name="T64" fmla="*/ 224 w 277"/>
                  <a:gd name="T65" fmla="*/ 53 h 149"/>
                  <a:gd name="T66" fmla="*/ 255 w 277"/>
                  <a:gd name="T67" fmla="*/ 75 h 149"/>
                  <a:gd name="T68" fmla="*/ 117 w 277"/>
                  <a:gd name="T69" fmla="*/ 75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7" h="149">
                    <a:moveTo>
                      <a:pt x="96" y="43"/>
                    </a:moveTo>
                    <a:cubicBezTo>
                      <a:pt x="96" y="25"/>
                      <a:pt x="82" y="11"/>
                      <a:pt x="64" y="11"/>
                    </a:cubicBezTo>
                    <a:cubicBezTo>
                      <a:pt x="46" y="11"/>
                      <a:pt x="32" y="25"/>
                      <a:pt x="32" y="43"/>
                    </a:cubicBezTo>
                    <a:cubicBezTo>
                      <a:pt x="32" y="60"/>
                      <a:pt x="46" y="75"/>
                      <a:pt x="64" y="75"/>
                    </a:cubicBezTo>
                    <a:cubicBezTo>
                      <a:pt x="82" y="75"/>
                      <a:pt x="96" y="60"/>
                      <a:pt x="96" y="43"/>
                    </a:cubicBezTo>
                    <a:close/>
                    <a:moveTo>
                      <a:pt x="64" y="53"/>
                    </a:moveTo>
                    <a:cubicBezTo>
                      <a:pt x="58" y="53"/>
                      <a:pt x="53" y="49"/>
                      <a:pt x="53" y="43"/>
                    </a:cubicBezTo>
                    <a:cubicBezTo>
                      <a:pt x="53" y="37"/>
                      <a:pt x="58" y="32"/>
                      <a:pt x="64" y="32"/>
                    </a:cubicBezTo>
                    <a:cubicBezTo>
                      <a:pt x="70" y="32"/>
                      <a:pt x="75" y="37"/>
                      <a:pt x="75" y="43"/>
                    </a:cubicBezTo>
                    <a:cubicBezTo>
                      <a:pt x="75" y="49"/>
                      <a:pt x="70" y="53"/>
                      <a:pt x="64" y="53"/>
                    </a:cubicBezTo>
                    <a:close/>
                    <a:moveTo>
                      <a:pt x="224" y="32"/>
                    </a:moveTo>
                    <a:cubicBezTo>
                      <a:pt x="107" y="32"/>
                      <a:pt x="107" y="32"/>
                      <a:pt x="107" y="32"/>
                    </a:cubicBezTo>
                    <a:cubicBezTo>
                      <a:pt x="101" y="32"/>
                      <a:pt x="96" y="37"/>
                      <a:pt x="96" y="43"/>
                    </a:cubicBezTo>
                    <a:cubicBezTo>
                      <a:pt x="96" y="75"/>
                      <a:pt x="96" y="75"/>
                      <a:pt x="96" y="75"/>
                    </a:cubicBezTo>
                    <a:cubicBezTo>
                      <a:pt x="64" y="75"/>
                      <a:pt x="64" y="75"/>
                      <a:pt x="64" y="75"/>
                    </a:cubicBezTo>
                    <a:cubicBezTo>
                      <a:pt x="21" y="75"/>
                      <a:pt x="21" y="75"/>
                      <a:pt x="21" y="75"/>
                    </a:cubicBezTo>
                    <a:cubicBezTo>
                      <a:pt x="21" y="11"/>
                      <a:pt x="21" y="11"/>
                      <a:pt x="21" y="11"/>
                    </a:cubicBezTo>
                    <a:cubicBezTo>
                      <a:pt x="21" y="5"/>
                      <a:pt x="17" y="0"/>
                      <a:pt x="11" y="0"/>
                    </a:cubicBezTo>
                    <a:cubicBezTo>
                      <a:pt x="5" y="0"/>
                      <a:pt x="0" y="5"/>
                      <a:pt x="0" y="11"/>
                    </a:cubicBezTo>
                    <a:cubicBezTo>
                      <a:pt x="0" y="139"/>
                      <a:pt x="0" y="139"/>
                      <a:pt x="0" y="139"/>
                    </a:cubicBezTo>
                    <a:cubicBezTo>
                      <a:pt x="0" y="145"/>
                      <a:pt x="5" y="149"/>
                      <a:pt x="11" y="149"/>
                    </a:cubicBezTo>
                    <a:cubicBezTo>
                      <a:pt x="17" y="149"/>
                      <a:pt x="21" y="145"/>
                      <a:pt x="21" y="139"/>
                    </a:cubicBezTo>
                    <a:cubicBezTo>
                      <a:pt x="21" y="96"/>
                      <a:pt x="21" y="96"/>
                      <a:pt x="21" y="96"/>
                    </a:cubicBezTo>
                    <a:cubicBezTo>
                      <a:pt x="107" y="96"/>
                      <a:pt x="107" y="96"/>
                      <a:pt x="107" y="96"/>
                    </a:cubicBezTo>
                    <a:cubicBezTo>
                      <a:pt x="256" y="96"/>
                      <a:pt x="256" y="96"/>
                      <a:pt x="256" y="96"/>
                    </a:cubicBezTo>
                    <a:cubicBezTo>
                      <a:pt x="256" y="139"/>
                      <a:pt x="256" y="139"/>
                      <a:pt x="256" y="139"/>
                    </a:cubicBezTo>
                    <a:cubicBezTo>
                      <a:pt x="256" y="145"/>
                      <a:pt x="261" y="149"/>
                      <a:pt x="267" y="149"/>
                    </a:cubicBezTo>
                    <a:cubicBezTo>
                      <a:pt x="273" y="149"/>
                      <a:pt x="277" y="145"/>
                      <a:pt x="277" y="139"/>
                    </a:cubicBezTo>
                    <a:cubicBezTo>
                      <a:pt x="277" y="85"/>
                      <a:pt x="277" y="85"/>
                      <a:pt x="277" y="85"/>
                    </a:cubicBezTo>
                    <a:cubicBezTo>
                      <a:pt x="277" y="44"/>
                      <a:pt x="243" y="32"/>
                      <a:pt x="224" y="32"/>
                    </a:cubicBezTo>
                    <a:close/>
                    <a:moveTo>
                      <a:pt x="117" y="75"/>
                    </a:moveTo>
                    <a:cubicBezTo>
                      <a:pt x="117" y="53"/>
                      <a:pt x="117" y="53"/>
                      <a:pt x="117" y="53"/>
                    </a:cubicBezTo>
                    <a:cubicBezTo>
                      <a:pt x="224" y="53"/>
                      <a:pt x="224" y="53"/>
                      <a:pt x="224" y="53"/>
                    </a:cubicBezTo>
                    <a:cubicBezTo>
                      <a:pt x="228" y="53"/>
                      <a:pt x="249" y="55"/>
                      <a:pt x="255" y="75"/>
                    </a:cubicBezTo>
                    <a:lnTo>
                      <a:pt x="117" y="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000" dirty="0">
                  <a:latin typeface="Gill Sans MT" panose="020B0502020104020203" pitchFamily="34" charset="0"/>
                </a:endParaRPr>
              </a:p>
            </p:txBody>
          </p:sp>
        </p:grpSp>
      </p:grpSp>
      <p:sp>
        <p:nvSpPr>
          <p:cNvPr id="2" name="Text Box 10">
            <a:extLst>
              <a:ext uri="{FF2B5EF4-FFF2-40B4-BE49-F238E27FC236}">
                <a16:creationId xmlns:a16="http://schemas.microsoft.com/office/drawing/2014/main" id="{58503365-AC7A-1175-62D6-C0B8F90224D9}"/>
              </a:ext>
            </a:extLst>
          </p:cNvPr>
          <p:cNvSpPr txBox="1">
            <a:spLocks noChangeArrowheads="1"/>
          </p:cNvSpPr>
          <p:nvPr/>
        </p:nvSpPr>
        <p:spPr bwMode="auto">
          <a:xfrm>
            <a:off x="233916" y="1908952"/>
            <a:ext cx="2490382" cy="1338828"/>
          </a:xfrm>
          <a:prstGeom prst="rect">
            <a:avLst/>
          </a:prstGeom>
          <a:solidFill>
            <a:schemeClr val="bg1"/>
          </a:solidFill>
          <a:ln w="9525">
            <a:noFill/>
            <a:miter lim="800000"/>
            <a:headEnd/>
            <a:tailEnd/>
          </a:ln>
        </p:spPr>
        <p:txBody>
          <a:bodyPr wrap="square" lIns="45720" tIns="22860" rIns="45720" bIns="22860">
            <a:spAutoFit/>
          </a:bodyPr>
          <a:lstStyle/>
          <a:p>
            <a:pPr marL="0" marR="0" lvl="0" indent="0" algn="r" defTabSz="1088232" eaLnBrk="1" fontAlgn="auto" latinLnBrk="0" hangingPunct="1">
              <a:spcBef>
                <a:spcPts val="0"/>
              </a:spcBef>
              <a:spcAft>
                <a:spcPts val="0"/>
              </a:spcAft>
              <a:buClrTx/>
              <a:buSzTx/>
              <a:buFontTx/>
              <a:buNone/>
              <a:tabLst/>
              <a:defRPr/>
            </a:pPr>
            <a:r>
              <a:rPr kumimoji="0" lang="en-US" sz="1400" i="0" u="none" strike="noStrike" kern="0" cap="none" spc="0" normalizeH="0" baseline="0" noProof="0" dirty="0">
                <a:ln>
                  <a:noFill/>
                </a:ln>
                <a:effectLst/>
                <a:uLnTx/>
                <a:uFillTx/>
                <a:latin typeface="Gill Sans MT" panose="020B0502020104020203" pitchFamily="34" charset="0"/>
                <a:ea typeface="Open Sans" pitchFamily="34" charset="0"/>
                <a:cs typeface="Open Sans" pitchFamily="34" charset="0"/>
              </a:rPr>
              <a:t>Barrier risk financial instability during disasters, </a:t>
            </a:r>
            <a:r>
              <a:rPr kumimoji="0" lang="en-US" sz="1400" b="1" i="0" u="none" strike="noStrike" kern="0" cap="none" spc="0" normalizeH="0" baseline="0" noProof="0" dirty="0">
                <a:ln>
                  <a:noFill/>
                </a:ln>
                <a:effectLst/>
                <a:uLnTx/>
                <a:uFillTx/>
                <a:latin typeface="Gill Sans MT" panose="020B0502020104020203" pitchFamily="34" charset="0"/>
                <a:ea typeface="Open Sans" pitchFamily="34" charset="0"/>
                <a:cs typeface="Open Sans" pitchFamily="34" charset="0"/>
              </a:rPr>
              <a:t>leaving losses uninsured or disproportionately impacting domestic insurers and reinsurers</a:t>
            </a:r>
          </a:p>
        </p:txBody>
      </p:sp>
      <p:sp>
        <p:nvSpPr>
          <p:cNvPr id="3" name="Text Box 10">
            <a:extLst>
              <a:ext uri="{FF2B5EF4-FFF2-40B4-BE49-F238E27FC236}">
                <a16:creationId xmlns:a16="http://schemas.microsoft.com/office/drawing/2014/main" id="{0C891A57-4ECF-EA03-8249-2E53F45B8D54}"/>
              </a:ext>
            </a:extLst>
          </p:cNvPr>
          <p:cNvSpPr txBox="1">
            <a:spLocks noChangeArrowheads="1"/>
          </p:cNvSpPr>
          <p:nvPr/>
        </p:nvSpPr>
        <p:spPr bwMode="auto">
          <a:xfrm>
            <a:off x="53162" y="3271476"/>
            <a:ext cx="2721429" cy="1554272"/>
          </a:xfrm>
          <a:prstGeom prst="rect">
            <a:avLst/>
          </a:prstGeom>
          <a:solidFill>
            <a:schemeClr val="bg1"/>
          </a:solidFill>
          <a:ln w="9525">
            <a:noFill/>
            <a:miter lim="800000"/>
            <a:headEnd/>
            <a:tailEnd/>
          </a:ln>
        </p:spPr>
        <p:txBody>
          <a:bodyPr wrap="square" lIns="45720" tIns="22860" rIns="45720" bIns="22860">
            <a:spAutoFit/>
          </a:bodyPr>
          <a:lstStyle/>
          <a:p>
            <a:pPr marL="0" marR="0" lvl="0" indent="0" algn="r" defTabSz="1088232" eaLnBrk="1" fontAlgn="auto" latinLnBrk="0" hangingPunct="1">
              <a:spcBef>
                <a:spcPts val="0"/>
              </a:spcBef>
              <a:spcAft>
                <a:spcPts val="0"/>
              </a:spcAft>
              <a:buClrTx/>
              <a:buSzTx/>
              <a:buFontTx/>
              <a:buNone/>
              <a:tabLst/>
              <a:defRPr/>
            </a:pPr>
            <a:r>
              <a:rPr kumimoji="0" lang="en-US" sz="1400" i="0" u="none" strike="noStrike" kern="0" cap="none" spc="0" normalizeH="0" baseline="0" noProof="0" dirty="0">
                <a:ln>
                  <a:noFill/>
                </a:ln>
                <a:effectLst/>
                <a:uLnTx/>
                <a:uFillTx/>
                <a:latin typeface="Gill Sans MT" panose="020B0502020104020203" pitchFamily="34" charset="0"/>
                <a:ea typeface="Open Sans" pitchFamily="34" charset="0"/>
                <a:cs typeface="Open Sans" pitchFamily="34" charset="0"/>
              </a:rPr>
              <a:t>Introduction of IRDAI (Reinsurance) (Amendment) Regulations 2023 to </a:t>
            </a:r>
            <a:r>
              <a:rPr kumimoji="0" lang="en-US" sz="1400" b="1" i="0" u="none" strike="noStrike" kern="0" cap="none" spc="0" normalizeH="0" baseline="0" noProof="0" dirty="0">
                <a:ln>
                  <a:noFill/>
                </a:ln>
                <a:effectLst/>
                <a:uLnTx/>
                <a:uFillTx/>
                <a:latin typeface="Gill Sans MT" panose="020B0502020104020203" pitchFamily="34" charset="0"/>
                <a:ea typeface="Open Sans" pitchFamily="34" charset="0"/>
                <a:cs typeface="Open Sans" pitchFamily="34" charset="0"/>
              </a:rPr>
              <a:t>harmonize regulations </a:t>
            </a:r>
            <a:r>
              <a:rPr kumimoji="0" lang="en-US" sz="1400" i="0" u="none" strike="noStrike" kern="0" cap="none" spc="0" normalizeH="0" baseline="0" noProof="0" dirty="0">
                <a:ln>
                  <a:noFill/>
                </a:ln>
                <a:effectLst/>
                <a:uLnTx/>
                <a:uFillTx/>
                <a:latin typeface="Gill Sans MT" panose="020B0502020104020203" pitchFamily="34" charset="0"/>
                <a:ea typeface="Open Sans" pitchFamily="34" charset="0"/>
                <a:cs typeface="Open Sans" pitchFamily="34" charset="0"/>
              </a:rPr>
              <a:t>for Indian insurers, Indian reinsurers, foreign reinsurance branches (FRBs), and IFSC Insurance Offices (IIOs)</a:t>
            </a:r>
          </a:p>
        </p:txBody>
      </p:sp>
      <p:sp>
        <p:nvSpPr>
          <p:cNvPr id="4" name="Text Box 10">
            <a:extLst>
              <a:ext uri="{FF2B5EF4-FFF2-40B4-BE49-F238E27FC236}">
                <a16:creationId xmlns:a16="http://schemas.microsoft.com/office/drawing/2014/main" id="{CD082A2A-BCA6-20EF-7D92-CEA25D6DBF07}"/>
              </a:ext>
            </a:extLst>
          </p:cNvPr>
          <p:cNvSpPr txBox="1">
            <a:spLocks noChangeArrowheads="1"/>
          </p:cNvSpPr>
          <p:nvPr/>
        </p:nvSpPr>
        <p:spPr bwMode="auto">
          <a:xfrm>
            <a:off x="271208" y="5128670"/>
            <a:ext cx="2490382" cy="1123384"/>
          </a:xfrm>
          <a:prstGeom prst="rect">
            <a:avLst/>
          </a:prstGeom>
          <a:noFill/>
          <a:ln w="9525">
            <a:noFill/>
            <a:miter lim="800000"/>
            <a:headEnd/>
            <a:tailEnd/>
          </a:ln>
        </p:spPr>
        <p:txBody>
          <a:bodyPr wrap="square" lIns="45720" tIns="22860" rIns="45720" bIns="22860">
            <a:spAutoFit/>
          </a:bodyPr>
          <a:lstStyle/>
          <a:p>
            <a:pPr marL="0" marR="0" lvl="0" indent="0" algn="r" defTabSz="1088232" eaLnBrk="1" fontAlgn="auto" latinLnBrk="0" hangingPunct="1">
              <a:spcBef>
                <a:spcPts val="0"/>
              </a:spcBef>
              <a:spcAft>
                <a:spcPts val="0"/>
              </a:spcAft>
              <a:buClrTx/>
              <a:buSzTx/>
              <a:buFontTx/>
              <a:buNone/>
              <a:tabLst/>
              <a:defRPr/>
            </a:pPr>
            <a:r>
              <a:rPr kumimoji="0" lang="en-US" sz="1400" i="0" u="none" strike="noStrike" kern="0" cap="none" spc="0" normalizeH="0" baseline="0" noProof="0" dirty="0">
                <a:ln>
                  <a:noFill/>
                </a:ln>
                <a:effectLst/>
                <a:uLnTx/>
                <a:uFillTx/>
                <a:latin typeface="Gill Sans MT" panose="020B0502020104020203" pitchFamily="34" charset="0"/>
                <a:ea typeface="Open Sans" pitchFamily="34" charset="0"/>
                <a:cs typeface="Open Sans" pitchFamily="34" charset="0"/>
              </a:rPr>
              <a:t>Changes </a:t>
            </a:r>
            <a:r>
              <a:rPr kumimoji="0" lang="en-US" sz="1400" b="1" i="0" u="none" strike="noStrike" kern="0" cap="none" spc="0" normalizeH="0" baseline="0" noProof="0" dirty="0">
                <a:ln>
                  <a:noFill/>
                </a:ln>
                <a:effectLst/>
                <a:uLnTx/>
                <a:uFillTx/>
                <a:latin typeface="Gill Sans MT" panose="020B0502020104020203" pitchFamily="34" charset="0"/>
                <a:ea typeface="Open Sans" pitchFamily="34" charset="0"/>
                <a:cs typeface="Open Sans" pitchFamily="34" charset="0"/>
              </a:rPr>
              <a:t>aim to create a competitive reinsurance landscape, ensuring equal participation </a:t>
            </a:r>
            <a:r>
              <a:rPr kumimoji="0" lang="en-US" sz="1400" i="0" u="none" strike="noStrike" kern="0" cap="none" spc="0" normalizeH="0" baseline="0" noProof="0" dirty="0">
                <a:ln>
                  <a:noFill/>
                </a:ln>
                <a:effectLst/>
                <a:uLnTx/>
                <a:uFillTx/>
                <a:latin typeface="Gill Sans MT" panose="020B0502020104020203" pitchFamily="34" charset="0"/>
                <a:ea typeface="Open Sans" pitchFamily="34" charset="0"/>
                <a:cs typeface="Open Sans" pitchFamily="34" charset="0"/>
              </a:rPr>
              <a:t>of IFSC Insurance Offices (IIOs) with FRBs</a:t>
            </a:r>
          </a:p>
        </p:txBody>
      </p:sp>
      <p:sp>
        <p:nvSpPr>
          <p:cNvPr id="7" name="Text Box 10">
            <a:extLst>
              <a:ext uri="{FF2B5EF4-FFF2-40B4-BE49-F238E27FC236}">
                <a16:creationId xmlns:a16="http://schemas.microsoft.com/office/drawing/2014/main" id="{75301252-44E4-43F0-8BBD-E775B4E544A8}"/>
              </a:ext>
            </a:extLst>
          </p:cNvPr>
          <p:cNvSpPr txBox="1">
            <a:spLocks noChangeArrowheads="1"/>
          </p:cNvSpPr>
          <p:nvPr/>
        </p:nvSpPr>
        <p:spPr bwMode="auto">
          <a:xfrm>
            <a:off x="9179888" y="2120873"/>
            <a:ext cx="2490382" cy="1123384"/>
          </a:xfrm>
          <a:prstGeom prst="rect">
            <a:avLst/>
          </a:prstGeom>
          <a:solidFill>
            <a:schemeClr val="bg1"/>
          </a:solidFill>
          <a:ln w="9525">
            <a:noFill/>
            <a:miter lim="800000"/>
            <a:headEnd/>
            <a:tailEnd/>
          </a:ln>
        </p:spPr>
        <p:txBody>
          <a:bodyPr wrap="square" lIns="45720" tIns="22860" rIns="45720" bIns="22860">
            <a:spAutoFit/>
          </a:bodyPr>
          <a:lstStyle/>
          <a:p>
            <a:pPr marL="0" marR="0" lvl="0" indent="0" defTabSz="1088232" eaLnBrk="1" fontAlgn="auto" latinLnBrk="0" hangingPunct="1">
              <a:spcBef>
                <a:spcPts val="0"/>
              </a:spcBef>
              <a:spcAft>
                <a:spcPts val="0"/>
              </a:spcAft>
              <a:buClrTx/>
              <a:buSzTx/>
              <a:buFontTx/>
              <a:buNone/>
              <a:tabLst/>
              <a:defRPr/>
            </a:pPr>
            <a:r>
              <a:rPr kumimoji="0" lang="en-US" sz="1400" i="0" u="none" strike="noStrike" kern="0" cap="none" spc="0" normalizeH="0" baseline="0" noProof="0" dirty="0">
                <a:ln>
                  <a:noFill/>
                </a:ln>
                <a:effectLst/>
                <a:uLnTx/>
                <a:uFillTx/>
                <a:latin typeface="Gill Sans MT" panose="020B0502020104020203" pitchFamily="34" charset="0"/>
                <a:ea typeface="Open Sans" pitchFamily="34" charset="0"/>
                <a:cs typeface="Open Sans" pitchFamily="34" charset="0"/>
              </a:rPr>
              <a:t>New </a:t>
            </a:r>
            <a:r>
              <a:rPr kumimoji="0" lang="en-US" sz="1400" b="1" i="0" u="none" strike="noStrike" kern="0" cap="none" spc="0" normalizeH="0" baseline="0" noProof="0" dirty="0">
                <a:ln>
                  <a:noFill/>
                </a:ln>
                <a:effectLst/>
                <a:uLnTx/>
                <a:uFillTx/>
                <a:latin typeface="Gill Sans MT" panose="020B0502020104020203" pitchFamily="34" charset="0"/>
                <a:ea typeface="Open Sans" pitchFamily="34" charset="0"/>
                <a:cs typeface="Open Sans" pitchFamily="34" charset="0"/>
              </a:rPr>
              <a:t>exemptions allowing up to 20% of total retroceded business by Indian reinsurers </a:t>
            </a:r>
            <a:r>
              <a:rPr kumimoji="0" lang="en-US" sz="1400" i="0" u="none" strike="noStrike" kern="0" cap="none" spc="0" normalizeH="0" baseline="0" noProof="0" dirty="0">
                <a:ln>
                  <a:noFill/>
                </a:ln>
                <a:effectLst/>
                <a:uLnTx/>
                <a:uFillTx/>
                <a:latin typeface="Gill Sans MT" panose="020B0502020104020203" pitchFamily="34" charset="0"/>
                <a:ea typeface="Open Sans" pitchFamily="34" charset="0"/>
                <a:cs typeface="Open Sans" pitchFamily="34" charset="0"/>
              </a:rPr>
              <a:t>to count towards minimum retention requirement.</a:t>
            </a:r>
          </a:p>
        </p:txBody>
      </p:sp>
      <p:sp>
        <p:nvSpPr>
          <p:cNvPr id="10" name="Text Box 10">
            <a:extLst>
              <a:ext uri="{FF2B5EF4-FFF2-40B4-BE49-F238E27FC236}">
                <a16:creationId xmlns:a16="http://schemas.microsoft.com/office/drawing/2014/main" id="{141D6BDA-B810-D7E7-81AF-FA57F77781D7}"/>
              </a:ext>
            </a:extLst>
          </p:cNvPr>
          <p:cNvSpPr txBox="1">
            <a:spLocks noChangeArrowheads="1"/>
          </p:cNvSpPr>
          <p:nvPr/>
        </p:nvSpPr>
        <p:spPr bwMode="auto">
          <a:xfrm>
            <a:off x="9179888" y="3530968"/>
            <a:ext cx="2490382" cy="907941"/>
          </a:xfrm>
          <a:prstGeom prst="rect">
            <a:avLst/>
          </a:prstGeom>
          <a:solidFill>
            <a:schemeClr val="bg1"/>
          </a:solidFill>
          <a:ln w="9525">
            <a:noFill/>
            <a:miter lim="800000"/>
            <a:headEnd/>
            <a:tailEnd/>
          </a:ln>
        </p:spPr>
        <p:txBody>
          <a:bodyPr wrap="square" lIns="45720" tIns="22860" rIns="45720" bIns="22860">
            <a:spAutoFit/>
          </a:bodyPr>
          <a:lstStyle/>
          <a:p>
            <a:pPr marL="0" marR="0" lvl="0" indent="0" defTabSz="1088232" eaLnBrk="1" fontAlgn="auto" latinLnBrk="0" hangingPunct="1">
              <a:spcBef>
                <a:spcPts val="0"/>
              </a:spcBef>
              <a:spcAft>
                <a:spcPts val="0"/>
              </a:spcAft>
              <a:buClrTx/>
              <a:buSzTx/>
              <a:buFontTx/>
              <a:buNone/>
              <a:tabLst/>
              <a:defRPr/>
            </a:pPr>
            <a:r>
              <a:rPr kumimoji="0" lang="en-US" sz="1400" b="1" i="0" u="none" strike="noStrike" kern="0" cap="none" spc="0" normalizeH="0" baseline="0" noProof="0" dirty="0">
                <a:ln>
                  <a:noFill/>
                </a:ln>
                <a:effectLst/>
                <a:uLnTx/>
                <a:uFillTx/>
                <a:latin typeface="Gill Sans MT" panose="020B0502020104020203" pitchFamily="34" charset="0"/>
                <a:ea typeface="Open Sans" pitchFamily="34" charset="0"/>
                <a:cs typeface="Open Sans" pitchFamily="34" charset="0"/>
              </a:rPr>
              <a:t>Procedural ease</a:t>
            </a:r>
            <a:r>
              <a:rPr kumimoji="0" lang="en-US" sz="1400" i="0" u="none" strike="noStrike" kern="0" cap="none" spc="0" normalizeH="0" baseline="0" noProof="0" dirty="0">
                <a:ln>
                  <a:noFill/>
                </a:ln>
                <a:effectLst/>
                <a:uLnTx/>
                <a:uFillTx/>
                <a:latin typeface="Gill Sans MT" panose="020B0502020104020203" pitchFamily="34" charset="0"/>
                <a:ea typeface="Open Sans" pitchFamily="34" charset="0"/>
                <a:cs typeface="Open Sans" pitchFamily="34" charset="0"/>
              </a:rPr>
              <a:t>, with Indian insurers only needing to submit soft copies of reinsurer lists and final reinsurance programs.</a:t>
            </a:r>
          </a:p>
        </p:txBody>
      </p:sp>
      <p:sp>
        <p:nvSpPr>
          <p:cNvPr id="28" name="Text Box 10">
            <a:extLst>
              <a:ext uri="{FF2B5EF4-FFF2-40B4-BE49-F238E27FC236}">
                <a16:creationId xmlns:a16="http://schemas.microsoft.com/office/drawing/2014/main" id="{F797CA22-D777-6503-ECDD-A35F75D61ACE}"/>
              </a:ext>
            </a:extLst>
          </p:cNvPr>
          <p:cNvSpPr txBox="1">
            <a:spLocks noChangeArrowheads="1"/>
          </p:cNvSpPr>
          <p:nvPr/>
        </p:nvSpPr>
        <p:spPr bwMode="auto">
          <a:xfrm>
            <a:off x="9203597" y="4898921"/>
            <a:ext cx="2671055" cy="1554272"/>
          </a:xfrm>
          <a:prstGeom prst="rect">
            <a:avLst/>
          </a:prstGeom>
          <a:solidFill>
            <a:schemeClr val="bg1"/>
          </a:solidFill>
          <a:ln w="9525">
            <a:noFill/>
            <a:miter lim="800000"/>
            <a:headEnd/>
            <a:tailEnd/>
          </a:ln>
        </p:spPr>
        <p:txBody>
          <a:bodyPr wrap="square" lIns="45720" tIns="22860" rIns="45720" bIns="22860">
            <a:spAutoFit/>
          </a:bodyPr>
          <a:lstStyle/>
          <a:p>
            <a:pPr marL="0" marR="0" lvl="0" indent="0" defTabSz="1088232" eaLnBrk="1" fontAlgn="auto" latinLnBrk="0" hangingPunct="1">
              <a:spcBef>
                <a:spcPts val="0"/>
              </a:spcBef>
              <a:spcAft>
                <a:spcPts val="0"/>
              </a:spcAft>
              <a:buClrTx/>
              <a:buSzTx/>
              <a:buFontTx/>
              <a:buNone/>
              <a:tabLst/>
              <a:defRPr/>
            </a:pPr>
            <a:r>
              <a:rPr kumimoji="0" lang="en-US" sz="1400" i="0" u="none" strike="noStrike" kern="0" cap="none" spc="0" normalizeH="0" baseline="0" noProof="0" dirty="0">
                <a:ln>
                  <a:noFill/>
                </a:ln>
                <a:effectLst/>
                <a:uLnTx/>
                <a:uFillTx/>
                <a:latin typeface="Gill Sans MT" panose="020B0502020104020203" pitchFamily="34" charset="0"/>
                <a:ea typeface="Open Sans" pitchFamily="34" charset="0"/>
                <a:cs typeface="Open Sans" pitchFamily="34" charset="0"/>
              </a:rPr>
              <a:t>Proposed regulations </a:t>
            </a:r>
            <a:r>
              <a:rPr kumimoji="0" lang="en-US" sz="1400" b="1" i="0" u="none" strike="noStrike" kern="0" cap="none" spc="0" normalizeH="0" baseline="0" noProof="0" dirty="0">
                <a:ln>
                  <a:noFill/>
                </a:ln>
                <a:effectLst/>
                <a:uLnTx/>
                <a:uFillTx/>
                <a:latin typeface="Gill Sans MT" panose="020B0502020104020203" pitchFamily="34" charset="0"/>
                <a:ea typeface="Open Sans" pitchFamily="34" charset="0"/>
                <a:cs typeface="Open Sans" pitchFamily="34" charset="0"/>
              </a:rPr>
              <a:t>consolidate FRBs </a:t>
            </a:r>
            <a:r>
              <a:rPr kumimoji="0" lang="en-US" sz="1400" i="0" u="none" strike="noStrike" kern="0" cap="none" spc="0" normalizeH="0" baseline="0" noProof="0" dirty="0">
                <a:ln>
                  <a:noFill/>
                </a:ln>
                <a:effectLst/>
                <a:uLnTx/>
                <a:uFillTx/>
                <a:latin typeface="Gill Sans MT" panose="020B0502020104020203" pitchFamily="34" charset="0"/>
                <a:ea typeface="Open Sans" pitchFamily="34" charset="0"/>
                <a:cs typeface="Open Sans" pitchFamily="34" charset="0"/>
              </a:rPr>
              <a:t>and Lloyd's India, </a:t>
            </a:r>
            <a:r>
              <a:rPr kumimoji="0" lang="en-US" sz="1400" b="1" i="0" u="none" strike="noStrike" kern="0" cap="none" spc="0" normalizeH="0" baseline="0" noProof="0" dirty="0">
                <a:ln>
                  <a:noFill/>
                </a:ln>
                <a:effectLst/>
                <a:uLnTx/>
                <a:uFillTx/>
                <a:latin typeface="Gill Sans MT" panose="020B0502020104020203" pitchFamily="34" charset="0"/>
                <a:ea typeface="Open Sans" pitchFamily="34" charset="0"/>
                <a:cs typeface="Open Sans" pitchFamily="34" charset="0"/>
              </a:rPr>
              <a:t>streamline compliance, promote mergers, and boost reinsurer presence </a:t>
            </a:r>
            <a:r>
              <a:rPr kumimoji="0" lang="en-US" sz="1400" i="0" u="none" strike="noStrike" kern="0" cap="none" spc="0" normalizeH="0" baseline="0" noProof="0" dirty="0">
                <a:ln>
                  <a:noFill/>
                </a:ln>
                <a:effectLst/>
                <a:uLnTx/>
                <a:uFillTx/>
                <a:latin typeface="Gill Sans MT" panose="020B0502020104020203" pitchFamily="34" charset="0"/>
                <a:ea typeface="Open Sans" pitchFamily="34" charset="0"/>
                <a:cs typeface="Open Sans" pitchFamily="34" charset="0"/>
              </a:rPr>
              <a:t>for expanded capacity and efficient coverage availability</a:t>
            </a:r>
          </a:p>
        </p:txBody>
      </p:sp>
      <p:sp>
        <p:nvSpPr>
          <p:cNvPr id="35" name="Arrow: Left 34">
            <a:hlinkClick r:id="rId5" action="ppaction://hlinksldjump"/>
            <a:extLst>
              <a:ext uri="{FF2B5EF4-FFF2-40B4-BE49-F238E27FC236}">
                <a16:creationId xmlns:a16="http://schemas.microsoft.com/office/drawing/2014/main" id="{13C87078-FEE5-485B-501C-8AA941CB0D8B}"/>
              </a:ext>
            </a:extLst>
          </p:cNvPr>
          <p:cNvSpPr/>
          <p:nvPr/>
        </p:nvSpPr>
        <p:spPr>
          <a:xfrm>
            <a:off x="10336731" y="6349383"/>
            <a:ext cx="1143000" cy="318656"/>
          </a:xfrm>
          <a:prstGeom prst="leftArrow">
            <a:avLst>
              <a:gd name="adj1" fmla="val 96467"/>
              <a:gd name="adj2" fmla="val 46681"/>
            </a:avLst>
          </a:prstGeom>
          <a:solidFill>
            <a:srgbClr val="00A3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hlinkClick r:id="rId5" action="ppaction://hlinksldjump">
                  <a:extLst>
                    <a:ext uri="{A12FA001-AC4F-418D-AE19-62706E023703}">
                      <ahyp:hlinkClr xmlns:ahyp="http://schemas.microsoft.com/office/drawing/2018/hyperlinkcolor" val="tx"/>
                    </a:ext>
                  </a:extLst>
                </a:hlinkClick>
              </a:rPr>
              <a:t>Back</a:t>
            </a:r>
            <a:endParaRPr lang="en-US" b="1" dirty="0">
              <a:solidFill>
                <a:schemeClr val="tx1"/>
              </a:solidFill>
            </a:endParaRPr>
          </a:p>
        </p:txBody>
      </p:sp>
    </p:spTree>
    <p:extLst>
      <p:ext uri="{BB962C8B-B14F-4D97-AF65-F5344CB8AC3E}">
        <p14:creationId xmlns:p14="http://schemas.microsoft.com/office/powerpoint/2010/main" val="28282459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2D938-A5F6-C1A0-3C3D-0AAC54AABA82}"/>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B21F73F5-CC15-F8DD-E027-06EC65EBDAC1}"/>
              </a:ext>
            </a:extLst>
          </p:cNvPr>
          <p:cNvSpPr/>
          <p:nvPr/>
        </p:nvSpPr>
        <p:spPr bwMode="gray">
          <a:xfrm>
            <a:off x="315245" y="1055351"/>
            <a:ext cx="11362091" cy="5536249"/>
          </a:xfrm>
          <a:prstGeom prst="rect">
            <a:avLst/>
          </a:prstGeom>
          <a:solidFill>
            <a:schemeClr val="accent5">
              <a:lumMod val="75000"/>
              <a:alpha val="2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dirty="0">
              <a:solidFill>
                <a:schemeClr val="bg1"/>
              </a:solidFill>
              <a:latin typeface="Gill Sans MT" panose="020B0502020104020203" pitchFamily="34" charset="0"/>
            </a:endParaRPr>
          </a:p>
        </p:txBody>
      </p:sp>
      <p:graphicFrame>
        <p:nvGraphicFramePr>
          <p:cNvPr id="5" name="think-cell data - do not delete" hidden="1">
            <a:extLst>
              <a:ext uri="{FF2B5EF4-FFF2-40B4-BE49-F238E27FC236}">
                <a16:creationId xmlns:a16="http://schemas.microsoft.com/office/drawing/2014/main" id="{3DC238D4-CF8B-0444-9A13-4161026283C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think-cell data - do not delete" hidden="1">
                        <a:extLst>
                          <a:ext uri="{FF2B5EF4-FFF2-40B4-BE49-F238E27FC236}">
                            <a16:creationId xmlns:a16="http://schemas.microsoft.com/office/drawing/2014/main" id="{3DC238D4-CF8B-0444-9A13-4161026283C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ext Placeholder 2">
            <a:extLst>
              <a:ext uri="{FF2B5EF4-FFF2-40B4-BE49-F238E27FC236}">
                <a16:creationId xmlns:a16="http://schemas.microsoft.com/office/drawing/2014/main" id="{C3D00662-26CB-53B9-4F13-DAEBDC316DAB}"/>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600" dirty="0">
                <a:solidFill>
                  <a:schemeClr val="bg2">
                    <a:lumMod val="50000"/>
                  </a:schemeClr>
                </a:solidFill>
                <a:latin typeface="Gill Sans MT" panose="020B0502020104020203" pitchFamily="34" charset="0"/>
              </a:rPr>
              <a:t>Different approaches to insurance while determination of tariff u/s 62 and 63 of EA 2003</a:t>
            </a:r>
          </a:p>
        </p:txBody>
      </p:sp>
      <p:sp>
        <p:nvSpPr>
          <p:cNvPr id="10" name="Title 2">
            <a:extLst>
              <a:ext uri="{FF2B5EF4-FFF2-40B4-BE49-F238E27FC236}">
                <a16:creationId xmlns:a16="http://schemas.microsoft.com/office/drawing/2014/main" id="{3B88417B-F8D3-0769-CC8D-1071E6D69C87}"/>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dirty="0">
                <a:solidFill>
                  <a:srgbClr val="BA0C2F"/>
                </a:solidFill>
                <a:latin typeface="Gill Sans MT" panose="020B0502020104020203" pitchFamily="34" charset="0"/>
              </a:rPr>
              <a:t>Regulatory treatment of Insurance with respect to Electricity Act 2003 </a:t>
            </a:r>
          </a:p>
        </p:txBody>
      </p:sp>
      <p:cxnSp>
        <p:nvCxnSpPr>
          <p:cNvPr id="18" name="Straight Connector 17">
            <a:extLst>
              <a:ext uri="{FF2B5EF4-FFF2-40B4-BE49-F238E27FC236}">
                <a16:creationId xmlns:a16="http://schemas.microsoft.com/office/drawing/2014/main" id="{107BCF06-B594-3FD7-2DE0-868218310D89}"/>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1DF0F04-361C-929C-3CD7-25391F30D81A}"/>
              </a:ext>
            </a:extLst>
          </p:cNvPr>
          <p:cNvSpPr txBox="1"/>
          <p:nvPr/>
        </p:nvSpPr>
        <p:spPr>
          <a:xfrm>
            <a:off x="514664" y="1560518"/>
            <a:ext cx="10647705" cy="523220"/>
          </a:xfrm>
          <a:prstGeom prst="rect">
            <a:avLst/>
          </a:prstGeom>
          <a:solidFill>
            <a:schemeClr val="bg1"/>
          </a:solidFill>
        </p:spPr>
        <p:txBody>
          <a:bodyPr wrap="square">
            <a:spAutoFit/>
          </a:bodyPr>
          <a:lstStyle/>
          <a:p>
            <a:r>
              <a:rPr lang="en-US" sz="1400" dirty="0">
                <a:solidFill>
                  <a:srgbClr val="000000"/>
                </a:solidFill>
                <a:effectLst/>
                <a:latin typeface="Gill Sans MT" panose="020B0502020104020203" pitchFamily="34" charset="0"/>
                <a:ea typeface="Calibri" panose="020F0502020204030204" pitchFamily="34" charset="0"/>
              </a:rPr>
              <a:t>Section 62 of the Electricity Act serves as “</a:t>
            </a:r>
            <a:r>
              <a:rPr lang="en-US" sz="1400" b="1" dirty="0">
                <a:solidFill>
                  <a:srgbClr val="000000"/>
                </a:solidFill>
                <a:effectLst/>
                <a:latin typeface="Gill Sans MT" panose="020B0502020104020203" pitchFamily="34" charset="0"/>
                <a:ea typeface="Calibri" panose="020F0502020204030204" pitchFamily="34" charset="0"/>
              </a:rPr>
              <a:t>Pseudo</a:t>
            </a:r>
            <a:r>
              <a:rPr lang="en-US" sz="1400" dirty="0">
                <a:solidFill>
                  <a:srgbClr val="000000"/>
                </a:solidFill>
                <a:effectLst/>
                <a:latin typeface="Gill Sans MT" panose="020B0502020104020203" pitchFamily="34" charset="0"/>
                <a:ea typeface="Calibri" panose="020F0502020204030204" pitchFamily="34" charset="0"/>
              </a:rPr>
              <a:t>” insurance for the power sector, covering various project aspects. However, there is no separate clause fo</a:t>
            </a:r>
            <a:r>
              <a:rPr lang="en-US" sz="1400" dirty="0">
                <a:solidFill>
                  <a:srgbClr val="000000"/>
                </a:solidFill>
                <a:latin typeface="Gill Sans MT" panose="020B0502020104020203" pitchFamily="34" charset="0"/>
                <a:ea typeface="Calibri" panose="020F0502020204030204" pitchFamily="34" charset="0"/>
              </a:rPr>
              <a:t>r </a:t>
            </a:r>
            <a:r>
              <a:rPr lang="en-US" sz="1400" dirty="0">
                <a:solidFill>
                  <a:srgbClr val="000000"/>
                </a:solidFill>
                <a:effectLst/>
                <a:latin typeface="Gill Sans MT" panose="020B0502020104020203" pitchFamily="34" charset="0"/>
                <a:ea typeface="Calibri" panose="020F0502020204030204" pitchFamily="34" charset="0"/>
              </a:rPr>
              <a:t>reimbursement of insurance expenses; it must be managed within approved limits of O&amp;M expenses</a:t>
            </a:r>
          </a:p>
        </p:txBody>
      </p:sp>
      <p:sp>
        <p:nvSpPr>
          <p:cNvPr id="6" name="Pentagon 1">
            <a:extLst>
              <a:ext uri="{FF2B5EF4-FFF2-40B4-BE49-F238E27FC236}">
                <a16:creationId xmlns:a16="http://schemas.microsoft.com/office/drawing/2014/main" id="{42E009B7-824D-25A3-83FF-99C8537E14DA}"/>
              </a:ext>
            </a:extLst>
          </p:cNvPr>
          <p:cNvSpPr/>
          <p:nvPr/>
        </p:nvSpPr>
        <p:spPr bwMode="gray">
          <a:xfrm>
            <a:off x="514664" y="1158448"/>
            <a:ext cx="9177976" cy="338242"/>
          </a:xfrm>
          <a:prstGeom prst="homePlate">
            <a:avLst/>
          </a:prstGeom>
          <a:solidFill>
            <a:schemeClr val="bg2"/>
          </a:solidFill>
          <a:ln w="19050" algn="ctr">
            <a:noFill/>
            <a:miter lim="800000"/>
            <a:headEnd/>
            <a:tailEnd/>
          </a:ln>
        </p:spPr>
        <p:txBody>
          <a:bodyPr wrap="square" lIns="360000" tIns="88900" rIns="88900" bIns="88900" rtlCol="0" anchor="ctr"/>
          <a:lstStyle/>
          <a:p>
            <a:pPr>
              <a:buFont typeface="Wingdings 2" pitchFamily="18" charset="2"/>
              <a:buNone/>
            </a:pPr>
            <a:r>
              <a:rPr lang="en-US" b="1" dirty="0">
                <a:solidFill>
                  <a:schemeClr val="bg1"/>
                </a:solidFill>
                <a:latin typeface="Gill Sans MT" panose="020B0502020104020203" pitchFamily="34" charset="0"/>
              </a:rPr>
              <a:t>Electricity Act, Section 62 (Tariff Determination under Cost plus method)</a:t>
            </a:r>
          </a:p>
        </p:txBody>
      </p:sp>
      <p:grpSp>
        <p:nvGrpSpPr>
          <p:cNvPr id="7" name="Group 6">
            <a:extLst>
              <a:ext uri="{FF2B5EF4-FFF2-40B4-BE49-F238E27FC236}">
                <a16:creationId xmlns:a16="http://schemas.microsoft.com/office/drawing/2014/main" id="{BB50C583-3375-2663-5BB1-7B9422208F8B}"/>
              </a:ext>
            </a:extLst>
          </p:cNvPr>
          <p:cNvGrpSpPr/>
          <p:nvPr/>
        </p:nvGrpSpPr>
        <p:grpSpPr>
          <a:xfrm>
            <a:off x="504384" y="4523178"/>
            <a:ext cx="10937638" cy="1374250"/>
            <a:chOff x="227965" y="1681064"/>
            <a:chExt cx="8673148" cy="797018"/>
          </a:xfrm>
        </p:grpSpPr>
        <p:sp>
          <p:nvSpPr>
            <p:cNvPr id="9" name="TextBox 8">
              <a:extLst>
                <a:ext uri="{FF2B5EF4-FFF2-40B4-BE49-F238E27FC236}">
                  <a16:creationId xmlns:a16="http://schemas.microsoft.com/office/drawing/2014/main" id="{7A8A4C65-0DBD-21DD-3559-18FBFF34EF03}"/>
                </a:ext>
              </a:extLst>
            </p:cNvPr>
            <p:cNvSpPr txBox="1"/>
            <p:nvPr/>
          </p:nvSpPr>
          <p:spPr>
            <a:xfrm>
              <a:off x="227965" y="2049682"/>
              <a:ext cx="8673148" cy="428400"/>
            </a:xfrm>
            <a:prstGeom prst="rect">
              <a:avLst/>
            </a:prstGeom>
            <a:solidFill>
              <a:schemeClr val="bg1"/>
            </a:solidFill>
          </p:spPr>
          <p:txBody>
            <a:bodyPr wrap="square">
              <a:spAutoFit/>
            </a:bodyPr>
            <a:lstStyle/>
            <a:p>
              <a:r>
                <a:rPr lang="en-US" sz="1400" dirty="0">
                  <a:solidFill>
                    <a:srgbClr val="000000"/>
                  </a:solidFill>
                  <a:effectLst/>
                  <a:latin typeface="Gill Sans MT" panose="020B0502020104020203" pitchFamily="34" charset="0"/>
                  <a:ea typeface="Calibri" panose="020F0502020204030204" pitchFamily="34" charset="0"/>
                </a:rPr>
                <a:t>Under Section 63 of the Electricity Act,  insurance costs are not pass through and thus requires all projections for premium before the bid itself, to be done correctly, for the project economics to work. With majority of the projects being operational beyond the initial operational life, the carrying cost of asset &amp; the insurance there of becomes a debatab</a:t>
              </a:r>
              <a:r>
                <a:rPr lang="en-US" sz="1400" dirty="0">
                  <a:solidFill>
                    <a:srgbClr val="000000"/>
                  </a:solidFill>
                  <a:latin typeface="Gill Sans MT" panose="020B0502020104020203" pitchFamily="34" charset="0"/>
                  <a:ea typeface="Calibri" panose="020F0502020204030204" pitchFamily="34" charset="0"/>
                </a:rPr>
                <a:t>le proposition post completion of scheduled operational life.</a:t>
              </a:r>
              <a:endParaRPr lang="en-US" sz="1400" dirty="0">
                <a:solidFill>
                  <a:srgbClr val="000000"/>
                </a:solidFill>
                <a:effectLst/>
                <a:latin typeface="Gill Sans MT" panose="020B0502020104020203" pitchFamily="34" charset="0"/>
                <a:ea typeface="Calibri" panose="020F0502020204030204" pitchFamily="34" charset="0"/>
              </a:endParaRPr>
            </a:p>
          </p:txBody>
        </p:sp>
        <p:sp>
          <p:nvSpPr>
            <p:cNvPr id="11" name="Pentagon 1">
              <a:extLst>
                <a:ext uri="{FF2B5EF4-FFF2-40B4-BE49-F238E27FC236}">
                  <a16:creationId xmlns:a16="http://schemas.microsoft.com/office/drawing/2014/main" id="{96FF83D8-A5C2-C5F6-E4BC-D088D10B2669}"/>
                </a:ext>
              </a:extLst>
            </p:cNvPr>
            <p:cNvSpPr/>
            <p:nvPr/>
          </p:nvSpPr>
          <p:spPr bwMode="gray">
            <a:xfrm>
              <a:off x="227965" y="1681064"/>
              <a:ext cx="7762437" cy="261510"/>
            </a:xfrm>
            <a:prstGeom prst="homePlate">
              <a:avLst/>
            </a:prstGeom>
            <a:solidFill>
              <a:schemeClr val="tx2"/>
            </a:solidFill>
            <a:ln w="19050" algn="ctr">
              <a:noFill/>
              <a:miter lim="800000"/>
              <a:headEnd/>
              <a:tailEnd/>
            </a:ln>
          </p:spPr>
          <p:txBody>
            <a:bodyPr wrap="square" lIns="360000" tIns="88900" rIns="88900" bIns="88900" rtlCol="0" anchor="ctr"/>
            <a:lstStyle/>
            <a:p>
              <a:pPr>
                <a:buFont typeface="Wingdings 2" pitchFamily="18" charset="2"/>
                <a:buNone/>
              </a:pPr>
              <a:r>
                <a:rPr lang="en-US" b="1" dirty="0">
                  <a:solidFill>
                    <a:schemeClr val="bg1"/>
                  </a:solidFill>
                  <a:latin typeface="Gill Sans MT" panose="020B0502020104020203" pitchFamily="34" charset="0"/>
                </a:rPr>
                <a:t>Electricity Act, Section 63 (Tariff Determination through Competitive Bidding)</a:t>
              </a:r>
            </a:p>
          </p:txBody>
        </p:sp>
      </p:grpSp>
      <p:sp>
        <p:nvSpPr>
          <p:cNvPr id="12" name="TextBox 11">
            <a:extLst>
              <a:ext uri="{FF2B5EF4-FFF2-40B4-BE49-F238E27FC236}">
                <a16:creationId xmlns:a16="http://schemas.microsoft.com/office/drawing/2014/main" id="{83CF499E-0857-E926-9A73-9938A3A97EF9}"/>
              </a:ext>
            </a:extLst>
          </p:cNvPr>
          <p:cNvSpPr txBox="1"/>
          <p:nvPr/>
        </p:nvSpPr>
        <p:spPr>
          <a:xfrm>
            <a:off x="732893" y="3109443"/>
            <a:ext cx="2310088" cy="1083406"/>
          </a:xfrm>
          <a:prstGeom prst="rect">
            <a:avLst/>
          </a:prstGeom>
          <a:solidFill>
            <a:schemeClr val="bg1"/>
          </a:solidFill>
        </p:spPr>
        <p:txBody>
          <a:bodyPr wrap="square" lIns="68580" tIns="68580" rIns="68580" bIns="68580" rtlCol="0">
            <a:noAutofit/>
          </a:bodyPr>
          <a:lstStyle>
            <a:defPPr>
              <a:defRPr lang="en-US"/>
            </a:defPPr>
            <a:lvl1pPr>
              <a:buSzPct val="100000"/>
              <a:defRPr sz="1200">
                <a:solidFill>
                  <a:srgbClr val="313131"/>
                </a:solidFill>
              </a:defRPr>
            </a:lvl1pPr>
          </a:lstStyle>
          <a:p>
            <a:endParaRPr lang="en-US" sz="1400" dirty="0">
              <a:latin typeface="Gill Sans MT" panose="020B0502020104020203" pitchFamily="34" charset="0"/>
            </a:endParaRPr>
          </a:p>
          <a:p>
            <a:endParaRPr lang="en-US" sz="1400" dirty="0">
              <a:latin typeface="Gill Sans MT" panose="020B0502020104020203" pitchFamily="34" charset="0"/>
            </a:endParaRPr>
          </a:p>
          <a:p>
            <a:r>
              <a:rPr lang="en-US" sz="1400" dirty="0">
                <a:latin typeface="Gill Sans MT" panose="020B0502020104020203" pitchFamily="34" charset="0"/>
              </a:rPr>
              <a:t>Penstock of </a:t>
            </a:r>
            <a:r>
              <a:rPr lang="en-US" sz="1400" dirty="0" err="1">
                <a:latin typeface="Gill Sans MT" panose="020B0502020104020203" pitchFamily="34" charset="0"/>
              </a:rPr>
              <a:t>Kopili</a:t>
            </a:r>
            <a:r>
              <a:rPr lang="en-US" sz="1400" dirty="0">
                <a:latin typeface="Gill Sans MT" panose="020B0502020104020203" pitchFamily="34" charset="0"/>
              </a:rPr>
              <a:t> HEP got burst</a:t>
            </a:r>
          </a:p>
        </p:txBody>
      </p:sp>
      <p:sp>
        <p:nvSpPr>
          <p:cNvPr id="13" name="TextBox 12">
            <a:extLst>
              <a:ext uri="{FF2B5EF4-FFF2-40B4-BE49-F238E27FC236}">
                <a16:creationId xmlns:a16="http://schemas.microsoft.com/office/drawing/2014/main" id="{22BEEFE8-615E-CE51-18A2-1F1FADAAF376}"/>
              </a:ext>
            </a:extLst>
          </p:cNvPr>
          <p:cNvSpPr txBox="1"/>
          <p:nvPr/>
        </p:nvSpPr>
        <p:spPr>
          <a:xfrm>
            <a:off x="3271877" y="3095291"/>
            <a:ext cx="2334078" cy="1083406"/>
          </a:xfrm>
          <a:prstGeom prst="rect">
            <a:avLst/>
          </a:prstGeom>
          <a:solidFill>
            <a:schemeClr val="bg1"/>
          </a:solidFill>
        </p:spPr>
        <p:txBody>
          <a:bodyPr wrap="square" lIns="68580" tIns="68580" rIns="68580" bIns="68580" rtlCol="0">
            <a:noAutofit/>
          </a:bodyPr>
          <a:lstStyle>
            <a:defPPr>
              <a:defRPr lang="en-US"/>
            </a:defPPr>
            <a:lvl1pPr>
              <a:buSzPct val="100000"/>
              <a:defRPr sz="1200">
                <a:solidFill>
                  <a:srgbClr val="313131"/>
                </a:solidFill>
              </a:defRPr>
            </a:lvl1pPr>
          </a:lstStyle>
          <a:p>
            <a:endParaRPr lang="en-US" sz="1400" dirty="0">
              <a:latin typeface="Gill Sans MT" panose="020B0502020104020203" pitchFamily="34" charset="0"/>
            </a:endParaRPr>
          </a:p>
          <a:p>
            <a:endParaRPr lang="en-US" sz="1400" dirty="0">
              <a:latin typeface="Gill Sans MT" panose="020B0502020104020203" pitchFamily="34" charset="0"/>
            </a:endParaRPr>
          </a:p>
          <a:p>
            <a:r>
              <a:rPr lang="en-US" sz="1400" dirty="0">
                <a:latin typeface="Gill Sans MT" panose="020B0502020104020203" pitchFamily="34" charset="0"/>
              </a:rPr>
              <a:t>Insurance Cost claimed by NEEPCO</a:t>
            </a:r>
            <a:endParaRPr lang="en-US" sz="1400" dirty="0">
              <a:solidFill>
                <a:schemeClr val="tx1"/>
              </a:solidFill>
              <a:latin typeface="Gill Sans MT" panose="020B0502020104020203" pitchFamily="34" charset="0"/>
            </a:endParaRPr>
          </a:p>
        </p:txBody>
      </p:sp>
      <p:sp>
        <p:nvSpPr>
          <p:cNvPr id="14" name="TextBox 13">
            <a:extLst>
              <a:ext uri="{FF2B5EF4-FFF2-40B4-BE49-F238E27FC236}">
                <a16:creationId xmlns:a16="http://schemas.microsoft.com/office/drawing/2014/main" id="{3880327F-0388-398C-4F6A-CF30DB02748F}"/>
              </a:ext>
            </a:extLst>
          </p:cNvPr>
          <p:cNvSpPr txBox="1"/>
          <p:nvPr/>
        </p:nvSpPr>
        <p:spPr>
          <a:xfrm>
            <a:off x="5759769" y="3095291"/>
            <a:ext cx="2334076" cy="1083406"/>
          </a:xfrm>
          <a:prstGeom prst="rect">
            <a:avLst/>
          </a:prstGeom>
          <a:solidFill>
            <a:schemeClr val="bg1"/>
          </a:solidFill>
        </p:spPr>
        <p:txBody>
          <a:bodyPr wrap="square" lIns="68580" tIns="68580" rIns="68580" bIns="68580" rtlCol="0">
            <a:noAutofit/>
          </a:bodyPr>
          <a:lstStyle>
            <a:defPPr>
              <a:defRPr lang="en-US"/>
            </a:defPPr>
            <a:lvl1pPr>
              <a:buSzPct val="100000"/>
              <a:defRPr sz="1200">
                <a:solidFill>
                  <a:srgbClr val="313131"/>
                </a:solidFill>
              </a:defRPr>
            </a:lvl1pPr>
          </a:lstStyle>
          <a:p>
            <a:endParaRPr lang="en-US" sz="1400" dirty="0">
              <a:latin typeface="Gill Sans MT" panose="020B0502020104020203" pitchFamily="34" charset="0"/>
            </a:endParaRPr>
          </a:p>
          <a:p>
            <a:endParaRPr lang="en-US" sz="1400" dirty="0">
              <a:latin typeface="Gill Sans MT" panose="020B0502020104020203" pitchFamily="34" charset="0"/>
            </a:endParaRPr>
          </a:p>
          <a:p>
            <a:r>
              <a:rPr lang="en-US" sz="1400" dirty="0">
                <a:latin typeface="Gill Sans MT" panose="020B0502020104020203" pitchFamily="34" charset="0"/>
              </a:rPr>
              <a:t>Partly Reimbursed </a:t>
            </a:r>
          </a:p>
        </p:txBody>
      </p:sp>
      <p:sp>
        <p:nvSpPr>
          <p:cNvPr id="15" name="TextBox 14">
            <a:extLst>
              <a:ext uri="{FF2B5EF4-FFF2-40B4-BE49-F238E27FC236}">
                <a16:creationId xmlns:a16="http://schemas.microsoft.com/office/drawing/2014/main" id="{25E34CCD-2BFE-9C38-6F4E-055AAFF491CA}"/>
              </a:ext>
            </a:extLst>
          </p:cNvPr>
          <p:cNvSpPr txBox="1"/>
          <p:nvPr/>
        </p:nvSpPr>
        <p:spPr>
          <a:xfrm>
            <a:off x="8202427" y="3095291"/>
            <a:ext cx="2334684" cy="1083406"/>
          </a:xfrm>
          <a:prstGeom prst="rect">
            <a:avLst/>
          </a:prstGeom>
          <a:solidFill>
            <a:schemeClr val="bg1"/>
          </a:solidFill>
        </p:spPr>
        <p:txBody>
          <a:bodyPr wrap="square" lIns="68580" tIns="68580" rIns="68580" bIns="68580" rtlCol="0">
            <a:noAutofit/>
          </a:bodyPr>
          <a:lstStyle>
            <a:defPPr>
              <a:defRPr lang="en-US"/>
            </a:defPPr>
            <a:lvl1pPr>
              <a:buSzPct val="100000"/>
              <a:defRPr sz="1200">
                <a:solidFill>
                  <a:srgbClr val="313131"/>
                </a:solidFill>
              </a:defRPr>
            </a:lvl1pPr>
          </a:lstStyle>
          <a:p>
            <a:r>
              <a:rPr lang="en-US" sz="1400" dirty="0">
                <a:latin typeface="Gill Sans MT" panose="020B0502020104020203" pitchFamily="34" charset="0"/>
              </a:rPr>
              <a:t>Balance portion claimed as reimbursement through tariff for Capex incurred in recommissioning the project</a:t>
            </a:r>
          </a:p>
        </p:txBody>
      </p:sp>
      <p:sp>
        <p:nvSpPr>
          <p:cNvPr id="16" name="Text Box 10">
            <a:extLst>
              <a:ext uri="{FF2B5EF4-FFF2-40B4-BE49-F238E27FC236}">
                <a16:creationId xmlns:a16="http://schemas.microsoft.com/office/drawing/2014/main" id="{512D78B6-E607-FF37-8F74-678D01916FBA}"/>
              </a:ext>
            </a:extLst>
          </p:cNvPr>
          <p:cNvSpPr txBox="1">
            <a:spLocks noChangeArrowheads="1"/>
          </p:cNvSpPr>
          <p:nvPr/>
        </p:nvSpPr>
        <p:spPr bwMode="auto">
          <a:xfrm>
            <a:off x="721743" y="2733464"/>
            <a:ext cx="2418671" cy="380356"/>
          </a:xfrm>
          <a:prstGeom prst="homePlate">
            <a:avLst>
              <a:gd name="adj" fmla="val 16907"/>
            </a:avLst>
          </a:prstGeom>
          <a:solidFill>
            <a:schemeClr val="accent1"/>
          </a:solidFill>
          <a:ln w="12700" algn="ctr">
            <a:solidFill>
              <a:schemeClr val="tx2"/>
            </a:solidFill>
            <a:miter lim="800000"/>
            <a:headEnd/>
            <a:tailEnd type="none" w="sm" len="med"/>
          </a:ln>
        </p:spPr>
        <p:txBody>
          <a:bodyPr lIns="34290" tIns="34290" rIns="34290" bIns="34290" anchor="ctr" anchorCtr="0"/>
          <a:lstStyle/>
          <a:p>
            <a:pPr algn="ctr" defTabSz="717947"/>
            <a:r>
              <a:rPr lang="en-US" sz="1400" b="1" dirty="0">
                <a:solidFill>
                  <a:prstClr val="white"/>
                </a:solidFill>
                <a:latin typeface="Gill Sans MT" panose="020B0502020104020203" pitchFamily="34" charset="0"/>
                <a:cs typeface="Arial" pitchFamily="34" charset="0"/>
              </a:rPr>
              <a:t>Stage - 1</a:t>
            </a:r>
          </a:p>
        </p:txBody>
      </p:sp>
      <p:sp>
        <p:nvSpPr>
          <p:cNvPr id="17" name="Text Box 10">
            <a:extLst>
              <a:ext uri="{FF2B5EF4-FFF2-40B4-BE49-F238E27FC236}">
                <a16:creationId xmlns:a16="http://schemas.microsoft.com/office/drawing/2014/main" id="{E8F035CE-F805-528D-BEC5-F3514D3B9478}"/>
              </a:ext>
            </a:extLst>
          </p:cNvPr>
          <p:cNvSpPr txBox="1">
            <a:spLocks noChangeArrowheads="1"/>
          </p:cNvSpPr>
          <p:nvPr/>
        </p:nvSpPr>
        <p:spPr bwMode="auto">
          <a:xfrm>
            <a:off x="3271878" y="2725435"/>
            <a:ext cx="2421736" cy="380357"/>
          </a:xfrm>
          <a:prstGeom prst="chevron">
            <a:avLst>
              <a:gd name="adj" fmla="val 12770"/>
            </a:avLst>
          </a:prstGeom>
          <a:solidFill>
            <a:schemeClr val="accent3"/>
          </a:solidFill>
          <a:ln w="12700" algn="ctr">
            <a:noFill/>
            <a:miter lim="800000"/>
            <a:headEnd/>
            <a:tailEnd type="none" w="sm" len="med"/>
          </a:ln>
        </p:spPr>
        <p:txBody>
          <a:bodyPr lIns="34290" tIns="34290" rIns="34290" bIns="34290" anchor="ctr" anchorCtr="0"/>
          <a:lstStyle/>
          <a:p>
            <a:pPr algn="ctr" defTabSz="717947"/>
            <a:r>
              <a:rPr lang="en-US" sz="1400" b="1" dirty="0">
                <a:solidFill>
                  <a:prstClr val="white"/>
                </a:solidFill>
                <a:latin typeface="Gill Sans MT" panose="020B0502020104020203" pitchFamily="34" charset="0"/>
                <a:cs typeface="Arial" pitchFamily="34" charset="0"/>
              </a:rPr>
              <a:t>Stage - II</a:t>
            </a:r>
          </a:p>
        </p:txBody>
      </p:sp>
      <p:sp>
        <p:nvSpPr>
          <p:cNvPr id="19" name="Text Box 10">
            <a:extLst>
              <a:ext uri="{FF2B5EF4-FFF2-40B4-BE49-F238E27FC236}">
                <a16:creationId xmlns:a16="http://schemas.microsoft.com/office/drawing/2014/main" id="{3C248E8E-5E50-DE24-2E3C-175DA2CDBE23}"/>
              </a:ext>
            </a:extLst>
          </p:cNvPr>
          <p:cNvSpPr txBox="1">
            <a:spLocks noChangeArrowheads="1"/>
          </p:cNvSpPr>
          <p:nvPr/>
        </p:nvSpPr>
        <p:spPr bwMode="auto">
          <a:xfrm>
            <a:off x="5759770" y="2709756"/>
            <a:ext cx="2421736" cy="380357"/>
          </a:xfrm>
          <a:prstGeom prst="chevron">
            <a:avLst>
              <a:gd name="adj" fmla="val 12770"/>
            </a:avLst>
          </a:prstGeom>
          <a:solidFill>
            <a:schemeClr val="accent2"/>
          </a:solidFill>
          <a:ln w="12700" algn="ctr">
            <a:noFill/>
            <a:miter lim="800000"/>
            <a:headEnd/>
            <a:tailEnd type="none" w="sm" len="med"/>
          </a:ln>
        </p:spPr>
        <p:txBody>
          <a:bodyPr lIns="34290" tIns="34290" rIns="34290" bIns="34290" anchor="ctr" anchorCtr="0"/>
          <a:lstStyle>
            <a:defPPr>
              <a:defRPr lang="en-US"/>
            </a:defPPr>
            <a:lvl1pPr algn="ctr" defTabSz="957263">
              <a:defRPr sz="1200" b="1">
                <a:solidFill>
                  <a:prstClr val="white"/>
                </a:solidFill>
                <a:cs typeface="Arial" pitchFamily="34" charset="0"/>
              </a:defRPr>
            </a:lvl1pPr>
          </a:lstStyle>
          <a:p>
            <a:r>
              <a:rPr lang="en-US" sz="1400" dirty="0">
                <a:latin typeface="Gill Sans MT" panose="020B0502020104020203" pitchFamily="34" charset="0"/>
              </a:rPr>
              <a:t>Stage - III</a:t>
            </a:r>
          </a:p>
        </p:txBody>
      </p:sp>
      <p:sp>
        <p:nvSpPr>
          <p:cNvPr id="20" name="Text Box 10">
            <a:extLst>
              <a:ext uri="{FF2B5EF4-FFF2-40B4-BE49-F238E27FC236}">
                <a16:creationId xmlns:a16="http://schemas.microsoft.com/office/drawing/2014/main" id="{A47F7DFD-C1F5-728C-E2DD-11149C666EC9}"/>
              </a:ext>
            </a:extLst>
          </p:cNvPr>
          <p:cNvSpPr txBox="1">
            <a:spLocks noChangeArrowheads="1"/>
          </p:cNvSpPr>
          <p:nvPr/>
        </p:nvSpPr>
        <p:spPr bwMode="auto">
          <a:xfrm>
            <a:off x="8202428" y="2709756"/>
            <a:ext cx="2421736" cy="380357"/>
          </a:xfrm>
          <a:prstGeom prst="chevron">
            <a:avLst>
              <a:gd name="adj" fmla="val 12770"/>
            </a:avLst>
          </a:prstGeom>
          <a:solidFill>
            <a:srgbClr val="000000"/>
          </a:solidFill>
          <a:ln w="12700" algn="ctr">
            <a:noFill/>
            <a:miter lim="800000"/>
            <a:headEnd/>
            <a:tailEnd type="none" w="sm" len="med"/>
          </a:ln>
        </p:spPr>
        <p:txBody>
          <a:bodyPr lIns="34290" tIns="34290" rIns="34290" bIns="34290" anchor="ctr" anchorCtr="0"/>
          <a:lstStyle>
            <a:defPPr>
              <a:defRPr lang="en-US"/>
            </a:defPPr>
            <a:lvl1pPr algn="ctr" defTabSz="957263">
              <a:defRPr sz="1200" b="1">
                <a:solidFill>
                  <a:prstClr val="white"/>
                </a:solidFill>
                <a:cs typeface="Arial" pitchFamily="34" charset="0"/>
              </a:defRPr>
            </a:lvl1pPr>
          </a:lstStyle>
          <a:p>
            <a:r>
              <a:rPr lang="en-US" sz="1400" dirty="0">
                <a:latin typeface="Gill Sans MT" panose="020B0502020104020203" pitchFamily="34" charset="0"/>
              </a:rPr>
              <a:t>Stage - IV</a:t>
            </a:r>
          </a:p>
        </p:txBody>
      </p:sp>
      <p:sp>
        <p:nvSpPr>
          <p:cNvPr id="21" name="TextBox 20">
            <a:extLst>
              <a:ext uri="{FF2B5EF4-FFF2-40B4-BE49-F238E27FC236}">
                <a16:creationId xmlns:a16="http://schemas.microsoft.com/office/drawing/2014/main" id="{62D6226C-966D-1A96-4B4D-541F98417BA2}"/>
              </a:ext>
            </a:extLst>
          </p:cNvPr>
          <p:cNvSpPr txBox="1"/>
          <p:nvPr/>
        </p:nvSpPr>
        <p:spPr>
          <a:xfrm>
            <a:off x="504384" y="2371202"/>
            <a:ext cx="2943098" cy="369332"/>
          </a:xfrm>
          <a:prstGeom prst="rect">
            <a:avLst/>
          </a:prstGeom>
          <a:noFill/>
        </p:spPr>
        <p:txBody>
          <a:bodyPr wrap="square" rtlCol="0">
            <a:spAutoFit/>
          </a:bodyPr>
          <a:lstStyle/>
          <a:p>
            <a:r>
              <a:rPr lang="en-US" b="1" dirty="0">
                <a:latin typeface="Gill Sans MT" panose="020B0502020104020203" pitchFamily="34" charset="0"/>
              </a:rPr>
              <a:t>Case-in-Point:</a:t>
            </a:r>
          </a:p>
        </p:txBody>
      </p:sp>
      <p:sp>
        <p:nvSpPr>
          <p:cNvPr id="2" name="Arrow: Left 1">
            <a:hlinkClick r:id="rId6" action="ppaction://hlinksldjump"/>
            <a:extLst>
              <a:ext uri="{FF2B5EF4-FFF2-40B4-BE49-F238E27FC236}">
                <a16:creationId xmlns:a16="http://schemas.microsoft.com/office/drawing/2014/main" id="{D0CB28AF-E70D-060E-B23C-0BCCE0205D74}"/>
              </a:ext>
            </a:extLst>
          </p:cNvPr>
          <p:cNvSpPr/>
          <p:nvPr/>
        </p:nvSpPr>
        <p:spPr>
          <a:xfrm>
            <a:off x="10336731" y="6349383"/>
            <a:ext cx="1143000" cy="318656"/>
          </a:xfrm>
          <a:prstGeom prst="leftArrow">
            <a:avLst>
              <a:gd name="adj1" fmla="val 96467"/>
              <a:gd name="adj2" fmla="val 46681"/>
            </a:avLst>
          </a:prstGeom>
          <a:solidFill>
            <a:srgbClr val="00A3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hlinkClick r:id="rId6" action="ppaction://hlinksldjump">
                  <a:extLst>
                    <a:ext uri="{A12FA001-AC4F-418D-AE19-62706E023703}">
                      <ahyp:hlinkClr xmlns:ahyp="http://schemas.microsoft.com/office/drawing/2018/hyperlinkcolor" val="tx"/>
                    </a:ext>
                  </a:extLst>
                </a:hlinkClick>
              </a:rPr>
              <a:t>Back</a:t>
            </a:r>
            <a:endParaRPr lang="en-US" b="1" dirty="0">
              <a:solidFill>
                <a:schemeClr val="tx1"/>
              </a:solidFill>
            </a:endParaRPr>
          </a:p>
        </p:txBody>
      </p:sp>
    </p:spTree>
    <p:extLst>
      <p:ext uri="{BB962C8B-B14F-4D97-AF65-F5344CB8AC3E}">
        <p14:creationId xmlns:p14="http://schemas.microsoft.com/office/powerpoint/2010/main" val="77737832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7037&quot;&gt;&lt;version val=&quot;32830&quot;/&gt;&lt;CPresentation id=&quot;1&quot;&gt;&lt;m_precDefaultNumber&gt;&lt;m_bNumberIsYear val=&quot;1&quot;/&gt;&lt;m_chMinusSymbol&gt;-&lt;/m_chMinusSymbol&gt;&lt;m_chDecimalSymbol17909&gt;.&lt;/m_chDecimalSymbol17909&gt;&lt;m_nGroupingDigits17909 val=&quot;2147483647&quot;/&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2147483647&quot;/&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1&quot;&gt;&lt;elem m_fUsage=&quot;1.00000000000000000000E+00&quot;&gt;&lt;m_msothmcolidx val=&quot;0&quot;/&gt;&lt;m_rgb r=&quot;0C&quot; g=&quot;0C&quot; b=&quot;0C&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qRvZVlYlwYHyZ._nOrIlp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SMARTREAD" val="{Smart Divider title}"/>
  <p:tag name="SMARTWRITE" val="{Smart Divider title}"/>
</p:tagLst>
</file>

<file path=ppt/tags/tag6.xml><?xml version="1.0" encoding="utf-8"?>
<p:tagLst xmlns:a="http://schemas.openxmlformats.org/drawingml/2006/main" xmlns:r="http://schemas.openxmlformats.org/officeDocument/2006/relationships" xmlns:p="http://schemas.openxmlformats.org/presentationml/2006/main">
  <p:tag name="SMARTSHAPETYPE" val="dividertocplaceholder"/>
</p:tagLst>
</file>

<file path=ppt/tags/tag7.xml><?xml version="1.0" encoding="utf-8"?>
<p:tagLst xmlns:a="http://schemas.openxmlformats.org/drawingml/2006/main" xmlns:r="http://schemas.openxmlformats.org/officeDocument/2006/relationships" xmlns:p="http://schemas.openxmlformats.org/presentationml/2006/main">
  <p:tag name="SMARTWRITE" val="{!PageNumber}"/>
  <p:tag name="SMARTLOCKSHAPE" val="Yes"/>
  <p:tag name="SMARTOBJECT" val="Page Number v.3"/>
</p:tagLst>
</file>

<file path=ppt/tags/tag8.xml><?xml version="1.0" encoding="utf-8"?>
<p:tagLst xmlns:a="http://schemas.openxmlformats.org/drawingml/2006/main" xmlns:r="http://schemas.openxmlformats.org/officeDocument/2006/relationships" xmlns:p="http://schemas.openxmlformats.org/presentationml/2006/main">
  <p:tag name="SMARTSHAPETYPE" val="HORIZONTALTOCPLACEHOLDER"/>
</p:tagLst>
</file>

<file path=ppt/tags/tag9.xml><?xml version="1.0" encoding="utf-8"?>
<p:tagLst xmlns:a="http://schemas.openxmlformats.org/drawingml/2006/main" xmlns:r="http://schemas.openxmlformats.org/officeDocument/2006/relationships" xmlns:p="http://schemas.openxmlformats.org/presentationml/2006/main">
  <p:tag name="SMARTLOCKSHAPE" val="Yes"/>
  <p:tag name="SMARTOBJECT" val="Section Footer v.2"/>
  <p:tag name="SMARTWRITE" val="{@Title}"/>
</p:tagLst>
</file>

<file path=ppt/tags/tag10.xml><?xml version="1.0" encoding="utf-8"?>
<p:tagLst xmlns:a="http://schemas.openxmlformats.org/drawingml/2006/main" xmlns:r="http://schemas.openxmlformats.org/officeDocument/2006/relationships" xmlns:p="http://schemas.openxmlformats.org/presentationml/2006/main">
  <p:tag name="SMARTLOCKSHAPE" val="Yes"/>
  <p:tag name="SMARTOBJECT" val="Section Header v.2"/>
  <p:tag name="SMARTISVISIBLE" val="{$SmartDividernumber}!=-1"/>
  <p:tag name="SMARTWRITE" val="{$SmartDividernumber} {$Smart Divider title}"/>
</p:tagLst>
</file>

<file path=ppt/tags/tag11.xml><?xml version="1.0" encoding="utf-8"?>
<p:tagLst xmlns:a="http://schemas.openxmlformats.org/drawingml/2006/main" xmlns:r="http://schemas.openxmlformats.org/officeDocument/2006/relationships" xmlns:p="http://schemas.openxmlformats.org/presentationml/2006/main">
  <p:tag name="SMARTISVISIBLE" val="{@Show Draft stamp} = Yes"/>
  <p:tag name="SMARTWRITE" val="{@Draft stamp}"/>
  <p:tag name="SMARTLOCKSHAPE" val="Yes"/>
</p:tagLst>
</file>

<file path=ppt/tags/tag12.xml><?xml version="1.0" encoding="utf-8"?>
<p:tagLst xmlns:a="http://schemas.openxmlformats.org/drawingml/2006/main" xmlns:r="http://schemas.openxmlformats.org/officeDocument/2006/relationships" xmlns:p="http://schemas.openxmlformats.org/presentationml/2006/main">
  <p:tag name="SMARTISVISIBLE" val="{@Show Date FilePath} = Yes"/>
  <p:tag name="SMARTWRITE" val="{!Today} {!FilePath}"/>
  <p:tag name="SMARTLOCKSHAPE" val="Yes"/>
</p:tagLst>
</file>

<file path=ppt/tags/tag13.xml><?xml version="1.0" encoding="utf-8"?>
<p:tagLst xmlns:a="http://schemas.openxmlformats.org/drawingml/2006/main" xmlns:r="http://schemas.openxmlformats.org/officeDocument/2006/relationships" xmlns:p="http://schemas.openxmlformats.org/presentationml/2006/main">
  <p:tag name="SMARTSLIDETYPE" val="Divider"/>
  <p:tag name="SMARTDIVIDERTYPE" val="Section"/>
  <p:tag name="SMARTDIVIDERTEXT" val="Section"/>
  <p:tag name="SMARTDIVIDERLEVEL" val="0"/>
  <p:tag name="SMARTDIVIDERTOCSTYLE" val="Section TOC"/>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qRvZVlYlwYHyZ._nOrIlp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82Dli0PS59viJWPg6dUWKA"/>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OVwx7vEYO_cwpsmmLj2eq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YoBg1hHOAO32Q1GoPZzwM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3he0Zu3o0xWP19KNxZUoR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GD9g31PkH4s404W_aU5DyA"/>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0v4LPN0jkZZujTLOoKcCqw"/>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dz9vX3hPMKqWt98h5897aQ"/>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JzS9Cvgo.TtAhUbxNfWE8Q"/>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IQX1_jnmpJ7Nb3Eg.rC.rA"/>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wMjE63GwSkQI2F4.Kd1A2A"/>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dTujj_NiAI4._0e8Kov4GA"/>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SVnkItaK.o8IS3s9BxUGSg"/>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L0JCmCPrOki1j5vrHKyebg"/>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UXgML9VKz7NDo6vlpW0gWw"/>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CVWVFp6dND189iygbNcyC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jr2gh832Zf7t6MK6v8dvWQ"/>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90mfsSGvU4jU3Y.6ewSgrg"/>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ZNoQBs12Zx9F6jv.8PudmQ"/>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GK8.aFC3p0ils54GIHuZgw"/>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YTFJmYgZtk6g7Ur.Y3_X.Q"/>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YTFJmYgZtk6g7Ur.Y3_X.Q"/>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pYTFJmYgZtk6g7Ur.Y3_X.Q"/>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pYTFJmYgZtk6g7Ur.Y3_X.Q"/>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pYTFJmYgZtk6g7Ur.Y3_X.Q"/>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YTFJmYgZtk6g7Ur.Y3_X.Q"/>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Deloitte 16_9 onscreen">
  <a:themeElements>
    <a:clrScheme name="USAID Colors">
      <a:dk1>
        <a:sysClr val="windowText" lastClr="000000"/>
      </a:dk1>
      <a:lt1>
        <a:srgbClr val="FFFFFF"/>
      </a:lt1>
      <a:dk2>
        <a:srgbClr val="002F6C"/>
      </a:dk2>
      <a:lt2>
        <a:srgbClr val="BA0C2F"/>
      </a:lt2>
      <a:accent1>
        <a:srgbClr val="002F6C"/>
      </a:accent1>
      <a:accent2>
        <a:srgbClr val="BA0C2F"/>
      </a:accent2>
      <a:accent3>
        <a:srgbClr val="6C6463"/>
      </a:accent3>
      <a:accent4>
        <a:srgbClr val="000000"/>
      </a:accent4>
      <a:accent5>
        <a:srgbClr val="CFCDC9"/>
      </a:accent5>
      <a:accent6>
        <a:srgbClr val="0067B9"/>
      </a:accent6>
      <a:hlink>
        <a:srgbClr val="6C6463"/>
      </a:hlink>
      <a:folHlink>
        <a:srgbClr val="CFCDC9"/>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2.xml><?xml version="1.0" encoding="utf-8"?>
<a:theme xmlns:a="http://schemas.openxmlformats.org/drawingml/2006/main" name="2_Deloitte 16_9 onscreen">
  <a:themeElements>
    <a:clrScheme name="Deloitte_2020">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3.xml><?xml version="1.0" encoding="utf-8"?>
<a:theme xmlns:a="http://schemas.openxmlformats.org/drawingml/2006/main" name="1_16.9-Template_12.7.2016">
  <a:themeElements>
    <a:clrScheme name="Custom 2">
      <a:dk1>
        <a:sysClr val="windowText" lastClr="000000"/>
      </a:dk1>
      <a:lt1>
        <a:srgbClr val="FFFFFF"/>
      </a:lt1>
      <a:dk2>
        <a:srgbClr val="002F6C"/>
      </a:dk2>
      <a:lt2>
        <a:srgbClr val="BA0C2F"/>
      </a:lt2>
      <a:accent1>
        <a:srgbClr val="002F6C"/>
      </a:accent1>
      <a:accent2>
        <a:srgbClr val="BA0C2F"/>
      </a:accent2>
      <a:accent3>
        <a:srgbClr val="6C6463"/>
      </a:accent3>
      <a:accent4>
        <a:srgbClr val="000000"/>
      </a:accent4>
      <a:accent5>
        <a:srgbClr val="CFCDC9"/>
      </a:accent5>
      <a:accent6>
        <a:srgbClr val="0067B9"/>
      </a:accent6>
      <a:hlink>
        <a:srgbClr val="6C6463"/>
      </a:hlink>
      <a:folHlink>
        <a:srgbClr val="CFCDC9"/>
      </a:folHlink>
    </a:clrScheme>
    <a:fontScheme name="Solstice">
      <a:majorFont>
        <a:latin typeface="Gill Sans MT"/>
        <a:ea typeface=""/>
        <a:cs typeface=""/>
        <a:font script="Grek" typeface="Corbel"/>
        <a:font script="Cyrl" typeface="Corbel"/>
        <a:font script="Jpan" typeface="ＭＳ ゴシック"/>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ＭＳ ゴシック"/>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4D7DF5-2DEA-4939-A487-A40714D422A9}">
  <ds:schemaRefs>
    <ds:schemaRef ds:uri="http://schemas.microsoft.com/sharepoint/v3/contenttype/forms"/>
  </ds:schemaRefs>
</ds:datastoreItem>
</file>

<file path=customXml/itemProps2.xml><?xml version="1.0" encoding="utf-8"?>
<ds:datastoreItem xmlns:ds="http://schemas.openxmlformats.org/officeDocument/2006/customXml" ds:itemID="{B054D36E-9EF4-45FB-A110-F5062C6023D7}">
  <ds:schemaRefs>
    <ds:schemaRef ds:uri="http://schemas.openxmlformats.org/package/2006/metadata/core-properties"/>
    <ds:schemaRef ds:uri="http://purl.org/dc/elements/1.1/"/>
    <ds:schemaRef ds:uri="http://schemas.microsoft.com/office/infopath/2007/PartnerControls"/>
    <ds:schemaRef ds:uri="http://purl.org/dc/terms/"/>
    <ds:schemaRef ds:uri="http://www.w3.org/XML/1998/namespace"/>
    <ds:schemaRef ds:uri="http://schemas.microsoft.com/office/2006/documentManagement/types"/>
    <ds:schemaRef ds:uri="http://purl.org/dc/dcmitype/"/>
    <ds:schemaRef ds:uri="85509309-b833-4aa2-87f6-6adf118ac530"/>
    <ds:schemaRef ds:uri="c9286996-694e-477d-a7aa-46f8b2667f29"/>
    <ds:schemaRef ds:uri="http://schemas.microsoft.com/office/2006/metadata/properties"/>
  </ds:schemaRefs>
</ds:datastoreItem>
</file>

<file path=customXml/itemProps3.xml><?xml version="1.0" encoding="utf-8"?>
<ds:datastoreItem xmlns:ds="http://schemas.openxmlformats.org/officeDocument/2006/customXml" ds:itemID="{C6FD1FC2-AF04-4A3D-ADD3-BFD59D72D17F}"/>
</file>

<file path=docProps/app.xml><?xml version="1.0" encoding="utf-8"?>
<Properties xmlns="http://schemas.openxmlformats.org/officeDocument/2006/extended-properties" xmlns:vt="http://schemas.openxmlformats.org/officeDocument/2006/docPropsVTypes">
  <Template/>
  <TotalTime>3836</TotalTime>
  <Words>5915</Words>
  <Application>Microsoft Office PowerPoint</Application>
  <PresentationFormat>Widescreen</PresentationFormat>
  <Paragraphs>493</Paragraphs>
  <Slides>34</Slides>
  <Notes>12</Notes>
  <HiddenSlides>0</HiddenSlides>
  <MMClips>0</MMClips>
  <ScaleCrop>false</ScaleCrop>
  <HeadingPairs>
    <vt:vector size="8" baseType="variant">
      <vt:variant>
        <vt:lpstr>Fonts Used</vt:lpstr>
      </vt:variant>
      <vt:variant>
        <vt:i4>6</vt:i4>
      </vt:variant>
      <vt:variant>
        <vt:lpstr>Theme</vt:lpstr>
      </vt:variant>
      <vt:variant>
        <vt:i4>3</vt:i4>
      </vt:variant>
      <vt:variant>
        <vt:lpstr>Embedded OLE Servers</vt:lpstr>
      </vt:variant>
      <vt:variant>
        <vt:i4>1</vt:i4>
      </vt:variant>
      <vt:variant>
        <vt:lpstr>Slide Titles</vt:lpstr>
      </vt:variant>
      <vt:variant>
        <vt:i4>34</vt:i4>
      </vt:variant>
    </vt:vector>
  </HeadingPairs>
  <TitlesOfParts>
    <vt:vector size="44" baseType="lpstr">
      <vt:lpstr>Arial</vt:lpstr>
      <vt:lpstr>Georgia</vt:lpstr>
      <vt:lpstr>Gill Sans MT</vt:lpstr>
      <vt:lpstr>Verdana</vt:lpstr>
      <vt:lpstr>Wingdings</vt:lpstr>
      <vt:lpstr>Wingdings 2</vt:lpstr>
      <vt:lpstr>1_Deloitte 16_9 onscreen</vt:lpstr>
      <vt:lpstr>2_Deloitte 16_9 onscreen</vt:lpstr>
      <vt:lpstr>1_16.9-Template_12.7.2016</vt:lpstr>
      <vt:lpstr>think-cell Slide</vt:lpstr>
      <vt:lpstr>USAID’s Urja Nepal Program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Annexures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Deloitte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Headline Verdana Bold</dc:title>
  <dc:subject/>
  <dc:creator>Banerjee, Rajeswar</dc:creator>
  <cp:keywords/>
  <cp:lastModifiedBy>Banerjee, Rajeswar</cp:lastModifiedBy>
  <cp:revision>58</cp:revision>
  <cp:lastPrinted>2014-06-25T02:16:22Z</cp:lastPrinted>
  <dcterms:created xsi:type="dcterms:W3CDTF">2016-11-09T03:29:25Z</dcterms:created>
  <dcterms:modified xsi:type="dcterms:W3CDTF">2024-03-12T12:06:31Z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0x01010046EABACCD3B39C49923CC76F9A3899B0</vt:lpwstr>
  </property>
  <property fmtid="{D5CDD505-2E9C-101B-9397-08002B2CF9AE}" pid="3" name="Local Content Type">
    <vt:lpwstr/>
  </property>
  <property fmtid="{D5CDD505-2E9C-101B-9397-08002B2CF9AE}" pid="4" name="TaxKeyword">
    <vt:lpwstr/>
  </property>
  <property fmtid="{D5CDD505-2E9C-101B-9397-08002B2CF9AE}" pid="5" name="Global Client Services">
    <vt:lpwstr/>
  </property>
  <property fmtid="{D5CDD505-2E9C-101B-9397-08002B2CF9AE}" pid="6" name="Geography">
    <vt:lpwstr>19;#Global (2542)|163e196f-7511-4639-90b6-ed85c9d9c37c</vt:lpwstr>
  </property>
  <property fmtid="{D5CDD505-2E9C-101B-9397-08002B2CF9AE}" pid="7" name="Local Industry">
    <vt:lpwstr/>
  </property>
  <property fmtid="{D5CDD505-2E9C-101B-9397-08002B2CF9AE}" pid="8" name="Global Industry">
    <vt:lpwstr/>
  </property>
  <property fmtid="{D5CDD505-2E9C-101B-9397-08002B2CF9AE}" pid="9" name="Global Content Type">
    <vt:lpwstr/>
  </property>
  <property fmtid="{D5CDD505-2E9C-101B-9397-08002B2CF9AE}" pid="10" name="LanguageB">
    <vt:lpwstr>2;#English|b169a262-1aaa-4ccb-9acf-78a36c1d9bab</vt:lpwstr>
  </property>
  <property fmtid="{D5CDD505-2E9C-101B-9397-08002B2CF9AE}" pid="11" name="Local Client Services">
    <vt:lpwstr/>
  </property>
  <property fmtid="{D5CDD505-2E9C-101B-9397-08002B2CF9AE}" pid="12" name="MSIP_Label_ea60d57e-af5b-4752-ac57-3e4f28ca11dc_Enabled">
    <vt:lpwstr>true</vt:lpwstr>
  </property>
  <property fmtid="{D5CDD505-2E9C-101B-9397-08002B2CF9AE}" pid="13" name="MSIP_Label_ea60d57e-af5b-4752-ac57-3e4f28ca11dc_SetDate">
    <vt:lpwstr>2021-09-20T06:35:08Z</vt:lpwstr>
  </property>
  <property fmtid="{D5CDD505-2E9C-101B-9397-08002B2CF9AE}" pid="14" name="MSIP_Label_ea60d57e-af5b-4752-ac57-3e4f28ca11dc_Method">
    <vt:lpwstr>Standard</vt:lpwstr>
  </property>
  <property fmtid="{D5CDD505-2E9C-101B-9397-08002B2CF9AE}" pid="15" name="MSIP_Label_ea60d57e-af5b-4752-ac57-3e4f28ca11dc_Name">
    <vt:lpwstr>ea60d57e-af5b-4752-ac57-3e4f28ca11dc</vt:lpwstr>
  </property>
  <property fmtid="{D5CDD505-2E9C-101B-9397-08002B2CF9AE}" pid="16" name="MSIP_Label_ea60d57e-af5b-4752-ac57-3e4f28ca11dc_SiteId">
    <vt:lpwstr>36da45f1-dd2c-4d1f-af13-5abe46b99921</vt:lpwstr>
  </property>
  <property fmtid="{D5CDD505-2E9C-101B-9397-08002B2CF9AE}" pid="17" name="MSIP_Label_ea60d57e-af5b-4752-ac57-3e4f28ca11dc_ActionId">
    <vt:lpwstr>5720a868-5efd-4ec3-aaf1-a573081570eb</vt:lpwstr>
  </property>
  <property fmtid="{D5CDD505-2E9C-101B-9397-08002B2CF9AE}" pid="18" name="MSIP_Label_ea60d57e-af5b-4752-ac57-3e4f28ca11dc_ContentBits">
    <vt:lpwstr>0</vt:lpwstr>
  </property>
</Properties>
</file>