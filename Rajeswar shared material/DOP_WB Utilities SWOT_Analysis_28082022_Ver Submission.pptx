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theme/theme2.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theme/theme3.xml" ContentType="application/vnd.openxmlformats-officedocument.theme+xml"/>
  <Override PartName="/ppt/tags/tag22.xml" ContentType="application/vnd.openxmlformats-officedocument.presentationml.tags+xml"/>
  <Override PartName="/ppt/tags/tag23.xml" ContentType="application/vnd.openxmlformats-officedocument.presentationml.tags+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theme/theme4.xml" ContentType="application/vnd.openxmlformats-officedocument.theme+xml"/>
  <Override PartName="/ppt/tags/tag24.xml" ContentType="application/vnd.openxmlformats-officedocument.presentationml.tags+xml"/>
  <Override PartName="/ppt/tags/tag25.xml" ContentType="application/vnd.openxmlformats-officedocument.presentationml.tags+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theme/theme5.xml" ContentType="application/vnd.openxmlformats-officedocument.them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heme/theme6.xml" ContentType="application/vnd.openxmlformats-officedocument.theme+xml"/>
  <Override PartName="/ppt/tags/tag42.xml" ContentType="application/vnd.openxmlformats-officedocument.presentationml.tags+xml"/>
  <Override PartName="/ppt/tags/tag43.xml" ContentType="application/vnd.openxmlformats-officedocument.presentationml.tags+xml"/>
  <Override PartName="/ppt/notesSlides/notesSlide1.xml" ContentType="application/vnd.openxmlformats-officedocument.presentationml.notesSlide+xml"/>
  <Override PartName="/ppt/tags/tag44.xml" ContentType="application/vnd.openxmlformats-officedocument.presentationml.tags+xml"/>
  <Override PartName="/ppt/notesSlides/notesSlide2.xml" ContentType="application/vnd.openxmlformats-officedocument.presentationml.notesSlide+xml"/>
  <Override PartName="/ppt/tags/tag45.xml" ContentType="application/vnd.openxmlformats-officedocument.presentationml.tags+xml"/>
  <Override PartName="/ppt/notesSlides/notesSlide3.xml" ContentType="application/vnd.openxmlformats-officedocument.presentationml.notesSlide+xml"/>
  <Override PartName="/ppt/tags/tag46.xml" ContentType="application/vnd.openxmlformats-officedocument.presentationml.tags+xml"/>
  <Override PartName="/ppt/notesSlides/notesSlide4.xml" ContentType="application/vnd.openxmlformats-officedocument.presentationml.notesSlide+xml"/>
  <Override PartName="/ppt/tags/tag47.xml" ContentType="application/vnd.openxmlformats-officedocument.presentationml.tags+xml"/>
  <Override PartName="/ppt/notesSlides/notesSlide5.xml" ContentType="application/vnd.openxmlformats-officedocument.presentationml.notesSlide+xml"/>
  <Override PartName="/ppt/tags/tag48.xml" ContentType="application/vnd.openxmlformats-officedocument.presentationml.tags+xml"/>
  <Override PartName="/ppt/notesSlides/notesSlide6.xml" ContentType="application/vnd.openxmlformats-officedocument.presentationml.notesSlide+xml"/>
  <Override PartName="/ppt/tags/tag49.xml" ContentType="application/vnd.openxmlformats-officedocument.presentationml.tags+xml"/>
  <Override PartName="/ppt/notesSlides/notesSlide7.xml" ContentType="application/vnd.openxmlformats-officedocument.presentationml.notesSlide+xml"/>
  <Override PartName="/ppt/tags/tag50.xml" ContentType="application/vnd.openxmlformats-officedocument.presentationml.tags+xml"/>
  <Override PartName="/ppt/notesSlides/notesSlide8.xml" ContentType="application/vnd.openxmlformats-officedocument.presentationml.notesSlide+xml"/>
  <Override PartName="/ppt/tags/tag51.xml" ContentType="application/vnd.openxmlformats-officedocument.presentationml.tags+xml"/>
  <Override PartName="/ppt/notesSlides/notesSlide9.xml" ContentType="application/vnd.openxmlformats-officedocument.presentationml.notesSlide+xml"/>
  <Override PartName="/ppt/tags/tag52.xml" ContentType="application/vnd.openxmlformats-officedocument.presentationml.tags+xml"/>
  <Override PartName="/ppt/notesSlides/notesSlide10.xml" ContentType="application/vnd.openxmlformats-officedocument.presentationml.notesSlide+xml"/>
  <Override PartName="/ppt/tags/tag53.xml" ContentType="application/vnd.openxmlformats-officedocument.presentationml.tags+xml"/>
  <Override PartName="/ppt/notesSlides/notesSlide11.xml" ContentType="application/vnd.openxmlformats-officedocument.presentationml.notesSlide+xml"/>
  <Override PartName="/ppt/tags/tag54.xml" ContentType="application/vnd.openxmlformats-officedocument.presentationml.tags+xml"/>
  <Override PartName="/ppt/notesSlides/notesSlide12.xml" ContentType="application/vnd.openxmlformats-officedocument.presentationml.notesSlide+xml"/>
  <Override PartName="/ppt/tags/tag55.xml" ContentType="application/vnd.openxmlformats-officedocument.presentationml.tags+xml"/>
  <Override PartName="/ppt/notesSlides/notesSlide13.xml" ContentType="application/vnd.openxmlformats-officedocument.presentationml.notesSlide+xml"/>
  <Override PartName="/ppt/tags/tag56.xml" ContentType="application/vnd.openxmlformats-officedocument.presentationml.tags+xml"/>
  <Override PartName="/ppt/notesSlides/notesSlide14.xml" ContentType="application/vnd.openxmlformats-officedocument.presentationml.notesSlide+xml"/>
  <Override PartName="/ppt/tags/tag57.xml" ContentType="application/vnd.openxmlformats-officedocument.presentationml.tags+xml"/>
  <Override PartName="/ppt/notesSlides/notesSlide15.xml" ContentType="application/vnd.openxmlformats-officedocument.presentationml.notesSlide+xml"/>
  <Override PartName="/ppt/tags/tag58.xml" ContentType="application/vnd.openxmlformats-officedocument.presentationml.tags+xml"/>
  <Override PartName="/ppt/notesSlides/notesSlide16.xml" ContentType="application/vnd.openxmlformats-officedocument.presentationml.notesSlide+xml"/>
  <Override PartName="/ppt/tags/tag59.xml" ContentType="application/vnd.openxmlformats-officedocument.presentationml.tags+xml"/>
  <Override PartName="/ppt/notesSlides/notesSlide17.xml" ContentType="application/vnd.openxmlformats-officedocument.presentationml.notesSlide+xml"/>
  <Override PartName="/ppt/tags/tag60.xml" ContentType="application/vnd.openxmlformats-officedocument.presentationml.tags+xml"/>
  <Override PartName="/ppt/notesSlides/notesSlide18.xml" ContentType="application/vnd.openxmlformats-officedocument.presentationml.notesSlide+xml"/>
  <Override PartName="/ppt/tags/tag61.xml" ContentType="application/vnd.openxmlformats-officedocument.presentationml.tags+xml"/>
  <Override PartName="/ppt/notesSlides/notesSlide19.xml" ContentType="application/vnd.openxmlformats-officedocument.presentationml.notesSlide+xml"/>
  <Override PartName="/ppt/tags/tag62.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4"/>
    <p:sldMasterId id="2147483738" r:id="rId5"/>
    <p:sldMasterId id="2147484009" r:id="rId6"/>
    <p:sldMasterId id="2147484198" r:id="rId7"/>
    <p:sldMasterId id="2147484651" r:id="rId8"/>
  </p:sldMasterIdLst>
  <p:notesMasterIdLst>
    <p:notesMasterId r:id="rId36"/>
  </p:notesMasterIdLst>
  <p:sldIdLst>
    <p:sldId id="2363" r:id="rId9"/>
    <p:sldId id="955" r:id="rId10"/>
    <p:sldId id="2560" r:id="rId11"/>
    <p:sldId id="2561" r:id="rId12"/>
    <p:sldId id="2562" r:id="rId13"/>
    <p:sldId id="2581" r:id="rId14"/>
    <p:sldId id="2582" r:id="rId15"/>
    <p:sldId id="2564" r:id="rId16"/>
    <p:sldId id="2583" r:id="rId17"/>
    <p:sldId id="2456" r:id="rId18"/>
    <p:sldId id="2530" r:id="rId19"/>
    <p:sldId id="2557" r:id="rId20"/>
    <p:sldId id="2558" r:id="rId21"/>
    <p:sldId id="2559" r:id="rId22"/>
    <p:sldId id="2565" r:id="rId23"/>
    <p:sldId id="2566" r:id="rId24"/>
    <p:sldId id="2567" r:id="rId25"/>
    <p:sldId id="2568" r:id="rId26"/>
    <p:sldId id="2569" r:id="rId27"/>
    <p:sldId id="2575" r:id="rId28"/>
    <p:sldId id="2576" r:id="rId29"/>
    <p:sldId id="2577" r:id="rId30"/>
    <p:sldId id="2580" r:id="rId31"/>
    <p:sldId id="2578" r:id="rId32"/>
    <p:sldId id="2585" r:id="rId33"/>
    <p:sldId id="2579" r:id="rId34"/>
    <p:sldId id="2550" r:id="rId35"/>
  </p:sldIdLst>
  <p:sldSz cx="12192000" cy="6858000"/>
  <p:notesSz cx="6858000" cy="9144000"/>
  <p:custDataLst>
    <p:tags r:id="rId3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tial Section" id="{3F738A9C-BF71-4B38-9D45-F487BF433BA4}">
          <p14:sldIdLst>
            <p14:sldId id="2363"/>
            <p14:sldId id="955"/>
            <p14:sldId id="2560"/>
            <p14:sldId id="2561"/>
            <p14:sldId id="2562"/>
            <p14:sldId id="2581"/>
            <p14:sldId id="2582"/>
            <p14:sldId id="2564"/>
            <p14:sldId id="2583"/>
            <p14:sldId id="2456"/>
            <p14:sldId id="2530"/>
            <p14:sldId id="2557"/>
            <p14:sldId id="2558"/>
            <p14:sldId id="2559"/>
            <p14:sldId id="2565"/>
            <p14:sldId id="2566"/>
            <p14:sldId id="2567"/>
            <p14:sldId id="2568"/>
            <p14:sldId id="2569"/>
            <p14:sldId id="2575"/>
            <p14:sldId id="2576"/>
            <p14:sldId id="2577"/>
            <p14:sldId id="2580"/>
            <p14:sldId id="2578"/>
            <p14:sldId id="2585"/>
            <p14:sldId id="2579"/>
          </p14:sldIdLst>
        </p14:section>
        <p14:section name="Annexure" id="{038316BF-AC11-4D0D-8DFA-1177A89EF9E3}">
          <p14:sldIdLst>
            <p14:sldId id="2550"/>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hawan, Shubham" initials="DS" lastIdx="22" clrIdx="0">
    <p:extLst>
      <p:ext uri="{19B8F6BF-5375-455C-9EA6-DF929625EA0E}">
        <p15:presenceInfo xmlns:p15="http://schemas.microsoft.com/office/powerpoint/2012/main" userId="S::shudhawan@deloitte.com::e457b5f3-1f3d-4d58-917e-9019c3073c41" providerId="AD"/>
      </p:ext>
    </p:extLst>
  </p:cmAuthor>
  <p:cmAuthor id="2" name="Sharma, Piyush" initials="SP" lastIdx="17" clrIdx="1">
    <p:extLst>
      <p:ext uri="{19B8F6BF-5375-455C-9EA6-DF929625EA0E}">
        <p15:presenceInfo xmlns:p15="http://schemas.microsoft.com/office/powerpoint/2012/main" userId="S::psharma12@deloitte.com::2d18546c-9080-478c-ad55-454124390050" providerId="AD"/>
      </p:ext>
    </p:extLst>
  </p:cmAuthor>
  <p:cmAuthor id="3" name="Mani, Siddharth" initials="MS" lastIdx="35" clrIdx="2">
    <p:extLst>
      <p:ext uri="{19B8F6BF-5375-455C-9EA6-DF929625EA0E}">
        <p15:presenceInfo xmlns:p15="http://schemas.microsoft.com/office/powerpoint/2012/main" userId="S::simani@DELOITTE.COM::ea703a10-db50-4df5-bf72-1a564ac3e541" providerId="AD"/>
      </p:ext>
    </p:extLst>
  </p:cmAuthor>
  <p:cmAuthor id="4" name="Banerjee, Rajeswar" initials="BR" lastIdx="2" clrIdx="3">
    <p:extLst>
      <p:ext uri="{19B8F6BF-5375-455C-9EA6-DF929625EA0E}">
        <p15:presenceInfo xmlns:p15="http://schemas.microsoft.com/office/powerpoint/2012/main" userId="S::rajbanerjee@deloitte.com::b4ff5a26-7e17-4c5f-975b-d63f3f91df5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A3E0"/>
    <a:srgbClr val="ED8B00"/>
    <a:srgbClr val="0F58FD"/>
    <a:srgbClr val="62B5E5"/>
    <a:srgbClr val="DA291C"/>
    <a:srgbClr val="B4C6E7"/>
    <a:srgbClr val="D1DFE0"/>
    <a:srgbClr val="00717F"/>
    <a:srgbClr val="009A44"/>
    <a:srgbClr val="EEF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8" d="100"/>
          <a:sy n="58" d="100"/>
        </p:scale>
        <p:origin x="964" y="52"/>
      </p:cViewPr>
      <p:guideLst/>
    </p:cSldViewPr>
  </p:slideViewPr>
  <p:notesTextViewPr>
    <p:cViewPr>
      <p:scale>
        <a:sx n="1" d="1"/>
        <a:sy n="1" d="1"/>
      </p:scale>
      <p:origin x="0" y="0"/>
    </p:cViewPr>
  </p:notesTextViewPr>
  <p:sorterViewPr>
    <p:cViewPr varScale="1">
      <p:scale>
        <a:sx n="100" d="100"/>
        <a:sy n="100" d="100"/>
      </p:scale>
      <p:origin x="0" y="-28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presProps" Target="presProps.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tags" Target="tags/tag1.xml"/><Relationship Id="rId40"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notesMaster" Target="notesMasters/notesMaster1.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commentAuthors" Target="commentAuthor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1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51215E-6C6A-4F3A-9A7F-F9C26BB57294}" type="datetimeFigureOut">
              <a:rPr lang="en-US" smtClean="0"/>
              <a:t>8/28/2022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CEA737-CA62-4223-A2C9-C5308606CE93}" type="slidenum">
              <a:rPr lang="en-US" smtClean="0"/>
              <a:t>‹#›</a:t>
            </a:fld>
            <a:endParaRPr lang="en-US"/>
          </a:p>
        </p:txBody>
      </p:sp>
    </p:spTree>
    <p:extLst>
      <p:ext uri="{BB962C8B-B14F-4D97-AF65-F5344CB8AC3E}">
        <p14:creationId xmlns:p14="http://schemas.microsoft.com/office/powerpoint/2010/main" val="4709040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CEA737-CA62-4223-A2C9-C5308606CE9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146217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CEA737-CA62-4223-A2C9-C5308606CE9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928577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CEA737-CA62-4223-A2C9-C5308606CE9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69057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CEA737-CA62-4223-A2C9-C5308606CE9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8384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CEA737-CA62-4223-A2C9-C5308606CE9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300598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CEA737-CA62-4223-A2C9-C5308606CE9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280362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CEA737-CA62-4223-A2C9-C5308606CE93}" type="slidenum">
              <a:rPr lang="en-US" smtClean="0"/>
              <a:t>11</a:t>
            </a:fld>
            <a:endParaRPr lang="en-US"/>
          </a:p>
        </p:txBody>
      </p:sp>
    </p:spTree>
    <p:extLst>
      <p:ext uri="{BB962C8B-B14F-4D97-AF65-F5344CB8AC3E}">
        <p14:creationId xmlns:p14="http://schemas.microsoft.com/office/powerpoint/2010/main" val="26146217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CEA737-CA62-4223-A2C9-C5308606CE93}" type="slidenum">
              <a:rPr lang="en-US" smtClean="0"/>
              <a:t>12</a:t>
            </a:fld>
            <a:endParaRPr lang="en-US"/>
          </a:p>
        </p:txBody>
      </p:sp>
    </p:spTree>
    <p:extLst>
      <p:ext uri="{BB962C8B-B14F-4D97-AF65-F5344CB8AC3E}">
        <p14:creationId xmlns:p14="http://schemas.microsoft.com/office/powerpoint/2010/main" val="35928577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CEA737-CA62-4223-A2C9-C5308606CE93}" type="slidenum">
              <a:rPr lang="en-US" smtClean="0"/>
              <a:t>13</a:t>
            </a:fld>
            <a:endParaRPr lang="en-US"/>
          </a:p>
        </p:txBody>
      </p:sp>
    </p:spTree>
    <p:extLst>
      <p:ext uri="{BB962C8B-B14F-4D97-AF65-F5344CB8AC3E}">
        <p14:creationId xmlns:p14="http://schemas.microsoft.com/office/powerpoint/2010/main" val="19525314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CEA737-CA62-4223-A2C9-C5308606CE93}" type="slidenum">
              <a:rPr lang="en-US" smtClean="0"/>
              <a:t>14</a:t>
            </a:fld>
            <a:endParaRPr lang="en-US"/>
          </a:p>
        </p:txBody>
      </p:sp>
    </p:spTree>
    <p:extLst>
      <p:ext uri="{BB962C8B-B14F-4D97-AF65-F5344CB8AC3E}">
        <p14:creationId xmlns:p14="http://schemas.microsoft.com/office/powerpoint/2010/main" val="37270446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CEA737-CA62-4223-A2C9-C5308606CE9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324848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CEA737-CA62-4223-A2C9-C5308606CE9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048575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CEA737-CA62-4223-A2C9-C5308606CE9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240985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CEA737-CA62-4223-A2C9-C5308606CE9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922458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CEA737-CA62-4223-A2C9-C5308606CE9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146217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CEA737-CA62-4223-A2C9-C5308606CE9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928577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CEA737-CA62-4223-A2C9-C5308606CE9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187531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CEA737-CA62-4223-A2C9-C5308606CE9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525314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CEA737-CA62-4223-A2C9-C5308606CE9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544583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CEA737-CA62-4223-A2C9-C5308606CE9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270446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a:xfrm>
            <a:off x="4143375" y="9120188"/>
            <a:ext cx="3170238" cy="481012"/>
          </a:xfrm>
          <a:prstGeom prst="rect">
            <a:avLst/>
          </a:prstGeom>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1FEB637-BC42-497E-9119-65CA0380A6EE}" type="slidenum">
              <a:rPr kumimoji="0" lang="en-GB"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27</a:t>
            </a:fld>
            <a:endParaRPr kumimoji="0" lang="en-GB"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7034498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vmlDrawing" Target="../drawings/vmlDrawing2.vml"/><Relationship Id="rId6" Type="http://schemas.openxmlformats.org/officeDocument/2006/relationships/image" Target="../media/image6.emf"/><Relationship Id="rId5" Type="http://schemas.openxmlformats.org/officeDocument/2006/relationships/oleObject" Target="../embeddings/oleObject2.bin"/><Relationship Id="rId4"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vmlDrawing" Target="../drawings/vmlDrawing4.vml"/><Relationship Id="rId6" Type="http://schemas.openxmlformats.org/officeDocument/2006/relationships/image" Target="../media/image8.emf"/><Relationship Id="rId5" Type="http://schemas.openxmlformats.org/officeDocument/2006/relationships/oleObject" Target="../embeddings/oleObject4.bin"/><Relationship Id="rId4"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vmlDrawing" Target="../drawings/vmlDrawing5.vml"/><Relationship Id="rId6" Type="http://schemas.openxmlformats.org/officeDocument/2006/relationships/image" Target="../media/image8.emf"/><Relationship Id="rId5" Type="http://schemas.openxmlformats.org/officeDocument/2006/relationships/oleObject" Target="../embeddings/oleObject5.bin"/><Relationship Id="rId4"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vmlDrawing" Target="../drawings/vmlDrawing6.vml"/><Relationship Id="rId6" Type="http://schemas.openxmlformats.org/officeDocument/2006/relationships/image" Target="../media/image8.emf"/><Relationship Id="rId5" Type="http://schemas.openxmlformats.org/officeDocument/2006/relationships/oleObject" Target="../embeddings/oleObject6.bin"/><Relationship Id="rId4"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vmlDrawing" Target="../drawings/vmlDrawing7.vml"/><Relationship Id="rId6" Type="http://schemas.openxmlformats.org/officeDocument/2006/relationships/image" Target="../media/image8.emf"/><Relationship Id="rId5" Type="http://schemas.openxmlformats.org/officeDocument/2006/relationships/oleObject" Target="../embeddings/oleObject7.bin"/><Relationship Id="rId4"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vmlDrawing" Target="../drawings/vmlDrawing8.vml"/><Relationship Id="rId6" Type="http://schemas.openxmlformats.org/officeDocument/2006/relationships/image" Target="../media/image8.emf"/><Relationship Id="rId5" Type="http://schemas.openxmlformats.org/officeDocument/2006/relationships/oleObject" Target="../embeddings/oleObject8.bin"/><Relationship Id="rId4"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vmlDrawing" Target="../drawings/vmlDrawing9.vml"/><Relationship Id="rId6" Type="http://schemas.openxmlformats.org/officeDocument/2006/relationships/image" Target="../media/image8.emf"/><Relationship Id="rId5" Type="http://schemas.openxmlformats.org/officeDocument/2006/relationships/oleObject" Target="../embeddings/oleObject9.bin"/><Relationship Id="rId4"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vmlDrawing" Target="../drawings/vmlDrawing10.vml"/><Relationship Id="rId6" Type="http://schemas.openxmlformats.org/officeDocument/2006/relationships/image" Target="../media/image8.emf"/><Relationship Id="rId5" Type="http://schemas.openxmlformats.org/officeDocument/2006/relationships/oleObject" Target="../embeddings/oleObject10.bin"/><Relationship Id="rId4"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16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4.xml"/></Relationships>
</file>

<file path=ppt/slideLayouts/_rels/slideLayout17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5.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5.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7.xml.rels><?xml version="1.0" encoding="UTF-8" standalone="yes"?>
<Relationships xmlns="http://schemas.openxmlformats.org/package/2006/relationships"><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vmlDrawing" Target="../drawings/vmlDrawing14.vml"/><Relationship Id="rId6" Type="http://schemas.openxmlformats.org/officeDocument/2006/relationships/image" Target="../media/image8.emf"/><Relationship Id="rId5" Type="http://schemas.openxmlformats.org/officeDocument/2006/relationships/oleObject" Target="../embeddings/oleObject14.bin"/><Relationship Id="rId4" Type="http://schemas.openxmlformats.org/officeDocument/2006/relationships/slideMaster" Target="../slideMasters/slideMaster5.xml"/></Relationships>
</file>

<file path=ppt/slideLayouts/_rels/slideLayout248.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vmlDrawing" Target="../drawings/vmlDrawing15.vml"/><Relationship Id="rId6" Type="http://schemas.openxmlformats.org/officeDocument/2006/relationships/image" Target="../media/image8.emf"/><Relationship Id="rId5" Type="http://schemas.openxmlformats.org/officeDocument/2006/relationships/oleObject" Target="../embeddings/oleObject15.bin"/><Relationship Id="rId4" Type="http://schemas.openxmlformats.org/officeDocument/2006/relationships/slideMaster" Target="../slideMasters/slideMaster5.xml"/></Relationships>
</file>

<file path=ppt/slideLayouts/_rels/slideLayout249.xml.rels><?xml version="1.0" encoding="UTF-8" standalone="yes"?>
<Relationships xmlns="http://schemas.openxmlformats.org/package/2006/relationships"><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vmlDrawing" Target="../drawings/vmlDrawing16.vml"/><Relationship Id="rId6" Type="http://schemas.openxmlformats.org/officeDocument/2006/relationships/image" Target="../media/image8.emf"/><Relationship Id="rId5" Type="http://schemas.openxmlformats.org/officeDocument/2006/relationships/oleObject" Target="../embeddings/oleObject16.bin"/><Relationship Id="rId4" Type="http://schemas.openxmlformats.org/officeDocument/2006/relationships/slideMaster" Target="../slideMasters/slideMaster5.xml"/></Relationships>
</file>

<file path=ppt/slideLayouts/_rels/slideLayout250.xml.rels><?xml version="1.0" encoding="UTF-8" standalone="yes"?>
<Relationships xmlns="http://schemas.openxmlformats.org/package/2006/relationships"><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vmlDrawing" Target="../drawings/vmlDrawing17.vml"/><Relationship Id="rId6" Type="http://schemas.openxmlformats.org/officeDocument/2006/relationships/image" Target="../media/image8.emf"/><Relationship Id="rId5" Type="http://schemas.openxmlformats.org/officeDocument/2006/relationships/oleObject" Target="../embeddings/oleObject17.bin"/><Relationship Id="rId4" Type="http://schemas.openxmlformats.org/officeDocument/2006/relationships/slideMaster" Target="../slideMasters/slideMaster5.xml"/></Relationships>
</file>

<file path=ppt/slideLayouts/_rels/slideLayout251.xml.rels><?xml version="1.0" encoding="UTF-8" standalone="yes"?>
<Relationships xmlns="http://schemas.openxmlformats.org/package/2006/relationships"><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vmlDrawing" Target="../drawings/vmlDrawing18.vml"/><Relationship Id="rId6" Type="http://schemas.openxmlformats.org/officeDocument/2006/relationships/image" Target="../media/image8.emf"/><Relationship Id="rId5" Type="http://schemas.openxmlformats.org/officeDocument/2006/relationships/oleObject" Target="../embeddings/oleObject18.bin"/><Relationship Id="rId4" Type="http://schemas.openxmlformats.org/officeDocument/2006/relationships/slideMaster" Target="../slideMasters/slideMaster5.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4.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vmlDrawing" Target="../drawings/vmlDrawing19.vml"/><Relationship Id="rId6" Type="http://schemas.openxmlformats.org/officeDocument/2006/relationships/image" Target="../media/image8.emf"/><Relationship Id="rId5" Type="http://schemas.openxmlformats.org/officeDocument/2006/relationships/oleObject" Target="../embeddings/oleObject19.bin"/><Relationship Id="rId4" Type="http://schemas.openxmlformats.org/officeDocument/2006/relationships/slideMaster" Target="../slideMasters/slideMaster5.xml"/></Relationships>
</file>

<file path=ppt/slideLayouts/_rels/slideLayout255.xml.rels><?xml version="1.0" encoding="UTF-8" standalone="yes"?>
<Relationships xmlns="http://schemas.openxmlformats.org/package/2006/relationships"><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vmlDrawing" Target="../drawings/vmlDrawing20.vml"/><Relationship Id="rId6" Type="http://schemas.openxmlformats.org/officeDocument/2006/relationships/image" Target="../media/image8.emf"/><Relationship Id="rId5" Type="http://schemas.openxmlformats.org/officeDocument/2006/relationships/oleObject" Target="../embeddings/oleObject20.bin"/><Relationship Id="rId4" Type="http://schemas.openxmlformats.org/officeDocument/2006/relationships/slideMaster" Target="../slideMasters/slideMaster5.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5.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5.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503992" y="5791234"/>
            <a:ext cx="5592011" cy="505645"/>
          </a:xfrm>
          <a:prstGeom prst="rect">
            <a:avLst/>
          </a:prstGeom>
        </p:spPr>
        <p:txBody>
          <a:bodyPr lIns="0" tIns="0" rIns="0" bIns="0" anchor="b" anchorCtr="0">
            <a:noAutofit/>
          </a:bodyPr>
          <a:lstStyle>
            <a:lvl1pPr marL="0" indent="0" algn="l">
              <a:lnSpc>
                <a:spcPct val="100000"/>
              </a:lnSpc>
              <a:spcAft>
                <a:spcPts val="0"/>
              </a:spcAft>
              <a:buNone/>
              <a:defRPr sz="1941" b="1">
                <a:solidFill>
                  <a:schemeClr val="bg1"/>
                </a:solidFill>
              </a:defRPr>
            </a:lvl1pPr>
            <a:lvl2pPr marL="0" marR="0" indent="0" algn="l" defTabSz="1219144" rtl="0" eaLnBrk="1" fontAlgn="auto" latinLnBrk="0" hangingPunct="1">
              <a:lnSpc>
                <a:spcPct val="100000"/>
              </a:lnSpc>
              <a:spcBef>
                <a:spcPts val="0"/>
              </a:spcBef>
              <a:spcAft>
                <a:spcPts val="0"/>
              </a:spcAft>
              <a:buClrTx/>
              <a:buSzPct val="100000"/>
              <a:buFont typeface="Arial"/>
              <a:buNone/>
              <a:tabLst/>
              <a:defRPr sz="1941" b="0">
                <a:solidFill>
                  <a:schemeClr val="bg1"/>
                </a:solidFill>
              </a:defRPr>
            </a:lvl2pPr>
            <a:lvl3pPr marL="0" indent="0" algn="l">
              <a:spcAft>
                <a:spcPts val="0"/>
              </a:spcAft>
              <a:buNone/>
              <a:defRPr sz="2134">
                <a:solidFill>
                  <a:schemeClr val="bg1"/>
                </a:solidFill>
              </a:defRPr>
            </a:lvl3pPr>
            <a:lvl4pPr marL="1828717" indent="0" algn="ctr">
              <a:buNone/>
              <a:defRPr sz="2134"/>
            </a:lvl4pPr>
            <a:lvl5pPr marL="2438289" indent="0" algn="ctr">
              <a:buNone/>
              <a:defRPr sz="2134"/>
            </a:lvl5pPr>
            <a:lvl6pPr marL="3047862" indent="0" algn="ctr">
              <a:buNone/>
              <a:defRPr sz="2134"/>
            </a:lvl6pPr>
            <a:lvl7pPr marL="3657433" indent="0" algn="ctr">
              <a:buNone/>
              <a:defRPr sz="2134"/>
            </a:lvl7pPr>
            <a:lvl8pPr marL="4267005" indent="0" algn="ctr">
              <a:buNone/>
              <a:defRPr sz="2134"/>
            </a:lvl8pPr>
            <a:lvl9pPr marL="4876579" indent="0" algn="ctr">
              <a:buNone/>
              <a:defRPr sz="2134"/>
            </a:lvl9pPr>
          </a:lstStyle>
          <a:p>
            <a:r>
              <a:rPr lang="en-US" noProof="0"/>
              <a:t>Click to edit Master title style</a:t>
            </a:r>
          </a:p>
          <a:p>
            <a:pPr marL="0" marR="0" lvl="1" indent="0" algn="l" defTabSz="1219144"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1" y="6340383"/>
            <a:ext cx="5594350" cy="298450"/>
          </a:xfrm>
          <a:prstGeom prst="rect">
            <a:avLst/>
          </a:prstGeom>
        </p:spPr>
        <p:txBody>
          <a:bodyPr/>
          <a:lstStyle>
            <a:lvl1pPr>
              <a:spcAft>
                <a:spcPts val="0"/>
              </a:spcAft>
              <a:defRPr sz="1059">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Tree>
    <p:extLst>
      <p:ext uri="{BB962C8B-B14F-4D97-AF65-F5344CB8AC3E}">
        <p14:creationId xmlns:p14="http://schemas.microsoft.com/office/powerpoint/2010/main" val="94871034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633">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p:cNvSpPr>
          <p:nvPr>
            <p:ph type="pic" sz="quarter" idx="11"/>
          </p:nvPr>
        </p:nvSpPr>
        <p:spPr>
          <a:xfrm>
            <a:off x="3601789" y="1066768"/>
            <a:ext cx="4988426" cy="4724464"/>
          </a:xfrm>
          <a:prstGeom prst="rect">
            <a:avLst/>
          </a:prstGeom>
        </p:spPr>
        <p:txBody>
          <a:bodyPr vert="horz" lIns="0" tIns="0" rIns="0" bIns="0" rtlCol="0">
            <a:noAutofit/>
          </a:bodyPr>
          <a:lstStyle>
            <a:lvl1pPr>
              <a:defRPr lang="en-US" noProof="0" dirty="0">
                <a:solidFill>
                  <a:schemeClr val="tx1"/>
                </a:solidFill>
              </a:defRPr>
            </a:lvl1pPr>
          </a:lstStyle>
          <a:p>
            <a:pPr lvl="0"/>
            <a:r>
              <a:rPr lang="en-US" noProof="0"/>
              <a:t>Click icon to add picture</a:t>
            </a:r>
          </a:p>
        </p:txBody>
      </p:sp>
      <p:sp>
        <p:nvSpPr>
          <p:cNvPr id="3" name="Subtitle 2"/>
          <p:cNvSpPr>
            <a:spLocks noGrp="1"/>
          </p:cNvSpPr>
          <p:nvPr>
            <p:ph type="subTitle" idx="1" hasCustomPrompt="1"/>
          </p:nvPr>
        </p:nvSpPr>
        <p:spPr bwMode="gray">
          <a:xfrm>
            <a:off x="501652" y="5864231"/>
            <a:ext cx="5594348" cy="505645"/>
          </a:xfrm>
          <a:prstGeom prst="rect">
            <a:avLst/>
          </a:prstGeom>
        </p:spPr>
        <p:txBody>
          <a:bodyPr lIns="0" tIns="0" rIns="0" bIns="0" anchor="b" anchorCtr="0">
            <a:noAutofit/>
          </a:bodyPr>
          <a:lstStyle>
            <a:lvl1pPr marL="0" indent="0" algn="l">
              <a:lnSpc>
                <a:spcPct val="100000"/>
              </a:lnSpc>
              <a:spcAft>
                <a:spcPts val="0"/>
              </a:spcAft>
              <a:buNone/>
              <a:defRPr sz="2399" b="1">
                <a:solidFill>
                  <a:schemeClr val="tx1"/>
                </a:solidFill>
              </a:defRPr>
            </a:lvl1pPr>
            <a:lvl2pPr marL="0" indent="0" algn="l">
              <a:buNone/>
              <a:defRPr sz="2134" b="0"/>
            </a:lvl2pPr>
            <a:lvl3pPr marL="1219144" indent="0" algn="ctr">
              <a:buNone/>
              <a:defRPr sz="2399"/>
            </a:lvl3pPr>
            <a:lvl4pPr marL="1828717" indent="0" algn="ctr">
              <a:buNone/>
              <a:defRPr sz="2134"/>
            </a:lvl4pPr>
            <a:lvl5pPr marL="2438289" indent="0" algn="ctr">
              <a:buNone/>
              <a:defRPr sz="2134"/>
            </a:lvl5pPr>
            <a:lvl6pPr marL="3047862" indent="0" algn="ctr">
              <a:buNone/>
              <a:defRPr sz="2134"/>
            </a:lvl6pPr>
            <a:lvl7pPr marL="3657433" indent="0" algn="ctr">
              <a:buNone/>
              <a:defRPr sz="2134"/>
            </a:lvl7pPr>
            <a:lvl8pPr marL="4267005" indent="0" algn="ctr">
              <a:buNone/>
              <a:defRPr sz="2134"/>
            </a:lvl8pPr>
            <a:lvl9pPr marL="4876579" indent="0" algn="ctr">
              <a:buNone/>
              <a:defRPr sz="2134"/>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1" y="6381753"/>
            <a:ext cx="5594350" cy="298450"/>
          </a:xfrm>
          <a:prstGeom prst="rect">
            <a:avLst/>
          </a:prstGeom>
        </p:spPr>
        <p:txBody>
          <a:bodyPr/>
          <a:lstStyle>
            <a:lvl1pPr>
              <a:spcAft>
                <a:spcPts val="0"/>
              </a:spcAft>
              <a:defRPr sz="133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a:grpSpLocks noChangeAspect="1"/>
          </p:cNvGrpSpPr>
          <p:nvPr userDrawn="1"/>
        </p:nvGrpSpPr>
        <p:grpSpPr>
          <a:xfrm>
            <a:off x="501652" y="403413"/>
            <a:ext cx="1762941" cy="330353"/>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grpSp>
    </p:spTree>
    <p:extLst>
      <p:ext uri="{BB962C8B-B14F-4D97-AF65-F5344CB8AC3E}">
        <p14:creationId xmlns:p14="http://schemas.microsoft.com/office/powerpoint/2010/main" val="1119742072"/>
      </p:ext>
    </p:extLst>
  </p:cSld>
  <p:clrMapOvr>
    <a:masterClrMapping/>
  </p:clrMapOvr>
  <p:transition>
    <p:fade/>
  </p:transition>
  <p:extLst>
    <p:ext uri="{DCECCB84-F9BA-43D5-87BE-67443E8EF086}">
      <p15:sldGuideLst xmlns:p15="http://schemas.microsoft.com/office/powerpoint/2012/main">
        <p15:guide id="1" orient="horz" pos="4633">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tx1"/>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373998"/>
            <a:ext cx="12192000" cy="6007753"/>
          </a:xfrm>
        </p:spPr>
        <p:txBody>
          <a:bodyPr/>
          <a:lstStyle/>
          <a:p>
            <a:endParaRPr lang="en-US"/>
          </a:p>
        </p:txBody>
      </p:sp>
      <p:grpSp>
        <p:nvGrpSpPr>
          <p:cNvPr id="9" name="Group 8"/>
          <p:cNvGrpSpPr/>
          <p:nvPr userDrawn="1"/>
        </p:nvGrpSpPr>
        <p:grpSpPr>
          <a:xfrm>
            <a:off x="0" y="4629686"/>
            <a:ext cx="12191998" cy="1369921"/>
            <a:chOff x="0" y="5246975"/>
            <a:chExt cx="13817598" cy="1552577"/>
          </a:xfrm>
        </p:grpSpPr>
        <p:sp>
          <p:nvSpPr>
            <p:cNvPr id="10" name="Freeform 9"/>
            <p:cNvSpPr/>
            <p:nvPr/>
          </p:nvSpPr>
          <p:spPr bwMode="gray">
            <a:xfrm>
              <a:off x="0" y="5256502"/>
              <a:ext cx="8713694" cy="1543050"/>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0150" h="1543050">
                  <a:moveTo>
                    <a:pt x="0" y="0"/>
                  </a:moveTo>
                  <a:lnTo>
                    <a:pt x="8820150" y="0"/>
                  </a:lnTo>
                  <a:lnTo>
                    <a:pt x="7277100" y="1543050"/>
                  </a:lnTo>
                  <a:lnTo>
                    <a:pt x="0" y="1543050"/>
                  </a:lnTo>
                  <a:lnTo>
                    <a:pt x="0" y="0"/>
                  </a:lnTo>
                  <a:close/>
                </a:path>
              </a:pathLst>
            </a:custGeom>
            <a:solidFill>
              <a:schemeClr val="tx1">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12" b="1">
                <a:solidFill>
                  <a:prstClr val="white"/>
                </a:solidFill>
              </a:endParaRPr>
            </a:p>
          </p:txBody>
        </p:sp>
        <p:sp>
          <p:nvSpPr>
            <p:cNvPr id="11" name="Freeform 10"/>
            <p:cNvSpPr/>
            <p:nvPr/>
          </p:nvSpPr>
          <p:spPr bwMode="gray">
            <a:xfrm flipH="1" flipV="1">
              <a:off x="7342094" y="5246975"/>
              <a:ext cx="6475504" cy="1552575"/>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 name="connsiteX0" fmla="*/ 0 w 8820150"/>
                <a:gd name="connsiteY0" fmla="*/ 0 h 1543050"/>
                <a:gd name="connsiteX1" fmla="*/ 8820150 w 8820150"/>
                <a:gd name="connsiteY1" fmla="*/ 0 h 1543050"/>
                <a:gd name="connsiteX2" fmla="*/ 6826217 w 8820150"/>
                <a:gd name="connsiteY2" fmla="*/ 1447800 h 1543050"/>
                <a:gd name="connsiteX3" fmla="*/ 0 w 8820150"/>
                <a:gd name="connsiteY3" fmla="*/ 1543050 h 1543050"/>
                <a:gd name="connsiteX4" fmla="*/ 0 w 8820150"/>
                <a:gd name="connsiteY4" fmla="*/ 0 h 1543050"/>
                <a:gd name="connsiteX0" fmla="*/ 0 w 8820150"/>
                <a:gd name="connsiteY0" fmla="*/ 0 h 1552575"/>
                <a:gd name="connsiteX1" fmla="*/ 8820150 w 8820150"/>
                <a:gd name="connsiteY1" fmla="*/ 0 h 1552575"/>
                <a:gd name="connsiteX2" fmla="*/ 6787571 w 8820150"/>
                <a:gd name="connsiteY2" fmla="*/ 1552575 h 1552575"/>
                <a:gd name="connsiteX3" fmla="*/ 0 w 8820150"/>
                <a:gd name="connsiteY3" fmla="*/ 1543050 h 1552575"/>
                <a:gd name="connsiteX4" fmla="*/ 0 w 8820150"/>
                <a:gd name="connsiteY4" fmla="*/ 0 h 1552575"/>
                <a:gd name="connsiteX0" fmla="*/ 0 w 8858797"/>
                <a:gd name="connsiteY0" fmla="*/ 0 h 1552575"/>
                <a:gd name="connsiteX1" fmla="*/ 8858797 w 8858797"/>
                <a:gd name="connsiteY1" fmla="*/ 9525 h 1552575"/>
                <a:gd name="connsiteX2" fmla="*/ 6787571 w 8858797"/>
                <a:gd name="connsiteY2" fmla="*/ 1552575 h 1552575"/>
                <a:gd name="connsiteX3" fmla="*/ 0 w 8858797"/>
                <a:gd name="connsiteY3" fmla="*/ 1543050 h 1552575"/>
                <a:gd name="connsiteX4" fmla="*/ 0 w 8858797"/>
                <a:gd name="connsiteY4" fmla="*/ 0 h 1552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8797" h="1552575">
                  <a:moveTo>
                    <a:pt x="0" y="0"/>
                  </a:moveTo>
                  <a:lnTo>
                    <a:pt x="8858797" y="9525"/>
                  </a:lnTo>
                  <a:lnTo>
                    <a:pt x="6787571" y="1552575"/>
                  </a:lnTo>
                  <a:lnTo>
                    <a:pt x="0" y="1543050"/>
                  </a:lnTo>
                  <a:lnTo>
                    <a:pt x="0" y="0"/>
                  </a:lnTo>
                  <a:close/>
                </a:path>
              </a:pathLst>
            </a:custGeom>
            <a:solidFill>
              <a:schemeClr val="accent5">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12" b="1">
                <a:solidFill>
                  <a:prstClr val="white"/>
                </a:solidFill>
              </a:endParaRPr>
            </a:p>
          </p:txBody>
        </p:sp>
      </p:grpSp>
      <p:sp>
        <p:nvSpPr>
          <p:cNvPr id="14" name="TextBox 13"/>
          <p:cNvSpPr txBox="1"/>
          <p:nvPr userDrawn="1"/>
        </p:nvSpPr>
        <p:spPr>
          <a:xfrm>
            <a:off x="501653"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a:solidFill>
                <a:prstClr val="white"/>
              </a:solidFill>
            </a:endParaRPr>
          </a:p>
        </p:txBody>
      </p:sp>
      <p:sp>
        <p:nvSpPr>
          <p:cNvPr id="3" name="Text Placeholder 2"/>
          <p:cNvSpPr>
            <a:spLocks noGrp="1"/>
          </p:cNvSpPr>
          <p:nvPr>
            <p:ph type="body" idx="1"/>
          </p:nvPr>
        </p:nvSpPr>
        <p:spPr bwMode="gray">
          <a:xfrm>
            <a:off x="0" y="4537180"/>
            <a:ext cx="12192000"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573" indent="0">
              <a:buNone/>
              <a:defRPr sz="2667">
                <a:solidFill>
                  <a:schemeClr val="tx1">
                    <a:tint val="75000"/>
                  </a:schemeClr>
                </a:solidFill>
              </a:defRPr>
            </a:lvl2pPr>
            <a:lvl3pPr marL="1219144" indent="0">
              <a:buNone/>
              <a:defRPr sz="2399">
                <a:solidFill>
                  <a:schemeClr val="tx1">
                    <a:tint val="75000"/>
                  </a:schemeClr>
                </a:solidFill>
              </a:defRPr>
            </a:lvl3pPr>
            <a:lvl4pPr marL="1828717" indent="0">
              <a:buNone/>
              <a:defRPr sz="2134">
                <a:solidFill>
                  <a:schemeClr val="tx1">
                    <a:tint val="75000"/>
                  </a:schemeClr>
                </a:solidFill>
              </a:defRPr>
            </a:lvl4pPr>
            <a:lvl5pPr marL="2438289" indent="0">
              <a:buNone/>
              <a:defRPr sz="2134">
                <a:solidFill>
                  <a:schemeClr val="tx1">
                    <a:tint val="75000"/>
                  </a:schemeClr>
                </a:solidFill>
              </a:defRPr>
            </a:lvl5pPr>
            <a:lvl6pPr marL="3047862" indent="0">
              <a:buNone/>
              <a:defRPr sz="2134">
                <a:solidFill>
                  <a:schemeClr val="tx1">
                    <a:tint val="75000"/>
                  </a:schemeClr>
                </a:solidFill>
              </a:defRPr>
            </a:lvl6pPr>
            <a:lvl7pPr marL="3657433" indent="0">
              <a:buNone/>
              <a:defRPr sz="2134">
                <a:solidFill>
                  <a:schemeClr val="tx1">
                    <a:tint val="75000"/>
                  </a:schemeClr>
                </a:solidFill>
              </a:defRPr>
            </a:lvl7pPr>
            <a:lvl8pPr marL="4267005" indent="0">
              <a:buNone/>
              <a:defRPr sz="2134">
                <a:solidFill>
                  <a:schemeClr val="tx1">
                    <a:tint val="75000"/>
                  </a:schemeClr>
                </a:solidFill>
              </a:defRPr>
            </a:lvl8pPr>
            <a:lvl9pPr marL="4876579" indent="0">
              <a:buNone/>
              <a:defRPr sz="2134">
                <a:solidFill>
                  <a:schemeClr val="tx1">
                    <a:tint val="75000"/>
                  </a:schemeClr>
                </a:solidFill>
              </a:defRPr>
            </a:lvl9pPr>
          </a:lstStyle>
          <a:p>
            <a:pPr lvl="0"/>
            <a:r>
              <a:rPr lang="en-US" noProof="0"/>
              <a:t>Click to edit Master text styles</a:t>
            </a:r>
          </a:p>
        </p:txBody>
      </p:sp>
      <p:sp>
        <p:nvSpPr>
          <p:cNvPr id="12" name="TextBox 11"/>
          <p:cNvSpPr txBox="1"/>
          <p:nvPr userDrawn="1"/>
        </p:nvSpPr>
        <p:spPr>
          <a:xfrm>
            <a:off x="5843374" y="6501538"/>
            <a:ext cx="5833532" cy="170741"/>
          </a:xfrm>
          <a:prstGeom prst="rect">
            <a:avLst/>
          </a:prstGeom>
          <a:noFill/>
        </p:spPr>
        <p:txBody>
          <a:bodyPr wrap="square" lIns="0" tIns="0" rIns="0" bIns="0" rtlCol="0">
            <a:noAutofit/>
          </a:bodyPr>
          <a:lstStyle/>
          <a:p>
            <a:pPr>
              <a:spcBef>
                <a:spcPts val="800"/>
              </a:spcBef>
              <a:buSzPct val="100000"/>
              <a:buFont typeface="Arial"/>
              <a:buNone/>
            </a:pPr>
            <a:r>
              <a:rPr lang="en-US" sz="867">
                <a:solidFill>
                  <a:prstClr val="white"/>
                </a:solidFill>
              </a:rPr>
              <a:t>Presentation on Supply, Implementation and Maintenance of an ERP solution to Hirdaramani Group</a:t>
            </a:r>
            <a:endParaRPr lang="fr-FR" sz="867">
              <a:solidFill>
                <a:prstClr val="white"/>
              </a:solidFill>
            </a:endParaRPr>
          </a:p>
        </p:txBody>
      </p:sp>
    </p:spTree>
    <p:extLst>
      <p:ext uri="{BB962C8B-B14F-4D97-AF65-F5344CB8AC3E}">
        <p14:creationId xmlns:p14="http://schemas.microsoft.com/office/powerpoint/2010/main" val="4180717792"/>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3"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a:solidFill>
                <a:prstClr val="white"/>
              </a:solidFill>
            </a:endParaRPr>
          </a:p>
        </p:txBody>
      </p:sp>
      <p:sp>
        <p:nvSpPr>
          <p:cNvPr id="8" name="Rectangle 3"/>
          <p:cNvSpPr/>
          <p:nvPr userDrawn="1"/>
        </p:nvSpPr>
        <p:spPr bwMode="gray">
          <a:xfrm>
            <a:off x="-44822" y="2636887"/>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78438" tIns="78438" rIns="78438" bIns="78438" rtlCol="0" anchor="ctr"/>
          <a:lstStyle/>
          <a:p>
            <a:pPr algn="ctr">
              <a:lnSpc>
                <a:spcPct val="106000"/>
              </a:lnSpc>
              <a:buFont typeface="Wingdings 2" pitchFamily="18" charset="2"/>
              <a:buNone/>
            </a:pPr>
            <a:endParaRPr lang="en-US" sz="1412" b="1">
              <a:solidFill>
                <a:prstClr val="white"/>
              </a:solidFill>
            </a:endParaRPr>
          </a:p>
        </p:txBody>
      </p:sp>
      <p:sp>
        <p:nvSpPr>
          <p:cNvPr id="3" name="Text Placeholder 2"/>
          <p:cNvSpPr>
            <a:spLocks noGrp="1"/>
          </p:cNvSpPr>
          <p:nvPr>
            <p:ph type="body" idx="1"/>
          </p:nvPr>
        </p:nvSpPr>
        <p:spPr bwMode="gray">
          <a:xfrm>
            <a:off x="-42580" y="2645736"/>
            <a:ext cx="6200214"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573" indent="0">
              <a:buNone/>
              <a:defRPr sz="2667">
                <a:solidFill>
                  <a:schemeClr val="tx1">
                    <a:tint val="75000"/>
                  </a:schemeClr>
                </a:solidFill>
              </a:defRPr>
            </a:lvl2pPr>
            <a:lvl3pPr marL="1219144" indent="0">
              <a:buNone/>
              <a:defRPr sz="2399">
                <a:solidFill>
                  <a:schemeClr val="tx1">
                    <a:tint val="75000"/>
                  </a:schemeClr>
                </a:solidFill>
              </a:defRPr>
            </a:lvl3pPr>
            <a:lvl4pPr marL="1828717" indent="0">
              <a:buNone/>
              <a:defRPr sz="2134">
                <a:solidFill>
                  <a:schemeClr val="tx1">
                    <a:tint val="75000"/>
                  </a:schemeClr>
                </a:solidFill>
              </a:defRPr>
            </a:lvl4pPr>
            <a:lvl5pPr marL="2438289" indent="0">
              <a:buNone/>
              <a:defRPr sz="2134">
                <a:solidFill>
                  <a:schemeClr val="tx1">
                    <a:tint val="75000"/>
                  </a:schemeClr>
                </a:solidFill>
              </a:defRPr>
            </a:lvl5pPr>
            <a:lvl6pPr marL="3047862" indent="0">
              <a:buNone/>
              <a:defRPr sz="2134">
                <a:solidFill>
                  <a:schemeClr val="tx1">
                    <a:tint val="75000"/>
                  </a:schemeClr>
                </a:solidFill>
              </a:defRPr>
            </a:lvl6pPr>
            <a:lvl7pPr marL="3657433" indent="0">
              <a:buNone/>
              <a:defRPr sz="2134">
                <a:solidFill>
                  <a:schemeClr val="tx1">
                    <a:tint val="75000"/>
                  </a:schemeClr>
                </a:solidFill>
              </a:defRPr>
            </a:lvl7pPr>
            <a:lvl8pPr marL="4267005" indent="0">
              <a:buNone/>
              <a:defRPr sz="2134">
                <a:solidFill>
                  <a:schemeClr val="tx1">
                    <a:tint val="75000"/>
                  </a:schemeClr>
                </a:solidFill>
              </a:defRPr>
            </a:lvl8pPr>
            <a:lvl9pPr marL="4876579" indent="0">
              <a:buNone/>
              <a:defRPr sz="2134">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1363185224"/>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3"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a:solidFill>
                <a:prstClr val="white"/>
              </a:solidFill>
            </a:endParaRPr>
          </a:p>
        </p:txBody>
      </p:sp>
      <p:sp>
        <p:nvSpPr>
          <p:cNvPr id="8" name="Rectangle 3"/>
          <p:cNvSpPr/>
          <p:nvPr userDrawn="1"/>
        </p:nvSpPr>
        <p:spPr bwMode="gray">
          <a:xfrm>
            <a:off x="-44822" y="2636887"/>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78438" tIns="78438" rIns="78438" bIns="78438" rtlCol="0" anchor="ctr"/>
          <a:lstStyle/>
          <a:p>
            <a:pPr algn="ctr">
              <a:lnSpc>
                <a:spcPct val="106000"/>
              </a:lnSpc>
              <a:buFont typeface="Wingdings 2" pitchFamily="18" charset="2"/>
              <a:buNone/>
            </a:pPr>
            <a:endParaRPr lang="en-US" sz="1412" b="1">
              <a:solidFill>
                <a:prstClr val="white"/>
              </a:solidFill>
            </a:endParaRPr>
          </a:p>
        </p:txBody>
      </p:sp>
      <p:sp>
        <p:nvSpPr>
          <p:cNvPr id="3" name="Text Placeholder 2"/>
          <p:cNvSpPr>
            <a:spLocks noGrp="1"/>
          </p:cNvSpPr>
          <p:nvPr>
            <p:ph type="body" idx="1"/>
          </p:nvPr>
        </p:nvSpPr>
        <p:spPr bwMode="gray">
          <a:xfrm>
            <a:off x="-42580" y="2645736"/>
            <a:ext cx="6200214"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573" indent="0">
              <a:buNone/>
              <a:defRPr sz="2667">
                <a:solidFill>
                  <a:schemeClr val="tx1">
                    <a:tint val="75000"/>
                  </a:schemeClr>
                </a:solidFill>
              </a:defRPr>
            </a:lvl2pPr>
            <a:lvl3pPr marL="1219144" indent="0">
              <a:buNone/>
              <a:defRPr sz="2399">
                <a:solidFill>
                  <a:schemeClr val="tx1">
                    <a:tint val="75000"/>
                  </a:schemeClr>
                </a:solidFill>
              </a:defRPr>
            </a:lvl3pPr>
            <a:lvl4pPr marL="1828717" indent="0">
              <a:buNone/>
              <a:defRPr sz="2134">
                <a:solidFill>
                  <a:schemeClr val="tx1">
                    <a:tint val="75000"/>
                  </a:schemeClr>
                </a:solidFill>
              </a:defRPr>
            </a:lvl4pPr>
            <a:lvl5pPr marL="2438289" indent="0">
              <a:buNone/>
              <a:defRPr sz="2134">
                <a:solidFill>
                  <a:schemeClr val="tx1">
                    <a:tint val="75000"/>
                  </a:schemeClr>
                </a:solidFill>
              </a:defRPr>
            </a:lvl5pPr>
            <a:lvl6pPr marL="3047862" indent="0">
              <a:buNone/>
              <a:defRPr sz="2134">
                <a:solidFill>
                  <a:schemeClr val="tx1">
                    <a:tint val="75000"/>
                  </a:schemeClr>
                </a:solidFill>
              </a:defRPr>
            </a:lvl6pPr>
            <a:lvl7pPr marL="3657433" indent="0">
              <a:buNone/>
              <a:defRPr sz="2134">
                <a:solidFill>
                  <a:schemeClr val="tx1">
                    <a:tint val="75000"/>
                  </a:schemeClr>
                </a:solidFill>
              </a:defRPr>
            </a:lvl7pPr>
            <a:lvl8pPr marL="4267005" indent="0">
              <a:buNone/>
              <a:defRPr sz="2134">
                <a:solidFill>
                  <a:schemeClr val="tx1">
                    <a:tint val="75000"/>
                  </a:schemeClr>
                </a:solidFill>
              </a:defRPr>
            </a:lvl8pPr>
            <a:lvl9pPr marL="4876579" indent="0">
              <a:buNone/>
              <a:defRPr sz="2134">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3330242962"/>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234567890">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3"/>
            <a:ext cx="11162350" cy="757255"/>
          </a:xfrm>
          <a:prstGeom prst="rect">
            <a:avLst/>
          </a:prstGeom>
        </p:spPr>
        <p:txBody>
          <a:bodyPr lIns="0" tIns="0" rIns="0" bIns="0">
            <a:noAutofit/>
          </a:bodyPr>
          <a:lstStyle>
            <a:lvl1pPr marL="0" indent="0">
              <a:buNone/>
              <a:defRPr sz="1588" b="0">
                <a:solidFill>
                  <a:srgbClr val="575757"/>
                </a:solidFill>
                <a:latin typeface="+mj-lt"/>
              </a:defRPr>
            </a:lvl1pPr>
          </a:lstStyle>
          <a:p>
            <a:pPr lvl="0"/>
            <a:r>
              <a:rPr lang="en-US" noProof="0"/>
              <a:t>Click to add subtitle</a:t>
            </a:r>
          </a:p>
        </p:txBody>
      </p:sp>
      <p:sp>
        <p:nvSpPr>
          <p:cNvPr id="14" name="Title Placeholder 1"/>
          <p:cNvSpPr>
            <a:spLocks noGrp="1"/>
          </p:cNvSpPr>
          <p:nvPr>
            <p:ph type="title"/>
          </p:nvPr>
        </p:nvSpPr>
        <p:spPr>
          <a:xfrm>
            <a:off x="501651" y="317502"/>
            <a:ext cx="11162350" cy="334101"/>
          </a:xfrm>
          <a:prstGeom prst="rect">
            <a:avLst/>
          </a:prstGeom>
        </p:spPr>
        <p:txBody>
          <a:bodyPr vert="horz" lIns="0" tIns="0" rIns="0" bIns="0" rtlCol="0" anchor="t" anchorCtr="0">
            <a:noAutofit/>
          </a:bodyPr>
          <a:lstStyle>
            <a:lvl1pPr>
              <a:defRPr sz="1941">
                <a:latin typeface="+mj-lt"/>
              </a:defRPr>
            </a:lvl1pPr>
          </a:lstStyle>
          <a:p>
            <a:r>
              <a:rPr lang="en-US" noProof="0"/>
              <a:t>Click to edit Master title style</a:t>
            </a:r>
          </a:p>
        </p:txBody>
      </p:sp>
      <p:sp>
        <p:nvSpPr>
          <p:cNvPr id="8" name="Text Placeholder 18"/>
          <p:cNvSpPr>
            <a:spLocks noGrp="1"/>
          </p:cNvSpPr>
          <p:nvPr>
            <p:ph idx="1"/>
          </p:nvPr>
        </p:nvSpPr>
        <p:spPr>
          <a:xfrm>
            <a:off x="501652" y="1665288"/>
            <a:ext cx="11165417" cy="4713911"/>
          </a:xfrm>
          <a:prstGeom prst="rect">
            <a:avLst/>
          </a:prstGeom>
        </p:spPr>
        <p:txBody>
          <a:bodyPr vert="horz" lIns="0" tIns="0" rIns="0" bIns="0" rtlCol="0">
            <a:noAutofit/>
          </a:bodyPr>
          <a:lstStyle>
            <a:lvl1pPr>
              <a:spcAft>
                <a:spcPts val="1211"/>
              </a:spcAft>
              <a:defRPr sz="1235"/>
            </a:lvl1pPr>
            <a:lvl2pPr>
              <a:spcAft>
                <a:spcPts val="1211"/>
              </a:spcAft>
              <a:defRPr sz="1235"/>
            </a:lvl2pPr>
            <a:lvl3pPr>
              <a:spcAft>
                <a:spcPts val="1211"/>
              </a:spcAft>
              <a:defRPr sz="1235"/>
            </a:lvl3pPr>
            <a:lvl4pPr>
              <a:spcAft>
                <a:spcPts val="1211"/>
              </a:spcAft>
              <a:defRPr sz="1235"/>
            </a:lvl4pPr>
            <a:lvl5pPr>
              <a:spcAft>
                <a:spcPts val="1211"/>
              </a:spcAft>
              <a:defRPr sz="1235"/>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81915250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9"/>
            <a:ext cx="11252200" cy="698501"/>
          </a:xfrm>
          <a:prstGeom prst="rect">
            <a:avLst/>
          </a:prstGeom>
        </p:spPr>
        <p:txBody>
          <a:bodyPr vert="horz" lIns="0" tIns="0" rIns="0" bIns="0" rtlCol="0" anchor="t" anchorCtr="0">
            <a:noAutofit/>
          </a:bodyPr>
          <a:lstStyle>
            <a:lvl1pPr>
              <a:defRPr sz="1500"/>
            </a:lvl1pPr>
          </a:lstStyle>
          <a:p>
            <a:r>
              <a:rPr lang="en-GB" noProof="0"/>
              <a:t>Click to edit Master title style</a:t>
            </a:r>
          </a:p>
        </p:txBody>
      </p:sp>
      <p:sp>
        <p:nvSpPr>
          <p:cNvPr id="5"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500" b="0">
                <a:solidFill>
                  <a:srgbClr val="575757"/>
                </a:solidFill>
              </a:defRPr>
            </a:lvl1pPr>
          </a:lstStyle>
          <a:p>
            <a:pPr lvl="0"/>
            <a:r>
              <a:rPr lang="en-GB" noProof="0"/>
              <a:t>Click to add subtitle</a:t>
            </a:r>
          </a:p>
        </p:txBody>
      </p:sp>
      <p:sp>
        <p:nvSpPr>
          <p:cNvPr id="4" name="Content Placeholder 3"/>
          <p:cNvSpPr>
            <a:spLocks noGrp="1"/>
          </p:cNvSpPr>
          <p:nvPr>
            <p:ph sz="quarter" idx="10"/>
          </p:nvPr>
        </p:nvSpPr>
        <p:spPr>
          <a:xfrm>
            <a:off x="469904" y="1665292"/>
            <a:ext cx="9348787" cy="4633910"/>
          </a:xfrm>
          <a:prstGeom prst="rect">
            <a:avLst/>
          </a:prstGeom>
        </p:spPr>
        <p:txBody>
          <a:bodyPr/>
          <a:lstStyle>
            <a:lvl1pPr>
              <a:tabLst>
                <a:tab pos="6728924" algn="r"/>
              </a:tabLst>
              <a:defRPr/>
            </a:lvl1pPr>
            <a:lvl2pPr>
              <a:tabLst>
                <a:tab pos="6728924" algn="r"/>
              </a:tabLst>
              <a:defRPr/>
            </a:lvl2pPr>
            <a:lvl3pPr>
              <a:tabLst>
                <a:tab pos="6728924" algn="r"/>
              </a:tabLst>
              <a:defRPr/>
            </a:lvl3pPr>
            <a:lvl4pPr>
              <a:tabLst>
                <a:tab pos="6728924" algn="r"/>
              </a:tabLst>
              <a:defRPr/>
            </a:lvl4pPr>
            <a:lvl5pPr>
              <a:tabLst>
                <a:tab pos="5028834" algn="r"/>
              </a:tabLst>
              <a:defRPr baseline="0"/>
            </a:lvl5pPr>
            <a:lvl6pPr marL="356374" indent="0">
              <a:buNone/>
              <a:tabLst>
                <a:tab pos="6728924" algn="r"/>
              </a:tabLst>
              <a:defRPr/>
            </a:lvl6pPr>
            <a:lvl7pPr>
              <a:tabLst>
                <a:tab pos="6728924" algn="r"/>
              </a:tabLst>
              <a:defRPr/>
            </a:lvl7pPr>
            <a:lvl8pPr>
              <a:tabLst>
                <a:tab pos="6728924" algn="r"/>
              </a:tabLst>
              <a:defRPr/>
            </a:lvl8pPr>
            <a:lvl9pPr>
              <a:tabLst>
                <a:tab pos="6728924" algn="r"/>
              </a:tabLst>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Footer Placeholder 1"/>
          <p:cNvSpPr>
            <a:spLocks noGrp="1"/>
          </p:cNvSpPr>
          <p:nvPr>
            <p:ph type="ftr" sz="quarter" idx="14"/>
          </p:nvPr>
        </p:nvSpPr>
        <p:spPr/>
        <p:txBody>
          <a:bodyPr/>
          <a:lstStyle/>
          <a:p>
            <a:endParaRPr lang="en-GB">
              <a:solidFill>
                <a:srgbClr val="000000"/>
              </a:solidFill>
            </a:endParaRPr>
          </a:p>
        </p:txBody>
      </p:sp>
    </p:spTree>
    <p:extLst>
      <p:ext uri="{BB962C8B-B14F-4D97-AF65-F5344CB8AC3E}">
        <p14:creationId xmlns:p14="http://schemas.microsoft.com/office/powerpoint/2010/main" val="42421471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Key statement white">
    <p:bg>
      <p:bgRef idx="1001">
        <a:schemeClr val="bg1"/>
      </p:bgRef>
    </p:bg>
    <p:spTree>
      <p:nvGrpSpPr>
        <p:cNvPr id="1" name=""/>
        <p:cNvGrpSpPr/>
        <p:nvPr/>
      </p:nvGrpSpPr>
      <p:grpSpPr>
        <a:xfrm>
          <a:off x="0" y="0"/>
          <a:ext cx="0" cy="0"/>
          <a:chOff x="0" y="0"/>
          <a:chExt cx="0" cy="0"/>
        </a:xfrm>
      </p:grpSpPr>
      <p:sp>
        <p:nvSpPr>
          <p:cNvPr id="3" name="Text Placeholder 3"/>
          <p:cNvSpPr>
            <a:spLocks noGrp="1"/>
          </p:cNvSpPr>
          <p:nvPr>
            <p:ph type="body" sz="quarter" idx="10"/>
          </p:nvPr>
        </p:nvSpPr>
        <p:spPr>
          <a:xfrm>
            <a:off x="501654" y="1628777"/>
            <a:ext cx="9277349" cy="4752975"/>
          </a:xfrm>
          <a:prstGeom prst="rect">
            <a:avLst/>
          </a:prstGeom>
        </p:spPr>
        <p:txBody>
          <a:bodyPr>
            <a:normAutofit/>
          </a:bodyPr>
          <a:lstStyle>
            <a:lvl1pPr marL="0" indent="0">
              <a:spcBef>
                <a:spcPts val="3600"/>
              </a:spcBef>
              <a:buFont typeface="Arial" panose="020B0604020202020204" pitchFamily="34" charset="0"/>
              <a:buChar char="​"/>
              <a:defRPr sz="2800">
                <a:solidFill>
                  <a:schemeClr val="tx1"/>
                </a:solidFill>
              </a:defRPr>
            </a:lvl1pPr>
            <a:lvl2pPr marL="0" indent="0">
              <a:defRPr sz="3000">
                <a:solidFill>
                  <a:schemeClr val="bg2"/>
                </a:solidFill>
              </a:defRPr>
            </a:lvl2pPr>
            <a:lvl3pPr marL="0" indent="0">
              <a:buNone/>
              <a:defRPr sz="3000">
                <a:solidFill>
                  <a:schemeClr val="bg2"/>
                </a:solidFill>
              </a:defRPr>
            </a:lvl3pPr>
            <a:lvl4pPr>
              <a:defRPr sz="3000">
                <a:solidFill>
                  <a:schemeClr val="bg2"/>
                </a:solidFill>
              </a:defRPr>
            </a:lvl4pPr>
            <a:lvl5pPr>
              <a:defRPr sz="3000">
                <a:solidFill>
                  <a:schemeClr val="bg2"/>
                </a:solidFill>
              </a:defRPr>
            </a:lvl5pPr>
          </a:lstStyle>
          <a:p>
            <a:pPr lvl="0"/>
            <a:r>
              <a:rPr lang="en-GB" noProof="0"/>
              <a:t>Click to edit Master text styles</a:t>
            </a:r>
          </a:p>
        </p:txBody>
      </p:sp>
      <p:sp>
        <p:nvSpPr>
          <p:cNvPr id="2" name="Footer Placeholder 1"/>
          <p:cNvSpPr>
            <a:spLocks noGrp="1"/>
          </p:cNvSpPr>
          <p:nvPr>
            <p:ph type="ftr" sz="quarter" idx="11"/>
          </p:nvPr>
        </p:nvSpPr>
        <p:spPr/>
        <p:txBody>
          <a:bodyPr/>
          <a:lstStyle/>
          <a:p>
            <a:endParaRPr lang="en-GB">
              <a:solidFill>
                <a:prstClr val="black"/>
              </a:solidFill>
            </a:endParaRPr>
          </a:p>
        </p:txBody>
      </p:sp>
    </p:spTree>
    <p:extLst>
      <p:ext uri="{BB962C8B-B14F-4D97-AF65-F5344CB8AC3E}">
        <p14:creationId xmlns:p14="http://schemas.microsoft.com/office/powerpoint/2010/main" val="413230270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1_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501653" y="4211955"/>
            <a:ext cx="8528936" cy="2169796"/>
          </a:xfrm>
        </p:spPr>
        <p:txBody>
          <a:bodyPr anchor="b" anchorCtr="0"/>
          <a:lstStyle>
            <a:lvl1pPr>
              <a:lnSpc>
                <a:spcPct val="100000"/>
              </a:lnSpc>
              <a:spcAft>
                <a:spcPts val="600"/>
              </a:spcAft>
              <a:defRPr sz="907"/>
            </a:lvl1pPr>
          </a:lstStyle>
          <a:p>
            <a:pPr lvl="0"/>
            <a:r>
              <a:rPr lang="en-US" noProof="0"/>
              <a:t>Deloitte refers to one or more of Deloitte </a:t>
            </a:r>
            <a:r>
              <a:rPr lang="en-US" noProof="0" err="1"/>
              <a:t>Touche</a:t>
            </a:r>
            <a:r>
              <a:rPr lang="en-US" noProof="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r>
              <a:rPr lang="en-US" noProof="0"/>
              <a:t>This material has been prepared by Deloitte </a:t>
            </a:r>
            <a:r>
              <a:rPr lang="en-US" noProof="0" err="1"/>
              <a:t>Touche</a:t>
            </a:r>
            <a:r>
              <a:rPr lang="en-US" noProof="0"/>
              <a:t> Tohmatsu India LLP (“DTTILLP”), a member of Deloitte </a:t>
            </a:r>
            <a:r>
              <a:rPr lang="en-US" noProof="0" err="1"/>
              <a:t>Touche</a:t>
            </a:r>
            <a:r>
              <a:rPr lang="en-US" noProof="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r>
              <a:rPr lang="en-US" noProof="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r>
              <a:rPr lang="en-US" noProof="0"/>
              <a:t>©2018 Deloitte </a:t>
            </a:r>
            <a:r>
              <a:rPr lang="en-US" noProof="0" err="1"/>
              <a:t>Touche</a:t>
            </a:r>
            <a:r>
              <a:rPr lang="en-US" noProof="0"/>
              <a:t> Tohmatsu India LLP. Member of Deloitte </a:t>
            </a:r>
            <a:r>
              <a:rPr lang="en-US" noProof="0" err="1"/>
              <a:t>Touche</a:t>
            </a:r>
            <a:r>
              <a:rPr lang="en-US" noProof="0"/>
              <a:t> Tohmatsu Limited</a:t>
            </a:r>
          </a:p>
          <a:p>
            <a:pPr lvl="0"/>
            <a:r>
              <a:rPr lang="en-US" noProof="0"/>
              <a:t>Deloitte </a:t>
            </a:r>
            <a:r>
              <a:rPr lang="en-US" noProof="0" err="1"/>
              <a:t>Touche</a:t>
            </a:r>
            <a:r>
              <a:rPr lang="en-US" noProof="0"/>
              <a:t> Tohmatsu India Private Limited (U74140MH199 5PTC093339), a private company limited by shares, was converted into Deloitte </a:t>
            </a:r>
            <a:r>
              <a:rPr lang="en-US" noProof="0" err="1"/>
              <a:t>Touche</a:t>
            </a:r>
            <a:r>
              <a:rPr lang="en-US" noProof="0"/>
              <a:t> Tohmatsu India LLP, a limited liability partnership (LLP Identification No. AAE-8458),with effect from October 1, 2015.</a:t>
            </a:r>
          </a:p>
        </p:txBody>
      </p:sp>
      <p:grpSp>
        <p:nvGrpSpPr>
          <p:cNvPr id="14" name="Group 13"/>
          <p:cNvGrpSpPr>
            <a:grpSpLocks noChangeAspect="1"/>
          </p:cNvGrpSpPr>
          <p:nvPr userDrawn="1"/>
        </p:nvGrpSpPr>
        <p:grpSpPr>
          <a:xfrm>
            <a:off x="475325" y="457200"/>
            <a:ext cx="1998000" cy="374400"/>
            <a:chOff x="398463" y="404813"/>
            <a:chExt cx="1627187" cy="307976"/>
          </a:xfrm>
          <a:solidFill>
            <a:schemeClr val="tx1"/>
          </a:solidFill>
        </p:grpSpPr>
        <p:sp>
          <p:nvSpPr>
            <p:cNvPr id="15"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6"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7"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41536544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1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3" y="5845181"/>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12" indent="0" algn="ctr">
              <a:buNone/>
              <a:defRPr sz="2399"/>
            </a:lvl3pPr>
            <a:lvl4pPr marL="1828667" indent="0" algn="ctr">
              <a:buNone/>
              <a:defRPr sz="2133"/>
            </a:lvl4pPr>
            <a:lvl5pPr marL="2438223" indent="0" algn="ctr">
              <a:buNone/>
              <a:defRPr sz="2133"/>
            </a:lvl5pPr>
            <a:lvl6pPr marL="3047778" indent="0" algn="ctr">
              <a:buNone/>
              <a:defRPr sz="2133"/>
            </a:lvl6pPr>
            <a:lvl7pPr marL="3657335" indent="0" algn="ctr">
              <a:buNone/>
              <a:defRPr sz="2133"/>
            </a:lvl7pPr>
            <a:lvl8pPr marL="4266889" indent="0" algn="ctr">
              <a:buNone/>
              <a:defRPr sz="2133"/>
            </a:lvl8pPr>
            <a:lvl9pPr marL="4876445"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203" y="6362702"/>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359512211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50"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799"/>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203" y="5845181"/>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556" indent="0" algn="ctr">
              <a:buNone/>
              <a:defRPr sz="2667"/>
            </a:lvl2pPr>
            <a:lvl3pPr marL="1219112" indent="0" algn="ctr">
              <a:buNone/>
              <a:defRPr sz="2399"/>
            </a:lvl3pPr>
            <a:lvl4pPr marL="1828667" indent="0" algn="ctr">
              <a:buNone/>
              <a:defRPr sz="2133"/>
            </a:lvl4pPr>
            <a:lvl5pPr marL="2438223" indent="0" algn="ctr">
              <a:buNone/>
              <a:defRPr sz="2133"/>
            </a:lvl5pPr>
            <a:lvl6pPr marL="3047778" indent="0" algn="ctr">
              <a:buNone/>
              <a:defRPr sz="2133"/>
            </a:lvl6pPr>
            <a:lvl7pPr marL="3657335" indent="0" algn="ctr">
              <a:buNone/>
              <a:defRPr sz="2133"/>
            </a:lvl7pPr>
            <a:lvl8pPr marL="4266889" indent="0" algn="ctr">
              <a:buNone/>
              <a:defRPr sz="2133"/>
            </a:lvl8pPr>
            <a:lvl9pPr marL="4876445"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203" y="6362702"/>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126591410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799"/>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327" y="5845181"/>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556" indent="0" algn="ctr">
              <a:buNone/>
              <a:defRPr sz="2667"/>
            </a:lvl2pPr>
            <a:lvl3pPr marL="1219112" indent="0" algn="ctr">
              <a:buNone/>
              <a:defRPr sz="2399"/>
            </a:lvl3pPr>
            <a:lvl4pPr marL="1828667" indent="0" algn="ctr">
              <a:buNone/>
              <a:defRPr sz="2133"/>
            </a:lvl4pPr>
            <a:lvl5pPr marL="2438223" indent="0" algn="ctr">
              <a:buNone/>
              <a:defRPr sz="2133"/>
            </a:lvl5pPr>
            <a:lvl6pPr marL="3047778" indent="0" algn="ctr">
              <a:buNone/>
              <a:defRPr sz="2133"/>
            </a:lvl6pPr>
            <a:lvl7pPr marL="3657335" indent="0" algn="ctr">
              <a:buNone/>
              <a:defRPr sz="2133"/>
            </a:lvl7pPr>
            <a:lvl8pPr marL="4266889" indent="0" algn="ctr">
              <a:buNone/>
              <a:defRPr sz="2133"/>
            </a:lvl8pPr>
            <a:lvl9pPr marL="4876445"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327" y="6362702"/>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1957833388"/>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3" y="1700215"/>
            <a:ext cx="10418233" cy="1592403"/>
          </a:xfrm>
        </p:spPr>
        <p:txBody>
          <a:bodyPr anchor="b"/>
          <a:lstStyle>
            <a:lvl1pPr>
              <a:lnSpc>
                <a:spcPct val="95000"/>
              </a:lnSpc>
              <a:defRPr sz="3849"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2" y="3423546"/>
            <a:ext cx="10418235" cy="1566532"/>
          </a:xfrm>
        </p:spPr>
        <p:txBody>
          <a:bodyPr lIns="0" tIns="0" rIns="0" bIns="0">
            <a:noAutofit/>
          </a:bodyPr>
          <a:lstStyle>
            <a:lvl1pPr marL="0" indent="0">
              <a:lnSpc>
                <a:spcPct val="95000"/>
              </a:lnSpc>
              <a:spcAft>
                <a:spcPts val="0"/>
              </a:spcAft>
              <a:buNone/>
              <a:defRPr sz="3849">
                <a:solidFill>
                  <a:schemeClr val="bg1"/>
                </a:solidFill>
              </a:defRPr>
            </a:lvl1pPr>
            <a:lvl2pPr marL="609556" indent="0">
              <a:buNone/>
              <a:defRPr sz="2667">
                <a:solidFill>
                  <a:schemeClr val="tx1">
                    <a:tint val="75000"/>
                  </a:schemeClr>
                </a:solidFill>
              </a:defRPr>
            </a:lvl2pPr>
            <a:lvl3pPr marL="1219112" indent="0">
              <a:buNone/>
              <a:defRPr sz="2399">
                <a:solidFill>
                  <a:schemeClr val="tx1">
                    <a:tint val="75000"/>
                  </a:schemeClr>
                </a:solidFill>
              </a:defRPr>
            </a:lvl3pPr>
            <a:lvl4pPr marL="1828667" indent="0">
              <a:buNone/>
              <a:defRPr sz="2133">
                <a:solidFill>
                  <a:schemeClr val="tx1">
                    <a:tint val="75000"/>
                  </a:schemeClr>
                </a:solidFill>
              </a:defRPr>
            </a:lvl4pPr>
            <a:lvl5pPr marL="2438223" indent="0">
              <a:buNone/>
              <a:defRPr sz="2133">
                <a:solidFill>
                  <a:schemeClr val="tx1">
                    <a:tint val="75000"/>
                  </a:schemeClr>
                </a:solidFill>
              </a:defRPr>
            </a:lvl5pPr>
            <a:lvl6pPr marL="3047778" indent="0">
              <a:buNone/>
              <a:defRPr sz="2133">
                <a:solidFill>
                  <a:schemeClr val="tx1">
                    <a:tint val="75000"/>
                  </a:schemeClr>
                </a:solidFill>
              </a:defRPr>
            </a:lvl6pPr>
            <a:lvl7pPr marL="3657335" indent="0">
              <a:buNone/>
              <a:defRPr sz="2133">
                <a:solidFill>
                  <a:schemeClr val="tx1">
                    <a:tint val="75000"/>
                  </a:schemeClr>
                </a:solidFill>
              </a:defRPr>
            </a:lvl7pPr>
            <a:lvl8pPr marL="4266889" indent="0">
              <a:buNone/>
              <a:defRPr sz="2133">
                <a:solidFill>
                  <a:schemeClr val="tx1">
                    <a:tint val="75000"/>
                  </a:schemeClr>
                </a:solidFill>
              </a:defRPr>
            </a:lvl8pPr>
            <a:lvl9pPr marL="4876445"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63100397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3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3" y="1705671"/>
            <a:ext cx="10418233" cy="1592403"/>
          </a:xfrm>
        </p:spPr>
        <p:txBody>
          <a:bodyPr anchor="b"/>
          <a:lstStyle>
            <a:lvl1pPr>
              <a:lnSpc>
                <a:spcPct val="95000"/>
              </a:lnSpc>
              <a:defRPr sz="3849"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3" y="3429001"/>
            <a:ext cx="10418233" cy="1566532"/>
          </a:xfrm>
        </p:spPr>
        <p:txBody>
          <a:bodyPr lIns="0" tIns="0" rIns="0" bIns="0">
            <a:noAutofit/>
          </a:bodyPr>
          <a:lstStyle>
            <a:lvl1pPr marL="0" indent="0">
              <a:lnSpc>
                <a:spcPct val="95000"/>
              </a:lnSpc>
              <a:spcAft>
                <a:spcPts val="0"/>
              </a:spcAft>
              <a:buNone/>
              <a:defRPr sz="3849">
                <a:solidFill>
                  <a:schemeClr val="bg1"/>
                </a:solidFill>
              </a:defRPr>
            </a:lvl1pPr>
            <a:lvl2pPr marL="609556" indent="0">
              <a:buNone/>
              <a:defRPr sz="2667">
                <a:solidFill>
                  <a:schemeClr val="tx1">
                    <a:tint val="75000"/>
                  </a:schemeClr>
                </a:solidFill>
              </a:defRPr>
            </a:lvl2pPr>
            <a:lvl3pPr marL="1219112" indent="0">
              <a:buNone/>
              <a:defRPr sz="2399">
                <a:solidFill>
                  <a:schemeClr val="tx1">
                    <a:tint val="75000"/>
                  </a:schemeClr>
                </a:solidFill>
              </a:defRPr>
            </a:lvl3pPr>
            <a:lvl4pPr marL="1828667" indent="0">
              <a:buNone/>
              <a:defRPr sz="2133">
                <a:solidFill>
                  <a:schemeClr val="tx1">
                    <a:tint val="75000"/>
                  </a:schemeClr>
                </a:solidFill>
              </a:defRPr>
            </a:lvl4pPr>
            <a:lvl5pPr marL="2438223" indent="0">
              <a:buNone/>
              <a:defRPr sz="2133">
                <a:solidFill>
                  <a:schemeClr val="tx1">
                    <a:tint val="75000"/>
                  </a:schemeClr>
                </a:solidFill>
              </a:defRPr>
            </a:lvl5pPr>
            <a:lvl6pPr marL="3047778" indent="0">
              <a:buNone/>
              <a:defRPr sz="2133">
                <a:solidFill>
                  <a:schemeClr val="tx1">
                    <a:tint val="75000"/>
                  </a:schemeClr>
                </a:solidFill>
              </a:defRPr>
            </a:lvl6pPr>
            <a:lvl7pPr marL="3657335" indent="0">
              <a:buNone/>
              <a:defRPr sz="2133">
                <a:solidFill>
                  <a:schemeClr val="tx1">
                    <a:tint val="75000"/>
                  </a:schemeClr>
                </a:solidFill>
              </a:defRPr>
            </a:lvl7pPr>
            <a:lvl8pPr marL="4266889" indent="0">
              <a:buNone/>
              <a:defRPr sz="2133">
                <a:solidFill>
                  <a:schemeClr val="tx1">
                    <a:tint val="75000"/>
                  </a:schemeClr>
                </a:solidFill>
              </a:defRPr>
            </a:lvl8pPr>
            <a:lvl9pPr marL="4876445"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224780587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3" y="1705671"/>
            <a:ext cx="10418233" cy="1592403"/>
          </a:xfrm>
        </p:spPr>
        <p:txBody>
          <a:bodyPr anchor="b"/>
          <a:lstStyle>
            <a:lvl1pPr>
              <a:lnSpc>
                <a:spcPct val="95000"/>
              </a:lnSpc>
              <a:defRPr sz="3849"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3" y="3429001"/>
            <a:ext cx="10418233" cy="1566532"/>
          </a:xfrm>
        </p:spPr>
        <p:txBody>
          <a:bodyPr lIns="0" tIns="0" rIns="0" bIns="0">
            <a:noAutofit/>
          </a:bodyPr>
          <a:lstStyle>
            <a:lvl1pPr marL="0" indent="0">
              <a:lnSpc>
                <a:spcPct val="95000"/>
              </a:lnSpc>
              <a:spcAft>
                <a:spcPts val="0"/>
              </a:spcAft>
              <a:buNone/>
              <a:defRPr sz="3849">
                <a:solidFill>
                  <a:schemeClr val="bg1"/>
                </a:solidFill>
              </a:defRPr>
            </a:lvl1pPr>
            <a:lvl2pPr marL="609556" indent="0">
              <a:buNone/>
              <a:defRPr sz="2667">
                <a:solidFill>
                  <a:schemeClr val="tx1">
                    <a:tint val="75000"/>
                  </a:schemeClr>
                </a:solidFill>
              </a:defRPr>
            </a:lvl2pPr>
            <a:lvl3pPr marL="1219112" indent="0">
              <a:buNone/>
              <a:defRPr sz="2399">
                <a:solidFill>
                  <a:schemeClr val="tx1">
                    <a:tint val="75000"/>
                  </a:schemeClr>
                </a:solidFill>
              </a:defRPr>
            </a:lvl3pPr>
            <a:lvl4pPr marL="1828667" indent="0">
              <a:buNone/>
              <a:defRPr sz="2133">
                <a:solidFill>
                  <a:schemeClr val="tx1">
                    <a:tint val="75000"/>
                  </a:schemeClr>
                </a:solidFill>
              </a:defRPr>
            </a:lvl4pPr>
            <a:lvl5pPr marL="2438223" indent="0">
              <a:buNone/>
              <a:defRPr sz="2133">
                <a:solidFill>
                  <a:schemeClr val="tx1">
                    <a:tint val="75000"/>
                  </a:schemeClr>
                </a:solidFill>
              </a:defRPr>
            </a:lvl5pPr>
            <a:lvl6pPr marL="3047778" indent="0">
              <a:buNone/>
              <a:defRPr sz="2133">
                <a:solidFill>
                  <a:schemeClr val="tx1">
                    <a:tint val="75000"/>
                  </a:schemeClr>
                </a:solidFill>
              </a:defRPr>
            </a:lvl6pPr>
            <a:lvl7pPr marL="3657335" indent="0">
              <a:buNone/>
              <a:defRPr sz="2133">
                <a:solidFill>
                  <a:schemeClr val="tx1">
                    <a:tint val="75000"/>
                  </a:schemeClr>
                </a:solidFill>
              </a:defRPr>
            </a:lvl7pPr>
            <a:lvl8pPr marL="4266889" indent="0">
              <a:buNone/>
              <a:defRPr sz="2133">
                <a:solidFill>
                  <a:schemeClr val="tx1">
                    <a:tint val="75000"/>
                  </a:schemeClr>
                </a:solidFill>
              </a:defRPr>
            </a:lvl8pPr>
            <a:lvl9pPr marL="4876445" indent="0">
              <a:buNone/>
              <a:defRPr sz="2133">
                <a:solidFill>
                  <a:schemeClr val="tx1">
                    <a:tint val="75000"/>
                  </a:schemeClr>
                </a:solidFill>
              </a:defRPr>
            </a:lvl9pPr>
          </a:lstStyle>
          <a:p>
            <a:pPr lvl="0"/>
            <a:r>
              <a:rPr lang="en-US" noProof="0"/>
              <a:t>Edit Master text styles</a:t>
            </a:r>
          </a:p>
        </p:txBody>
      </p:sp>
      <p:sp>
        <p:nvSpPr>
          <p:cNvPr id="7" name="TextBox 6"/>
          <p:cNvSpPr txBox="1"/>
          <p:nvPr userDrawn="1"/>
        </p:nvSpPr>
        <p:spPr>
          <a:xfrm>
            <a:off x="5825067" y="6477004"/>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8" name="TextBox 7"/>
          <p:cNvSpPr txBox="1"/>
          <p:nvPr userDrawn="1"/>
        </p:nvSpPr>
        <p:spPr>
          <a:xfrm>
            <a:off x="469902" y="6477004"/>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9" name="TextBox 8"/>
          <p:cNvSpPr txBox="1"/>
          <p:nvPr userDrawn="1"/>
        </p:nvSpPr>
        <p:spPr>
          <a:xfrm>
            <a:off x="11414126"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15694052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3" y="1705671"/>
            <a:ext cx="10418233" cy="1592403"/>
          </a:xfrm>
        </p:spPr>
        <p:txBody>
          <a:bodyPr anchor="b"/>
          <a:lstStyle>
            <a:lvl1pPr>
              <a:lnSpc>
                <a:spcPct val="95000"/>
              </a:lnSpc>
              <a:defRPr sz="3849"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3" y="3429001"/>
            <a:ext cx="10418233" cy="1566532"/>
          </a:xfrm>
        </p:spPr>
        <p:txBody>
          <a:bodyPr lIns="0" tIns="0" rIns="0" bIns="0">
            <a:noAutofit/>
          </a:bodyPr>
          <a:lstStyle>
            <a:lvl1pPr marL="0" indent="0">
              <a:lnSpc>
                <a:spcPct val="95000"/>
              </a:lnSpc>
              <a:spcAft>
                <a:spcPts val="0"/>
              </a:spcAft>
              <a:buNone/>
              <a:defRPr sz="3849">
                <a:solidFill>
                  <a:schemeClr val="bg1"/>
                </a:solidFill>
              </a:defRPr>
            </a:lvl1pPr>
            <a:lvl2pPr marL="609556" indent="0">
              <a:buNone/>
              <a:defRPr sz="2667">
                <a:solidFill>
                  <a:schemeClr val="tx1">
                    <a:tint val="75000"/>
                  </a:schemeClr>
                </a:solidFill>
              </a:defRPr>
            </a:lvl2pPr>
            <a:lvl3pPr marL="1219112" indent="0">
              <a:buNone/>
              <a:defRPr sz="2399">
                <a:solidFill>
                  <a:schemeClr val="tx1">
                    <a:tint val="75000"/>
                  </a:schemeClr>
                </a:solidFill>
              </a:defRPr>
            </a:lvl3pPr>
            <a:lvl4pPr marL="1828667" indent="0">
              <a:buNone/>
              <a:defRPr sz="2133">
                <a:solidFill>
                  <a:schemeClr val="tx1">
                    <a:tint val="75000"/>
                  </a:schemeClr>
                </a:solidFill>
              </a:defRPr>
            </a:lvl4pPr>
            <a:lvl5pPr marL="2438223" indent="0">
              <a:buNone/>
              <a:defRPr sz="2133">
                <a:solidFill>
                  <a:schemeClr val="tx1">
                    <a:tint val="75000"/>
                  </a:schemeClr>
                </a:solidFill>
              </a:defRPr>
            </a:lvl5pPr>
            <a:lvl6pPr marL="3047778" indent="0">
              <a:buNone/>
              <a:defRPr sz="2133">
                <a:solidFill>
                  <a:schemeClr val="tx1">
                    <a:tint val="75000"/>
                  </a:schemeClr>
                </a:solidFill>
              </a:defRPr>
            </a:lvl6pPr>
            <a:lvl7pPr marL="3657335" indent="0">
              <a:buNone/>
              <a:defRPr sz="2133">
                <a:solidFill>
                  <a:schemeClr val="tx1">
                    <a:tint val="75000"/>
                  </a:schemeClr>
                </a:solidFill>
              </a:defRPr>
            </a:lvl7pPr>
            <a:lvl8pPr marL="4266889" indent="0">
              <a:buNone/>
              <a:defRPr sz="2133">
                <a:solidFill>
                  <a:schemeClr val="tx1">
                    <a:tint val="75000"/>
                  </a:schemeClr>
                </a:solidFill>
              </a:defRPr>
            </a:lvl8pPr>
            <a:lvl9pPr marL="4876445"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92430203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3" y="1705671"/>
            <a:ext cx="10418233" cy="1592403"/>
          </a:xfrm>
        </p:spPr>
        <p:txBody>
          <a:bodyPr anchor="b"/>
          <a:lstStyle>
            <a:lvl1pPr>
              <a:lnSpc>
                <a:spcPct val="95000"/>
              </a:lnSpc>
              <a:defRPr sz="3849"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3" y="3429001"/>
            <a:ext cx="10418233" cy="1566532"/>
          </a:xfrm>
        </p:spPr>
        <p:txBody>
          <a:bodyPr lIns="0" tIns="0" rIns="0" bIns="0">
            <a:noAutofit/>
          </a:bodyPr>
          <a:lstStyle>
            <a:lvl1pPr marL="0" indent="0">
              <a:lnSpc>
                <a:spcPct val="95000"/>
              </a:lnSpc>
              <a:spcAft>
                <a:spcPts val="0"/>
              </a:spcAft>
              <a:buNone/>
              <a:defRPr sz="3849">
                <a:solidFill>
                  <a:schemeClr val="bg1"/>
                </a:solidFill>
              </a:defRPr>
            </a:lvl1pPr>
            <a:lvl2pPr marL="609556" indent="0">
              <a:buNone/>
              <a:defRPr sz="2667">
                <a:solidFill>
                  <a:schemeClr val="tx1">
                    <a:tint val="75000"/>
                  </a:schemeClr>
                </a:solidFill>
              </a:defRPr>
            </a:lvl2pPr>
            <a:lvl3pPr marL="1219112" indent="0">
              <a:buNone/>
              <a:defRPr sz="2399">
                <a:solidFill>
                  <a:schemeClr val="tx1">
                    <a:tint val="75000"/>
                  </a:schemeClr>
                </a:solidFill>
              </a:defRPr>
            </a:lvl3pPr>
            <a:lvl4pPr marL="1828667" indent="0">
              <a:buNone/>
              <a:defRPr sz="2133">
                <a:solidFill>
                  <a:schemeClr val="tx1">
                    <a:tint val="75000"/>
                  </a:schemeClr>
                </a:solidFill>
              </a:defRPr>
            </a:lvl4pPr>
            <a:lvl5pPr marL="2438223" indent="0">
              <a:buNone/>
              <a:defRPr sz="2133">
                <a:solidFill>
                  <a:schemeClr val="tx1">
                    <a:tint val="75000"/>
                  </a:schemeClr>
                </a:solidFill>
              </a:defRPr>
            </a:lvl5pPr>
            <a:lvl6pPr marL="3047778" indent="0">
              <a:buNone/>
              <a:defRPr sz="2133">
                <a:solidFill>
                  <a:schemeClr val="tx1">
                    <a:tint val="75000"/>
                  </a:schemeClr>
                </a:solidFill>
              </a:defRPr>
            </a:lvl6pPr>
            <a:lvl7pPr marL="3657335" indent="0">
              <a:buNone/>
              <a:defRPr sz="2133">
                <a:solidFill>
                  <a:schemeClr val="tx1">
                    <a:tint val="75000"/>
                  </a:schemeClr>
                </a:solidFill>
              </a:defRPr>
            </a:lvl7pPr>
            <a:lvl8pPr marL="4266889" indent="0">
              <a:buNone/>
              <a:defRPr sz="2133">
                <a:solidFill>
                  <a:schemeClr val="tx1">
                    <a:tint val="75000"/>
                  </a:schemeClr>
                </a:solidFill>
              </a:defRPr>
            </a:lvl8pPr>
            <a:lvl9pPr marL="4876445" indent="0">
              <a:buNone/>
              <a:defRPr sz="2133">
                <a:solidFill>
                  <a:schemeClr val="tx1">
                    <a:tint val="75000"/>
                  </a:schemeClr>
                </a:solidFill>
              </a:defRPr>
            </a:lvl9pPr>
          </a:lstStyle>
          <a:p>
            <a:pPr lvl="0"/>
            <a:r>
              <a:rPr lang="en-US" noProof="0"/>
              <a:t>Edit Master text styles</a:t>
            </a:r>
          </a:p>
        </p:txBody>
      </p:sp>
      <p:sp>
        <p:nvSpPr>
          <p:cNvPr id="20" name="TextBox 19"/>
          <p:cNvSpPr txBox="1"/>
          <p:nvPr userDrawn="1"/>
        </p:nvSpPr>
        <p:spPr>
          <a:xfrm>
            <a:off x="5825067" y="6477004"/>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21" name="TextBox 20"/>
          <p:cNvSpPr txBox="1"/>
          <p:nvPr userDrawn="1"/>
        </p:nvSpPr>
        <p:spPr>
          <a:xfrm>
            <a:off x="469902" y="6477004"/>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22" name="TextBox 21"/>
          <p:cNvSpPr txBox="1"/>
          <p:nvPr userDrawn="1"/>
        </p:nvSpPr>
        <p:spPr>
          <a:xfrm>
            <a:off x="11414126"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416222151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4" y="1705671"/>
            <a:ext cx="10418233" cy="1592403"/>
          </a:xfrm>
        </p:spPr>
        <p:txBody>
          <a:bodyPr anchor="b"/>
          <a:lstStyle>
            <a:lvl1pPr>
              <a:lnSpc>
                <a:spcPct val="95000"/>
              </a:lnSpc>
              <a:defRPr sz="3849"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1" y="3429001"/>
            <a:ext cx="10541000" cy="1566532"/>
          </a:xfrm>
        </p:spPr>
        <p:txBody>
          <a:bodyPr lIns="0" tIns="0" rIns="0" bIns="0">
            <a:noAutofit/>
          </a:bodyPr>
          <a:lstStyle>
            <a:lvl1pPr marL="0" indent="0">
              <a:lnSpc>
                <a:spcPct val="95000"/>
              </a:lnSpc>
              <a:spcAft>
                <a:spcPts val="0"/>
              </a:spcAft>
              <a:buNone/>
              <a:defRPr sz="3849">
                <a:solidFill>
                  <a:schemeClr val="tx1"/>
                </a:solidFill>
              </a:defRPr>
            </a:lvl1pPr>
            <a:lvl2pPr marL="609556" indent="0">
              <a:buNone/>
              <a:defRPr sz="2667">
                <a:solidFill>
                  <a:schemeClr val="tx1">
                    <a:tint val="75000"/>
                  </a:schemeClr>
                </a:solidFill>
              </a:defRPr>
            </a:lvl2pPr>
            <a:lvl3pPr marL="1219112" indent="0">
              <a:buNone/>
              <a:defRPr sz="2399">
                <a:solidFill>
                  <a:schemeClr val="tx1">
                    <a:tint val="75000"/>
                  </a:schemeClr>
                </a:solidFill>
              </a:defRPr>
            </a:lvl3pPr>
            <a:lvl4pPr marL="1828667" indent="0">
              <a:buNone/>
              <a:defRPr sz="2133">
                <a:solidFill>
                  <a:schemeClr val="tx1">
                    <a:tint val="75000"/>
                  </a:schemeClr>
                </a:solidFill>
              </a:defRPr>
            </a:lvl4pPr>
            <a:lvl5pPr marL="2438223" indent="0">
              <a:buNone/>
              <a:defRPr sz="2133">
                <a:solidFill>
                  <a:schemeClr val="tx1">
                    <a:tint val="75000"/>
                  </a:schemeClr>
                </a:solidFill>
              </a:defRPr>
            </a:lvl5pPr>
            <a:lvl6pPr marL="3047778" indent="0">
              <a:buNone/>
              <a:defRPr sz="2133">
                <a:solidFill>
                  <a:schemeClr val="tx1">
                    <a:tint val="75000"/>
                  </a:schemeClr>
                </a:solidFill>
              </a:defRPr>
            </a:lvl6pPr>
            <a:lvl7pPr marL="3657335" indent="0">
              <a:buNone/>
              <a:defRPr sz="2133">
                <a:solidFill>
                  <a:schemeClr val="tx1">
                    <a:tint val="75000"/>
                  </a:schemeClr>
                </a:solidFill>
              </a:defRPr>
            </a:lvl7pPr>
            <a:lvl8pPr marL="4266889" indent="0">
              <a:buNone/>
              <a:defRPr sz="2133">
                <a:solidFill>
                  <a:schemeClr val="tx1">
                    <a:tint val="75000"/>
                  </a:schemeClr>
                </a:solidFill>
              </a:defRPr>
            </a:lvl8pPr>
            <a:lvl9pPr marL="4876445"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207044896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999" b="0">
                <a:solidFill>
                  <a:srgbClr val="575757"/>
                </a:solidFill>
              </a:defRPr>
            </a:lvl1pPr>
          </a:lstStyle>
          <a:p>
            <a:pPr lvl="0"/>
            <a:r>
              <a:rPr lang="en-US" noProof="0"/>
              <a:t>Click to add subtitle</a:t>
            </a:r>
          </a:p>
        </p:txBody>
      </p:sp>
      <p:sp>
        <p:nvSpPr>
          <p:cNvPr id="5"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999"/>
            </a:lvl1pPr>
          </a:lstStyle>
          <a:p>
            <a:r>
              <a:rPr lang="en-US" noProof="0"/>
              <a:t>Click to edit Master title style</a:t>
            </a:r>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2" y="6484166"/>
            <a:ext cx="4572000" cy="215444"/>
          </a:xfrm>
          <a:prstGeom prst="rect">
            <a:avLst/>
          </a:prstGeom>
        </p:spPr>
        <p:txBody>
          <a:bodyPr>
            <a:spAutoFit/>
          </a:bodyPr>
          <a:lstStyle/>
          <a:p>
            <a:pPr defTabSz="914356">
              <a:defRPr/>
            </a:pPr>
            <a:r>
              <a:rPr lang="en-GB" sz="800">
                <a:latin typeface="Verdana"/>
                <a:ea typeface="Verdana" panose="020B0604030504040204" pitchFamily="34" charset="0"/>
                <a:cs typeface="Times New Roman" panose="02020603050405020304" pitchFamily="18" charset="0"/>
              </a:rPr>
              <a:t>© 2021. For information, contact Deloitte Touche Tohmatsu Limited.</a:t>
            </a:r>
            <a:endParaRPr lang="en-US" sz="80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946765601"/>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2" y="1665289"/>
            <a:ext cx="4431857" cy="4633913"/>
          </a:xfrm>
          <a:prstGeom prst="rect">
            <a:avLst/>
          </a:prstGeom>
        </p:spPr>
        <p:txBody>
          <a:bodyPr/>
          <a:lstStyle>
            <a:lvl1pPr>
              <a:tabLst>
                <a:tab pos="6705111" algn="r"/>
              </a:tabLst>
              <a:defRPr/>
            </a:lvl1pPr>
            <a:lvl2pPr>
              <a:tabLst>
                <a:tab pos="6705111" algn="r"/>
              </a:tabLst>
              <a:defRPr/>
            </a:lvl2pPr>
            <a:lvl3pPr>
              <a:tabLst>
                <a:tab pos="6705111" algn="r"/>
              </a:tabLst>
              <a:defRPr/>
            </a:lvl3pPr>
            <a:lvl4pPr>
              <a:tabLst>
                <a:tab pos="6705111" algn="r"/>
              </a:tabLst>
              <a:defRPr/>
            </a:lvl4pPr>
            <a:lvl5pPr>
              <a:tabLst>
                <a:tab pos="6705111"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82100" y="1700214"/>
            <a:ext cx="6240000" cy="4598989"/>
          </a:xfrm>
          <a:prstGeom prst="rect">
            <a:avLst/>
          </a:prstGeom>
        </p:spPr>
        <p:txBody>
          <a:bodyPr/>
          <a:lstStyle>
            <a:lvl1pPr>
              <a:tabLst>
                <a:tab pos="6705111" algn="r"/>
              </a:tabLst>
              <a:defRPr/>
            </a:lvl1pPr>
            <a:lvl2pPr>
              <a:tabLst>
                <a:tab pos="6705111" algn="r"/>
              </a:tabLst>
              <a:defRPr/>
            </a:lvl2pPr>
            <a:lvl3pPr>
              <a:tabLst>
                <a:tab pos="6705111" algn="r"/>
              </a:tabLst>
              <a:defRPr/>
            </a:lvl3pPr>
            <a:lvl4pPr>
              <a:tabLst>
                <a:tab pos="6705111" algn="r"/>
              </a:tabLst>
              <a:defRPr/>
            </a:lvl4pPr>
            <a:lvl5pPr>
              <a:tabLst>
                <a:tab pos="6705111"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999"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999"/>
            </a:lvl1pPr>
          </a:lstStyle>
          <a:p>
            <a:r>
              <a:rPr lang="en-US" noProof="0"/>
              <a:t>Click to edit Master title style</a:t>
            </a:r>
          </a:p>
        </p:txBody>
      </p:sp>
    </p:spTree>
    <p:extLst>
      <p:ext uri="{BB962C8B-B14F-4D97-AF65-F5344CB8AC3E}">
        <p14:creationId xmlns:p14="http://schemas.microsoft.com/office/powerpoint/2010/main" val="753038000"/>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23130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1"/>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12" indent="0" algn="ctr">
              <a:buNone/>
              <a:defRPr sz="2399"/>
            </a:lvl3pPr>
            <a:lvl4pPr marL="1828667" indent="0" algn="ctr">
              <a:buNone/>
              <a:defRPr sz="2133"/>
            </a:lvl4pPr>
            <a:lvl5pPr marL="2438223" indent="0" algn="ctr">
              <a:buNone/>
              <a:defRPr sz="2133"/>
            </a:lvl5pPr>
            <a:lvl6pPr marL="3047778" indent="0" algn="ctr">
              <a:buNone/>
              <a:defRPr sz="2133"/>
            </a:lvl6pPr>
            <a:lvl7pPr marL="3657335" indent="0" algn="ctr">
              <a:buNone/>
              <a:defRPr sz="2133"/>
            </a:lvl7pPr>
            <a:lvl8pPr marL="4266889" indent="0" algn="ctr">
              <a:buNone/>
              <a:defRPr sz="2133"/>
            </a:lvl8pPr>
            <a:lvl9pPr marL="4876445"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327" y="6362702"/>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2975721196"/>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0485" y="1590678"/>
            <a:ext cx="9029604" cy="4708525"/>
          </a:xfrm>
          <a:prstGeom prst="rect">
            <a:avLst/>
          </a:prstGeom>
        </p:spPr>
        <p:txBody>
          <a:bodyPr>
            <a:noAutofit/>
          </a:bodyPr>
          <a:lstStyle>
            <a:lvl1pPr>
              <a:spcBef>
                <a:spcPts val="4800"/>
              </a:spcBef>
              <a:defRPr sz="2800">
                <a:solidFill>
                  <a:schemeClr val="bg1"/>
                </a:solidFill>
              </a:defRPr>
            </a:lvl1pPr>
            <a:lvl2pPr marL="609556" indent="-609556">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9" name="TextBox 8"/>
          <p:cNvSpPr txBox="1"/>
          <p:nvPr userDrawn="1"/>
        </p:nvSpPr>
        <p:spPr>
          <a:xfrm>
            <a:off x="5825067" y="6477004"/>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13" name="TextBox 12"/>
          <p:cNvSpPr txBox="1"/>
          <p:nvPr userDrawn="1"/>
        </p:nvSpPr>
        <p:spPr>
          <a:xfrm>
            <a:off x="469902" y="6477004"/>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14" name="TextBox 13"/>
          <p:cNvSpPr txBox="1"/>
          <p:nvPr userDrawn="1"/>
        </p:nvSpPr>
        <p:spPr>
          <a:xfrm>
            <a:off x="11414126"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670761615"/>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5" y="1590678"/>
            <a:ext cx="9029604" cy="4708525"/>
          </a:xfrm>
          <a:prstGeom prst="rect">
            <a:avLst/>
          </a:prstGeom>
        </p:spPr>
        <p:txBody>
          <a:bodyPr>
            <a:noAutofit/>
          </a:bodyPr>
          <a:lstStyle>
            <a:lvl1pPr>
              <a:spcBef>
                <a:spcPts val="4800"/>
              </a:spcBef>
              <a:defRPr sz="2800">
                <a:solidFill>
                  <a:schemeClr val="bg1"/>
                </a:solidFill>
              </a:defRPr>
            </a:lvl1pPr>
            <a:lvl2pPr marL="609556" indent="-609556">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TextBox 13"/>
          <p:cNvSpPr txBox="1"/>
          <p:nvPr userDrawn="1"/>
        </p:nvSpPr>
        <p:spPr>
          <a:xfrm>
            <a:off x="5825067" y="6477004"/>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15" name="TextBox 14"/>
          <p:cNvSpPr txBox="1"/>
          <p:nvPr userDrawn="1"/>
        </p:nvSpPr>
        <p:spPr>
          <a:xfrm>
            <a:off x="469902" y="6477004"/>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16" name="TextBox 15"/>
          <p:cNvSpPr txBox="1"/>
          <p:nvPr userDrawn="1"/>
        </p:nvSpPr>
        <p:spPr>
          <a:xfrm>
            <a:off x="11414126"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2723418010"/>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80485" y="1590678"/>
            <a:ext cx="9029604" cy="4708525"/>
          </a:xfrm>
          <a:prstGeom prst="rect">
            <a:avLst/>
          </a:prstGeom>
        </p:spPr>
        <p:txBody>
          <a:bodyPr>
            <a:noAutofit/>
          </a:bodyPr>
          <a:lstStyle>
            <a:lvl1pPr>
              <a:spcBef>
                <a:spcPts val="4800"/>
              </a:spcBef>
              <a:defRPr sz="2800">
                <a:solidFill>
                  <a:schemeClr val="bg1"/>
                </a:solidFill>
              </a:defRPr>
            </a:lvl1pPr>
            <a:lvl2pPr marL="609556" indent="-609556">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8" name="TextBox 17"/>
          <p:cNvSpPr txBox="1"/>
          <p:nvPr userDrawn="1"/>
        </p:nvSpPr>
        <p:spPr>
          <a:xfrm>
            <a:off x="5825067" y="6477004"/>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19" name="TextBox 18"/>
          <p:cNvSpPr txBox="1"/>
          <p:nvPr userDrawn="1"/>
        </p:nvSpPr>
        <p:spPr>
          <a:xfrm>
            <a:off x="469902" y="6477004"/>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20" name="TextBox 19"/>
          <p:cNvSpPr txBox="1"/>
          <p:nvPr userDrawn="1"/>
        </p:nvSpPr>
        <p:spPr>
          <a:xfrm>
            <a:off x="11414126"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3878840600"/>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5" y="1590678"/>
            <a:ext cx="9029604" cy="4708525"/>
          </a:xfrm>
          <a:prstGeom prst="rect">
            <a:avLst/>
          </a:prstGeom>
        </p:spPr>
        <p:txBody>
          <a:bodyPr>
            <a:noAutofit/>
          </a:bodyPr>
          <a:lstStyle>
            <a:lvl1pPr>
              <a:spcBef>
                <a:spcPts val="4800"/>
              </a:spcBef>
              <a:defRPr sz="2800">
                <a:solidFill>
                  <a:schemeClr val="bg1"/>
                </a:solidFill>
              </a:defRPr>
            </a:lvl1pPr>
            <a:lvl2pPr marL="609556" indent="-609556">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TextBox 13"/>
          <p:cNvSpPr txBox="1"/>
          <p:nvPr userDrawn="1"/>
        </p:nvSpPr>
        <p:spPr>
          <a:xfrm>
            <a:off x="5825067" y="6477004"/>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15" name="TextBox 14"/>
          <p:cNvSpPr txBox="1"/>
          <p:nvPr userDrawn="1"/>
        </p:nvSpPr>
        <p:spPr>
          <a:xfrm>
            <a:off x="469902" y="6477004"/>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16" name="TextBox 15"/>
          <p:cNvSpPr txBox="1"/>
          <p:nvPr userDrawn="1"/>
        </p:nvSpPr>
        <p:spPr>
          <a:xfrm>
            <a:off x="11414126"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2011161001"/>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4" name="Rectangle 3"/>
          <p:cNvSpPr/>
          <p:nvPr userDrawn="1"/>
        </p:nvSpPr>
        <p:spPr>
          <a:xfrm>
            <a:off x="4278314"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5" name="Rectangle 4"/>
          <p:cNvSpPr/>
          <p:nvPr userDrawn="1"/>
        </p:nvSpPr>
        <p:spPr>
          <a:xfrm>
            <a:off x="469902"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6" name="Rectangle 5"/>
          <p:cNvSpPr/>
          <p:nvPr userDrawn="1"/>
        </p:nvSpPr>
        <p:spPr>
          <a:xfrm>
            <a:off x="8104179"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7" name="Text Placeholder 8"/>
          <p:cNvSpPr>
            <a:spLocks noGrp="1"/>
          </p:cNvSpPr>
          <p:nvPr>
            <p:ph type="body" sz="quarter" idx="17"/>
          </p:nvPr>
        </p:nvSpPr>
        <p:spPr>
          <a:xfrm>
            <a:off x="4278314" y="1851444"/>
            <a:ext cx="3636962"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82" indent="-235182">
              <a:spcAft>
                <a:spcPts val="1333"/>
              </a:spcAft>
              <a:buFont typeface="Arial" panose="020B0604020202020204" pitchFamily="34" charset="0"/>
              <a:buChar char="•"/>
              <a:defRPr/>
            </a:lvl4pPr>
            <a:lvl5pPr marL="475166" indent="-235182">
              <a:spcAft>
                <a:spcPts val="1333"/>
              </a:spcAft>
              <a:defRPr baseline="0"/>
            </a:lvl5pPr>
            <a:lvl6pPr marL="475166" indent="-235182">
              <a:spcAft>
                <a:spcPts val="1333"/>
              </a:spcAft>
              <a:buFont typeface="Verdana" panose="020B0604030504040204" pitchFamily="34" charset="0"/>
              <a:buChar char="−"/>
              <a:defRPr/>
            </a:lvl6pPr>
            <a:lvl7pPr marL="475166" indent="-235182">
              <a:spcAft>
                <a:spcPts val="1333"/>
              </a:spcAft>
              <a:defRPr/>
            </a:lvl7pPr>
            <a:lvl8pPr marL="475166" indent="-235182">
              <a:spcAft>
                <a:spcPts val="1333"/>
              </a:spcAft>
              <a:defRPr/>
            </a:lvl8pPr>
            <a:lvl9pPr marL="475166" indent="-235182">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469902" y="1851444"/>
            <a:ext cx="3627438"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82" indent="-235182">
              <a:spcAft>
                <a:spcPts val="1333"/>
              </a:spcAft>
              <a:buFont typeface="Arial" panose="020B0604020202020204" pitchFamily="34" charset="0"/>
              <a:buChar char="•"/>
              <a:defRPr/>
            </a:lvl4pPr>
            <a:lvl5pPr marL="475166" indent="-235182">
              <a:spcAft>
                <a:spcPts val="1333"/>
              </a:spcAft>
              <a:defRPr baseline="0"/>
            </a:lvl5pPr>
            <a:lvl6pPr marL="475166" indent="-235182">
              <a:spcAft>
                <a:spcPts val="1333"/>
              </a:spcAft>
              <a:buFont typeface="Verdana" panose="020B0604030504040204" pitchFamily="34" charset="0"/>
              <a:buChar char="−"/>
              <a:defRPr/>
            </a:lvl6pPr>
            <a:lvl7pPr marL="475166" indent="-235182">
              <a:spcAft>
                <a:spcPts val="1333"/>
              </a:spcAft>
              <a:defRPr/>
            </a:lvl7pPr>
            <a:lvl8pPr marL="475166" indent="-235182">
              <a:spcAft>
                <a:spcPts val="1333"/>
              </a:spcAft>
              <a:defRPr/>
            </a:lvl8pPr>
            <a:lvl9pPr marL="475166" indent="-235182">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093078" y="1851444"/>
            <a:ext cx="3629025"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82" indent="-235182">
              <a:spcAft>
                <a:spcPts val="1333"/>
              </a:spcAft>
              <a:buFont typeface="Arial" panose="020B0604020202020204" pitchFamily="34" charset="0"/>
              <a:buChar char="•"/>
              <a:defRPr/>
            </a:lvl4pPr>
            <a:lvl5pPr marL="475166" indent="-235182">
              <a:spcAft>
                <a:spcPts val="1333"/>
              </a:spcAft>
              <a:defRPr baseline="0"/>
            </a:lvl5pPr>
            <a:lvl6pPr marL="475166" indent="-235182">
              <a:spcAft>
                <a:spcPts val="1333"/>
              </a:spcAft>
              <a:buFont typeface="Verdana" panose="020B0604030504040204" pitchFamily="34" charset="0"/>
              <a:buChar char="−"/>
              <a:defRPr/>
            </a:lvl6pPr>
            <a:lvl7pPr marL="475166" indent="-235182">
              <a:spcAft>
                <a:spcPts val="1333"/>
              </a:spcAft>
              <a:defRPr/>
            </a:lvl7pPr>
            <a:lvl8pPr marL="475166" indent="-235182">
              <a:spcAft>
                <a:spcPts val="1333"/>
              </a:spcAft>
              <a:defRPr/>
            </a:lvl8pPr>
            <a:lvl9pPr marL="475166" indent="-235182">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999" b="0">
                <a:solidFill>
                  <a:srgbClr val="575757"/>
                </a:solidFill>
              </a:defRPr>
            </a:lvl1pPr>
          </a:lstStyle>
          <a:p>
            <a:pPr lvl="0"/>
            <a:r>
              <a:rPr lang="en-US" noProof="0"/>
              <a:t>Click to add subtitle</a:t>
            </a:r>
          </a:p>
        </p:txBody>
      </p:sp>
      <p:sp>
        <p:nvSpPr>
          <p:cNvPr id="12"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999"/>
            </a:lvl1pPr>
          </a:lstStyle>
          <a:p>
            <a:r>
              <a:rPr lang="en-US" noProof="0"/>
              <a:t>Click to edit Master title style</a:t>
            </a:r>
          </a:p>
        </p:txBody>
      </p:sp>
    </p:spTree>
    <p:extLst>
      <p:ext uri="{BB962C8B-B14F-4D97-AF65-F5344CB8AC3E}">
        <p14:creationId xmlns:p14="http://schemas.microsoft.com/office/powerpoint/2010/main" val="26224425"/>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82" indent="-235182">
              <a:spcAft>
                <a:spcPts val="1333"/>
              </a:spcAft>
              <a:buFont typeface="Arial" panose="020B0604020202020204" pitchFamily="34" charset="0"/>
              <a:buChar char="•"/>
              <a:defRPr/>
            </a:lvl4pPr>
            <a:lvl5pPr marL="475166" indent="-235182">
              <a:spcAft>
                <a:spcPts val="1333"/>
              </a:spcAft>
              <a:defRPr baseline="0"/>
            </a:lvl5pPr>
            <a:lvl6pPr marL="475166" indent="-235182">
              <a:spcAft>
                <a:spcPts val="1333"/>
              </a:spcAft>
              <a:buFont typeface="Verdana" panose="020B0604030504040204" pitchFamily="34" charset="0"/>
              <a:buChar char="−"/>
              <a:defRPr/>
            </a:lvl6pPr>
            <a:lvl7pPr marL="475166" indent="-235182">
              <a:spcAft>
                <a:spcPts val="1333"/>
              </a:spcAft>
              <a:defRPr/>
            </a:lvl7pPr>
            <a:lvl8pPr marL="475166" indent="-235182">
              <a:spcAft>
                <a:spcPts val="1333"/>
              </a:spcAft>
              <a:defRPr/>
            </a:lvl8pPr>
            <a:lvl9pPr marL="475166" indent="-235182">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82" indent="-235182">
              <a:spcAft>
                <a:spcPts val="1333"/>
              </a:spcAft>
              <a:buFont typeface="Arial" panose="020B0604020202020204" pitchFamily="34" charset="0"/>
              <a:buChar char="•"/>
              <a:defRPr/>
            </a:lvl4pPr>
            <a:lvl5pPr marL="475166" indent="-235182">
              <a:spcAft>
                <a:spcPts val="1333"/>
              </a:spcAft>
              <a:defRPr baseline="0"/>
            </a:lvl5pPr>
            <a:lvl6pPr marL="475166" indent="-235182">
              <a:spcAft>
                <a:spcPts val="1333"/>
              </a:spcAft>
              <a:buFont typeface="Verdana" panose="020B0604030504040204" pitchFamily="34" charset="0"/>
              <a:buChar char="−"/>
              <a:defRPr/>
            </a:lvl6pPr>
            <a:lvl7pPr marL="475166" indent="-235182">
              <a:spcAft>
                <a:spcPts val="1333"/>
              </a:spcAft>
              <a:defRPr/>
            </a:lvl7pPr>
            <a:lvl8pPr marL="475166" indent="-235182">
              <a:spcAft>
                <a:spcPts val="1333"/>
              </a:spcAft>
              <a:defRPr/>
            </a:lvl8pPr>
            <a:lvl9pPr marL="475166" indent="-235182">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56633"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82" indent="-235182">
              <a:spcAft>
                <a:spcPts val="1333"/>
              </a:spcAft>
              <a:buFont typeface="Arial" panose="020B0604020202020204" pitchFamily="34" charset="0"/>
              <a:buChar char="•"/>
              <a:defRPr/>
            </a:lvl4pPr>
            <a:lvl5pPr marL="475166" indent="-235182">
              <a:spcAft>
                <a:spcPts val="1333"/>
              </a:spcAft>
              <a:defRPr baseline="0"/>
            </a:lvl5pPr>
            <a:lvl6pPr marL="475166" indent="-235182">
              <a:spcAft>
                <a:spcPts val="1333"/>
              </a:spcAft>
              <a:buFont typeface="Verdana" panose="020B0604030504040204" pitchFamily="34" charset="0"/>
              <a:buChar char="−"/>
              <a:defRPr/>
            </a:lvl6pPr>
            <a:lvl7pPr marL="475166" indent="-235182">
              <a:spcAft>
                <a:spcPts val="1333"/>
              </a:spcAft>
              <a:defRPr/>
            </a:lvl7pPr>
            <a:lvl8pPr marL="475166" indent="-235182">
              <a:spcAft>
                <a:spcPts val="1333"/>
              </a:spcAft>
              <a:defRPr/>
            </a:lvl8pPr>
            <a:lvl9pPr marL="475166" indent="-235182">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43366"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82" indent="-235182">
              <a:spcAft>
                <a:spcPts val="1333"/>
              </a:spcAft>
              <a:buFont typeface="Arial" panose="020B0604020202020204" pitchFamily="34" charset="0"/>
              <a:buChar char="•"/>
              <a:defRPr/>
            </a:lvl4pPr>
            <a:lvl5pPr marL="475166" indent="-235182">
              <a:spcAft>
                <a:spcPts val="1333"/>
              </a:spcAft>
              <a:defRPr baseline="0"/>
            </a:lvl5pPr>
            <a:lvl6pPr marL="475166" indent="-235182">
              <a:spcAft>
                <a:spcPts val="1333"/>
              </a:spcAft>
              <a:buFont typeface="Verdana" panose="020B0604030504040204" pitchFamily="34" charset="0"/>
              <a:buChar char="−"/>
              <a:defRPr/>
            </a:lvl6pPr>
            <a:lvl7pPr marL="475166" indent="-235182">
              <a:spcAft>
                <a:spcPts val="1333"/>
              </a:spcAft>
              <a:defRPr/>
            </a:lvl7pPr>
            <a:lvl8pPr marL="475166" indent="-235182">
              <a:spcAft>
                <a:spcPts val="1333"/>
              </a:spcAft>
              <a:defRPr/>
            </a:lvl8pPr>
            <a:lvl9pPr marL="475166" indent="-235182">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999" b="0">
                <a:solidFill>
                  <a:srgbClr val="575757"/>
                </a:solidFill>
              </a:defRPr>
            </a:lvl1pPr>
          </a:lstStyle>
          <a:p>
            <a:pPr lvl="0"/>
            <a:r>
              <a:rPr lang="en-US" noProof="0"/>
              <a:t>Click to add subtitle</a:t>
            </a:r>
          </a:p>
        </p:txBody>
      </p:sp>
      <p:sp>
        <p:nvSpPr>
          <p:cNvPr id="10"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999"/>
            </a:lvl1pPr>
          </a:lstStyle>
          <a:p>
            <a:r>
              <a:rPr lang="en-US" noProof="0"/>
              <a:t>Click to edit Master title style</a:t>
            </a:r>
          </a:p>
        </p:txBody>
      </p:sp>
    </p:spTree>
    <p:extLst>
      <p:ext uri="{BB962C8B-B14F-4D97-AF65-F5344CB8AC3E}">
        <p14:creationId xmlns:p14="http://schemas.microsoft.com/office/powerpoint/2010/main" val="4040964256"/>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3"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82" indent="-235182">
              <a:spcAft>
                <a:spcPts val="1333"/>
              </a:spcAft>
              <a:buFont typeface="Arial" panose="020B0604020202020204" pitchFamily="34" charset="0"/>
              <a:buChar char="•"/>
              <a:defRPr>
                <a:solidFill>
                  <a:schemeClr val="bg1"/>
                </a:solidFill>
              </a:defRPr>
            </a:lvl4pPr>
            <a:lvl5pPr marL="475166" indent="-235182">
              <a:spcAft>
                <a:spcPts val="1333"/>
              </a:spcAft>
              <a:defRPr baseline="0">
                <a:solidFill>
                  <a:schemeClr val="bg1"/>
                </a:solidFill>
              </a:defRPr>
            </a:lvl5pPr>
            <a:lvl6pPr marL="475166" indent="-235182">
              <a:spcAft>
                <a:spcPts val="1333"/>
              </a:spcAft>
              <a:buFont typeface="Verdana" panose="020B0604030504040204" pitchFamily="34" charset="0"/>
              <a:buChar char="−"/>
              <a:defRPr>
                <a:solidFill>
                  <a:schemeClr val="bg1"/>
                </a:solidFill>
              </a:defRPr>
            </a:lvl6pPr>
            <a:lvl7pPr marL="475166" indent="-235182">
              <a:spcAft>
                <a:spcPts val="1333"/>
              </a:spcAft>
              <a:defRPr>
                <a:solidFill>
                  <a:schemeClr val="bg1"/>
                </a:solidFill>
              </a:defRPr>
            </a:lvl7pPr>
            <a:lvl8pPr marL="475166" indent="-235182">
              <a:spcAft>
                <a:spcPts val="1333"/>
              </a:spcAft>
              <a:defRPr>
                <a:solidFill>
                  <a:schemeClr val="bg1"/>
                </a:solidFill>
              </a:defRPr>
            </a:lvl8pPr>
            <a:lvl9pPr marL="475166" indent="-235182">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82" indent="-235182">
              <a:spcAft>
                <a:spcPts val="1333"/>
              </a:spcAft>
              <a:buFont typeface="Arial" panose="020B0604020202020204" pitchFamily="34" charset="0"/>
              <a:buChar char="•"/>
              <a:defRPr>
                <a:solidFill>
                  <a:schemeClr val="bg1"/>
                </a:solidFill>
              </a:defRPr>
            </a:lvl4pPr>
            <a:lvl5pPr marL="475166" indent="-235182">
              <a:spcAft>
                <a:spcPts val="1333"/>
              </a:spcAft>
              <a:defRPr baseline="0">
                <a:solidFill>
                  <a:schemeClr val="bg1"/>
                </a:solidFill>
              </a:defRPr>
            </a:lvl5pPr>
            <a:lvl6pPr marL="475166" indent="-235182">
              <a:spcAft>
                <a:spcPts val="1333"/>
              </a:spcAft>
              <a:buFont typeface="Verdana" panose="020B0604030504040204" pitchFamily="34" charset="0"/>
              <a:buChar char="−"/>
              <a:defRPr>
                <a:solidFill>
                  <a:schemeClr val="bg1"/>
                </a:solidFill>
              </a:defRPr>
            </a:lvl6pPr>
            <a:lvl7pPr marL="475166" indent="-235182">
              <a:spcAft>
                <a:spcPts val="1333"/>
              </a:spcAft>
              <a:defRPr>
                <a:solidFill>
                  <a:schemeClr val="bg1"/>
                </a:solidFill>
              </a:defRPr>
            </a:lvl7pPr>
            <a:lvl8pPr marL="475166" indent="-235182">
              <a:spcAft>
                <a:spcPts val="1333"/>
              </a:spcAft>
              <a:defRPr>
                <a:solidFill>
                  <a:schemeClr val="bg1"/>
                </a:solidFill>
              </a:defRPr>
            </a:lvl8pPr>
            <a:lvl9pPr marL="475166" indent="-235182">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56635"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82" indent="-235182">
              <a:spcAft>
                <a:spcPts val="1333"/>
              </a:spcAft>
              <a:buFont typeface="Arial" panose="020B0604020202020204" pitchFamily="34" charset="0"/>
              <a:buChar char="•"/>
              <a:defRPr>
                <a:solidFill>
                  <a:schemeClr val="bg1"/>
                </a:solidFill>
              </a:defRPr>
            </a:lvl4pPr>
            <a:lvl5pPr marL="475166" indent="-235182">
              <a:spcAft>
                <a:spcPts val="1333"/>
              </a:spcAft>
              <a:defRPr baseline="0">
                <a:solidFill>
                  <a:schemeClr val="bg1"/>
                </a:solidFill>
              </a:defRPr>
            </a:lvl5pPr>
            <a:lvl6pPr marL="475166" indent="-235182">
              <a:spcAft>
                <a:spcPts val="1333"/>
              </a:spcAft>
              <a:buFont typeface="Verdana" panose="020B0604030504040204" pitchFamily="34" charset="0"/>
              <a:buChar char="−"/>
              <a:defRPr>
                <a:solidFill>
                  <a:schemeClr val="bg1"/>
                </a:solidFill>
              </a:defRPr>
            </a:lvl6pPr>
            <a:lvl7pPr marL="475166" indent="-235182">
              <a:spcAft>
                <a:spcPts val="1333"/>
              </a:spcAft>
              <a:defRPr>
                <a:solidFill>
                  <a:schemeClr val="bg1"/>
                </a:solidFill>
              </a:defRPr>
            </a:lvl7pPr>
            <a:lvl8pPr marL="475166" indent="-235182">
              <a:spcAft>
                <a:spcPts val="1333"/>
              </a:spcAft>
              <a:defRPr>
                <a:solidFill>
                  <a:schemeClr val="bg1"/>
                </a:solidFill>
              </a:defRPr>
            </a:lvl8pPr>
            <a:lvl9pPr marL="475166" indent="-235182">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43367"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82" indent="-235182">
              <a:spcAft>
                <a:spcPts val="1333"/>
              </a:spcAft>
              <a:buFont typeface="Arial" panose="020B0604020202020204" pitchFamily="34" charset="0"/>
              <a:buChar char="•"/>
              <a:defRPr>
                <a:solidFill>
                  <a:schemeClr val="bg1"/>
                </a:solidFill>
              </a:defRPr>
            </a:lvl4pPr>
            <a:lvl5pPr marL="475166" indent="-235182">
              <a:spcAft>
                <a:spcPts val="1333"/>
              </a:spcAft>
              <a:defRPr baseline="0">
                <a:solidFill>
                  <a:schemeClr val="bg1"/>
                </a:solidFill>
              </a:defRPr>
            </a:lvl5pPr>
            <a:lvl6pPr marL="475166" indent="-235182">
              <a:spcAft>
                <a:spcPts val="1333"/>
              </a:spcAft>
              <a:buFont typeface="Verdana" panose="020B0604030504040204" pitchFamily="34" charset="0"/>
              <a:buChar char="−"/>
              <a:defRPr>
                <a:solidFill>
                  <a:schemeClr val="bg1"/>
                </a:solidFill>
              </a:defRPr>
            </a:lvl6pPr>
            <a:lvl7pPr marL="475166" indent="-235182">
              <a:spcAft>
                <a:spcPts val="1333"/>
              </a:spcAft>
              <a:defRPr>
                <a:solidFill>
                  <a:schemeClr val="bg1"/>
                </a:solidFill>
              </a:defRPr>
            </a:lvl7pPr>
            <a:lvl8pPr marL="475166" indent="-235182">
              <a:spcAft>
                <a:spcPts val="1333"/>
              </a:spcAft>
              <a:defRPr>
                <a:solidFill>
                  <a:schemeClr val="bg1"/>
                </a:solidFill>
              </a:defRPr>
            </a:lvl8pPr>
            <a:lvl9pPr marL="475166" indent="-235182">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Box 12"/>
          <p:cNvSpPr txBox="1"/>
          <p:nvPr userDrawn="1"/>
        </p:nvSpPr>
        <p:spPr>
          <a:xfrm>
            <a:off x="6335185" y="6477004"/>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14" name="TextBox 13"/>
          <p:cNvSpPr txBox="1"/>
          <p:nvPr userDrawn="1"/>
        </p:nvSpPr>
        <p:spPr>
          <a:xfrm>
            <a:off x="501655" y="6477004"/>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15" name="TextBox 14"/>
          <p:cNvSpPr txBox="1"/>
          <p:nvPr userDrawn="1"/>
        </p:nvSpPr>
        <p:spPr>
          <a:xfrm>
            <a:off x="11382380" y="6477003"/>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
        <p:nvSpPr>
          <p:cNvPr id="16"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999" b="0">
                <a:solidFill>
                  <a:schemeClr val="bg1"/>
                </a:solidFill>
              </a:defRPr>
            </a:lvl1pPr>
          </a:lstStyle>
          <a:p>
            <a:pPr lvl="0"/>
            <a:r>
              <a:rPr lang="en-US" noProof="0"/>
              <a:t>Click to add subtitle</a:t>
            </a:r>
          </a:p>
        </p:txBody>
      </p:sp>
      <p:sp>
        <p:nvSpPr>
          <p:cNvPr id="17"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999">
                <a:solidFill>
                  <a:schemeClr val="bg1"/>
                </a:solidFill>
              </a:defRPr>
            </a:lvl1pPr>
          </a:lstStyle>
          <a:p>
            <a:r>
              <a:rPr lang="en-US" noProof="0"/>
              <a:t>Click to edit Master title style</a:t>
            </a:r>
          </a:p>
        </p:txBody>
      </p:sp>
    </p:spTree>
    <p:extLst>
      <p:ext uri="{BB962C8B-B14F-4D97-AF65-F5344CB8AC3E}">
        <p14:creationId xmlns:p14="http://schemas.microsoft.com/office/powerpoint/2010/main" val="523677238"/>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userDrawn="1">
  <p:cSld name="Title Slide 2">
    <p:spTree>
      <p:nvGrpSpPr>
        <p:cNvPr id="1" name=""/>
        <p:cNvGrpSpPr/>
        <p:nvPr/>
      </p:nvGrpSpPr>
      <p:grpSpPr>
        <a:xfrm>
          <a:off x="0" y="0"/>
          <a:ext cx="0" cy="0"/>
          <a:chOff x="0" y="0"/>
          <a:chExt cx="0" cy="0"/>
        </a:xfrm>
      </p:grpSpPr>
      <p:sp>
        <p:nvSpPr>
          <p:cNvPr id="2" name="Title 1"/>
          <p:cNvSpPr>
            <a:spLocks noGrp="1"/>
          </p:cNvSpPr>
          <p:nvPr>
            <p:ph type="ctrTitle"/>
          </p:nvPr>
        </p:nvSpPr>
        <p:spPr>
          <a:xfrm>
            <a:off x="500820" y="1812924"/>
            <a:ext cx="3696000" cy="842400"/>
          </a:xfrm>
        </p:spPr>
        <p:txBody>
          <a:bodyPr/>
          <a:lstStyle>
            <a:lvl1pPr>
              <a:defRPr sz="2800">
                <a:solidFill>
                  <a:schemeClr val="accent1"/>
                </a:solidFill>
              </a:defRPr>
            </a:lvl1pPr>
          </a:lstStyle>
          <a:p>
            <a:r>
              <a:rPr lang="en-US"/>
              <a:t>Click to edit Master title style</a:t>
            </a:r>
            <a:endParaRPr lang="en-GB"/>
          </a:p>
        </p:txBody>
      </p:sp>
      <p:sp>
        <p:nvSpPr>
          <p:cNvPr id="3" name="Subtitle 2"/>
          <p:cNvSpPr>
            <a:spLocks noGrp="1"/>
          </p:cNvSpPr>
          <p:nvPr>
            <p:ph type="subTitle" idx="1"/>
          </p:nvPr>
        </p:nvSpPr>
        <p:spPr>
          <a:xfrm>
            <a:off x="500820" y="4357695"/>
            <a:ext cx="3696000" cy="1048554"/>
          </a:xfrm>
        </p:spPr>
        <p:txBody>
          <a:bodyPr>
            <a:normAutofit/>
          </a:bodyPr>
          <a:lstStyle>
            <a:lvl1pPr marL="0" indent="0" algn="l">
              <a:lnSpc>
                <a:spcPct val="120000"/>
              </a:lnSpc>
              <a:spcBef>
                <a:spcPts val="0"/>
              </a:spcBef>
              <a:buNone/>
              <a:defRPr sz="1400" b="0">
                <a:solidFill>
                  <a:schemeClr val="accent5"/>
                </a:solidFill>
              </a:defRPr>
            </a:lvl1pPr>
            <a:lvl2pPr marL="457179" indent="0" algn="ctr">
              <a:buNone/>
              <a:defRPr>
                <a:solidFill>
                  <a:schemeClr val="tx1">
                    <a:tint val="75000"/>
                  </a:schemeClr>
                </a:solidFill>
              </a:defRPr>
            </a:lvl2pPr>
            <a:lvl3pPr marL="914356" indent="0" algn="ctr">
              <a:buNone/>
              <a:defRPr>
                <a:solidFill>
                  <a:schemeClr val="tx1">
                    <a:tint val="75000"/>
                  </a:schemeClr>
                </a:solidFill>
              </a:defRPr>
            </a:lvl3pPr>
            <a:lvl4pPr marL="1371535" indent="0" algn="ctr">
              <a:buNone/>
              <a:defRPr>
                <a:solidFill>
                  <a:schemeClr val="tx1">
                    <a:tint val="75000"/>
                  </a:schemeClr>
                </a:solidFill>
              </a:defRPr>
            </a:lvl4pPr>
            <a:lvl5pPr marL="1828713" indent="0" algn="ctr">
              <a:buNone/>
              <a:defRPr>
                <a:solidFill>
                  <a:schemeClr val="tx1">
                    <a:tint val="75000"/>
                  </a:schemeClr>
                </a:solidFill>
              </a:defRPr>
            </a:lvl5pPr>
            <a:lvl6pPr marL="2285891" indent="0" algn="ctr">
              <a:buNone/>
              <a:defRPr>
                <a:solidFill>
                  <a:schemeClr val="tx1">
                    <a:tint val="75000"/>
                  </a:schemeClr>
                </a:solidFill>
              </a:defRPr>
            </a:lvl6pPr>
            <a:lvl7pPr marL="2743069" indent="0" algn="ctr">
              <a:buNone/>
              <a:defRPr>
                <a:solidFill>
                  <a:schemeClr val="tx1">
                    <a:tint val="75000"/>
                  </a:schemeClr>
                </a:solidFill>
              </a:defRPr>
            </a:lvl7pPr>
            <a:lvl8pPr marL="3200247" indent="0" algn="ctr">
              <a:buNone/>
              <a:defRPr>
                <a:solidFill>
                  <a:schemeClr val="tx1">
                    <a:tint val="75000"/>
                  </a:schemeClr>
                </a:solidFill>
              </a:defRPr>
            </a:lvl8pPr>
            <a:lvl9pPr marL="3657425" indent="0" algn="ctr">
              <a:buNone/>
              <a:defRPr>
                <a:solidFill>
                  <a:schemeClr val="tx1">
                    <a:tint val="75000"/>
                  </a:schemeClr>
                </a:solidFill>
              </a:defRPr>
            </a:lvl9pPr>
          </a:lstStyle>
          <a:p>
            <a:r>
              <a:rPr lang="en-US"/>
              <a:t>Click to edit Master subtitle style</a:t>
            </a:r>
            <a:endParaRPr lang="en-GB"/>
          </a:p>
        </p:txBody>
      </p:sp>
      <p:sp>
        <p:nvSpPr>
          <p:cNvPr id="14" name="Slide Number Placeholder 7"/>
          <p:cNvSpPr>
            <a:spLocks noGrp="1"/>
          </p:cNvSpPr>
          <p:nvPr>
            <p:ph type="sldNum" sz="quarter" idx="4"/>
          </p:nvPr>
        </p:nvSpPr>
        <p:spPr>
          <a:xfrm>
            <a:off x="10629331" y="6407835"/>
            <a:ext cx="1056117" cy="252000"/>
          </a:xfrm>
          <a:prstGeom prst="rect">
            <a:avLst/>
          </a:prstGeom>
        </p:spPr>
        <p:txBody>
          <a:bodyPr vert="horz" lIns="0" tIns="0" rIns="0" bIns="0" rtlCol="0" anchor="ctr" anchorCtr="0"/>
          <a:lstStyle>
            <a:lvl1pPr algn="r">
              <a:defRPr sz="800" b="0">
                <a:solidFill>
                  <a:srgbClr val="8C8C8C"/>
                </a:solidFill>
              </a:defRPr>
            </a:lvl1pPr>
          </a:lstStyle>
          <a:p>
            <a:fld id="{95CC1D26-A9BD-4BDE-BDD9-08EDBAE96860}" type="slidenum">
              <a:rPr lang="en-GB" smtClean="0"/>
              <a:pPr/>
              <a:t>‹#›</a:t>
            </a:fld>
            <a:endParaRPr lang="en-GB"/>
          </a:p>
        </p:txBody>
      </p:sp>
      <p:sp>
        <p:nvSpPr>
          <p:cNvPr id="11" name="Text Placeholder 5"/>
          <p:cNvSpPr>
            <a:spLocks noGrp="1"/>
          </p:cNvSpPr>
          <p:nvPr>
            <p:ph type="body" sz="quarter" idx="10"/>
          </p:nvPr>
        </p:nvSpPr>
        <p:spPr>
          <a:xfrm>
            <a:off x="500067" y="2663187"/>
            <a:ext cx="3696000" cy="1699200"/>
          </a:xfrm>
        </p:spPr>
        <p:txBody>
          <a:bodyPr>
            <a:noAutofit/>
          </a:bodyPr>
          <a:lstStyle>
            <a:lvl1pPr marL="0" indent="0">
              <a:buNone/>
              <a:defRPr sz="2800">
                <a:solidFill>
                  <a:schemeClr val="accent2"/>
                </a:solidFill>
              </a:defRPr>
            </a:lvl1pPr>
          </a:lstStyle>
          <a:p>
            <a:pPr lvl="0"/>
            <a:r>
              <a:rPr lang="en-US"/>
              <a:t>Click to edit Master text styles</a:t>
            </a:r>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2" y="6484166"/>
            <a:ext cx="4572000" cy="215444"/>
          </a:xfrm>
          <a:prstGeom prst="rect">
            <a:avLst/>
          </a:prstGeom>
        </p:spPr>
        <p:txBody>
          <a:bodyPr>
            <a:spAutoFit/>
          </a:bodyPr>
          <a:lstStyle/>
          <a:p>
            <a:pPr defTabSz="914356">
              <a:defRPr/>
            </a:pPr>
            <a:r>
              <a:rPr lang="en-GB" sz="800">
                <a:latin typeface="Verdana"/>
                <a:ea typeface="Verdana" panose="020B0604030504040204" pitchFamily="34" charset="0"/>
                <a:cs typeface="Times New Roman" panose="02020603050405020304" pitchFamily="18" charset="0"/>
              </a:rPr>
              <a:t>© 2019. For information, contact Deloitte Touche Tohmatsu Limited.</a:t>
            </a:r>
            <a:endParaRPr lang="en-US" sz="80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785988935"/>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userDrawn="1">
  <p:cSld name="4_Title Slide - Black">
    <p:bg bwMode="gray">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a:t>Click icon to add picture</a:t>
            </a:r>
          </a:p>
        </p:txBody>
      </p:sp>
      <p:sp>
        <p:nvSpPr>
          <p:cNvPr id="3" name="Subtitle 2"/>
          <p:cNvSpPr>
            <a:spLocks noGrp="1"/>
          </p:cNvSpPr>
          <p:nvPr>
            <p:ph type="subTitle" idx="1" hasCustomPrompt="1"/>
          </p:nvPr>
        </p:nvSpPr>
        <p:spPr bwMode="gray">
          <a:xfrm>
            <a:off x="503991" y="5864231"/>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marR="0" indent="0" algn="l" defTabSz="914356" rtl="0" eaLnBrk="1" fontAlgn="auto" latinLnBrk="0" hangingPunct="1">
              <a:lnSpc>
                <a:spcPct val="100000"/>
              </a:lnSpc>
              <a:spcBef>
                <a:spcPts val="0"/>
              </a:spcBef>
              <a:spcAft>
                <a:spcPts val="0"/>
              </a:spcAft>
              <a:buClrTx/>
              <a:buSzPct val="100000"/>
              <a:buFont typeface="Arial"/>
              <a:buNone/>
              <a:tabLst/>
              <a:defRPr sz="1600" b="0">
                <a:solidFill>
                  <a:schemeClr val="bg1"/>
                </a:solidFill>
              </a:defRPr>
            </a:lvl2pPr>
            <a:lvl3pPr marL="0" indent="0" algn="l">
              <a:spcAft>
                <a:spcPts val="0"/>
              </a:spcAft>
              <a:buNone/>
              <a:defRPr sz="1600">
                <a:solidFill>
                  <a:schemeClr val="bg1"/>
                </a:solidFill>
              </a:defRPr>
            </a:lvl3pPr>
            <a:lvl4pPr marL="1371535" indent="0" algn="ctr">
              <a:buNone/>
              <a:defRPr sz="1600"/>
            </a:lvl4pPr>
            <a:lvl5pPr marL="1828713" indent="0" algn="ctr">
              <a:buNone/>
              <a:defRPr sz="1600"/>
            </a:lvl5pPr>
            <a:lvl6pPr marL="2285891" indent="0" algn="ctr">
              <a:buNone/>
              <a:defRPr sz="1600"/>
            </a:lvl6pPr>
            <a:lvl7pPr marL="2743069" indent="0" algn="ctr">
              <a:buNone/>
              <a:defRPr sz="1600"/>
            </a:lvl7pPr>
            <a:lvl8pPr marL="3200247" indent="0" algn="ctr">
              <a:buNone/>
              <a:defRPr sz="1600"/>
            </a:lvl8pPr>
            <a:lvl9pPr marL="3657425" indent="0" algn="ctr">
              <a:buNone/>
              <a:defRPr sz="1600"/>
            </a:lvl9pPr>
          </a:lstStyle>
          <a:p>
            <a:r>
              <a:rPr lang="en-US" noProof="0"/>
              <a:t>Click to edit Master title style</a:t>
            </a:r>
          </a:p>
          <a:p>
            <a:pPr marL="0" marR="0" lvl="1" indent="0" algn="l" defTabSz="914356"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1" name="Group 20"/>
          <p:cNvGrpSpPr/>
          <p:nvPr userDrawn="1"/>
        </p:nvGrpSpPr>
        <p:grpSpPr>
          <a:xfrm>
            <a:off x="503988" y="378000"/>
            <a:ext cx="2160000" cy="307976"/>
            <a:chOff x="398463" y="404813"/>
            <a:chExt cx="1627187" cy="307976"/>
          </a:xfrm>
          <a:solidFill>
            <a:schemeClr val="bg1"/>
          </a:solidFill>
        </p:grpSpPr>
        <p:sp>
          <p:nvSpPr>
            <p:cNvPr id="11"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sp>
          <p:nvSpPr>
            <p:cNvPr id="12"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sp>
          <p:nvSpPr>
            <p:cNvPr id="13"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sp>
          <p:nvSpPr>
            <p:cNvPr id="14"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sp>
          <p:nvSpPr>
            <p:cNvPr id="15"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sp>
          <p:nvSpPr>
            <p:cNvPr id="16"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sp>
          <p:nvSpPr>
            <p:cNvPr id="17"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sp>
          <p:nvSpPr>
            <p:cNvPr id="18"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sp>
          <p:nvSpPr>
            <p:cNvPr id="19"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sp>
          <p:nvSpPr>
            <p:cNvPr id="20"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grpSp>
    </p:spTree>
    <p:extLst>
      <p:ext uri="{BB962C8B-B14F-4D97-AF65-F5344CB8AC3E}">
        <p14:creationId xmlns:p14="http://schemas.microsoft.com/office/powerpoint/2010/main" val="76870392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
        <p:nvSpPr>
          <p:cNvPr id="3" name="TextBox 2">
            <a:extLst>
              <a:ext uri="{FF2B5EF4-FFF2-40B4-BE49-F238E27FC236}">
                <a16:creationId xmlns:a16="http://schemas.microsoft.com/office/drawing/2014/main" id="{BEC5FB2D-51C4-446B-B46B-3B301738D071}"/>
              </a:ext>
            </a:extLst>
          </p:cNvPr>
          <p:cNvSpPr txBox="1"/>
          <p:nvPr userDrawn="1"/>
        </p:nvSpPr>
        <p:spPr>
          <a:xfrm>
            <a:off x="501653" y="6629409"/>
            <a:ext cx="5355169" cy="201260"/>
          </a:xfrm>
          <a:prstGeom prst="rect">
            <a:avLst/>
          </a:prstGeom>
          <a:noFill/>
        </p:spPr>
        <p:txBody>
          <a:bodyPr wrap="square" lIns="0" tIns="0" rIns="0" bIns="0" rtlCol="0">
            <a:noAutofit/>
          </a:bodyPr>
          <a:lstStyle/>
          <a:p>
            <a:pPr>
              <a:spcBef>
                <a:spcPts val="800"/>
              </a:spcBef>
              <a:buSzPct val="100000"/>
              <a:buFont typeface="Arial"/>
              <a:buNone/>
            </a:pPr>
            <a:r>
              <a:rPr lang="fr-FR" sz="867">
                <a:solidFill>
                  <a:prstClr val="black"/>
                </a:solidFill>
              </a:rPr>
              <a:t>© 2022 Deloitte Touche Tohmatsu India LLP</a:t>
            </a:r>
          </a:p>
        </p:txBody>
      </p:sp>
      <p:sp>
        <p:nvSpPr>
          <p:cNvPr id="4" name="TextBox 3">
            <a:extLst>
              <a:ext uri="{FF2B5EF4-FFF2-40B4-BE49-F238E27FC236}">
                <a16:creationId xmlns:a16="http://schemas.microsoft.com/office/drawing/2014/main" id="{2DCDCA34-5067-4E2C-9834-B642B8C03FF8}"/>
              </a:ext>
            </a:extLst>
          </p:cNvPr>
          <p:cNvSpPr txBox="1"/>
          <p:nvPr userDrawn="1"/>
        </p:nvSpPr>
        <p:spPr>
          <a:xfrm>
            <a:off x="11382379" y="6629406"/>
            <a:ext cx="307976" cy="100027"/>
          </a:xfrm>
          <a:prstGeom prst="rect">
            <a:avLst/>
          </a:prstGeom>
          <a:noFill/>
        </p:spPr>
        <p:txBody>
          <a:bodyPr wrap="square" lIns="0" tIns="0" rIns="0" bIns="0" rtlCol="0">
            <a:noAutofit/>
          </a:bodyPr>
          <a:lstStyle/>
          <a:p>
            <a:pPr algn="r">
              <a:spcBef>
                <a:spcPts val="800"/>
              </a:spcBef>
              <a:buSzPct val="100000"/>
              <a:buFont typeface="Arial"/>
              <a:buNone/>
            </a:pPr>
            <a:fld id="{C58DF478-B544-4ED8-9ED4-6A2648E2D233}" type="slidenum">
              <a:rPr lang="en-US" sz="867" smtClean="0">
                <a:solidFill>
                  <a:prstClr val="black"/>
                </a:solidFill>
              </a:rPr>
              <a:pPr algn="r">
                <a:spcBef>
                  <a:spcPts val="800"/>
                </a:spcBef>
                <a:buSzPct val="100000"/>
                <a:buFont typeface="Arial"/>
                <a:buNone/>
              </a:pPr>
              <a:t>‹#›</a:t>
            </a:fld>
            <a:endParaRPr lang="en-US" sz="867">
              <a:solidFill>
                <a:prstClr val="black"/>
              </a:solidFill>
            </a:endParaRPr>
          </a:p>
        </p:txBody>
      </p:sp>
    </p:spTree>
    <p:extLst>
      <p:ext uri="{BB962C8B-B14F-4D97-AF65-F5344CB8AC3E}">
        <p14:creationId xmlns:p14="http://schemas.microsoft.com/office/powerpoint/2010/main" val="643763102"/>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Contents with ima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spid="_x0000_s6203" name="think-cell Slide" r:id="rId5" imgW="470" imgH="469" progId="TCLayout.ActiveDocument.1">
                  <p:embed/>
                </p:oleObj>
              </mc:Choice>
              <mc:Fallback>
                <p:oleObj name="think-cell Slide" r:id="rId5" imgW="470" imgH="469" progId="TCLayout.ActiveDocument.1">
                  <p:embed/>
                  <p:pic>
                    <p:nvPicPr>
                      <p:cNvPr id="3" name="Object 2" hidden="1"/>
                      <p:cNvPicPr/>
                      <p:nvPr/>
                    </p:nvPicPr>
                    <p:blipFill>
                      <a:blip r:embed="rId6"/>
                      <a:stretch>
                        <a:fillRect/>
                      </a:stretch>
                    </p:blipFill>
                    <p:spPr>
                      <a:xfrm>
                        <a:off x="1589"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bwMode="gray">
          <a:xfrm>
            <a:off x="1" y="2"/>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1800"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5" name="Picture Placeholder 9"/>
          <p:cNvSpPr>
            <a:spLocks noGrp="1"/>
          </p:cNvSpPr>
          <p:nvPr>
            <p:ph type="pic" sz="quarter" idx="15"/>
          </p:nvPr>
        </p:nvSpPr>
        <p:spPr>
          <a:xfrm>
            <a:off x="5604868" y="1700213"/>
            <a:ext cx="6117233" cy="4598988"/>
          </a:xfrm>
        </p:spPr>
        <p:txBody>
          <a:bodyPr/>
          <a:lstStyle/>
          <a:p>
            <a:r>
              <a:rPr lang="en-US" noProof="0"/>
              <a:t>Drag picture to placeholder or click icon to add</a:t>
            </a:r>
          </a:p>
        </p:txBody>
      </p:sp>
      <p:sp>
        <p:nvSpPr>
          <p:cNvPr id="6" name="Content Placeholder 3"/>
          <p:cNvSpPr>
            <a:spLocks noGrp="1"/>
          </p:cNvSpPr>
          <p:nvPr>
            <p:ph sz="quarter" idx="10"/>
          </p:nvPr>
        </p:nvSpPr>
        <p:spPr>
          <a:xfrm>
            <a:off x="469903" y="1665291"/>
            <a:ext cx="4333663" cy="4633911"/>
          </a:xfrm>
          <a:prstGeom prst="rect">
            <a:avLst/>
          </a:prstGeom>
        </p:spPr>
        <p:txBody>
          <a:bodyPr/>
          <a:lstStyle>
            <a:lvl1pPr>
              <a:tabLst>
                <a:tab pos="6705111" algn="r"/>
              </a:tabLst>
              <a:defRPr/>
            </a:lvl1pPr>
            <a:lvl2pPr>
              <a:tabLst>
                <a:tab pos="6705111" algn="r"/>
              </a:tabLst>
              <a:defRPr/>
            </a:lvl2pPr>
            <a:lvl3pPr>
              <a:tabLst>
                <a:tab pos="6705111" algn="r"/>
              </a:tabLst>
              <a:defRPr/>
            </a:lvl3pPr>
            <a:lvl4pPr>
              <a:tabLst>
                <a:tab pos="6705111" algn="r"/>
              </a:tabLst>
              <a:defRPr/>
            </a:lvl4pPr>
            <a:lvl5pPr>
              <a:tabLst>
                <a:tab pos="6705111"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800" b="0">
                <a:solidFill>
                  <a:srgbClr val="575757"/>
                </a:solidFill>
              </a:defRPr>
            </a:lvl1pPr>
          </a:lstStyle>
          <a:p>
            <a:pPr lvl="0"/>
            <a:r>
              <a:rPr lang="en-US" noProof="0"/>
              <a:t>Click to add subtitle</a:t>
            </a:r>
          </a:p>
        </p:txBody>
      </p:sp>
      <p:sp>
        <p:nvSpPr>
          <p:cNvPr id="9"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800"/>
            </a:lvl1pPr>
          </a:lstStyle>
          <a:p>
            <a:r>
              <a:rPr lang="en-US" noProof="0"/>
              <a:t>Click to edit Master title style</a:t>
            </a:r>
          </a:p>
        </p:txBody>
      </p:sp>
    </p:spTree>
    <p:extLst>
      <p:ext uri="{BB962C8B-B14F-4D97-AF65-F5344CB8AC3E}">
        <p14:creationId xmlns:p14="http://schemas.microsoft.com/office/powerpoint/2010/main" val="4163161312"/>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_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3" y="317502"/>
            <a:ext cx="11188700" cy="6985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5" name="Picture Placeholder 9"/>
          <p:cNvSpPr>
            <a:spLocks noGrp="1"/>
          </p:cNvSpPr>
          <p:nvPr>
            <p:ph type="pic" sz="quarter" idx="15"/>
          </p:nvPr>
        </p:nvSpPr>
        <p:spPr>
          <a:xfrm>
            <a:off x="5450352" y="1701802"/>
            <a:ext cx="6240000" cy="4679950"/>
          </a:xfrm>
        </p:spPr>
        <p:txBody>
          <a:bodyPr/>
          <a:lstStyle/>
          <a:p>
            <a:r>
              <a:rPr lang="en-US" noProof="0"/>
              <a:t>Click icon to add picture</a:t>
            </a:r>
          </a:p>
        </p:txBody>
      </p:sp>
      <p:sp>
        <p:nvSpPr>
          <p:cNvPr id="6" name="Content Placeholder 3"/>
          <p:cNvSpPr>
            <a:spLocks noGrp="1"/>
          </p:cNvSpPr>
          <p:nvPr>
            <p:ph sz="quarter" idx="10"/>
          </p:nvPr>
        </p:nvSpPr>
        <p:spPr>
          <a:xfrm>
            <a:off x="501652" y="1665292"/>
            <a:ext cx="4456429" cy="4716463"/>
          </a:xfrm>
          <a:prstGeom prst="rect">
            <a:avLst/>
          </a:prstGeom>
        </p:spPr>
        <p:txBody>
          <a:bodyPr/>
          <a:lstStyle>
            <a:lvl1pPr>
              <a:tabLst>
                <a:tab pos="5028960" algn="r"/>
              </a:tabLst>
              <a:defRPr/>
            </a:lvl1pPr>
            <a:lvl2pPr>
              <a:tabLst>
                <a:tab pos="5028960" algn="r"/>
              </a:tabLst>
              <a:defRPr/>
            </a:lvl2pPr>
            <a:lvl3pPr>
              <a:tabLst>
                <a:tab pos="5028960" algn="r"/>
              </a:tabLst>
              <a:defRPr/>
            </a:lvl3pPr>
            <a:lvl4pPr>
              <a:tabLst>
                <a:tab pos="5028960" algn="r"/>
              </a:tabLst>
              <a:defRPr/>
            </a:lvl4pPr>
            <a:lvl5pPr>
              <a:tabLst>
                <a:tab pos="502896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393144193"/>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2" y="736707"/>
            <a:ext cx="11252200" cy="757255"/>
          </a:xfrm>
          <a:prstGeom prst="rect">
            <a:avLst/>
          </a:prstGeom>
        </p:spPr>
        <p:txBody>
          <a:bodyPr lIns="0" tIns="0" rIns="0" bIns="0">
            <a:noAutofit/>
          </a:bodyPr>
          <a:lstStyle>
            <a:lvl1pPr marL="0" indent="0">
              <a:buNone/>
              <a:defRPr sz="1999"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999"/>
            </a:lvl1pPr>
          </a:lstStyle>
          <a:p>
            <a:r>
              <a:rPr lang="en-US" noProof="0"/>
              <a:t>Click to edit Master title style</a:t>
            </a:r>
          </a:p>
        </p:txBody>
      </p:sp>
      <p:sp>
        <p:nvSpPr>
          <p:cNvPr id="8" name="Text Placeholder 18"/>
          <p:cNvSpPr>
            <a:spLocks noGrp="1"/>
          </p:cNvSpPr>
          <p:nvPr>
            <p:ph idx="1"/>
          </p:nvPr>
        </p:nvSpPr>
        <p:spPr>
          <a:xfrm>
            <a:off x="469902" y="1665820"/>
            <a:ext cx="11252200" cy="4633383"/>
          </a:xfrm>
          <a:prstGeom prst="rect">
            <a:avLst/>
          </a:prstGeom>
        </p:spPr>
        <p:txBody>
          <a:bodyPr vert="horz" lIns="0" tIns="0" rIns="0" bIns="0" rtlCol="0">
            <a:noAutofit/>
          </a:bodyPr>
          <a:lstStyle>
            <a:lvl1pPr marL="0" indent="0" algn="l">
              <a:buFontTx/>
              <a:buNone/>
              <a:defRPr/>
            </a:lvl1pPr>
            <a:lvl2pPr marL="126988" indent="-126988" algn="l">
              <a:buClrTx/>
              <a:buSzPct val="100000"/>
              <a:buFont typeface="Arial" panose="020B0604020202020204" pitchFamily="34" charset="0"/>
              <a:buChar char="•"/>
              <a:defRPr/>
            </a:lvl2pPr>
            <a:lvl3pPr marL="279373" indent="-126988" algn="l">
              <a:buClrTx/>
              <a:buSzPct val="100000"/>
              <a:buFont typeface="Arial" panose="020B0604020202020204" pitchFamily="34" charset="0"/>
              <a:buChar char="−"/>
              <a:defRPr/>
            </a:lvl3pPr>
            <a:lvl4pPr marL="431758" indent="-126988" algn="l">
              <a:buClrTx/>
              <a:buSzPct val="100000"/>
              <a:buFont typeface="Arial" panose="020B0604020202020204" pitchFamily="34" charset="0"/>
              <a:buChar char="◦"/>
              <a:defRPr/>
            </a:lvl4pPr>
            <a:lvl5pPr marL="584143" indent="-126988"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130051514"/>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9"/>
            <a:ext cx="11252200" cy="698501"/>
          </a:xfrm>
          <a:prstGeom prst="rect">
            <a:avLst/>
          </a:prstGeom>
        </p:spPr>
        <p:txBody>
          <a:bodyPr vert="horz" lIns="0" tIns="0" rIns="0" bIns="0" rtlCol="0" anchor="t" anchorCtr="0">
            <a:noAutofit/>
          </a:bodyPr>
          <a:lstStyle>
            <a:lvl1pPr>
              <a:defRPr sz="2399"/>
            </a:lvl1pPr>
          </a:lstStyle>
          <a:p>
            <a:r>
              <a:rPr lang="en-GB" noProof="0"/>
              <a:t>Click to edit Master title style</a:t>
            </a:r>
            <a:endParaRPr lang="en-GB"/>
          </a:p>
        </p:txBody>
      </p:sp>
      <p:sp>
        <p:nvSpPr>
          <p:cNvPr id="5"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999" b="0">
                <a:solidFill>
                  <a:srgbClr val="575757"/>
                </a:solidFill>
              </a:defRPr>
            </a:lvl1pPr>
          </a:lstStyle>
          <a:p>
            <a:pPr lvl="0"/>
            <a:r>
              <a:rPr lang="en-GB" noProof="0"/>
              <a:t>Click to add subtitle</a:t>
            </a:r>
            <a:endParaRPr lang="en-GB"/>
          </a:p>
        </p:txBody>
      </p:sp>
      <p:sp>
        <p:nvSpPr>
          <p:cNvPr id="4" name="Content Placeholder 3"/>
          <p:cNvSpPr>
            <a:spLocks noGrp="1"/>
          </p:cNvSpPr>
          <p:nvPr>
            <p:ph sz="quarter" idx="10"/>
          </p:nvPr>
        </p:nvSpPr>
        <p:spPr>
          <a:xfrm>
            <a:off x="469903" y="1665292"/>
            <a:ext cx="9348787" cy="4633910"/>
          </a:xfrm>
          <a:prstGeom prst="rect">
            <a:avLst/>
          </a:prstGeom>
        </p:spPr>
        <p:txBody>
          <a:bodyPr/>
          <a:lstStyle>
            <a:lvl1pPr>
              <a:tabLst>
                <a:tab pos="8971898" algn="r"/>
              </a:tabLst>
              <a:defRPr/>
            </a:lvl1pPr>
            <a:lvl2pPr>
              <a:tabLst>
                <a:tab pos="8971898" algn="r"/>
              </a:tabLst>
              <a:defRPr/>
            </a:lvl2pPr>
            <a:lvl3pPr>
              <a:tabLst>
                <a:tab pos="8971898" algn="r"/>
              </a:tabLst>
              <a:defRPr/>
            </a:lvl3pPr>
            <a:lvl4pPr>
              <a:tabLst>
                <a:tab pos="8971898" algn="r"/>
              </a:tabLst>
              <a:defRPr/>
            </a:lvl4pPr>
            <a:lvl5pPr>
              <a:tabLst>
                <a:tab pos="6705111" algn="r"/>
              </a:tabLst>
              <a:defRPr baseline="0"/>
            </a:lvl5pPr>
            <a:lvl6pPr marL="475166" indent="0">
              <a:buNone/>
              <a:tabLst>
                <a:tab pos="8971898" algn="r"/>
              </a:tabLst>
              <a:defRPr/>
            </a:lvl6pPr>
            <a:lvl7pPr>
              <a:tabLst>
                <a:tab pos="8971898" algn="r"/>
              </a:tabLst>
              <a:defRPr/>
            </a:lvl7pPr>
            <a:lvl8pPr>
              <a:tabLst>
                <a:tab pos="8971898" algn="r"/>
              </a:tabLst>
              <a:defRPr/>
            </a:lvl8pPr>
            <a:lvl9pPr>
              <a:tabLst>
                <a:tab pos="8971898" algn="r"/>
              </a:tabLst>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Footer Placeholder 1"/>
          <p:cNvSpPr>
            <a:spLocks noGrp="1"/>
          </p:cNvSpPr>
          <p:nvPr>
            <p:ph type="ftr" sz="quarter" idx="14"/>
          </p:nvPr>
        </p:nvSpPr>
        <p:spPr/>
        <p:txBody>
          <a:bodyPr/>
          <a:lstStyle/>
          <a:p>
            <a:endParaRPr lang="en-GB"/>
          </a:p>
        </p:txBody>
      </p:sp>
    </p:spTree>
    <p:extLst>
      <p:ext uri="{BB962C8B-B14F-4D97-AF65-F5344CB8AC3E}">
        <p14:creationId xmlns:p14="http://schemas.microsoft.com/office/powerpoint/2010/main" val="564787440"/>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Title, subtitle &amp; 1 column - large">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9"/>
            <a:ext cx="11252200" cy="698501"/>
          </a:xfrm>
          <a:prstGeom prst="rect">
            <a:avLst/>
          </a:prstGeom>
        </p:spPr>
        <p:txBody>
          <a:bodyPr vert="horz" lIns="0" tIns="0" rIns="0" bIns="0" rtlCol="0" anchor="t" anchorCtr="0">
            <a:noAutofit/>
          </a:bodyPr>
          <a:lstStyle>
            <a:lvl1pPr>
              <a:defRPr sz="2399"/>
            </a:lvl1pPr>
          </a:lstStyle>
          <a:p>
            <a:r>
              <a:rPr lang="en-GB" noProof="0"/>
              <a:t>Click to edit Master title style</a:t>
            </a:r>
            <a:endParaRPr lang="en-GB"/>
          </a:p>
        </p:txBody>
      </p:sp>
      <p:sp>
        <p:nvSpPr>
          <p:cNvPr id="5"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999" b="0">
                <a:solidFill>
                  <a:srgbClr val="575757"/>
                </a:solidFill>
              </a:defRPr>
            </a:lvl1pPr>
          </a:lstStyle>
          <a:p>
            <a:pPr lvl="0"/>
            <a:r>
              <a:rPr lang="en-GB" noProof="0"/>
              <a:t>Click to add subtitle</a:t>
            </a:r>
            <a:endParaRPr lang="en-GB"/>
          </a:p>
        </p:txBody>
      </p:sp>
      <p:sp>
        <p:nvSpPr>
          <p:cNvPr id="8" name="Text Placeholder 18"/>
          <p:cNvSpPr>
            <a:spLocks noGrp="1"/>
          </p:cNvSpPr>
          <p:nvPr>
            <p:ph idx="1"/>
          </p:nvPr>
        </p:nvSpPr>
        <p:spPr>
          <a:xfrm>
            <a:off x="469902" y="1676405"/>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noProof="0"/>
              <a:t>Click to 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a:p>
        </p:txBody>
      </p:sp>
      <p:sp>
        <p:nvSpPr>
          <p:cNvPr id="2" name="Footer Placeholder 1"/>
          <p:cNvSpPr>
            <a:spLocks noGrp="1"/>
          </p:cNvSpPr>
          <p:nvPr>
            <p:ph type="ftr" sz="quarter" idx="14"/>
          </p:nvPr>
        </p:nvSpPr>
        <p:spPr/>
        <p:txBody>
          <a:bodyPr/>
          <a:lstStyle/>
          <a:p>
            <a:endParaRPr lang="en-GB"/>
          </a:p>
        </p:txBody>
      </p:sp>
    </p:spTree>
    <p:extLst>
      <p:ext uri="{BB962C8B-B14F-4D97-AF65-F5344CB8AC3E}">
        <p14:creationId xmlns:p14="http://schemas.microsoft.com/office/powerpoint/2010/main" val="1774950077"/>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 Column">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402589"/>
            <a:ext cx="11252200" cy="410433"/>
          </a:xfrm>
        </p:spPr>
        <p:txBody>
          <a:bodyPr>
            <a:spAutoFit/>
          </a:bodyPr>
          <a:lstStyle/>
          <a:p>
            <a:r>
              <a:rPr lang="en-US"/>
              <a:t>Click to edit Master title style</a:t>
            </a:r>
          </a:p>
        </p:txBody>
      </p:sp>
      <p:sp>
        <p:nvSpPr>
          <p:cNvPr id="8" name="Text Placeholder 7"/>
          <p:cNvSpPr>
            <a:spLocks noGrp="1"/>
          </p:cNvSpPr>
          <p:nvPr>
            <p:ph type="body" sz="quarter" idx="11"/>
          </p:nvPr>
        </p:nvSpPr>
        <p:spPr bwMode="gray">
          <a:xfrm>
            <a:off x="552451" y="779467"/>
            <a:ext cx="11106912" cy="221599"/>
          </a:xfrm>
          <a:noFill/>
          <a:ln w="9525">
            <a:noFill/>
            <a:miter lim="800000"/>
            <a:headEnd/>
            <a:tailEnd/>
          </a:ln>
        </p:spPr>
        <p:txBody>
          <a:bodyPr lIns="0" tIns="0" rIns="0" bIns="0">
            <a:spAutoFit/>
          </a:bodyPr>
          <a:lstStyle>
            <a:lvl1pPr algn="l" rtl="0" eaLnBrk="0" fontAlgn="base" hangingPunct="0">
              <a:lnSpc>
                <a:spcPct val="90000"/>
              </a:lnSpc>
              <a:spcBef>
                <a:spcPct val="0"/>
              </a:spcBef>
              <a:spcAft>
                <a:spcPct val="0"/>
              </a:spcAft>
              <a:defRPr lang="en-US" sz="1600" b="0" kern="1200" dirty="0">
                <a:solidFill>
                  <a:schemeClr val="tx1"/>
                </a:solidFill>
                <a:latin typeface="Arial" pitchFamily="34" charset="0"/>
                <a:ea typeface="+mn-ea"/>
                <a:cs typeface="Arial" pitchFamily="34" charset="0"/>
              </a:defRPr>
            </a:lvl1pPr>
          </a:lstStyle>
          <a:p>
            <a:pPr lvl="0"/>
            <a:r>
              <a:rPr lang="en-US"/>
              <a:t>Click to edit Master text styles</a:t>
            </a:r>
          </a:p>
        </p:txBody>
      </p:sp>
      <p:sp>
        <p:nvSpPr>
          <p:cNvPr id="10" name="Content Placeholder 20"/>
          <p:cNvSpPr>
            <a:spLocks noGrp="1"/>
          </p:cNvSpPr>
          <p:nvPr>
            <p:ph sz="quarter" idx="12"/>
          </p:nvPr>
        </p:nvSpPr>
        <p:spPr bwMode="gray">
          <a:xfrm>
            <a:off x="548640" y="1399032"/>
            <a:ext cx="11106912" cy="488343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696914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3_Title, subtitle &amp; 1 column text">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6" name="Title Placeholder 1"/>
          <p:cNvSpPr>
            <a:spLocks noGrp="1"/>
          </p:cNvSpPr>
          <p:nvPr>
            <p:ph type="title" hasCustomPrompt="1"/>
          </p:nvPr>
        </p:nvSpPr>
        <p:spPr>
          <a:xfrm>
            <a:off x="501653" y="317503"/>
            <a:ext cx="11180232" cy="698501"/>
          </a:xfrm>
          <a:prstGeom prst="rect">
            <a:avLst/>
          </a:prstGeom>
        </p:spPr>
        <p:txBody>
          <a:bodyPr vert="horz" lIns="0" tIns="0" rIns="0" bIns="0" rtlCol="0" anchor="t" anchorCtr="0">
            <a:noAutofit/>
          </a:bodyPr>
          <a:lstStyle>
            <a:lvl1pPr>
              <a:defRPr>
                <a:solidFill>
                  <a:schemeClr val="bg1"/>
                </a:solidFill>
              </a:defRPr>
            </a:lvl1pPr>
          </a:lstStyle>
          <a:p>
            <a:r>
              <a:rPr lang="en-US"/>
              <a:t>Click to add title</a:t>
            </a:r>
          </a:p>
        </p:txBody>
      </p:sp>
    </p:spTree>
    <p:extLst>
      <p:ext uri="{BB962C8B-B14F-4D97-AF65-F5344CB8AC3E}">
        <p14:creationId xmlns:p14="http://schemas.microsoft.com/office/powerpoint/2010/main" val="731484808"/>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1_Title &amp; 1 column tex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2" y="402589"/>
            <a:ext cx="11252200" cy="698501"/>
          </a:xfrm>
          <a:prstGeom prst="rect">
            <a:avLst/>
          </a:prstGeom>
        </p:spPr>
        <p:txBody>
          <a:bodyPr vert="horz" lIns="0" tIns="0" rIns="0" bIns="0" rtlCol="0" anchor="t" anchorCtr="0">
            <a:noAutofit/>
          </a:bodyPr>
          <a:lstStyle>
            <a:lvl1pPr>
              <a:defRPr sz="2399"/>
            </a:lvl1pPr>
          </a:lstStyle>
          <a:p>
            <a:r>
              <a:rPr lang="en-GB" noProof="0"/>
              <a:t>Click to edit Master title style</a:t>
            </a:r>
            <a:endParaRPr lang="en-GB"/>
          </a:p>
        </p:txBody>
      </p:sp>
      <p:sp>
        <p:nvSpPr>
          <p:cNvPr id="4"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999" b="0">
                <a:solidFill>
                  <a:srgbClr val="575757"/>
                </a:solidFill>
              </a:defRPr>
            </a:lvl1pPr>
          </a:lstStyle>
          <a:p>
            <a:pPr lvl="0"/>
            <a:r>
              <a:rPr lang="en-GB" noProof="0"/>
              <a:t>Click to add subtitle</a:t>
            </a:r>
            <a:endParaRPr lang="en-GB"/>
          </a:p>
        </p:txBody>
      </p:sp>
      <p:sp>
        <p:nvSpPr>
          <p:cNvPr id="14" name="Text Placeholder 18"/>
          <p:cNvSpPr>
            <a:spLocks noGrp="1"/>
          </p:cNvSpPr>
          <p:nvPr>
            <p:ph idx="1"/>
          </p:nvPr>
        </p:nvSpPr>
        <p:spPr>
          <a:xfrm>
            <a:off x="469902" y="1665291"/>
            <a:ext cx="11252200" cy="4633911"/>
          </a:xfrm>
          <a:prstGeom prst="rect">
            <a:avLst/>
          </a:prstGeom>
        </p:spPr>
        <p:txBody>
          <a:bodyPr vert="horz" lIns="0" tIns="0" rIns="0" bIns="0" rtlCol="0">
            <a:noAutofit/>
          </a:bodyPr>
          <a:lstStyle/>
          <a:p>
            <a:pPr lvl="0"/>
            <a:r>
              <a:rPr lang="en-GB" noProof="0"/>
              <a:t>Click to 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a:p>
        </p:txBody>
      </p:sp>
      <p:sp>
        <p:nvSpPr>
          <p:cNvPr id="2" name="Footer Placeholder 1"/>
          <p:cNvSpPr>
            <a:spLocks noGrp="1"/>
          </p:cNvSpPr>
          <p:nvPr>
            <p:ph type="ftr" sz="quarter" idx="14"/>
          </p:nvPr>
        </p:nvSpPr>
        <p:spPr/>
        <p:txBody>
          <a:bodyPr/>
          <a:lstStyle/>
          <a:p>
            <a:endParaRPr lang="en-GB"/>
          </a:p>
        </p:txBody>
      </p:sp>
    </p:spTree>
    <p:extLst>
      <p:ext uri="{BB962C8B-B14F-4D97-AF65-F5344CB8AC3E}">
        <p14:creationId xmlns:p14="http://schemas.microsoft.com/office/powerpoint/2010/main" val="2289895426"/>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Title, Subhead &amp; Breadcrumb">
    <p:spTree>
      <p:nvGrpSpPr>
        <p:cNvPr id="1" name=""/>
        <p:cNvGrpSpPr/>
        <p:nvPr/>
      </p:nvGrpSpPr>
      <p:grpSpPr>
        <a:xfrm>
          <a:off x="0" y="0"/>
          <a:ext cx="0" cy="0"/>
          <a:chOff x="0" y="0"/>
          <a:chExt cx="0" cy="0"/>
        </a:xfrm>
      </p:grpSpPr>
      <p:sp>
        <p:nvSpPr>
          <p:cNvPr id="2" name="Title 1"/>
          <p:cNvSpPr>
            <a:spLocks noGrp="1"/>
          </p:cNvSpPr>
          <p:nvPr>
            <p:ph type="title"/>
          </p:nvPr>
        </p:nvSpPr>
        <p:spPr>
          <a:xfrm>
            <a:off x="914401" y="694945"/>
            <a:ext cx="10363200" cy="594360"/>
          </a:xfrm>
        </p:spPr>
        <p:txBody>
          <a:bodyPr vert="horz" lIns="0" tIns="45720" rIns="0" bIns="0" rtlCol="0" anchor="b" anchorCtr="0">
            <a:noAutofit/>
          </a:bodyPr>
          <a:lstStyle>
            <a:lvl1pPr>
              <a:defRPr lang="en-US" sz="3600" spc="-75" dirty="0">
                <a:latin typeface="+mj-lt"/>
              </a:defRPr>
            </a:lvl1pPr>
          </a:lstStyle>
          <a:p>
            <a:pPr lvl="0" defTabSz="685767">
              <a:lnSpc>
                <a:spcPct val="85000"/>
              </a:lnSpc>
            </a:pPr>
            <a:r>
              <a:rPr lang="en-US"/>
              <a:t>Click to edit Master title style</a:t>
            </a:r>
          </a:p>
        </p:txBody>
      </p:sp>
      <p:sp>
        <p:nvSpPr>
          <p:cNvPr id="4" name="Text Placeholder 8"/>
          <p:cNvSpPr>
            <a:spLocks noGrp="1"/>
          </p:cNvSpPr>
          <p:nvPr>
            <p:ph type="body" sz="quarter" idx="14"/>
          </p:nvPr>
        </p:nvSpPr>
        <p:spPr>
          <a:xfrm>
            <a:off x="914721" y="1353312"/>
            <a:ext cx="10362880" cy="475488"/>
          </a:xfrm>
        </p:spPr>
        <p:txBody>
          <a:bodyPr vert="horz" lIns="0" tIns="0" rIns="0" bIns="0" rtlCol="0">
            <a:noAutofit/>
          </a:bodyPr>
          <a:lstStyle>
            <a:lvl1pPr marL="0" indent="0">
              <a:buNone/>
              <a:defRPr lang="en-US" sz="1200"/>
            </a:lvl1pPr>
          </a:lstStyle>
          <a:p>
            <a:pPr marL="228589" lvl="0" indent="-228589">
              <a:lnSpc>
                <a:spcPct val="130000"/>
              </a:lnSpc>
            </a:pPr>
            <a:r>
              <a:rPr lang="en-US"/>
              <a:t>Edit Master text styles</a:t>
            </a:r>
          </a:p>
        </p:txBody>
      </p:sp>
      <p:sp>
        <p:nvSpPr>
          <p:cNvPr id="8" name="Text Placeholder 5"/>
          <p:cNvSpPr>
            <a:spLocks noGrp="1"/>
          </p:cNvSpPr>
          <p:nvPr>
            <p:ph type="body" sz="quarter" idx="15" hasCustomPrompt="1"/>
          </p:nvPr>
        </p:nvSpPr>
        <p:spPr>
          <a:xfrm>
            <a:off x="914971" y="466344"/>
            <a:ext cx="3355848" cy="203200"/>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589" lvl="0" indent="-228589"/>
            <a:r>
              <a:rPr lang="en-US"/>
              <a:t>BREADCRUMBS</a:t>
            </a:r>
          </a:p>
        </p:txBody>
      </p:sp>
    </p:spTree>
    <p:extLst>
      <p:ext uri="{BB962C8B-B14F-4D97-AF65-F5344CB8AC3E}">
        <p14:creationId xmlns:p14="http://schemas.microsoft.com/office/powerpoint/2010/main" val="223419149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bg1"/>
                </a:solidFill>
              </a:defRPr>
            </a:lvl1pPr>
            <a:lvl2pPr marL="0" marR="0" indent="0" algn="l" defTabSz="1150072" rtl="0" eaLnBrk="1" fontAlgn="auto" latinLnBrk="0" hangingPunct="1">
              <a:lnSpc>
                <a:spcPct val="100000"/>
              </a:lnSpc>
              <a:spcBef>
                <a:spcPts val="0"/>
              </a:spcBef>
              <a:spcAft>
                <a:spcPts val="0"/>
              </a:spcAft>
              <a:buClrTx/>
              <a:buSzPct val="100000"/>
              <a:buFont typeface="Arial"/>
              <a:buNone/>
              <a:tabLst/>
              <a:defRPr sz="2012" b="0">
                <a:solidFill>
                  <a:schemeClr val="bg1"/>
                </a:solidFill>
              </a:defRPr>
            </a:lvl2pPr>
            <a:lvl3pPr marL="0" indent="0" algn="l">
              <a:spcAft>
                <a:spcPts val="0"/>
              </a:spcAft>
              <a:buNone/>
              <a:defRPr sz="2012">
                <a:solidFill>
                  <a:schemeClr val="bg1"/>
                </a:solidFill>
              </a:defRPr>
            </a:lvl3pPr>
            <a:lvl4pPr marL="1725107" indent="0" algn="ctr">
              <a:buNone/>
              <a:defRPr sz="2012"/>
            </a:lvl4pPr>
            <a:lvl5pPr marL="2300144" indent="0" algn="ctr">
              <a:buNone/>
              <a:defRPr sz="2012"/>
            </a:lvl5pPr>
            <a:lvl6pPr marL="2875180" indent="0" algn="ctr">
              <a:buNone/>
              <a:defRPr sz="2012"/>
            </a:lvl6pPr>
            <a:lvl7pPr marL="3450216" indent="0" algn="ctr">
              <a:buNone/>
              <a:defRPr sz="2012"/>
            </a:lvl7pPr>
            <a:lvl8pPr marL="4025252" indent="0" algn="ctr">
              <a:buNone/>
              <a:defRPr sz="2012"/>
            </a:lvl8pPr>
            <a:lvl9pPr marL="4600286" indent="0" algn="ctr">
              <a:buNone/>
              <a:defRPr sz="2012"/>
            </a:lvl9pPr>
          </a:lstStyle>
          <a:p>
            <a:r>
              <a:rPr lang="en-US" noProof="0"/>
              <a:t>Click to edit Master title style</a:t>
            </a:r>
          </a:p>
          <a:p>
            <a:pPr marL="0" marR="0" lvl="1" indent="0" algn="l" defTabSz="1150072"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4"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3" y="400898"/>
            <a:ext cx="2004206"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grpSp>
    </p:spTree>
    <p:extLst>
      <p:ext uri="{BB962C8B-B14F-4D97-AF65-F5344CB8AC3E}">
        <p14:creationId xmlns:p14="http://schemas.microsoft.com/office/powerpoint/2010/main" val="156504192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4" y="727200"/>
            <a:ext cx="7200000" cy="5400000"/>
          </a:xfrm>
          <a:prstGeom prst="rect">
            <a:avLst/>
          </a:prstGeom>
        </p:spPr>
        <p:txBody>
          <a:bodyPr/>
          <a:lstStyle/>
          <a:p>
            <a:r>
              <a:rPr lang="en-US" noProof="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tx1"/>
                </a:solidFill>
              </a:defRPr>
            </a:lvl1pPr>
            <a:lvl2pPr marL="0" indent="0" algn="l">
              <a:buNone/>
              <a:defRPr sz="2012" b="0"/>
            </a:lvl2pPr>
            <a:lvl3pPr marL="1150072" indent="0" algn="ctr">
              <a:buNone/>
              <a:defRPr sz="2264"/>
            </a:lvl3pPr>
            <a:lvl4pPr marL="1725107" indent="0" algn="ctr">
              <a:buNone/>
              <a:defRPr sz="2012"/>
            </a:lvl4pPr>
            <a:lvl5pPr marL="2300144" indent="0" algn="ctr">
              <a:buNone/>
              <a:defRPr sz="2012"/>
            </a:lvl5pPr>
            <a:lvl6pPr marL="2875180" indent="0" algn="ctr">
              <a:buNone/>
              <a:defRPr sz="2012"/>
            </a:lvl6pPr>
            <a:lvl7pPr marL="3450216" indent="0" algn="ctr">
              <a:buNone/>
              <a:defRPr sz="2012"/>
            </a:lvl7pPr>
            <a:lvl8pPr marL="4025252" indent="0" algn="ctr">
              <a:buNone/>
              <a:defRPr sz="2012"/>
            </a:lvl8pPr>
            <a:lvl9pPr marL="4600286" indent="0" algn="ctr">
              <a:buNone/>
              <a:defRPr sz="2012"/>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4"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6" name="Group 5"/>
          <p:cNvGrpSpPr>
            <a:grpSpLocks noChangeAspect="1"/>
          </p:cNvGrpSpPr>
          <p:nvPr userDrawn="1"/>
        </p:nvGrpSpPr>
        <p:grpSpPr>
          <a:xfrm>
            <a:off x="501653" y="400898"/>
            <a:ext cx="2004206" cy="326302"/>
            <a:chOff x="398463" y="404813"/>
            <a:chExt cx="1627187" cy="307976"/>
          </a:xfrm>
          <a:solidFill>
            <a:schemeClr val="bg1"/>
          </a:solidFill>
        </p:grpSpPr>
        <p:sp>
          <p:nvSpPr>
            <p:cNvPr id="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1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1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1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1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1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1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1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1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grpSp>
    </p:spTree>
    <p:extLst>
      <p:ext uri="{BB962C8B-B14F-4D97-AF65-F5344CB8AC3E}">
        <p14:creationId xmlns:p14="http://schemas.microsoft.com/office/powerpoint/2010/main" val="3671192590"/>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bg1"/>
                </a:solidFill>
              </a:defRPr>
            </a:lvl1pPr>
            <a:lvl2pPr marL="575035" indent="0" algn="ctr">
              <a:buNone/>
              <a:defRPr sz="2515"/>
            </a:lvl2pPr>
            <a:lvl3pPr marL="1150072" indent="0" algn="ctr">
              <a:buNone/>
              <a:defRPr sz="2264"/>
            </a:lvl3pPr>
            <a:lvl4pPr marL="1725107" indent="0" algn="ctr">
              <a:buNone/>
              <a:defRPr sz="2012"/>
            </a:lvl4pPr>
            <a:lvl5pPr marL="2300144" indent="0" algn="ctr">
              <a:buNone/>
              <a:defRPr sz="2012"/>
            </a:lvl5pPr>
            <a:lvl6pPr marL="2875180" indent="0" algn="ctr">
              <a:buNone/>
              <a:defRPr sz="2012"/>
            </a:lvl6pPr>
            <a:lvl7pPr marL="3450216" indent="0" algn="ctr">
              <a:buNone/>
              <a:defRPr sz="2012"/>
            </a:lvl7pPr>
            <a:lvl8pPr marL="4025252" indent="0" algn="ctr">
              <a:buNone/>
              <a:defRPr sz="2012"/>
            </a:lvl8pPr>
            <a:lvl9pPr marL="460028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4"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2"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grpSp>
    </p:spTree>
    <p:extLst>
      <p:ext uri="{BB962C8B-B14F-4D97-AF65-F5344CB8AC3E}">
        <p14:creationId xmlns:p14="http://schemas.microsoft.com/office/powerpoint/2010/main" val="334869900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tx1"/>
                </a:solidFill>
              </a:defRPr>
            </a:lvl1pPr>
            <a:lvl2pPr marL="575035" indent="0" algn="ctr">
              <a:buNone/>
              <a:defRPr sz="2515"/>
            </a:lvl2pPr>
            <a:lvl3pPr marL="1150072" indent="0" algn="ctr">
              <a:buNone/>
              <a:defRPr sz="2264"/>
            </a:lvl3pPr>
            <a:lvl4pPr marL="1725107" indent="0" algn="ctr">
              <a:buNone/>
              <a:defRPr sz="2012"/>
            </a:lvl4pPr>
            <a:lvl5pPr marL="2300144" indent="0" algn="ctr">
              <a:buNone/>
              <a:defRPr sz="2012"/>
            </a:lvl5pPr>
            <a:lvl6pPr marL="2875180" indent="0" algn="ctr">
              <a:buNone/>
              <a:defRPr sz="2012"/>
            </a:lvl6pPr>
            <a:lvl7pPr marL="3450216" indent="0" algn="ctr">
              <a:buNone/>
              <a:defRPr sz="2012"/>
            </a:lvl7pPr>
            <a:lvl8pPr marL="4025252" indent="0" algn="ctr">
              <a:buNone/>
              <a:defRPr sz="2012"/>
            </a:lvl8pPr>
            <a:lvl9pPr marL="460028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4"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4" name="Group 3"/>
          <p:cNvGrpSpPr/>
          <p:nvPr userDrawn="1"/>
        </p:nvGrpSpPr>
        <p:grpSpPr>
          <a:xfrm>
            <a:off x="501652"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grpSp>
    </p:spTree>
    <p:extLst>
      <p:ext uri="{BB962C8B-B14F-4D97-AF65-F5344CB8AC3E}">
        <p14:creationId xmlns:p14="http://schemas.microsoft.com/office/powerpoint/2010/main" val="3774110206"/>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3"/>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35" indent="0">
              <a:buNone/>
              <a:defRPr sz="2515">
                <a:solidFill>
                  <a:schemeClr val="tx1">
                    <a:tint val="75000"/>
                  </a:schemeClr>
                </a:solidFill>
              </a:defRPr>
            </a:lvl2pPr>
            <a:lvl3pPr marL="1150072" indent="0">
              <a:buNone/>
              <a:defRPr sz="2264">
                <a:solidFill>
                  <a:schemeClr val="tx1">
                    <a:tint val="75000"/>
                  </a:schemeClr>
                </a:solidFill>
              </a:defRPr>
            </a:lvl3pPr>
            <a:lvl4pPr marL="1725107" indent="0">
              <a:buNone/>
              <a:defRPr sz="2012">
                <a:solidFill>
                  <a:schemeClr val="tx1">
                    <a:tint val="75000"/>
                  </a:schemeClr>
                </a:solidFill>
              </a:defRPr>
            </a:lvl4pPr>
            <a:lvl5pPr marL="2300144" indent="0">
              <a:buNone/>
              <a:defRPr sz="2012">
                <a:solidFill>
                  <a:schemeClr val="tx1">
                    <a:tint val="75000"/>
                  </a:schemeClr>
                </a:solidFill>
              </a:defRPr>
            </a:lvl5pPr>
            <a:lvl6pPr marL="2875180" indent="0">
              <a:buNone/>
              <a:defRPr sz="2012">
                <a:solidFill>
                  <a:schemeClr val="tx1">
                    <a:tint val="75000"/>
                  </a:schemeClr>
                </a:solidFill>
              </a:defRPr>
            </a:lvl6pPr>
            <a:lvl7pPr marL="3450216" indent="0">
              <a:buNone/>
              <a:defRPr sz="2012">
                <a:solidFill>
                  <a:schemeClr val="tx1">
                    <a:tint val="75000"/>
                  </a:schemeClr>
                </a:solidFill>
              </a:defRPr>
            </a:lvl7pPr>
            <a:lvl8pPr marL="4025252" indent="0">
              <a:buNone/>
              <a:defRPr sz="2012">
                <a:solidFill>
                  <a:schemeClr val="tx1">
                    <a:tint val="75000"/>
                  </a:schemeClr>
                </a:solidFill>
              </a:defRPr>
            </a:lvl8pPr>
            <a:lvl9pPr marL="4600286" indent="0">
              <a:buNone/>
              <a:defRPr sz="2012">
                <a:solidFill>
                  <a:schemeClr val="tx1">
                    <a:tint val="75000"/>
                  </a:schemeClr>
                </a:solidFill>
              </a:defRPr>
            </a:lvl9pPr>
          </a:lstStyle>
          <a:p>
            <a:pPr lvl="0"/>
            <a:r>
              <a:rPr lang="en-US" noProof="0"/>
              <a:t>Edit Master text styles</a:t>
            </a:r>
          </a:p>
        </p:txBody>
      </p:sp>
      <p:sp>
        <p:nvSpPr>
          <p:cNvPr id="5" name="TextBox 4"/>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7" name="TextBox 6"/>
          <p:cNvSpPr txBox="1"/>
          <p:nvPr userDrawn="1"/>
        </p:nvSpPr>
        <p:spPr>
          <a:xfrm>
            <a:off x="501653"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8" name="TextBox 7"/>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960914220"/>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3"/>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3" y="3429003"/>
            <a:ext cx="10544066" cy="1566532"/>
          </a:xfrm>
        </p:spPr>
        <p:txBody>
          <a:bodyPr lIns="0" tIns="0" rIns="0" bIns="0">
            <a:noAutofit/>
          </a:bodyPr>
          <a:lstStyle>
            <a:lvl1pPr marL="0" indent="0">
              <a:lnSpc>
                <a:spcPct val="95000"/>
              </a:lnSpc>
              <a:spcAft>
                <a:spcPts val="0"/>
              </a:spcAft>
              <a:buNone/>
              <a:defRPr sz="4448">
                <a:solidFill>
                  <a:schemeClr val="bg1"/>
                </a:solidFill>
              </a:defRPr>
            </a:lvl1pPr>
            <a:lvl2pPr marL="575035" indent="0">
              <a:buNone/>
              <a:defRPr sz="2515">
                <a:solidFill>
                  <a:schemeClr val="tx1">
                    <a:tint val="75000"/>
                  </a:schemeClr>
                </a:solidFill>
              </a:defRPr>
            </a:lvl2pPr>
            <a:lvl3pPr marL="1150072" indent="0">
              <a:buNone/>
              <a:defRPr sz="2264">
                <a:solidFill>
                  <a:schemeClr val="tx1">
                    <a:tint val="75000"/>
                  </a:schemeClr>
                </a:solidFill>
              </a:defRPr>
            </a:lvl3pPr>
            <a:lvl4pPr marL="1725107" indent="0">
              <a:buNone/>
              <a:defRPr sz="2012">
                <a:solidFill>
                  <a:schemeClr val="tx1">
                    <a:tint val="75000"/>
                  </a:schemeClr>
                </a:solidFill>
              </a:defRPr>
            </a:lvl4pPr>
            <a:lvl5pPr marL="2300144" indent="0">
              <a:buNone/>
              <a:defRPr sz="2012">
                <a:solidFill>
                  <a:schemeClr val="tx1">
                    <a:tint val="75000"/>
                  </a:schemeClr>
                </a:solidFill>
              </a:defRPr>
            </a:lvl5pPr>
            <a:lvl6pPr marL="2875180" indent="0">
              <a:buNone/>
              <a:defRPr sz="2012">
                <a:solidFill>
                  <a:schemeClr val="tx1">
                    <a:tint val="75000"/>
                  </a:schemeClr>
                </a:solidFill>
              </a:defRPr>
            </a:lvl6pPr>
            <a:lvl7pPr marL="3450216" indent="0">
              <a:buNone/>
              <a:defRPr sz="2012">
                <a:solidFill>
                  <a:schemeClr val="tx1">
                    <a:tint val="75000"/>
                  </a:schemeClr>
                </a:solidFill>
              </a:defRPr>
            </a:lvl7pPr>
            <a:lvl8pPr marL="4025252" indent="0">
              <a:buNone/>
              <a:defRPr sz="2012">
                <a:solidFill>
                  <a:schemeClr val="tx1">
                    <a:tint val="75000"/>
                  </a:schemeClr>
                </a:solidFill>
              </a:defRPr>
            </a:lvl8pPr>
            <a:lvl9pPr marL="4600286" indent="0">
              <a:buNone/>
              <a:defRPr sz="2012">
                <a:solidFill>
                  <a:schemeClr val="tx1">
                    <a:tint val="75000"/>
                  </a:schemeClr>
                </a:solidFill>
              </a:defRPr>
            </a:lvl9pPr>
          </a:lstStyle>
          <a:p>
            <a:pPr lvl="0"/>
            <a:r>
              <a:rPr lang="en-US" noProof="0"/>
              <a:t>Edit Master text styles</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4" name="TextBox 13"/>
          <p:cNvSpPr txBox="1"/>
          <p:nvPr userDrawn="1"/>
        </p:nvSpPr>
        <p:spPr>
          <a:xfrm>
            <a:off x="501653"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4220446673"/>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3"/>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35" indent="0">
              <a:buNone/>
              <a:defRPr sz="2515">
                <a:solidFill>
                  <a:schemeClr val="tx1">
                    <a:tint val="75000"/>
                  </a:schemeClr>
                </a:solidFill>
              </a:defRPr>
            </a:lvl2pPr>
            <a:lvl3pPr marL="1150072" indent="0">
              <a:buNone/>
              <a:defRPr sz="2264">
                <a:solidFill>
                  <a:schemeClr val="tx1">
                    <a:tint val="75000"/>
                  </a:schemeClr>
                </a:solidFill>
              </a:defRPr>
            </a:lvl3pPr>
            <a:lvl4pPr marL="1725107" indent="0">
              <a:buNone/>
              <a:defRPr sz="2012">
                <a:solidFill>
                  <a:schemeClr val="tx1">
                    <a:tint val="75000"/>
                  </a:schemeClr>
                </a:solidFill>
              </a:defRPr>
            </a:lvl4pPr>
            <a:lvl5pPr marL="2300144" indent="0">
              <a:buNone/>
              <a:defRPr sz="2012">
                <a:solidFill>
                  <a:schemeClr val="tx1">
                    <a:tint val="75000"/>
                  </a:schemeClr>
                </a:solidFill>
              </a:defRPr>
            </a:lvl5pPr>
            <a:lvl6pPr marL="2875180" indent="0">
              <a:buNone/>
              <a:defRPr sz="2012">
                <a:solidFill>
                  <a:schemeClr val="tx1">
                    <a:tint val="75000"/>
                  </a:schemeClr>
                </a:solidFill>
              </a:defRPr>
            </a:lvl6pPr>
            <a:lvl7pPr marL="3450216" indent="0">
              <a:buNone/>
              <a:defRPr sz="2012">
                <a:solidFill>
                  <a:schemeClr val="tx1">
                    <a:tint val="75000"/>
                  </a:schemeClr>
                </a:solidFill>
              </a:defRPr>
            </a:lvl7pPr>
            <a:lvl8pPr marL="4025252" indent="0">
              <a:buNone/>
              <a:defRPr sz="2012">
                <a:solidFill>
                  <a:schemeClr val="tx1">
                    <a:tint val="75000"/>
                  </a:schemeClr>
                </a:solidFill>
              </a:defRPr>
            </a:lvl8pPr>
            <a:lvl9pPr marL="460028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3"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2158813645"/>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3"/>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35" indent="0">
              <a:buNone/>
              <a:defRPr sz="2515">
                <a:solidFill>
                  <a:schemeClr val="tx1">
                    <a:tint val="75000"/>
                  </a:schemeClr>
                </a:solidFill>
              </a:defRPr>
            </a:lvl2pPr>
            <a:lvl3pPr marL="1150072" indent="0">
              <a:buNone/>
              <a:defRPr sz="2264">
                <a:solidFill>
                  <a:schemeClr val="tx1">
                    <a:tint val="75000"/>
                  </a:schemeClr>
                </a:solidFill>
              </a:defRPr>
            </a:lvl3pPr>
            <a:lvl4pPr marL="1725107" indent="0">
              <a:buNone/>
              <a:defRPr sz="2012">
                <a:solidFill>
                  <a:schemeClr val="tx1">
                    <a:tint val="75000"/>
                  </a:schemeClr>
                </a:solidFill>
              </a:defRPr>
            </a:lvl4pPr>
            <a:lvl5pPr marL="2300144" indent="0">
              <a:buNone/>
              <a:defRPr sz="2012">
                <a:solidFill>
                  <a:schemeClr val="tx1">
                    <a:tint val="75000"/>
                  </a:schemeClr>
                </a:solidFill>
              </a:defRPr>
            </a:lvl5pPr>
            <a:lvl6pPr marL="2875180" indent="0">
              <a:buNone/>
              <a:defRPr sz="2012">
                <a:solidFill>
                  <a:schemeClr val="tx1">
                    <a:tint val="75000"/>
                  </a:schemeClr>
                </a:solidFill>
              </a:defRPr>
            </a:lvl6pPr>
            <a:lvl7pPr marL="3450216" indent="0">
              <a:buNone/>
              <a:defRPr sz="2012">
                <a:solidFill>
                  <a:schemeClr val="tx1">
                    <a:tint val="75000"/>
                  </a:schemeClr>
                </a:solidFill>
              </a:defRPr>
            </a:lvl7pPr>
            <a:lvl8pPr marL="4025252" indent="0">
              <a:buNone/>
              <a:defRPr sz="2012">
                <a:solidFill>
                  <a:schemeClr val="tx1">
                    <a:tint val="75000"/>
                  </a:schemeClr>
                </a:solidFill>
              </a:defRPr>
            </a:lvl8pPr>
            <a:lvl9pPr marL="460028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3"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3763208468"/>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3"/>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35" indent="0">
              <a:buNone/>
              <a:defRPr sz="2515">
                <a:solidFill>
                  <a:schemeClr val="tx1">
                    <a:tint val="75000"/>
                  </a:schemeClr>
                </a:solidFill>
              </a:defRPr>
            </a:lvl2pPr>
            <a:lvl3pPr marL="1150072" indent="0">
              <a:buNone/>
              <a:defRPr sz="2264">
                <a:solidFill>
                  <a:schemeClr val="tx1">
                    <a:tint val="75000"/>
                  </a:schemeClr>
                </a:solidFill>
              </a:defRPr>
            </a:lvl3pPr>
            <a:lvl4pPr marL="1725107" indent="0">
              <a:buNone/>
              <a:defRPr sz="2012">
                <a:solidFill>
                  <a:schemeClr val="tx1">
                    <a:tint val="75000"/>
                  </a:schemeClr>
                </a:solidFill>
              </a:defRPr>
            </a:lvl4pPr>
            <a:lvl5pPr marL="2300144" indent="0">
              <a:buNone/>
              <a:defRPr sz="2012">
                <a:solidFill>
                  <a:schemeClr val="tx1">
                    <a:tint val="75000"/>
                  </a:schemeClr>
                </a:solidFill>
              </a:defRPr>
            </a:lvl5pPr>
            <a:lvl6pPr marL="2875180" indent="0">
              <a:buNone/>
              <a:defRPr sz="2012">
                <a:solidFill>
                  <a:schemeClr val="tx1">
                    <a:tint val="75000"/>
                  </a:schemeClr>
                </a:solidFill>
              </a:defRPr>
            </a:lvl6pPr>
            <a:lvl7pPr marL="3450216" indent="0">
              <a:buNone/>
              <a:defRPr sz="2012">
                <a:solidFill>
                  <a:schemeClr val="tx1">
                    <a:tint val="75000"/>
                  </a:schemeClr>
                </a:solidFill>
              </a:defRPr>
            </a:lvl7pPr>
            <a:lvl8pPr marL="4025252" indent="0">
              <a:buNone/>
              <a:defRPr sz="2012">
                <a:solidFill>
                  <a:schemeClr val="tx1">
                    <a:tint val="75000"/>
                  </a:schemeClr>
                </a:solidFill>
              </a:defRPr>
            </a:lvl8pPr>
            <a:lvl9pPr marL="460028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3"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831937001"/>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3"/>
            <a:ext cx="10541000" cy="1592403"/>
          </a:xfrm>
        </p:spPr>
        <p:txBody>
          <a:bodyPr anchor="b"/>
          <a:lstStyle>
            <a:lvl1pPr>
              <a:lnSpc>
                <a:spcPct val="95000"/>
              </a:lnSpc>
              <a:defRPr sz="4448"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tx1"/>
                </a:solidFill>
              </a:defRPr>
            </a:lvl1pPr>
            <a:lvl2pPr marL="575035" indent="0">
              <a:buNone/>
              <a:defRPr sz="2515">
                <a:solidFill>
                  <a:schemeClr val="tx1">
                    <a:tint val="75000"/>
                  </a:schemeClr>
                </a:solidFill>
              </a:defRPr>
            </a:lvl2pPr>
            <a:lvl3pPr marL="1150072" indent="0">
              <a:buNone/>
              <a:defRPr sz="2264">
                <a:solidFill>
                  <a:schemeClr val="tx1">
                    <a:tint val="75000"/>
                  </a:schemeClr>
                </a:solidFill>
              </a:defRPr>
            </a:lvl3pPr>
            <a:lvl4pPr marL="1725107" indent="0">
              <a:buNone/>
              <a:defRPr sz="2012">
                <a:solidFill>
                  <a:schemeClr val="tx1">
                    <a:tint val="75000"/>
                  </a:schemeClr>
                </a:solidFill>
              </a:defRPr>
            </a:lvl4pPr>
            <a:lvl5pPr marL="2300144" indent="0">
              <a:buNone/>
              <a:defRPr sz="2012">
                <a:solidFill>
                  <a:schemeClr val="tx1">
                    <a:tint val="75000"/>
                  </a:schemeClr>
                </a:solidFill>
              </a:defRPr>
            </a:lvl5pPr>
            <a:lvl6pPr marL="2875180" indent="0">
              <a:buNone/>
              <a:defRPr sz="2012">
                <a:solidFill>
                  <a:schemeClr val="tx1">
                    <a:tint val="75000"/>
                  </a:schemeClr>
                </a:solidFill>
              </a:defRPr>
            </a:lvl6pPr>
            <a:lvl7pPr marL="3450216" indent="0">
              <a:buNone/>
              <a:defRPr sz="2012">
                <a:solidFill>
                  <a:schemeClr val="tx1">
                    <a:tint val="75000"/>
                  </a:schemeClr>
                </a:solidFill>
              </a:defRPr>
            </a:lvl7pPr>
            <a:lvl8pPr marL="4025252" indent="0">
              <a:buNone/>
              <a:defRPr sz="2012">
                <a:solidFill>
                  <a:schemeClr val="tx1">
                    <a:tint val="75000"/>
                  </a:schemeClr>
                </a:solidFill>
              </a:defRPr>
            </a:lvl8pPr>
            <a:lvl9pPr marL="4600286" indent="0">
              <a:buNone/>
              <a:defRPr sz="2012">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402186095"/>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8"/>
            <a:ext cx="9152370" cy="4752975"/>
          </a:xfrm>
          <a:prstGeom prst="rect">
            <a:avLst/>
          </a:prstGeom>
        </p:spPr>
        <p:txBody>
          <a:bodyPr>
            <a:noAutofit/>
          </a:bodyPr>
          <a:lstStyle>
            <a:lvl1pPr>
              <a:spcBef>
                <a:spcPts val="4528"/>
              </a:spcBef>
              <a:defRPr sz="3420">
                <a:solidFill>
                  <a:schemeClr val="bg1"/>
                </a:solidFill>
              </a:defRPr>
            </a:lvl1pPr>
            <a:lvl2pPr marL="575035" indent="-575035">
              <a:defRPr sz="3772">
                <a:solidFill>
                  <a:schemeClr val="bg2"/>
                </a:solidFill>
              </a:defRPr>
            </a:lvl2pPr>
            <a:lvl3pPr>
              <a:defRPr sz="3772">
                <a:solidFill>
                  <a:schemeClr val="bg2"/>
                </a:solidFill>
              </a:defRPr>
            </a:lvl3pPr>
            <a:lvl4pPr>
              <a:defRPr sz="3772">
                <a:solidFill>
                  <a:schemeClr val="bg2"/>
                </a:solidFill>
              </a:defRPr>
            </a:lvl4pPr>
            <a:lvl5pPr>
              <a:defRPr sz="3772">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3"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2525477793"/>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7204"/>
            <a:ext cx="9277350" cy="4759584"/>
          </a:xfrm>
          <a:prstGeom prst="rect">
            <a:avLst/>
          </a:prstGeom>
        </p:spPr>
        <p:txBody>
          <a:bodyPr>
            <a:noAutofit/>
          </a:bodyPr>
          <a:lstStyle>
            <a:lvl1pPr>
              <a:spcBef>
                <a:spcPts val="4528"/>
              </a:spcBef>
              <a:defRPr sz="3420">
                <a:solidFill>
                  <a:schemeClr val="bg1"/>
                </a:solidFill>
              </a:defRPr>
            </a:lvl1pPr>
            <a:lvl2pPr marL="575035" indent="-575035">
              <a:defRPr sz="3772">
                <a:solidFill>
                  <a:schemeClr val="bg2"/>
                </a:solidFill>
              </a:defRPr>
            </a:lvl2pPr>
            <a:lvl3pPr>
              <a:defRPr sz="3772">
                <a:solidFill>
                  <a:schemeClr val="bg2"/>
                </a:solidFill>
              </a:defRPr>
            </a:lvl3pPr>
            <a:lvl4pPr>
              <a:defRPr sz="3772">
                <a:solidFill>
                  <a:schemeClr val="bg2"/>
                </a:solidFill>
              </a:defRPr>
            </a:lvl4pPr>
            <a:lvl5pPr>
              <a:defRPr sz="3772">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3"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3906789845"/>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8"/>
            <a:ext cx="9277350" cy="4752975"/>
          </a:xfrm>
          <a:prstGeom prst="rect">
            <a:avLst/>
          </a:prstGeom>
        </p:spPr>
        <p:txBody>
          <a:bodyPr>
            <a:noAutofit/>
          </a:bodyPr>
          <a:lstStyle>
            <a:lvl1pPr>
              <a:spcBef>
                <a:spcPts val="4528"/>
              </a:spcBef>
              <a:defRPr sz="3420">
                <a:solidFill>
                  <a:schemeClr val="bg1"/>
                </a:solidFill>
              </a:defRPr>
            </a:lvl1pPr>
            <a:lvl2pPr marL="575035" indent="-575035">
              <a:defRPr sz="3772">
                <a:solidFill>
                  <a:schemeClr val="bg2"/>
                </a:solidFill>
              </a:defRPr>
            </a:lvl2pPr>
            <a:lvl3pPr>
              <a:defRPr sz="3772">
                <a:solidFill>
                  <a:schemeClr val="bg2"/>
                </a:solidFill>
              </a:defRPr>
            </a:lvl3pPr>
            <a:lvl4pPr>
              <a:defRPr sz="3772">
                <a:solidFill>
                  <a:schemeClr val="bg2"/>
                </a:solidFill>
              </a:defRPr>
            </a:lvl4pPr>
            <a:lvl5pPr>
              <a:defRPr sz="3772">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3"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2659504258"/>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8"/>
            <a:ext cx="9277350" cy="4752975"/>
          </a:xfrm>
          <a:prstGeom prst="rect">
            <a:avLst/>
          </a:prstGeom>
        </p:spPr>
        <p:txBody>
          <a:bodyPr>
            <a:noAutofit/>
          </a:bodyPr>
          <a:lstStyle>
            <a:lvl1pPr>
              <a:spcBef>
                <a:spcPts val="4528"/>
              </a:spcBef>
              <a:defRPr sz="3420">
                <a:solidFill>
                  <a:schemeClr val="bg1"/>
                </a:solidFill>
              </a:defRPr>
            </a:lvl1pPr>
            <a:lvl2pPr marL="575035" indent="-575035">
              <a:defRPr sz="3772">
                <a:solidFill>
                  <a:schemeClr val="bg2"/>
                </a:solidFill>
              </a:defRPr>
            </a:lvl2pPr>
            <a:lvl3pPr>
              <a:defRPr sz="3772">
                <a:solidFill>
                  <a:schemeClr val="bg2"/>
                </a:solidFill>
              </a:defRPr>
            </a:lvl3pPr>
            <a:lvl4pPr>
              <a:defRPr sz="3772">
                <a:solidFill>
                  <a:schemeClr val="bg2"/>
                </a:solidFill>
              </a:defRPr>
            </a:lvl4pPr>
            <a:lvl5pPr>
              <a:defRPr sz="3772">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3"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3460802502"/>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8"/>
            <a:ext cx="9277350" cy="4752975"/>
          </a:xfrm>
          <a:prstGeom prst="rect">
            <a:avLst/>
          </a:prstGeom>
        </p:spPr>
        <p:txBody>
          <a:bodyPr>
            <a:noAutofit/>
          </a:bodyPr>
          <a:lstStyle>
            <a:lvl1pPr>
              <a:spcBef>
                <a:spcPts val="4528"/>
              </a:spcBef>
              <a:defRPr sz="3420">
                <a:solidFill>
                  <a:schemeClr val="tx1"/>
                </a:solidFill>
              </a:defRPr>
            </a:lvl1pPr>
            <a:lvl2pPr marL="575035" indent="-575035">
              <a:defRPr sz="3772">
                <a:solidFill>
                  <a:schemeClr val="bg2"/>
                </a:solidFill>
              </a:defRPr>
            </a:lvl2pPr>
            <a:lvl3pPr>
              <a:defRPr sz="3772">
                <a:solidFill>
                  <a:schemeClr val="bg2"/>
                </a:solidFill>
              </a:defRPr>
            </a:lvl3pPr>
            <a:lvl4pPr>
              <a:defRPr sz="3772">
                <a:solidFill>
                  <a:schemeClr val="bg2"/>
                </a:solidFill>
              </a:defRPr>
            </a:lvl4pPr>
            <a:lvl5pPr>
              <a:defRPr sz="3772">
                <a:solidFill>
                  <a:schemeClr val="bg2"/>
                </a:solidFill>
              </a:defRPr>
            </a:lvl5pPr>
          </a:lstStyle>
          <a:p>
            <a:pPr lvl="0"/>
            <a:r>
              <a:rPr lang="en-US" noProof="0"/>
              <a:t>Edit Master text styles</a:t>
            </a:r>
          </a:p>
        </p:txBody>
      </p:sp>
    </p:spTree>
    <p:extLst>
      <p:ext uri="{BB962C8B-B14F-4D97-AF65-F5344CB8AC3E}">
        <p14:creationId xmlns:p14="http://schemas.microsoft.com/office/powerpoint/2010/main" val="383718565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2558489894"/>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spid="_x0000_s8251" name="think-cell Slide" r:id="rId5" imgW="530" imgH="531" progId="TCLayout.ActiveDocument.1">
                  <p:embed/>
                </p:oleObj>
              </mc:Choice>
              <mc:Fallback>
                <p:oleObj name="think-cell Slide" r:id="rId5" imgW="530" imgH="531" progId="TCLayout.ActiveDocument.1">
                  <p:embed/>
                  <p:pic>
                    <p:nvPicPr>
                      <p:cNvPr id="3" name="Object 2" hidden="1"/>
                      <p:cNvPicPr/>
                      <p:nvPr/>
                    </p:nvPicPr>
                    <p:blipFill>
                      <a:blip r:embed="rId6"/>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3"/>
            </p:custDataLst>
          </p:nvPr>
        </p:nvSpPr>
        <p:spPr bwMode="gray">
          <a:xfrm>
            <a:off x="0" y="1"/>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5"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4" name="Content Placeholder 3"/>
          <p:cNvSpPr>
            <a:spLocks noGrp="1"/>
          </p:cNvSpPr>
          <p:nvPr>
            <p:ph sz="quarter" idx="10"/>
          </p:nvPr>
        </p:nvSpPr>
        <p:spPr>
          <a:xfrm>
            <a:off x="501652" y="1665293"/>
            <a:ext cx="9277350" cy="4716463"/>
          </a:xfrm>
          <a:prstGeom prst="rect">
            <a:avLst/>
          </a:prstGeom>
        </p:spPr>
        <p:txBody>
          <a:bodyPr/>
          <a:lstStyle>
            <a:lvl1pPr>
              <a:tabLst>
                <a:tab pos="8463812" algn="r"/>
              </a:tabLst>
              <a:defRPr/>
            </a:lvl1pPr>
            <a:lvl2pPr>
              <a:tabLst>
                <a:tab pos="8463812" algn="r"/>
              </a:tabLst>
              <a:defRPr/>
            </a:lvl2pPr>
            <a:lvl3pPr>
              <a:tabLst>
                <a:tab pos="8463812" algn="r"/>
              </a:tabLst>
              <a:defRPr/>
            </a:lvl3pPr>
            <a:lvl4pPr>
              <a:tabLst>
                <a:tab pos="8463812" algn="r"/>
              </a:tabLst>
              <a:defRPr/>
            </a:lvl4pPr>
            <a:lvl5pPr>
              <a:tabLst>
                <a:tab pos="6325396" algn="r"/>
              </a:tabLst>
              <a:defRPr baseline="0"/>
            </a:lvl5pPr>
            <a:lvl6pPr>
              <a:tabLst>
                <a:tab pos="8463812" algn="r"/>
              </a:tabLst>
              <a:defRPr/>
            </a:lvl6pPr>
            <a:lvl7pPr>
              <a:tabLst>
                <a:tab pos="8463812" algn="r"/>
              </a:tabLst>
              <a:defRPr/>
            </a:lvl7pPr>
            <a:lvl8pPr>
              <a:tabLst>
                <a:tab pos="8463812" algn="r"/>
              </a:tabLst>
              <a:defRPr/>
            </a:lvl8pPr>
            <a:lvl9pPr>
              <a:tabLst>
                <a:tab pos="8463812"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1"/>
          <p:cNvSpPr>
            <a:spLocks noGrp="1"/>
          </p:cNvSpPr>
          <p:nvPr>
            <p:ph type="title" hasCustomPrompt="1"/>
          </p:nvPr>
        </p:nvSpPr>
        <p:spPr>
          <a:xfrm>
            <a:off x="501652" y="317504"/>
            <a:ext cx="11180231" cy="698501"/>
          </a:xfrm>
          <a:prstGeom prst="rect">
            <a:avLst/>
          </a:prstGeom>
        </p:spPr>
        <p:txBody>
          <a:bodyPr vert="horz" lIns="0" tIns="0" rIns="0" bIns="0" rtlCol="0" anchor="t" anchorCtr="0">
            <a:noAutofit/>
          </a:bodyPr>
          <a:lstStyle>
            <a:lvl1pPr>
              <a:defRPr sz="2175"/>
            </a:lvl1pPr>
          </a:lstStyle>
          <a:p>
            <a:r>
              <a:rPr lang="en-US"/>
              <a:t>Click to add title</a:t>
            </a:r>
          </a:p>
        </p:txBody>
      </p:sp>
    </p:spTree>
    <p:extLst>
      <p:ext uri="{BB962C8B-B14F-4D97-AF65-F5344CB8AC3E}">
        <p14:creationId xmlns:p14="http://schemas.microsoft.com/office/powerpoint/2010/main" val="1712305580"/>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3057679192"/>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spid="_x0000_s9275" name="think-cell Slide" r:id="rId5" imgW="530" imgH="531" progId="TCLayout.ActiveDocument.1">
                  <p:embed/>
                </p:oleObj>
              </mc:Choice>
              <mc:Fallback>
                <p:oleObj name="think-cell Slide" r:id="rId5" imgW="530" imgH="531" progId="TCLayout.ActiveDocument.1">
                  <p:embed/>
                  <p:pic>
                    <p:nvPicPr>
                      <p:cNvPr id="3" name="Object 2" hidden="1"/>
                      <p:cNvPicPr/>
                      <p:nvPr/>
                    </p:nvPicPr>
                    <p:blipFill>
                      <a:blip r:embed="rId6"/>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3"/>
            </p:custDataLst>
          </p:nvPr>
        </p:nvSpPr>
        <p:spPr bwMode="gray">
          <a:xfrm>
            <a:off x="0" y="1"/>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5"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7" name="Title Placeholder 1"/>
          <p:cNvSpPr>
            <a:spLocks noGrp="1"/>
          </p:cNvSpPr>
          <p:nvPr>
            <p:ph type="title" hasCustomPrompt="1"/>
          </p:nvPr>
        </p:nvSpPr>
        <p:spPr>
          <a:xfrm>
            <a:off x="501652" y="286790"/>
            <a:ext cx="11188699" cy="698500"/>
          </a:xfrm>
          <a:prstGeom prst="rect">
            <a:avLst/>
          </a:prstGeom>
        </p:spPr>
        <p:txBody>
          <a:bodyPr vert="horz" lIns="0" tIns="0" rIns="0" bIns="0" rtlCol="0" anchor="t" anchorCtr="0">
            <a:noAutofit/>
          </a:bodyPr>
          <a:lstStyle>
            <a:lvl1pPr>
              <a:defRPr sz="2175"/>
            </a:lvl1pPr>
          </a:lstStyle>
          <a:p>
            <a:r>
              <a:rPr lang="en-US" noProof="0"/>
              <a:t>Click to add title</a:t>
            </a:r>
          </a:p>
        </p:txBody>
      </p:sp>
      <p:sp>
        <p:nvSpPr>
          <p:cNvPr id="5" name="Picture Placeholder 9"/>
          <p:cNvSpPr>
            <a:spLocks noGrp="1"/>
          </p:cNvSpPr>
          <p:nvPr>
            <p:ph type="pic" sz="quarter" idx="15"/>
          </p:nvPr>
        </p:nvSpPr>
        <p:spPr>
          <a:xfrm>
            <a:off x="5450354" y="1701805"/>
            <a:ext cx="6240000" cy="4679950"/>
          </a:xfrm>
        </p:spPr>
        <p:txBody>
          <a:bodyPr/>
          <a:lstStyle/>
          <a:p>
            <a:r>
              <a:rPr lang="en-US" noProof="0"/>
              <a:t>Click icon to add picture</a:t>
            </a:r>
          </a:p>
        </p:txBody>
      </p:sp>
      <p:sp>
        <p:nvSpPr>
          <p:cNvPr id="6" name="Content Placeholder 3"/>
          <p:cNvSpPr>
            <a:spLocks noGrp="1"/>
          </p:cNvSpPr>
          <p:nvPr>
            <p:ph sz="quarter" idx="10"/>
          </p:nvPr>
        </p:nvSpPr>
        <p:spPr>
          <a:xfrm>
            <a:off x="501653" y="1665293"/>
            <a:ext cx="4456429" cy="4716463"/>
          </a:xfrm>
          <a:prstGeom prst="rect">
            <a:avLst/>
          </a:prstGeom>
        </p:spPr>
        <p:txBody>
          <a:bodyPr/>
          <a:lstStyle>
            <a:lvl1pPr>
              <a:tabLst>
                <a:tab pos="6325396" algn="r"/>
              </a:tabLst>
              <a:defRPr/>
            </a:lvl1pPr>
            <a:lvl2pPr>
              <a:tabLst>
                <a:tab pos="6325396" algn="r"/>
              </a:tabLst>
              <a:defRPr/>
            </a:lvl2pPr>
            <a:lvl3pPr>
              <a:tabLst>
                <a:tab pos="6325396" algn="r"/>
              </a:tabLst>
              <a:defRPr/>
            </a:lvl3pPr>
            <a:lvl4pPr>
              <a:tabLst>
                <a:tab pos="6325396" algn="r"/>
              </a:tabLst>
              <a:defRPr/>
            </a:lvl4pPr>
            <a:lvl5pPr>
              <a:tabLst>
                <a:tab pos="6325396"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473869368"/>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extLst>
              <p:ext uri="{D42A27DB-BD31-4B8C-83A1-F6EECF244321}">
                <p14:modId xmlns:p14="http://schemas.microsoft.com/office/powerpoint/2010/main" val="3431344217"/>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spid="_x0000_s10299" name="think-cell Slide" r:id="rId5" imgW="530" imgH="531" progId="TCLayout.ActiveDocument.1">
                  <p:embed/>
                </p:oleObj>
              </mc:Choice>
              <mc:Fallback>
                <p:oleObj name="think-cell Slide" r:id="rId5" imgW="530" imgH="531" progId="TCLayout.ActiveDocument.1">
                  <p:embed/>
                  <p:pic>
                    <p:nvPicPr>
                      <p:cNvPr id="4" name="Object 3" hidden="1"/>
                      <p:cNvPicPr/>
                      <p:nvPr/>
                    </p:nvPicPr>
                    <p:blipFill>
                      <a:blip r:embed="rId6"/>
                      <a:stretch>
                        <a:fillRect/>
                      </a:stretch>
                    </p:blipFill>
                    <p:spPr>
                      <a:xfrm>
                        <a:off x="1440" y="1440"/>
                        <a:ext cx="1440" cy="1440"/>
                      </a:xfrm>
                      <a:prstGeom prst="rect">
                        <a:avLst/>
                      </a:prstGeom>
                    </p:spPr>
                  </p:pic>
                </p:oleObj>
              </mc:Fallback>
            </mc:AlternateContent>
          </a:graphicData>
        </a:graphic>
      </p:graphicFrame>
      <p:sp>
        <p:nvSpPr>
          <p:cNvPr id="3" name="Rectangle 2" hidden="1"/>
          <p:cNvSpPr/>
          <p:nvPr userDrawn="1">
            <p:custDataLst>
              <p:tags r:id="rId3"/>
            </p:custDataLst>
          </p:nvPr>
        </p:nvSpPr>
        <p:spPr bwMode="gray">
          <a:xfrm>
            <a:off x="0" y="1"/>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5"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1"/>
          <p:cNvSpPr>
            <a:spLocks noGrp="1"/>
          </p:cNvSpPr>
          <p:nvPr>
            <p:ph type="title"/>
          </p:nvPr>
        </p:nvSpPr>
        <p:spPr>
          <a:xfrm>
            <a:off x="501652" y="317501"/>
            <a:ext cx="11188699" cy="698500"/>
          </a:xfrm>
        </p:spPr>
        <p:txBody>
          <a:bodyPr vert="horz"/>
          <a:lstStyle>
            <a:lvl1pPr>
              <a:defRPr sz="2175"/>
            </a:lvl1pPr>
          </a:lstStyle>
          <a:p>
            <a:r>
              <a:rPr lang="en-US" noProof="0"/>
              <a:t>Click to edit Master title style</a:t>
            </a:r>
          </a:p>
        </p:txBody>
      </p:sp>
      <p:sp>
        <p:nvSpPr>
          <p:cNvPr id="14" name="Text Placeholder 18"/>
          <p:cNvSpPr>
            <a:spLocks noGrp="1"/>
          </p:cNvSpPr>
          <p:nvPr>
            <p:ph idx="1"/>
          </p:nvPr>
        </p:nvSpPr>
        <p:spPr>
          <a:xfrm>
            <a:off x="501653" y="1665293"/>
            <a:ext cx="11165416"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75171208"/>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3023999390"/>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spid="_x0000_s11323" name="think-cell Slide" r:id="rId5" imgW="530" imgH="531" progId="TCLayout.ActiveDocument.1">
                  <p:embed/>
                </p:oleObj>
              </mc:Choice>
              <mc:Fallback>
                <p:oleObj name="think-cell Slide" r:id="rId5" imgW="530" imgH="531" progId="TCLayout.ActiveDocument.1">
                  <p:embed/>
                  <p:pic>
                    <p:nvPicPr>
                      <p:cNvPr id="3" name="Object 2" hidden="1"/>
                      <p:cNvPicPr/>
                      <p:nvPr/>
                    </p:nvPicPr>
                    <p:blipFill>
                      <a:blip r:embed="rId6"/>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3"/>
            </p:custDataLst>
          </p:nvPr>
        </p:nvSpPr>
        <p:spPr bwMode="gray">
          <a:xfrm>
            <a:off x="0" y="1"/>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5"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9" name="Text Placeholder 8"/>
          <p:cNvSpPr>
            <a:spLocks noGrp="1"/>
          </p:cNvSpPr>
          <p:nvPr>
            <p:ph type="body" sz="quarter" idx="13" hasCustomPrompt="1"/>
          </p:nvPr>
        </p:nvSpPr>
        <p:spPr>
          <a:xfrm>
            <a:off x="501652" y="651602"/>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3"/>
            <a:ext cx="11162350" cy="334101"/>
          </a:xfrm>
          <a:prstGeom prst="rect">
            <a:avLst/>
          </a:prstGeom>
        </p:spPr>
        <p:txBody>
          <a:bodyPr vert="horz" lIns="0" tIns="0" rIns="0" bIns="0" rtlCol="0" anchor="t" anchorCtr="0">
            <a:noAutofit/>
          </a:bodyPr>
          <a:lstStyle>
            <a:lvl1pPr>
              <a:defRPr sz="2175"/>
            </a:lvl1pPr>
          </a:lstStyle>
          <a:p>
            <a:r>
              <a:rPr lang="en-US" noProof="0"/>
              <a:t>Click to edit Master title style</a:t>
            </a:r>
          </a:p>
        </p:txBody>
      </p:sp>
      <p:sp>
        <p:nvSpPr>
          <p:cNvPr id="8" name="Text Placeholder 18"/>
          <p:cNvSpPr>
            <a:spLocks noGrp="1"/>
          </p:cNvSpPr>
          <p:nvPr>
            <p:ph idx="1"/>
          </p:nvPr>
        </p:nvSpPr>
        <p:spPr>
          <a:xfrm>
            <a:off x="498584" y="1174420"/>
            <a:ext cx="11165416" cy="471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047503930"/>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extLst>
              <p:ext uri="{D42A27DB-BD31-4B8C-83A1-F6EECF244321}">
                <p14:modId xmlns:p14="http://schemas.microsoft.com/office/powerpoint/2010/main" val="2364611677"/>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spid="_x0000_s12347" name="think-cell Slide" r:id="rId5" imgW="530" imgH="531" progId="TCLayout.ActiveDocument.1">
                  <p:embed/>
                </p:oleObj>
              </mc:Choice>
              <mc:Fallback>
                <p:oleObj name="think-cell Slide" r:id="rId5" imgW="530" imgH="531" progId="TCLayout.ActiveDocument.1">
                  <p:embed/>
                  <p:pic>
                    <p:nvPicPr>
                      <p:cNvPr id="5" name="Object 4" hidden="1"/>
                      <p:cNvPicPr/>
                      <p:nvPr/>
                    </p:nvPicPr>
                    <p:blipFill>
                      <a:blip r:embed="rId6"/>
                      <a:stretch>
                        <a:fillRect/>
                      </a:stretch>
                    </p:blipFill>
                    <p:spPr>
                      <a:xfrm>
                        <a:off x="1440" y="1440"/>
                        <a:ext cx="1440" cy="1440"/>
                      </a:xfrm>
                      <a:prstGeom prst="rect">
                        <a:avLst/>
                      </a:prstGeom>
                    </p:spPr>
                  </p:pic>
                </p:oleObj>
              </mc:Fallback>
            </mc:AlternateContent>
          </a:graphicData>
        </a:graphic>
      </p:graphicFrame>
      <p:sp>
        <p:nvSpPr>
          <p:cNvPr id="4" name="Rectangle 3" hidden="1"/>
          <p:cNvSpPr/>
          <p:nvPr userDrawn="1">
            <p:custDataLst>
              <p:tags r:id="rId3"/>
            </p:custDataLst>
          </p:nvPr>
        </p:nvSpPr>
        <p:spPr bwMode="gray">
          <a:xfrm>
            <a:off x="0" y="1"/>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5"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9" name="Text Placeholder 8"/>
          <p:cNvSpPr>
            <a:spLocks noGrp="1"/>
          </p:cNvSpPr>
          <p:nvPr>
            <p:ph type="body" sz="quarter" idx="13" hasCustomPrompt="1"/>
          </p:nvPr>
        </p:nvSpPr>
        <p:spPr>
          <a:xfrm>
            <a:off x="501652" y="651602"/>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3"/>
            <a:ext cx="11162350" cy="334101"/>
          </a:xfrm>
          <a:prstGeom prst="rect">
            <a:avLst/>
          </a:prstGeom>
        </p:spPr>
        <p:txBody>
          <a:bodyPr vert="horz" lIns="0" tIns="0" rIns="0" bIns="0" rtlCol="0" anchor="t" anchorCtr="0">
            <a:noAutofit/>
          </a:bodyPr>
          <a:lstStyle>
            <a:lvl1pPr>
              <a:defRPr sz="2175"/>
            </a:lvl1pPr>
          </a:lstStyle>
          <a:p>
            <a:r>
              <a:rPr lang="en-US" noProof="0"/>
              <a:t>Click to edit Master title style</a:t>
            </a:r>
          </a:p>
        </p:txBody>
      </p:sp>
      <p:sp>
        <p:nvSpPr>
          <p:cNvPr id="8" name="Text Placeholder 18"/>
          <p:cNvSpPr>
            <a:spLocks noGrp="1"/>
          </p:cNvSpPr>
          <p:nvPr>
            <p:ph idx="1"/>
          </p:nvPr>
        </p:nvSpPr>
        <p:spPr>
          <a:xfrm>
            <a:off x="501653" y="1700213"/>
            <a:ext cx="11165416" cy="4678986"/>
          </a:xfrm>
          <a:prstGeom prst="rect">
            <a:avLst/>
          </a:prstGeom>
        </p:spPr>
        <p:txBody>
          <a:bodyPr vert="horz" lIns="0" tIns="0" rIns="0" bIns="0" rtlCol="0">
            <a:noAutofit/>
          </a:bodyPr>
          <a:lstStyle>
            <a:lvl1pPr>
              <a:defRPr sz="2012"/>
            </a:lvl1pPr>
            <a:lvl2pPr>
              <a:defRPr sz="2012"/>
            </a:lvl2pPr>
            <a:lvl3pPr>
              <a:defRPr sz="2012"/>
            </a:lvl3pPr>
            <a:lvl4pPr>
              <a:defRPr sz="2012"/>
            </a:lvl4pPr>
            <a:lvl5pPr>
              <a:defRPr sz="2012"/>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826945719"/>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2" y="651602"/>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6" name="Title Placeholder 1"/>
          <p:cNvSpPr>
            <a:spLocks noGrp="1"/>
          </p:cNvSpPr>
          <p:nvPr>
            <p:ph type="title" hasCustomPrompt="1"/>
          </p:nvPr>
        </p:nvSpPr>
        <p:spPr>
          <a:xfrm>
            <a:off x="501652" y="317503"/>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7" name="Chart Placeholder 3"/>
          <p:cNvSpPr>
            <a:spLocks noGrp="1"/>
          </p:cNvSpPr>
          <p:nvPr>
            <p:ph type="chart" sz="quarter" idx="15"/>
          </p:nvPr>
        </p:nvSpPr>
        <p:spPr>
          <a:xfrm>
            <a:off x="501655" y="2052004"/>
            <a:ext cx="11188699" cy="4069013"/>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5" y="1665289"/>
            <a:ext cx="11188699" cy="392112"/>
          </a:xfrm>
        </p:spPr>
        <p:txBody>
          <a:bodyPr/>
          <a:lstStyle/>
          <a:p>
            <a:pPr lvl="0"/>
            <a:r>
              <a:rPr lang="en-US" noProof="0"/>
              <a:t>Edit Master text styles</a:t>
            </a:r>
          </a:p>
        </p:txBody>
      </p:sp>
      <p:sp>
        <p:nvSpPr>
          <p:cNvPr id="19" name="Text Placeholder 7"/>
          <p:cNvSpPr>
            <a:spLocks noGrp="1"/>
          </p:cNvSpPr>
          <p:nvPr>
            <p:ph type="body" sz="quarter" idx="23"/>
          </p:nvPr>
        </p:nvSpPr>
        <p:spPr>
          <a:xfrm>
            <a:off x="501652" y="6121018"/>
            <a:ext cx="11188699" cy="260737"/>
          </a:xfrm>
        </p:spPr>
        <p:txBody>
          <a:bodyPr>
            <a:no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3404713161"/>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2" y="651602"/>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6" name="Title Placeholder 1"/>
          <p:cNvSpPr>
            <a:spLocks noGrp="1"/>
          </p:cNvSpPr>
          <p:nvPr>
            <p:ph type="title" hasCustomPrompt="1"/>
          </p:nvPr>
        </p:nvSpPr>
        <p:spPr>
          <a:xfrm>
            <a:off x="501652" y="317503"/>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7" name="Chart Placeholder 3"/>
          <p:cNvSpPr>
            <a:spLocks noGrp="1"/>
          </p:cNvSpPr>
          <p:nvPr>
            <p:ph type="chart" sz="quarter" idx="15"/>
          </p:nvPr>
        </p:nvSpPr>
        <p:spPr>
          <a:xfrm>
            <a:off x="504001" y="2051999"/>
            <a:ext cx="3549549" cy="4069014"/>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3" y="1665289"/>
            <a:ext cx="3562351" cy="392112"/>
          </a:xfrm>
        </p:spPr>
        <p:txBody>
          <a:bodyPr/>
          <a:lstStyle/>
          <a:p>
            <a:pPr lvl="0"/>
            <a:r>
              <a:rPr lang="en-US" noProof="0"/>
              <a:t>Edit Master text styles</a:t>
            </a:r>
          </a:p>
        </p:txBody>
      </p:sp>
      <p:sp>
        <p:nvSpPr>
          <p:cNvPr id="7" name="Chart Placeholder 3"/>
          <p:cNvSpPr>
            <a:spLocks noGrp="1"/>
          </p:cNvSpPr>
          <p:nvPr>
            <p:ph type="chart" sz="quarter" idx="19"/>
          </p:nvPr>
        </p:nvSpPr>
        <p:spPr>
          <a:xfrm>
            <a:off x="4303186" y="2051999"/>
            <a:ext cx="3561616" cy="4069014"/>
          </a:xfrm>
          <a:prstGeom prst="rect">
            <a:avLst/>
          </a:prstGeom>
        </p:spPr>
        <p:txBody>
          <a:bodyPr/>
          <a:lstStyle/>
          <a:p>
            <a:r>
              <a:rPr lang="en-US" noProof="0"/>
              <a:t>Click icon to add chart</a:t>
            </a:r>
          </a:p>
        </p:txBody>
      </p:sp>
      <p:sp>
        <p:nvSpPr>
          <p:cNvPr id="8" name="Text Placeholder 8"/>
          <p:cNvSpPr>
            <a:spLocks noGrp="1"/>
          </p:cNvSpPr>
          <p:nvPr>
            <p:ph type="body" sz="quarter" idx="20"/>
          </p:nvPr>
        </p:nvSpPr>
        <p:spPr>
          <a:xfrm>
            <a:off x="4303186" y="1665289"/>
            <a:ext cx="3561615" cy="392112"/>
          </a:xfrm>
        </p:spPr>
        <p:txBody>
          <a:bodyPr/>
          <a:lstStyle/>
          <a:p>
            <a:pPr lvl="0"/>
            <a:r>
              <a:rPr lang="en-US" noProof="0"/>
              <a:t>Edit Master text styles</a:t>
            </a:r>
          </a:p>
        </p:txBody>
      </p:sp>
      <p:sp>
        <p:nvSpPr>
          <p:cNvPr id="9" name="Chart Placeholder 3"/>
          <p:cNvSpPr>
            <a:spLocks noGrp="1"/>
          </p:cNvSpPr>
          <p:nvPr>
            <p:ph type="chart" sz="quarter" idx="21"/>
          </p:nvPr>
        </p:nvSpPr>
        <p:spPr>
          <a:xfrm>
            <a:off x="8126397" y="2051999"/>
            <a:ext cx="3563953" cy="4069014"/>
          </a:xfrm>
          <a:prstGeom prst="rect">
            <a:avLst/>
          </a:prstGeom>
        </p:spPr>
        <p:txBody>
          <a:bodyPr/>
          <a:lstStyle/>
          <a:p>
            <a:r>
              <a:rPr lang="en-US" noProof="0"/>
              <a:t>Click icon to add chart</a:t>
            </a:r>
          </a:p>
        </p:txBody>
      </p:sp>
      <p:sp>
        <p:nvSpPr>
          <p:cNvPr id="10" name="Text Placeholder 8"/>
          <p:cNvSpPr>
            <a:spLocks noGrp="1"/>
          </p:cNvSpPr>
          <p:nvPr>
            <p:ph type="body" sz="quarter" idx="22"/>
          </p:nvPr>
        </p:nvSpPr>
        <p:spPr>
          <a:xfrm>
            <a:off x="8126400" y="1659145"/>
            <a:ext cx="3563954" cy="398256"/>
          </a:xfrm>
        </p:spPr>
        <p:txBody>
          <a:bodyPr/>
          <a:lstStyle/>
          <a:p>
            <a:pPr lvl="0"/>
            <a:r>
              <a:rPr lang="en-US" noProof="0"/>
              <a:t>Edit Master text styles</a:t>
            </a:r>
          </a:p>
        </p:txBody>
      </p:sp>
      <p:sp>
        <p:nvSpPr>
          <p:cNvPr id="12" name="Text Placeholder 7"/>
          <p:cNvSpPr>
            <a:spLocks noGrp="1"/>
          </p:cNvSpPr>
          <p:nvPr>
            <p:ph type="body" sz="quarter" idx="23"/>
          </p:nvPr>
        </p:nvSpPr>
        <p:spPr>
          <a:xfrm>
            <a:off x="501649" y="6121018"/>
            <a:ext cx="11165419" cy="260737"/>
          </a:xfrm>
        </p:spPr>
        <p:txBody>
          <a:bodyPr>
            <a:no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815173476"/>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2765739013"/>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spid="_x0000_s13371" name="think-cell Slide" r:id="rId5" imgW="530" imgH="531" progId="TCLayout.ActiveDocument.1">
                  <p:embed/>
                </p:oleObj>
              </mc:Choice>
              <mc:Fallback>
                <p:oleObj name="think-cell Slide" r:id="rId5" imgW="530" imgH="531" progId="TCLayout.ActiveDocument.1">
                  <p:embed/>
                  <p:pic>
                    <p:nvPicPr>
                      <p:cNvPr id="3" name="Object 2" hidden="1"/>
                      <p:cNvPicPr/>
                      <p:nvPr/>
                    </p:nvPicPr>
                    <p:blipFill>
                      <a:blip r:embed="rId6"/>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3"/>
            </p:custDataLst>
          </p:nvPr>
        </p:nvSpPr>
        <p:spPr bwMode="gray">
          <a:xfrm>
            <a:off x="0" y="1"/>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539"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14" name="Title Placeholder 1"/>
          <p:cNvSpPr>
            <a:spLocks noGrp="1"/>
          </p:cNvSpPr>
          <p:nvPr>
            <p:ph type="title" hasCustomPrompt="1"/>
          </p:nvPr>
        </p:nvSpPr>
        <p:spPr>
          <a:xfrm>
            <a:off x="501654" y="317503"/>
            <a:ext cx="11202669" cy="334101"/>
          </a:xfrm>
          <a:prstGeom prst="rect">
            <a:avLst/>
          </a:prstGeom>
        </p:spPr>
        <p:txBody>
          <a:bodyPr vert="horz" lIns="0" tIns="0" rIns="0" bIns="0" rtlCol="0" anchor="t" anchorCtr="0">
            <a:noAutofit/>
          </a:bodyPr>
          <a:lstStyle>
            <a:lvl1pPr>
              <a:defRPr sz="2539"/>
            </a:lvl1pPr>
          </a:lstStyle>
          <a:p>
            <a:r>
              <a:rPr lang="en-US" noProof="0"/>
              <a:t>Click to add title</a:t>
            </a:r>
          </a:p>
        </p:txBody>
      </p:sp>
      <p:sp>
        <p:nvSpPr>
          <p:cNvPr id="9" name="Text Placeholder 8"/>
          <p:cNvSpPr>
            <a:spLocks noGrp="1"/>
          </p:cNvSpPr>
          <p:nvPr>
            <p:ph type="body" sz="quarter" idx="13" hasCustomPrompt="1"/>
          </p:nvPr>
        </p:nvSpPr>
        <p:spPr>
          <a:xfrm>
            <a:off x="501654" y="651602"/>
            <a:ext cx="11202669" cy="757255"/>
          </a:xfrm>
          <a:prstGeom prst="rect">
            <a:avLst/>
          </a:prstGeom>
        </p:spPr>
        <p:txBody>
          <a:bodyPr lIns="0" tIns="0" rIns="0" bIns="0">
            <a:noAutofit/>
          </a:bodyPr>
          <a:lstStyle>
            <a:lvl1pPr marL="0" indent="0">
              <a:buNone/>
              <a:defRPr sz="2175" b="0">
                <a:solidFill>
                  <a:srgbClr val="575757"/>
                </a:solidFill>
              </a:defRPr>
            </a:lvl1pPr>
          </a:lstStyle>
          <a:p>
            <a:pPr lvl="0"/>
            <a:r>
              <a:rPr lang="en-US" noProof="0"/>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6325396" algn="r"/>
              </a:tabLst>
              <a:defRPr/>
            </a:lvl1pPr>
            <a:lvl2pPr>
              <a:tabLst>
                <a:tab pos="6325396" algn="r"/>
              </a:tabLst>
              <a:defRPr/>
            </a:lvl2pPr>
            <a:lvl3pPr>
              <a:tabLst>
                <a:tab pos="6325396" algn="r"/>
              </a:tabLst>
              <a:defRPr/>
            </a:lvl3pPr>
            <a:lvl4pPr>
              <a:tabLst>
                <a:tab pos="6325396" algn="r"/>
              </a:tabLst>
              <a:defRPr/>
            </a:lvl4pPr>
            <a:lvl5pPr>
              <a:tabLst>
                <a:tab pos="6325396"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81539" y="1665288"/>
            <a:ext cx="5322781" cy="4716461"/>
          </a:xfrm>
          <a:prstGeom prst="rect">
            <a:avLst/>
          </a:prstGeom>
        </p:spPr>
        <p:txBody>
          <a:bodyPr/>
          <a:lstStyle>
            <a:lvl1pPr>
              <a:tabLst>
                <a:tab pos="6325396" algn="r"/>
              </a:tabLst>
              <a:defRPr/>
            </a:lvl1pPr>
            <a:lvl2pPr>
              <a:tabLst>
                <a:tab pos="6325396" algn="r"/>
              </a:tabLst>
              <a:defRPr/>
            </a:lvl2pPr>
            <a:lvl3pPr>
              <a:tabLst>
                <a:tab pos="6325396" algn="r"/>
              </a:tabLst>
              <a:defRPr/>
            </a:lvl3pPr>
            <a:lvl4pPr>
              <a:tabLst>
                <a:tab pos="6325396" algn="r"/>
              </a:tabLst>
              <a:defRPr/>
            </a:lvl4pPr>
            <a:lvl5pPr>
              <a:tabLst>
                <a:tab pos="6325396"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796852374"/>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4263190114"/>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spid="_x0000_s14395" name="think-cell Slide" r:id="rId5" imgW="530" imgH="531" progId="TCLayout.ActiveDocument.1">
                  <p:embed/>
                </p:oleObj>
              </mc:Choice>
              <mc:Fallback>
                <p:oleObj name="think-cell Slide" r:id="rId5" imgW="530" imgH="531" progId="TCLayout.ActiveDocument.1">
                  <p:embed/>
                  <p:pic>
                    <p:nvPicPr>
                      <p:cNvPr id="3" name="Object 2" hidden="1"/>
                      <p:cNvPicPr/>
                      <p:nvPr/>
                    </p:nvPicPr>
                    <p:blipFill>
                      <a:blip r:embed="rId6"/>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3"/>
            </p:custDataLst>
          </p:nvPr>
        </p:nvSpPr>
        <p:spPr bwMode="gray">
          <a:xfrm>
            <a:off x="0" y="1"/>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5"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7" name="Text Placeholder 8"/>
          <p:cNvSpPr>
            <a:spLocks noGrp="1"/>
          </p:cNvSpPr>
          <p:nvPr>
            <p:ph type="body" sz="quarter" idx="13" hasCustomPrompt="1"/>
          </p:nvPr>
        </p:nvSpPr>
        <p:spPr>
          <a:xfrm>
            <a:off x="501652" y="651602"/>
            <a:ext cx="11188699"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8" name="Title Placeholder 1"/>
          <p:cNvSpPr>
            <a:spLocks noGrp="1"/>
          </p:cNvSpPr>
          <p:nvPr>
            <p:ph type="title" hasCustomPrompt="1"/>
          </p:nvPr>
        </p:nvSpPr>
        <p:spPr>
          <a:xfrm>
            <a:off x="501652" y="317500"/>
            <a:ext cx="11188699" cy="334100"/>
          </a:xfrm>
          <a:prstGeom prst="rect">
            <a:avLst/>
          </a:prstGeom>
        </p:spPr>
        <p:txBody>
          <a:bodyPr vert="horz" lIns="0" tIns="0" rIns="0" bIns="0" rtlCol="0" anchor="t" anchorCtr="0">
            <a:noAutofit/>
          </a:bodyPr>
          <a:lstStyle>
            <a:lvl1pPr>
              <a:defRPr sz="2175"/>
            </a:lvl1pPr>
          </a:lstStyle>
          <a:p>
            <a:r>
              <a:rPr lang="en-US" noProof="0"/>
              <a:t>Click to add title</a:t>
            </a:r>
          </a:p>
        </p:txBody>
      </p:sp>
      <p:sp>
        <p:nvSpPr>
          <p:cNvPr id="11" name="Content Placeholder 3"/>
          <p:cNvSpPr>
            <a:spLocks noGrp="1"/>
          </p:cNvSpPr>
          <p:nvPr>
            <p:ph sz="quarter" idx="10"/>
          </p:nvPr>
        </p:nvSpPr>
        <p:spPr>
          <a:xfrm>
            <a:off x="501650" y="1665288"/>
            <a:ext cx="5305580" cy="4716461"/>
          </a:xfrm>
          <a:prstGeom prst="rect">
            <a:avLst/>
          </a:prstGeom>
        </p:spPr>
        <p:txBody>
          <a:bodyPr>
            <a:noAutofit/>
          </a:bodyPr>
          <a:lstStyle>
            <a:lvl1pPr>
              <a:tabLst>
                <a:tab pos="6325396" algn="r"/>
              </a:tabLst>
              <a:defRPr sz="2012"/>
            </a:lvl1pPr>
            <a:lvl2pPr>
              <a:tabLst>
                <a:tab pos="6325396" algn="r"/>
              </a:tabLst>
              <a:defRPr sz="2012"/>
            </a:lvl2pPr>
            <a:lvl3pPr>
              <a:tabLst>
                <a:tab pos="6325396" algn="r"/>
              </a:tabLst>
              <a:defRPr sz="2012"/>
            </a:lvl3pPr>
            <a:lvl4pPr>
              <a:tabLst>
                <a:tab pos="6325396" algn="r"/>
              </a:tabLst>
              <a:defRPr sz="2012"/>
            </a:lvl4pPr>
            <a:lvl5pPr>
              <a:tabLst>
                <a:tab pos="6325396"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84003" y="1665288"/>
            <a:ext cx="5306350" cy="4716461"/>
          </a:xfrm>
          <a:prstGeom prst="rect">
            <a:avLst/>
          </a:prstGeom>
        </p:spPr>
        <p:txBody>
          <a:bodyPr>
            <a:noAutofit/>
          </a:bodyPr>
          <a:lstStyle>
            <a:lvl1pPr>
              <a:tabLst>
                <a:tab pos="6325396" algn="r"/>
              </a:tabLst>
              <a:defRPr sz="2012"/>
            </a:lvl1pPr>
            <a:lvl2pPr>
              <a:tabLst>
                <a:tab pos="6325396" algn="r"/>
              </a:tabLst>
              <a:defRPr sz="2012"/>
            </a:lvl2pPr>
            <a:lvl3pPr>
              <a:tabLst>
                <a:tab pos="6325396" algn="r"/>
              </a:tabLst>
              <a:defRPr sz="2012"/>
            </a:lvl3pPr>
            <a:lvl4pPr>
              <a:tabLst>
                <a:tab pos="6325396" algn="r"/>
              </a:tabLst>
              <a:defRPr sz="2012"/>
            </a:lvl4pPr>
            <a:lvl5pPr>
              <a:tabLst>
                <a:tab pos="6325396"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240651053"/>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3" y="1665293"/>
            <a:ext cx="5355166" cy="4455725"/>
          </a:xfrm>
          <a:prstGeom prst="rect">
            <a:avLst/>
          </a:prstGeom>
        </p:spPr>
        <p:txBody>
          <a:bodyPr/>
          <a:lstStyle>
            <a:lvl1pPr>
              <a:tabLst>
                <a:tab pos="6325396" algn="r"/>
              </a:tabLst>
              <a:defRPr/>
            </a:lvl1pPr>
            <a:lvl2pPr>
              <a:tabLst>
                <a:tab pos="6325396" algn="r"/>
              </a:tabLst>
              <a:defRPr/>
            </a:lvl2pPr>
            <a:lvl3pPr>
              <a:tabLst>
                <a:tab pos="6325396" algn="r"/>
              </a:tabLst>
              <a:defRPr/>
            </a:lvl3pPr>
            <a:lvl4pPr>
              <a:tabLst>
                <a:tab pos="6325396" algn="r"/>
              </a:tabLst>
              <a:defRPr/>
            </a:lvl4pPr>
            <a:lvl5pPr>
              <a:tabLst>
                <a:tab pos="6325396"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hart Placeholder 2"/>
          <p:cNvSpPr>
            <a:spLocks noGrp="1"/>
          </p:cNvSpPr>
          <p:nvPr>
            <p:ph type="chart" sz="quarter" idx="21"/>
          </p:nvPr>
        </p:nvSpPr>
        <p:spPr>
          <a:xfrm>
            <a:off x="6341222" y="2125013"/>
            <a:ext cx="5349128" cy="3996000"/>
          </a:xfrm>
        </p:spPr>
        <p:txBody>
          <a:bodyPr/>
          <a:lstStyle/>
          <a:p>
            <a:r>
              <a:rPr lang="en-US" noProof="0"/>
              <a:t>Click icon to add chart</a:t>
            </a:r>
          </a:p>
        </p:txBody>
      </p:sp>
      <p:sp>
        <p:nvSpPr>
          <p:cNvPr id="6" name="Text Placeholder 5"/>
          <p:cNvSpPr>
            <a:spLocks noGrp="1"/>
          </p:cNvSpPr>
          <p:nvPr>
            <p:ph type="body" sz="quarter" idx="22"/>
          </p:nvPr>
        </p:nvSpPr>
        <p:spPr>
          <a:xfrm>
            <a:off x="6341222" y="1665288"/>
            <a:ext cx="5349128"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501652" y="651602"/>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Title Placeholder 1"/>
          <p:cNvSpPr>
            <a:spLocks noGrp="1"/>
          </p:cNvSpPr>
          <p:nvPr>
            <p:ph type="title" hasCustomPrompt="1"/>
          </p:nvPr>
        </p:nvSpPr>
        <p:spPr>
          <a:xfrm>
            <a:off x="501652" y="317503"/>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5" name="Text Placeholder 7"/>
          <p:cNvSpPr>
            <a:spLocks noGrp="1"/>
          </p:cNvSpPr>
          <p:nvPr>
            <p:ph type="body" sz="quarter" idx="23"/>
          </p:nvPr>
        </p:nvSpPr>
        <p:spPr>
          <a:xfrm>
            <a:off x="501652" y="6121018"/>
            <a:ext cx="11188699" cy="260737"/>
          </a:xfrm>
        </p:spPr>
        <p:txBody>
          <a:bodyPr>
            <a:norm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3943710954"/>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4" y="2125013"/>
            <a:ext cx="5349129" cy="3996000"/>
          </a:xfrm>
        </p:spPr>
        <p:txBody>
          <a:bodyPr/>
          <a:lstStyle/>
          <a:p>
            <a:r>
              <a:rPr lang="en-US" noProof="0"/>
              <a:t>Click icon to add chart</a:t>
            </a:r>
          </a:p>
        </p:txBody>
      </p:sp>
      <p:sp>
        <p:nvSpPr>
          <p:cNvPr id="6" name="Text Placeholder 5"/>
          <p:cNvSpPr>
            <a:spLocks noGrp="1"/>
          </p:cNvSpPr>
          <p:nvPr>
            <p:ph type="body" sz="quarter" idx="22"/>
          </p:nvPr>
        </p:nvSpPr>
        <p:spPr>
          <a:xfrm>
            <a:off x="6341225" y="1665288"/>
            <a:ext cx="5349129"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501652" y="651602"/>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Title Placeholder 1"/>
          <p:cNvSpPr>
            <a:spLocks noGrp="1"/>
          </p:cNvSpPr>
          <p:nvPr>
            <p:ph type="title" hasCustomPrompt="1"/>
          </p:nvPr>
        </p:nvSpPr>
        <p:spPr>
          <a:xfrm>
            <a:off x="501652" y="317503"/>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5" name="Text Placeholder 7"/>
          <p:cNvSpPr>
            <a:spLocks noGrp="1"/>
          </p:cNvSpPr>
          <p:nvPr>
            <p:ph type="body" sz="quarter" idx="23"/>
          </p:nvPr>
        </p:nvSpPr>
        <p:spPr>
          <a:xfrm>
            <a:off x="501649" y="6121018"/>
            <a:ext cx="11165419" cy="260737"/>
          </a:xfrm>
        </p:spPr>
        <p:txBody>
          <a:bodyPr>
            <a:normAutofit/>
          </a:bodyPr>
          <a:lstStyle>
            <a:lvl1pPr>
              <a:spcAft>
                <a:spcPts val="0"/>
              </a:spcAft>
              <a:defRPr sz="1141"/>
            </a:lvl1pPr>
          </a:lstStyle>
          <a:p>
            <a:pPr lvl="0"/>
            <a:r>
              <a:rPr lang="en-US" noProof="0"/>
              <a:t>Edit Master text styles</a:t>
            </a:r>
          </a:p>
        </p:txBody>
      </p:sp>
      <p:sp>
        <p:nvSpPr>
          <p:cNvPr id="9" name="Chart Placeholder 2"/>
          <p:cNvSpPr>
            <a:spLocks noGrp="1"/>
          </p:cNvSpPr>
          <p:nvPr>
            <p:ph type="chart" sz="quarter" idx="24"/>
          </p:nvPr>
        </p:nvSpPr>
        <p:spPr>
          <a:xfrm>
            <a:off x="501653" y="2125013"/>
            <a:ext cx="5339063" cy="3996000"/>
          </a:xfrm>
        </p:spPr>
        <p:txBody>
          <a:bodyPr/>
          <a:lstStyle/>
          <a:p>
            <a:r>
              <a:rPr lang="en-US" noProof="0"/>
              <a:t>Click icon to add chart</a:t>
            </a:r>
          </a:p>
        </p:txBody>
      </p:sp>
      <p:sp>
        <p:nvSpPr>
          <p:cNvPr id="12" name="Text Placeholder 5"/>
          <p:cNvSpPr>
            <a:spLocks noGrp="1"/>
          </p:cNvSpPr>
          <p:nvPr>
            <p:ph type="body" sz="quarter" idx="25"/>
          </p:nvPr>
        </p:nvSpPr>
        <p:spPr>
          <a:xfrm>
            <a:off x="501650" y="1665288"/>
            <a:ext cx="5339064" cy="420687"/>
          </a:xfrm>
        </p:spPr>
        <p:txBody>
          <a:bodyPr/>
          <a:lstStyle/>
          <a:p>
            <a:pPr lvl="0"/>
            <a:r>
              <a:rPr lang="en-US" noProof="0"/>
              <a:t>Edit Master text styles</a:t>
            </a:r>
          </a:p>
        </p:txBody>
      </p:sp>
    </p:spTree>
    <p:extLst>
      <p:ext uri="{BB962C8B-B14F-4D97-AF65-F5344CB8AC3E}">
        <p14:creationId xmlns:p14="http://schemas.microsoft.com/office/powerpoint/2010/main" val="1264623387"/>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5" y="317503"/>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6" name="Content Placeholder 3"/>
          <p:cNvSpPr>
            <a:spLocks noGrp="1"/>
          </p:cNvSpPr>
          <p:nvPr>
            <p:ph sz="quarter" idx="10"/>
          </p:nvPr>
        </p:nvSpPr>
        <p:spPr>
          <a:xfrm>
            <a:off x="501653" y="1665293"/>
            <a:ext cx="4431857" cy="4716463"/>
          </a:xfrm>
          <a:prstGeom prst="rect">
            <a:avLst/>
          </a:prstGeom>
        </p:spPr>
        <p:txBody>
          <a:bodyPr/>
          <a:lstStyle>
            <a:lvl1pPr>
              <a:tabLst>
                <a:tab pos="6325396" algn="r"/>
              </a:tabLst>
              <a:defRPr/>
            </a:lvl1pPr>
            <a:lvl2pPr>
              <a:tabLst>
                <a:tab pos="6325396" algn="r"/>
              </a:tabLst>
              <a:defRPr/>
            </a:lvl2pPr>
            <a:lvl3pPr>
              <a:tabLst>
                <a:tab pos="6325396" algn="r"/>
              </a:tabLst>
              <a:defRPr/>
            </a:lvl3pPr>
            <a:lvl4pPr>
              <a:tabLst>
                <a:tab pos="6325396" algn="r"/>
              </a:tabLst>
              <a:defRPr/>
            </a:lvl4pPr>
            <a:lvl5pPr>
              <a:tabLst>
                <a:tab pos="6325396"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50353" y="1700218"/>
            <a:ext cx="6240000" cy="4681537"/>
          </a:xfrm>
          <a:prstGeom prst="rect">
            <a:avLst/>
          </a:prstGeom>
        </p:spPr>
        <p:txBody>
          <a:bodyPr/>
          <a:lstStyle>
            <a:lvl1pPr>
              <a:tabLst>
                <a:tab pos="6325396" algn="r"/>
              </a:tabLst>
              <a:defRPr/>
            </a:lvl1pPr>
            <a:lvl2pPr>
              <a:tabLst>
                <a:tab pos="6325396" algn="r"/>
              </a:tabLst>
              <a:defRPr/>
            </a:lvl2pPr>
            <a:lvl3pPr>
              <a:tabLst>
                <a:tab pos="6325396" algn="r"/>
              </a:tabLst>
              <a:defRPr/>
            </a:lvl3pPr>
            <a:lvl4pPr>
              <a:tabLst>
                <a:tab pos="6325396" algn="r"/>
              </a:tabLst>
              <a:defRPr/>
            </a:lvl4pPr>
            <a:lvl5pPr>
              <a:tabLst>
                <a:tab pos="6325396"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2" y="651602"/>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716175152"/>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2" y="317500"/>
            <a:ext cx="11188699" cy="3341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6" name="Content Placeholder 3"/>
          <p:cNvSpPr>
            <a:spLocks noGrp="1"/>
          </p:cNvSpPr>
          <p:nvPr>
            <p:ph sz="quarter" idx="10"/>
          </p:nvPr>
        </p:nvSpPr>
        <p:spPr>
          <a:xfrm>
            <a:off x="7577884" y="1658684"/>
            <a:ext cx="4112468" cy="4723072"/>
          </a:xfrm>
          <a:prstGeom prst="rect">
            <a:avLst/>
          </a:prstGeom>
        </p:spPr>
        <p:txBody>
          <a:bodyPr>
            <a:noAutofit/>
          </a:bodyPr>
          <a:lstStyle>
            <a:lvl1pPr>
              <a:tabLst>
                <a:tab pos="6325396" algn="r"/>
              </a:tabLst>
              <a:defRPr sz="3019">
                <a:solidFill>
                  <a:schemeClr val="accent3"/>
                </a:solidFill>
              </a:defRPr>
            </a:lvl1pPr>
            <a:lvl2pPr>
              <a:tabLst>
                <a:tab pos="6325396" algn="r"/>
              </a:tabLst>
              <a:defRPr/>
            </a:lvl2pPr>
            <a:lvl3pPr>
              <a:tabLst>
                <a:tab pos="6325396" algn="r"/>
              </a:tabLst>
              <a:defRPr/>
            </a:lvl3pPr>
            <a:lvl4pPr>
              <a:tabLst>
                <a:tab pos="6325396" algn="r"/>
              </a:tabLst>
              <a:defRPr/>
            </a:lvl4pPr>
            <a:lvl5pPr>
              <a:tabLst>
                <a:tab pos="6325396" algn="r"/>
              </a:tabLst>
              <a:defRPr baseline="0"/>
            </a:lvl5pPr>
          </a:lstStyle>
          <a:p>
            <a:pPr lvl="0"/>
            <a:r>
              <a:rPr lang="en-US" noProof="0"/>
              <a:t>Edit Master text styles</a:t>
            </a:r>
          </a:p>
        </p:txBody>
      </p:sp>
      <p:sp>
        <p:nvSpPr>
          <p:cNvPr id="8" name="Content Placeholder 3"/>
          <p:cNvSpPr>
            <a:spLocks noGrp="1"/>
          </p:cNvSpPr>
          <p:nvPr>
            <p:ph sz="quarter" idx="16"/>
          </p:nvPr>
        </p:nvSpPr>
        <p:spPr>
          <a:xfrm>
            <a:off x="501651" y="1665291"/>
            <a:ext cx="6506348" cy="4716462"/>
          </a:xfrm>
          <a:prstGeom prst="rect">
            <a:avLst/>
          </a:prstGeom>
        </p:spPr>
        <p:txBody>
          <a:bodyPr/>
          <a:lstStyle>
            <a:lvl1pPr>
              <a:tabLst>
                <a:tab pos="6325396" algn="r"/>
              </a:tabLst>
              <a:defRPr/>
            </a:lvl1pPr>
            <a:lvl2pPr>
              <a:tabLst>
                <a:tab pos="6325396" algn="r"/>
              </a:tabLst>
              <a:defRPr/>
            </a:lvl2pPr>
            <a:lvl3pPr>
              <a:tabLst>
                <a:tab pos="6325396" algn="r"/>
              </a:tabLst>
              <a:defRPr/>
            </a:lvl3pPr>
            <a:lvl4pPr>
              <a:tabLst>
                <a:tab pos="6325396" algn="r"/>
              </a:tabLst>
              <a:defRPr/>
            </a:lvl4pPr>
            <a:lvl5pPr>
              <a:tabLst>
                <a:tab pos="6325396"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5" y="651602"/>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713597807"/>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501652" y="317500"/>
            <a:ext cx="11188699" cy="334100"/>
          </a:xfrm>
        </p:spPr>
        <p:txBody>
          <a:bodyPr/>
          <a:lstStyle/>
          <a:p>
            <a:r>
              <a:rPr lang="en-US" noProof="0"/>
              <a:t>Click to edit Master title style</a:t>
            </a:r>
          </a:p>
        </p:txBody>
      </p:sp>
      <p:sp>
        <p:nvSpPr>
          <p:cNvPr id="4" name="Picture Placeholder 6"/>
          <p:cNvSpPr>
            <a:spLocks noGrp="1"/>
          </p:cNvSpPr>
          <p:nvPr>
            <p:ph type="pic" sz="quarter" idx="13"/>
          </p:nvPr>
        </p:nvSpPr>
        <p:spPr>
          <a:xfrm>
            <a:off x="501649" y="1700213"/>
            <a:ext cx="2712000" cy="1260000"/>
          </a:xfrm>
        </p:spPr>
        <p:txBody>
          <a:bodyPr lIns="0" tIns="0" rIns="0" bIns="0">
            <a:noAutofit/>
          </a:bodyPr>
          <a:lstStyle/>
          <a:p>
            <a:r>
              <a:rPr lang="en-US" noProof="0"/>
              <a:t>Click icon to add picture</a:t>
            </a:r>
          </a:p>
        </p:txBody>
      </p:sp>
      <p:sp>
        <p:nvSpPr>
          <p:cNvPr id="5" name="Picture Placeholder 6"/>
          <p:cNvSpPr>
            <a:spLocks noGrp="1"/>
          </p:cNvSpPr>
          <p:nvPr>
            <p:ph type="pic" sz="quarter" idx="14"/>
          </p:nvPr>
        </p:nvSpPr>
        <p:spPr>
          <a:xfrm>
            <a:off x="3327216" y="1700213"/>
            <a:ext cx="2712000" cy="1260000"/>
          </a:xfrm>
        </p:spPr>
        <p:txBody>
          <a:bodyPr lIns="0" tIns="0" rIns="0" bIns="0">
            <a:noAutofit/>
          </a:bodyPr>
          <a:lstStyle/>
          <a:p>
            <a:r>
              <a:rPr lang="en-US" noProof="0"/>
              <a:t>Click icon to add picture</a:t>
            </a:r>
          </a:p>
        </p:txBody>
      </p:sp>
      <p:sp>
        <p:nvSpPr>
          <p:cNvPr id="6" name="Picture Placeholder 6"/>
          <p:cNvSpPr>
            <a:spLocks noGrp="1"/>
          </p:cNvSpPr>
          <p:nvPr>
            <p:ph type="pic" sz="quarter" idx="15"/>
          </p:nvPr>
        </p:nvSpPr>
        <p:spPr>
          <a:xfrm>
            <a:off x="6152784" y="1700213"/>
            <a:ext cx="2712000" cy="1260000"/>
          </a:xfrm>
        </p:spPr>
        <p:txBody>
          <a:bodyPr lIns="0" tIns="0" rIns="0" bIns="0">
            <a:noAutofit/>
          </a:bodyPr>
          <a:lstStyle/>
          <a:p>
            <a:r>
              <a:rPr lang="en-US" noProof="0"/>
              <a:t>Click icon to add picture</a:t>
            </a:r>
          </a:p>
        </p:txBody>
      </p:sp>
      <p:sp>
        <p:nvSpPr>
          <p:cNvPr id="7" name="Picture Placeholder 6"/>
          <p:cNvSpPr>
            <a:spLocks noGrp="1"/>
          </p:cNvSpPr>
          <p:nvPr>
            <p:ph type="pic" sz="quarter" idx="16"/>
          </p:nvPr>
        </p:nvSpPr>
        <p:spPr>
          <a:xfrm>
            <a:off x="8978351" y="1700213"/>
            <a:ext cx="2712000" cy="1260000"/>
          </a:xfrm>
        </p:spPr>
        <p:txBody>
          <a:bodyPr lIns="0" tIns="0" rIns="0" bIns="0">
            <a:noAutofit/>
          </a:bodyPr>
          <a:lstStyle/>
          <a:p>
            <a:r>
              <a:rPr lang="en-US" noProof="0"/>
              <a:t>Click icon to add picture</a:t>
            </a:r>
          </a:p>
        </p:txBody>
      </p:sp>
      <p:sp>
        <p:nvSpPr>
          <p:cNvPr id="9" name="Text Placeholder 8"/>
          <p:cNvSpPr>
            <a:spLocks noGrp="1"/>
          </p:cNvSpPr>
          <p:nvPr>
            <p:ph type="body" sz="quarter" idx="17"/>
          </p:nvPr>
        </p:nvSpPr>
        <p:spPr>
          <a:xfrm>
            <a:off x="501652" y="3124200"/>
            <a:ext cx="2720468" cy="3257548"/>
          </a:xfrm>
        </p:spPr>
        <p:txBody>
          <a:bodyPr/>
          <a:lstStyle>
            <a:lvl1pPr>
              <a:defRPr b="1">
                <a:solidFill>
                  <a:schemeClr val="accent1"/>
                </a:solidFill>
              </a:defRPr>
            </a:lvl1pPr>
            <a:lvl2pPr>
              <a:spcAft>
                <a:spcPts val="0"/>
              </a:spcAft>
              <a:defRPr/>
            </a:lvl2pPr>
            <a:lvl3pPr marL="0" indent="0">
              <a:spcAft>
                <a:spcPts val="0"/>
              </a:spcAft>
              <a:buNone/>
              <a:defRPr/>
            </a:lvl3pPr>
            <a:lvl4pPr marL="221864" indent="-221864">
              <a:spcAft>
                <a:spcPts val="0"/>
              </a:spcAft>
              <a:buFont typeface="Arial" panose="020B0604020202020204" pitchFamily="34" charset="0"/>
              <a:buChar char="•"/>
              <a:defRPr/>
            </a:lvl4pPr>
            <a:lvl5pPr marL="448256" indent="-221864">
              <a:spcAft>
                <a:spcPts val="0"/>
              </a:spcAft>
              <a:defRPr baseline="0"/>
            </a:lvl5pPr>
            <a:lvl6pPr marL="448256" indent="-221864">
              <a:spcAft>
                <a:spcPts val="0"/>
              </a:spcAft>
              <a:buFont typeface="Verdana" panose="020B0604030504040204" pitchFamily="34" charset="0"/>
              <a:buChar char="−"/>
              <a:defRPr/>
            </a:lvl6pPr>
            <a:lvl7pPr marL="448256" indent="-221864">
              <a:spcAft>
                <a:spcPts val="0"/>
              </a:spcAft>
              <a:defRPr/>
            </a:lvl7pPr>
            <a:lvl8pPr marL="448256" indent="-221864">
              <a:spcAft>
                <a:spcPts val="0"/>
              </a:spcAft>
              <a:defRPr/>
            </a:lvl8pPr>
            <a:lvl9pPr marL="448256" indent="-221864">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p:nvPr>
        </p:nvSpPr>
        <p:spPr>
          <a:xfrm>
            <a:off x="6149965" y="3120552"/>
            <a:ext cx="2712000" cy="3261199"/>
          </a:xfrm>
        </p:spPr>
        <p:txBody>
          <a:bodyPr/>
          <a:lstStyle>
            <a:lvl1pPr>
              <a:defRPr b="1">
                <a:solidFill>
                  <a:schemeClr val="accent1"/>
                </a:solidFill>
              </a:defRPr>
            </a:lvl1pPr>
            <a:lvl2pPr>
              <a:spcAft>
                <a:spcPts val="0"/>
              </a:spcAft>
              <a:defRPr/>
            </a:lvl2pPr>
            <a:lvl3pPr marL="0" indent="0">
              <a:spcAft>
                <a:spcPts val="0"/>
              </a:spcAft>
              <a:buNone/>
              <a:defRPr/>
            </a:lvl3pPr>
            <a:lvl4pPr marL="221864" indent="-221864">
              <a:spcAft>
                <a:spcPts val="0"/>
              </a:spcAft>
              <a:buFont typeface="Arial" panose="020B0604020202020204" pitchFamily="34" charset="0"/>
              <a:buChar char="•"/>
              <a:defRPr/>
            </a:lvl4pPr>
            <a:lvl5pPr marL="448256" indent="-221864">
              <a:spcAft>
                <a:spcPts val="0"/>
              </a:spcAft>
              <a:defRPr baseline="0"/>
            </a:lvl5pPr>
            <a:lvl6pPr marL="448256" indent="-221864">
              <a:spcAft>
                <a:spcPts val="0"/>
              </a:spcAft>
              <a:buFont typeface="Verdana" panose="020B0604030504040204" pitchFamily="34" charset="0"/>
              <a:buChar char="−"/>
              <a:defRPr/>
            </a:lvl6pPr>
            <a:lvl7pPr marL="448256" indent="-221864">
              <a:spcAft>
                <a:spcPts val="0"/>
              </a:spcAft>
              <a:defRPr/>
            </a:lvl7pPr>
            <a:lvl8pPr marL="448256" indent="-221864">
              <a:spcAft>
                <a:spcPts val="0"/>
              </a:spcAft>
              <a:defRPr/>
            </a:lvl8pPr>
            <a:lvl9pPr marL="448256" indent="-221864">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9"/>
          </p:nvPr>
        </p:nvSpPr>
        <p:spPr>
          <a:xfrm>
            <a:off x="3330040" y="3124204"/>
            <a:ext cx="2712000" cy="3257549"/>
          </a:xfrm>
        </p:spPr>
        <p:txBody>
          <a:bodyPr/>
          <a:lstStyle>
            <a:lvl1pPr>
              <a:defRPr b="1">
                <a:solidFill>
                  <a:schemeClr val="accent1"/>
                </a:solidFill>
              </a:defRPr>
            </a:lvl1pPr>
            <a:lvl2pPr>
              <a:spcAft>
                <a:spcPts val="0"/>
              </a:spcAft>
              <a:defRPr/>
            </a:lvl2pPr>
            <a:lvl3pPr marL="0" indent="0">
              <a:spcAft>
                <a:spcPts val="0"/>
              </a:spcAft>
              <a:buNone/>
              <a:defRPr/>
            </a:lvl3pPr>
            <a:lvl4pPr marL="221864" indent="-221864">
              <a:spcAft>
                <a:spcPts val="0"/>
              </a:spcAft>
              <a:buFont typeface="Arial" panose="020B0604020202020204" pitchFamily="34" charset="0"/>
              <a:buChar char="•"/>
              <a:defRPr/>
            </a:lvl4pPr>
            <a:lvl5pPr marL="448256" indent="-221864">
              <a:spcAft>
                <a:spcPts val="0"/>
              </a:spcAft>
              <a:defRPr baseline="0"/>
            </a:lvl5pPr>
            <a:lvl6pPr marL="448256" indent="-221864">
              <a:spcAft>
                <a:spcPts val="0"/>
              </a:spcAft>
              <a:buFont typeface="Verdana" panose="020B0604030504040204" pitchFamily="34" charset="0"/>
              <a:buChar char="−"/>
              <a:defRPr/>
            </a:lvl6pPr>
            <a:lvl7pPr marL="448256" indent="-221864">
              <a:spcAft>
                <a:spcPts val="0"/>
              </a:spcAft>
              <a:defRPr/>
            </a:lvl7pPr>
            <a:lvl8pPr marL="448256" indent="-221864">
              <a:spcAft>
                <a:spcPts val="0"/>
              </a:spcAft>
              <a:defRPr/>
            </a:lvl8pPr>
            <a:lvl9pPr marL="448256" indent="-221864">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p:cNvSpPr>
            <a:spLocks noGrp="1"/>
          </p:cNvSpPr>
          <p:nvPr>
            <p:ph type="body" sz="quarter" idx="20"/>
          </p:nvPr>
        </p:nvSpPr>
        <p:spPr>
          <a:xfrm>
            <a:off x="8993170" y="3108508"/>
            <a:ext cx="2697183" cy="3273240"/>
          </a:xfrm>
        </p:spPr>
        <p:txBody>
          <a:bodyPr/>
          <a:lstStyle>
            <a:lvl1pPr>
              <a:defRPr b="1">
                <a:solidFill>
                  <a:schemeClr val="accent1"/>
                </a:solidFill>
              </a:defRPr>
            </a:lvl1pPr>
            <a:lvl2pPr>
              <a:spcAft>
                <a:spcPts val="0"/>
              </a:spcAft>
              <a:defRPr/>
            </a:lvl2pPr>
            <a:lvl3pPr marL="0" indent="0">
              <a:spcAft>
                <a:spcPts val="0"/>
              </a:spcAft>
              <a:buNone/>
              <a:defRPr/>
            </a:lvl3pPr>
            <a:lvl4pPr marL="221864" indent="-221864">
              <a:spcAft>
                <a:spcPts val="0"/>
              </a:spcAft>
              <a:buFont typeface="Arial" panose="020B0604020202020204" pitchFamily="34" charset="0"/>
              <a:buChar char="•"/>
              <a:defRPr/>
            </a:lvl4pPr>
            <a:lvl5pPr marL="448256" indent="-221864">
              <a:spcAft>
                <a:spcPts val="0"/>
              </a:spcAft>
              <a:defRPr baseline="0"/>
            </a:lvl5pPr>
            <a:lvl6pPr marL="448256" indent="-221864">
              <a:spcAft>
                <a:spcPts val="0"/>
              </a:spcAft>
              <a:buFont typeface="Verdana" panose="020B0604030504040204" pitchFamily="34" charset="0"/>
              <a:buChar char="−"/>
              <a:defRPr/>
            </a:lvl6pPr>
            <a:lvl7pPr marL="448256" indent="-221864">
              <a:spcAft>
                <a:spcPts val="0"/>
              </a:spcAft>
              <a:defRPr/>
            </a:lvl7pPr>
            <a:lvl8pPr marL="448256" indent="-221864">
              <a:spcAft>
                <a:spcPts val="0"/>
              </a:spcAft>
              <a:defRPr/>
            </a:lvl8pPr>
            <a:lvl9pPr marL="448256" indent="-221864">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8"/>
          <p:cNvSpPr>
            <a:spLocks noGrp="1"/>
          </p:cNvSpPr>
          <p:nvPr>
            <p:ph type="body" sz="quarter" idx="21" hasCustomPrompt="1"/>
          </p:nvPr>
        </p:nvSpPr>
        <p:spPr>
          <a:xfrm>
            <a:off x="501650" y="651602"/>
            <a:ext cx="111887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2315356846"/>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2" y="317500"/>
            <a:ext cx="11188699" cy="334100"/>
          </a:xfrm>
        </p:spPr>
        <p:txBody>
          <a:bodyPr/>
          <a:lstStyle/>
          <a:p>
            <a:r>
              <a:rPr lang="en-US" noProof="0"/>
              <a:t>Click to edit Master title style</a:t>
            </a:r>
          </a:p>
        </p:txBody>
      </p:sp>
      <p:sp>
        <p:nvSpPr>
          <p:cNvPr id="4" name="Rectangle 3"/>
          <p:cNvSpPr/>
          <p:nvPr userDrawn="1"/>
        </p:nvSpPr>
        <p:spPr>
          <a:xfrm>
            <a:off x="504002"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5" name="Rectangle 4"/>
          <p:cNvSpPr/>
          <p:nvPr userDrawn="1"/>
        </p:nvSpPr>
        <p:spPr>
          <a:xfrm>
            <a:off x="6224086" y="1700217"/>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6" name="Rectangle 5"/>
          <p:cNvSpPr/>
          <p:nvPr userDrawn="1"/>
        </p:nvSpPr>
        <p:spPr>
          <a:xfrm>
            <a:off x="504002"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7" name="Rectangle 6"/>
          <p:cNvSpPr/>
          <p:nvPr userDrawn="1"/>
        </p:nvSpPr>
        <p:spPr>
          <a:xfrm>
            <a:off x="6224086"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8" name="Picture Placeholder 11"/>
          <p:cNvSpPr>
            <a:spLocks noGrp="1"/>
          </p:cNvSpPr>
          <p:nvPr>
            <p:ph type="pic" sz="quarter" idx="25"/>
          </p:nvPr>
        </p:nvSpPr>
        <p:spPr>
          <a:xfrm>
            <a:off x="504003" y="1880213"/>
            <a:ext cx="1968000" cy="1476000"/>
          </a:xfrm>
        </p:spPr>
        <p:txBody>
          <a:bodyPr/>
          <a:lstStyle>
            <a:lvl1pPr algn="ctr">
              <a:defRPr/>
            </a:lvl1pPr>
          </a:lstStyle>
          <a:p>
            <a:r>
              <a:rPr lang="en-US" noProof="0"/>
              <a:t>Click icon to add picture</a:t>
            </a:r>
          </a:p>
        </p:txBody>
      </p:sp>
      <p:sp>
        <p:nvSpPr>
          <p:cNvPr id="9" name="Picture Placeholder 11"/>
          <p:cNvSpPr>
            <a:spLocks noGrp="1"/>
          </p:cNvSpPr>
          <p:nvPr>
            <p:ph type="pic" sz="quarter" idx="27"/>
          </p:nvPr>
        </p:nvSpPr>
        <p:spPr>
          <a:xfrm>
            <a:off x="6224088" y="1880213"/>
            <a:ext cx="1968000" cy="1476000"/>
          </a:xfrm>
        </p:spPr>
        <p:txBody>
          <a:bodyPr/>
          <a:lstStyle>
            <a:lvl1pPr algn="ctr">
              <a:defRPr/>
            </a:lvl1pPr>
          </a:lstStyle>
          <a:p>
            <a:r>
              <a:rPr lang="en-US" noProof="0"/>
              <a:t>Click icon to add picture</a:t>
            </a:r>
          </a:p>
        </p:txBody>
      </p:sp>
      <p:sp>
        <p:nvSpPr>
          <p:cNvPr id="10" name="Picture Placeholder 11"/>
          <p:cNvSpPr>
            <a:spLocks noGrp="1"/>
          </p:cNvSpPr>
          <p:nvPr>
            <p:ph type="pic" sz="quarter" idx="29"/>
          </p:nvPr>
        </p:nvSpPr>
        <p:spPr>
          <a:xfrm>
            <a:off x="504003" y="4256213"/>
            <a:ext cx="1968000" cy="1476000"/>
          </a:xfrm>
        </p:spPr>
        <p:txBody>
          <a:bodyPr/>
          <a:lstStyle>
            <a:lvl1pPr algn="ctr">
              <a:defRPr/>
            </a:lvl1pPr>
          </a:lstStyle>
          <a:p>
            <a:r>
              <a:rPr lang="en-US" noProof="0"/>
              <a:t>Click icon to add picture</a:t>
            </a:r>
          </a:p>
        </p:txBody>
      </p:sp>
      <p:sp>
        <p:nvSpPr>
          <p:cNvPr id="11" name="Picture Placeholder 11"/>
          <p:cNvSpPr>
            <a:spLocks noGrp="1"/>
          </p:cNvSpPr>
          <p:nvPr>
            <p:ph type="pic" sz="quarter" idx="31"/>
          </p:nvPr>
        </p:nvSpPr>
        <p:spPr>
          <a:xfrm>
            <a:off x="6224088" y="4256213"/>
            <a:ext cx="1968000" cy="1476000"/>
          </a:xfrm>
        </p:spPr>
        <p:txBody>
          <a:bodyPr/>
          <a:lstStyle>
            <a:lvl1pPr algn="ctr">
              <a:defRPr/>
            </a:lvl1pPr>
          </a:lstStyle>
          <a:p>
            <a:r>
              <a:rPr lang="en-US" noProof="0"/>
              <a:t>Click icon to add picture</a:t>
            </a:r>
          </a:p>
        </p:txBody>
      </p:sp>
      <p:sp>
        <p:nvSpPr>
          <p:cNvPr id="13" name="Text Placeholder 12"/>
          <p:cNvSpPr>
            <a:spLocks noGrp="1"/>
          </p:cNvSpPr>
          <p:nvPr>
            <p:ph type="body" sz="quarter" idx="32"/>
          </p:nvPr>
        </p:nvSpPr>
        <p:spPr>
          <a:xfrm>
            <a:off x="2683484" y="1880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4" name="Text Placeholder 12"/>
          <p:cNvSpPr>
            <a:spLocks noGrp="1"/>
          </p:cNvSpPr>
          <p:nvPr>
            <p:ph type="body" sz="quarter" idx="33"/>
          </p:nvPr>
        </p:nvSpPr>
        <p:spPr>
          <a:xfrm>
            <a:off x="8396564" y="1880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5" name="Text Placeholder 12"/>
          <p:cNvSpPr>
            <a:spLocks noGrp="1"/>
          </p:cNvSpPr>
          <p:nvPr>
            <p:ph type="body" sz="quarter" idx="34"/>
          </p:nvPr>
        </p:nvSpPr>
        <p:spPr>
          <a:xfrm>
            <a:off x="2683484" y="4256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6" name="Text Placeholder 12"/>
          <p:cNvSpPr>
            <a:spLocks noGrp="1"/>
          </p:cNvSpPr>
          <p:nvPr>
            <p:ph type="body" sz="quarter" idx="35"/>
          </p:nvPr>
        </p:nvSpPr>
        <p:spPr>
          <a:xfrm>
            <a:off x="8396564" y="4256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7" name="Text Placeholder 8"/>
          <p:cNvSpPr>
            <a:spLocks noGrp="1"/>
          </p:cNvSpPr>
          <p:nvPr>
            <p:ph type="body" sz="quarter" idx="13" hasCustomPrompt="1"/>
          </p:nvPr>
        </p:nvSpPr>
        <p:spPr>
          <a:xfrm>
            <a:off x="501652" y="651602"/>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4257145146"/>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501652" y="317506"/>
            <a:ext cx="11188699" cy="334099"/>
          </a:xfrm>
        </p:spPr>
        <p:txBody>
          <a:bodyPr/>
          <a:lstStyle/>
          <a:p>
            <a:r>
              <a:rPr lang="en-US" noProof="0"/>
              <a:t>Click to edit Master title style</a:t>
            </a:r>
          </a:p>
        </p:txBody>
      </p:sp>
      <p:sp>
        <p:nvSpPr>
          <p:cNvPr id="4" name="Picture Placeholder 7"/>
          <p:cNvSpPr>
            <a:spLocks noGrp="1"/>
          </p:cNvSpPr>
          <p:nvPr>
            <p:ph type="pic" sz="quarter" idx="13"/>
          </p:nvPr>
        </p:nvSpPr>
        <p:spPr>
          <a:xfrm>
            <a:off x="501655" y="1700218"/>
            <a:ext cx="3695699" cy="1971675"/>
          </a:xfrm>
        </p:spPr>
        <p:txBody>
          <a:bodyPr/>
          <a:lstStyle/>
          <a:p>
            <a:r>
              <a:rPr lang="en-US" noProof="0"/>
              <a:t>Click icon to add picture</a:t>
            </a:r>
          </a:p>
        </p:txBody>
      </p:sp>
      <p:sp>
        <p:nvSpPr>
          <p:cNvPr id="5" name="Picture Placeholder 7"/>
          <p:cNvSpPr>
            <a:spLocks noGrp="1"/>
          </p:cNvSpPr>
          <p:nvPr>
            <p:ph type="pic" sz="quarter" idx="14"/>
          </p:nvPr>
        </p:nvSpPr>
        <p:spPr>
          <a:xfrm>
            <a:off x="8006398" y="1700218"/>
            <a:ext cx="3683953" cy="1971675"/>
          </a:xfrm>
        </p:spPr>
        <p:txBody>
          <a:bodyPr/>
          <a:lstStyle/>
          <a:p>
            <a:r>
              <a:rPr lang="en-US" noProof="0"/>
              <a:t>Click icon to add picture</a:t>
            </a:r>
          </a:p>
        </p:txBody>
      </p:sp>
      <p:sp>
        <p:nvSpPr>
          <p:cNvPr id="6" name="Picture Placeholder 7"/>
          <p:cNvSpPr>
            <a:spLocks noGrp="1"/>
          </p:cNvSpPr>
          <p:nvPr>
            <p:ph type="pic" sz="quarter" idx="15"/>
          </p:nvPr>
        </p:nvSpPr>
        <p:spPr>
          <a:xfrm>
            <a:off x="4273077" y="1700218"/>
            <a:ext cx="3657600" cy="1971675"/>
          </a:xfrm>
        </p:spPr>
        <p:txBody>
          <a:bodyPr/>
          <a:lstStyle/>
          <a:p>
            <a:r>
              <a:rPr lang="en-US" noProof="0"/>
              <a:t>Click icon to add picture</a:t>
            </a:r>
          </a:p>
        </p:txBody>
      </p:sp>
      <p:sp>
        <p:nvSpPr>
          <p:cNvPr id="9" name="Text Placeholder 18"/>
          <p:cNvSpPr>
            <a:spLocks noGrp="1"/>
          </p:cNvSpPr>
          <p:nvPr>
            <p:ph idx="1" hasCustomPrompt="1"/>
          </p:nvPr>
        </p:nvSpPr>
        <p:spPr>
          <a:xfrm>
            <a:off x="501650" y="3832225"/>
            <a:ext cx="3683950"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18"/>
          <p:cNvSpPr>
            <a:spLocks noGrp="1"/>
          </p:cNvSpPr>
          <p:nvPr>
            <p:ph idx="16" hasCustomPrompt="1"/>
          </p:nvPr>
        </p:nvSpPr>
        <p:spPr>
          <a:xfrm>
            <a:off x="4267204" y="3832225"/>
            <a:ext cx="3657600"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18"/>
          <p:cNvSpPr>
            <a:spLocks noGrp="1"/>
          </p:cNvSpPr>
          <p:nvPr>
            <p:ph idx="17" hasCustomPrompt="1"/>
          </p:nvPr>
        </p:nvSpPr>
        <p:spPr>
          <a:xfrm>
            <a:off x="8006398" y="3832225"/>
            <a:ext cx="3683953"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hasCustomPrompt="1"/>
          </p:nvPr>
        </p:nvSpPr>
        <p:spPr>
          <a:xfrm>
            <a:off x="501652" y="651602"/>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523808494"/>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01652" y="651602"/>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1" name="Title Placeholder 1"/>
          <p:cNvSpPr>
            <a:spLocks noGrp="1"/>
          </p:cNvSpPr>
          <p:nvPr>
            <p:ph type="title" hasCustomPrompt="1"/>
          </p:nvPr>
        </p:nvSpPr>
        <p:spPr>
          <a:xfrm>
            <a:off x="501652" y="317503"/>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3624097444"/>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2" y="185789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44156"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2" y="317506"/>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6" name="Picture Placeholder 29"/>
          <p:cNvSpPr>
            <a:spLocks noGrp="1"/>
          </p:cNvSpPr>
          <p:nvPr>
            <p:ph type="pic" sz="quarter" idx="19" hasCustomPrompt="1"/>
          </p:nvPr>
        </p:nvSpPr>
        <p:spPr>
          <a:xfrm>
            <a:off x="4769494" y="1863918"/>
            <a:ext cx="1210206" cy="549275"/>
          </a:xfrm>
        </p:spPr>
        <p:txBody>
          <a:bodyPr/>
          <a:lstStyle>
            <a:lvl1pPr marL="0" marR="0" indent="0" algn="l" defTabSz="1150072"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24620" y="1857894"/>
            <a:ext cx="1244161" cy="549275"/>
          </a:xfrm>
        </p:spPr>
        <p:txBody>
          <a:bodyPr/>
          <a:lstStyle>
            <a:lvl1pPr marL="0" marR="0" indent="0" algn="l" defTabSz="1150072"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2" y="651602"/>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794053314"/>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1" y="1857895"/>
            <a:ext cx="5468941"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5466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2" y="317506"/>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7" name="Picture Placeholder 29"/>
          <p:cNvSpPr>
            <a:spLocks noGrp="1"/>
          </p:cNvSpPr>
          <p:nvPr>
            <p:ph type="pic" sz="quarter" idx="20" hasCustomPrompt="1"/>
          </p:nvPr>
        </p:nvSpPr>
        <p:spPr>
          <a:xfrm>
            <a:off x="10424620" y="1857894"/>
            <a:ext cx="1244161" cy="549275"/>
          </a:xfrm>
        </p:spPr>
        <p:txBody>
          <a:bodyPr/>
          <a:lstStyle>
            <a:lvl1pPr marL="0" marR="0" indent="0" algn="l" defTabSz="1150072"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0" name="Text Placeholder 8"/>
          <p:cNvSpPr>
            <a:spLocks noGrp="1"/>
          </p:cNvSpPr>
          <p:nvPr>
            <p:ph type="body" sz="quarter" idx="22"/>
          </p:nvPr>
        </p:nvSpPr>
        <p:spPr>
          <a:xfrm>
            <a:off x="504002" y="424968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23"/>
          </p:nvPr>
        </p:nvSpPr>
        <p:spPr>
          <a:xfrm>
            <a:off x="6246196" y="4249685"/>
            <a:ext cx="545295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Rectangle 11"/>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13" name="Rectangle 12"/>
          <p:cNvSpPr/>
          <p:nvPr userDrawn="1"/>
        </p:nvSpPr>
        <p:spPr>
          <a:xfrm>
            <a:off x="6246196"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14" name="Picture Placeholder 29"/>
          <p:cNvSpPr>
            <a:spLocks noGrp="1"/>
          </p:cNvSpPr>
          <p:nvPr>
            <p:ph type="pic" sz="quarter" idx="24" hasCustomPrompt="1"/>
          </p:nvPr>
        </p:nvSpPr>
        <p:spPr>
          <a:xfrm>
            <a:off x="4754495" y="4255708"/>
            <a:ext cx="1239382" cy="549275"/>
          </a:xfrm>
        </p:spPr>
        <p:txBody>
          <a:bodyPr/>
          <a:lstStyle>
            <a:lvl1pPr marL="0" marR="0" indent="0" algn="l" defTabSz="1150072"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5" name="Picture Placeholder 29"/>
          <p:cNvSpPr>
            <a:spLocks noGrp="1"/>
          </p:cNvSpPr>
          <p:nvPr>
            <p:ph type="pic" sz="quarter" idx="25" hasCustomPrompt="1"/>
          </p:nvPr>
        </p:nvSpPr>
        <p:spPr>
          <a:xfrm>
            <a:off x="10424617" y="4249684"/>
            <a:ext cx="1244160" cy="549275"/>
          </a:xfrm>
        </p:spPr>
        <p:txBody>
          <a:bodyPr/>
          <a:lstStyle>
            <a:lvl1pPr marL="0" marR="0" indent="0" algn="l" defTabSz="1150072"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2"/>
            <a:ext cx="111975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7" name="Picture Placeholder 29"/>
          <p:cNvSpPr>
            <a:spLocks noGrp="1"/>
          </p:cNvSpPr>
          <p:nvPr>
            <p:ph type="pic" sz="quarter" idx="19" hasCustomPrompt="1"/>
          </p:nvPr>
        </p:nvSpPr>
        <p:spPr>
          <a:xfrm>
            <a:off x="4769494" y="1863918"/>
            <a:ext cx="1210206" cy="549275"/>
          </a:xfrm>
        </p:spPr>
        <p:txBody>
          <a:bodyPr/>
          <a:lstStyle>
            <a:lvl1pPr marL="0" marR="0" indent="0" algn="l" defTabSz="1150072"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Tree>
    <p:extLst>
      <p:ext uri="{BB962C8B-B14F-4D97-AF65-F5344CB8AC3E}">
        <p14:creationId xmlns:p14="http://schemas.microsoft.com/office/powerpoint/2010/main" val="2975748867"/>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2" y="317506"/>
            <a:ext cx="11188699" cy="334099"/>
          </a:xfrm>
        </p:spPr>
        <p:txBody>
          <a:bodyPr/>
          <a:lstStyle/>
          <a:p>
            <a:r>
              <a:rPr lang="en-US" noProof="0"/>
              <a:t>Click to edit Master title style</a:t>
            </a:r>
          </a:p>
        </p:txBody>
      </p:sp>
      <p:sp>
        <p:nvSpPr>
          <p:cNvPr id="4" name="Rectangle 3"/>
          <p:cNvSpPr/>
          <p:nvPr userDrawn="1"/>
        </p:nvSpPr>
        <p:spPr>
          <a:xfrm>
            <a:off x="4320002"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5" name="Rectangle 4"/>
          <p:cNvSpPr/>
          <p:nvPr userDrawn="1"/>
        </p:nvSpPr>
        <p:spPr>
          <a:xfrm>
            <a:off x="504001"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504001" y="1851441"/>
            <a:ext cx="3560000"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128002" y="1851441"/>
            <a:ext cx="3571153"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501652" y="651602"/>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2714313503"/>
      </p:ext>
    </p:extLst>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501652" y="317506"/>
            <a:ext cx="11188699" cy="334099"/>
          </a:xfrm>
        </p:spPr>
        <p:txBody>
          <a:body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096836"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8278"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2558"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2" y="651602"/>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4115688977"/>
      </p:ext>
    </p:extLst>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0" y="317504"/>
            <a:ext cx="11188701" cy="370193"/>
          </a:xfrm>
        </p:spPr>
        <p:txBody>
          <a:bodyPr/>
          <a:lstStyle>
            <a:lvl1pPr>
              <a:defRPr>
                <a:solidFill>
                  <a:schemeClr val="bg1"/>
                </a:solidFill>
              </a:defRPr>
            </a:lvl1p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64" indent="-221864">
              <a:spcAft>
                <a:spcPts val="1258"/>
              </a:spcAft>
              <a:buFont typeface="Arial" panose="020B0604020202020204" pitchFamily="34" charset="0"/>
              <a:buChar char="•"/>
              <a:defRPr>
                <a:solidFill>
                  <a:schemeClr val="bg1"/>
                </a:solidFill>
              </a:defRPr>
            </a:lvl4pPr>
            <a:lvl5pPr marL="448256" indent="-221864">
              <a:spcAft>
                <a:spcPts val="1258"/>
              </a:spcAft>
              <a:defRPr baseline="0">
                <a:solidFill>
                  <a:schemeClr val="bg1"/>
                </a:solidFill>
              </a:defRPr>
            </a:lvl5pPr>
            <a:lvl6pPr marL="448256" indent="-221864">
              <a:spcAft>
                <a:spcPts val="1258"/>
              </a:spcAft>
              <a:buFont typeface="Verdana" panose="020B0604030504040204" pitchFamily="34" charset="0"/>
              <a:buChar char="−"/>
              <a:defRPr>
                <a:solidFill>
                  <a:schemeClr val="bg1"/>
                </a:solidFill>
              </a:defRPr>
            </a:lvl6pPr>
            <a:lvl7pPr marL="448256" indent="-221864">
              <a:spcAft>
                <a:spcPts val="1258"/>
              </a:spcAft>
              <a:defRPr>
                <a:solidFill>
                  <a:schemeClr val="bg1"/>
                </a:solidFill>
              </a:defRPr>
            </a:lvl7pPr>
            <a:lvl8pPr marL="448256" indent="-221864">
              <a:spcAft>
                <a:spcPts val="1258"/>
              </a:spcAft>
              <a:defRPr>
                <a:solidFill>
                  <a:schemeClr val="bg1"/>
                </a:solidFill>
              </a:defRPr>
            </a:lvl8pPr>
            <a:lvl9pPr marL="448256" indent="-221864">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64" indent="-221864">
              <a:spcAft>
                <a:spcPts val="1258"/>
              </a:spcAft>
              <a:buFont typeface="Arial" panose="020B0604020202020204" pitchFamily="34" charset="0"/>
              <a:buChar char="•"/>
              <a:defRPr>
                <a:solidFill>
                  <a:schemeClr val="bg1"/>
                </a:solidFill>
              </a:defRPr>
            </a:lvl4pPr>
            <a:lvl5pPr marL="448256" indent="-221864">
              <a:spcAft>
                <a:spcPts val="1258"/>
              </a:spcAft>
              <a:defRPr baseline="0">
                <a:solidFill>
                  <a:schemeClr val="bg1"/>
                </a:solidFill>
              </a:defRPr>
            </a:lvl5pPr>
            <a:lvl6pPr marL="448256" indent="-221864">
              <a:spcAft>
                <a:spcPts val="1258"/>
              </a:spcAft>
              <a:buFont typeface="Verdana" panose="020B0604030504040204" pitchFamily="34" charset="0"/>
              <a:buChar char="−"/>
              <a:defRPr>
                <a:solidFill>
                  <a:schemeClr val="bg1"/>
                </a:solidFill>
              </a:defRPr>
            </a:lvl6pPr>
            <a:lvl7pPr marL="448256" indent="-221864">
              <a:spcAft>
                <a:spcPts val="1258"/>
              </a:spcAft>
              <a:defRPr>
                <a:solidFill>
                  <a:schemeClr val="bg1"/>
                </a:solidFill>
              </a:defRPr>
            </a:lvl7pPr>
            <a:lvl8pPr marL="448256" indent="-221864">
              <a:spcAft>
                <a:spcPts val="1258"/>
              </a:spcAft>
              <a:defRPr>
                <a:solidFill>
                  <a:schemeClr val="bg1"/>
                </a:solidFill>
              </a:defRPr>
            </a:lvl8pPr>
            <a:lvl9pPr marL="448256" indent="-221864">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64" indent="-221864">
              <a:spcAft>
                <a:spcPts val="1258"/>
              </a:spcAft>
              <a:buFont typeface="Arial" panose="020B0604020202020204" pitchFamily="34" charset="0"/>
              <a:buChar char="•"/>
              <a:defRPr>
                <a:solidFill>
                  <a:schemeClr val="bg1"/>
                </a:solidFill>
              </a:defRPr>
            </a:lvl4pPr>
            <a:lvl5pPr marL="448256" indent="-221864">
              <a:spcAft>
                <a:spcPts val="1258"/>
              </a:spcAft>
              <a:defRPr baseline="0">
                <a:solidFill>
                  <a:schemeClr val="bg1"/>
                </a:solidFill>
              </a:defRPr>
            </a:lvl5pPr>
            <a:lvl6pPr marL="448256" indent="-221864">
              <a:spcAft>
                <a:spcPts val="1258"/>
              </a:spcAft>
              <a:buFont typeface="Verdana" panose="020B0604030504040204" pitchFamily="34" charset="0"/>
              <a:buChar char="−"/>
              <a:defRPr>
                <a:solidFill>
                  <a:schemeClr val="bg1"/>
                </a:solidFill>
              </a:defRPr>
            </a:lvl6pPr>
            <a:lvl7pPr marL="448256" indent="-221864">
              <a:spcAft>
                <a:spcPts val="1258"/>
              </a:spcAft>
              <a:defRPr>
                <a:solidFill>
                  <a:schemeClr val="bg1"/>
                </a:solidFill>
              </a:defRPr>
            </a:lvl7pPr>
            <a:lvl8pPr marL="448256" indent="-221864">
              <a:spcAft>
                <a:spcPts val="1258"/>
              </a:spcAft>
              <a:defRPr>
                <a:solidFill>
                  <a:schemeClr val="bg1"/>
                </a:solidFill>
              </a:defRPr>
            </a:lvl8pPr>
            <a:lvl9pPr marL="448256" indent="-221864">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64" indent="-221864">
              <a:spcAft>
                <a:spcPts val="1258"/>
              </a:spcAft>
              <a:buFont typeface="Arial" panose="020B0604020202020204" pitchFamily="34" charset="0"/>
              <a:buChar char="•"/>
              <a:defRPr>
                <a:solidFill>
                  <a:schemeClr val="bg1"/>
                </a:solidFill>
              </a:defRPr>
            </a:lvl4pPr>
            <a:lvl5pPr marL="448256" indent="-221864">
              <a:spcAft>
                <a:spcPts val="1258"/>
              </a:spcAft>
              <a:defRPr baseline="0">
                <a:solidFill>
                  <a:schemeClr val="bg1"/>
                </a:solidFill>
              </a:defRPr>
            </a:lvl5pPr>
            <a:lvl6pPr marL="448256" indent="-221864">
              <a:spcAft>
                <a:spcPts val="1258"/>
              </a:spcAft>
              <a:buFont typeface="Verdana" panose="020B0604030504040204" pitchFamily="34" charset="0"/>
              <a:buChar char="−"/>
              <a:defRPr>
                <a:solidFill>
                  <a:schemeClr val="bg1"/>
                </a:solidFill>
              </a:defRPr>
            </a:lvl6pPr>
            <a:lvl7pPr marL="448256" indent="-221864">
              <a:spcAft>
                <a:spcPts val="1258"/>
              </a:spcAft>
              <a:defRPr>
                <a:solidFill>
                  <a:schemeClr val="bg1"/>
                </a:solidFill>
              </a:defRPr>
            </a:lvl7pPr>
            <a:lvl8pPr marL="448256" indent="-221864">
              <a:spcAft>
                <a:spcPts val="1258"/>
              </a:spcAft>
              <a:defRPr>
                <a:solidFill>
                  <a:schemeClr val="bg1"/>
                </a:solidFill>
              </a:defRPr>
            </a:lvl8pPr>
            <a:lvl9pPr marL="448256" indent="-221864">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0" y="687694"/>
            <a:ext cx="11188701" cy="757255"/>
          </a:xfrm>
          <a:prstGeom prst="rect">
            <a:avLst/>
          </a:prstGeom>
        </p:spPr>
        <p:txBody>
          <a:bodyPr lIns="0" tIns="0" rIns="0" bIns="0">
            <a:noAutofit/>
          </a:bodyPr>
          <a:lstStyle>
            <a:lvl1pPr marL="0" indent="0">
              <a:buNone/>
              <a:defRPr sz="2282" b="0">
                <a:solidFill>
                  <a:schemeClr val="bg1"/>
                </a:solidFill>
              </a:defRPr>
            </a:lvl1pPr>
          </a:lstStyle>
          <a:p>
            <a:pPr lvl="0"/>
            <a:r>
              <a:rPr lang="en-US" noProof="0"/>
              <a:t>Click to add subtitle</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4" name="TextBox 13"/>
          <p:cNvSpPr txBox="1"/>
          <p:nvPr userDrawn="1"/>
        </p:nvSpPr>
        <p:spPr>
          <a:xfrm>
            <a:off x="501653"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823927304"/>
      </p:ext>
    </p:extLst>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501652" y="651602"/>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9" name="Title Placeholder 1"/>
          <p:cNvSpPr>
            <a:spLocks noGrp="1"/>
          </p:cNvSpPr>
          <p:nvPr>
            <p:ph type="title" hasCustomPrompt="1"/>
          </p:nvPr>
        </p:nvSpPr>
        <p:spPr>
          <a:xfrm>
            <a:off x="501652" y="317503"/>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0" name="Text Placeholder 18"/>
          <p:cNvSpPr>
            <a:spLocks noGrp="1"/>
          </p:cNvSpPr>
          <p:nvPr>
            <p:ph idx="1"/>
          </p:nvPr>
        </p:nvSpPr>
        <p:spPr>
          <a:xfrm>
            <a:off x="501653" y="1665293"/>
            <a:ext cx="5594351"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628154818"/>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168058225"/>
      </p:ext>
    </p:extLst>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0985742"/>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1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bg1"/>
                </a:solidFill>
              </a:defRPr>
            </a:lvl1pPr>
            <a:lvl2pPr marL="0" marR="0" indent="0" algn="l" defTabSz="1150072" rtl="0" eaLnBrk="1" fontAlgn="auto" latinLnBrk="0" hangingPunct="1">
              <a:lnSpc>
                <a:spcPct val="100000"/>
              </a:lnSpc>
              <a:spcBef>
                <a:spcPts val="0"/>
              </a:spcBef>
              <a:spcAft>
                <a:spcPts val="0"/>
              </a:spcAft>
              <a:buClrTx/>
              <a:buSzPct val="100000"/>
              <a:buFont typeface="Arial"/>
              <a:buNone/>
              <a:tabLst/>
              <a:defRPr sz="2012" b="0">
                <a:solidFill>
                  <a:schemeClr val="bg1"/>
                </a:solidFill>
              </a:defRPr>
            </a:lvl2pPr>
            <a:lvl3pPr marL="0" indent="0" algn="l">
              <a:spcAft>
                <a:spcPts val="0"/>
              </a:spcAft>
              <a:buNone/>
              <a:defRPr sz="2012">
                <a:solidFill>
                  <a:schemeClr val="bg1"/>
                </a:solidFill>
              </a:defRPr>
            </a:lvl3pPr>
            <a:lvl4pPr marL="1725107" indent="0" algn="ctr">
              <a:buNone/>
              <a:defRPr sz="2012"/>
            </a:lvl4pPr>
            <a:lvl5pPr marL="2300144" indent="0" algn="ctr">
              <a:buNone/>
              <a:defRPr sz="2012"/>
            </a:lvl5pPr>
            <a:lvl6pPr marL="2875180" indent="0" algn="ctr">
              <a:buNone/>
              <a:defRPr sz="2012"/>
            </a:lvl6pPr>
            <a:lvl7pPr marL="3450216" indent="0" algn="ctr">
              <a:buNone/>
              <a:defRPr sz="2012"/>
            </a:lvl7pPr>
            <a:lvl8pPr marL="4025252" indent="0" algn="ctr">
              <a:buNone/>
              <a:defRPr sz="2012"/>
            </a:lvl8pPr>
            <a:lvl9pPr marL="4600286" indent="0" algn="ctr">
              <a:buNone/>
              <a:defRPr sz="2012"/>
            </a:lvl9pPr>
          </a:lstStyle>
          <a:p>
            <a:r>
              <a:rPr lang="en-US" noProof="0"/>
              <a:t>Click to edit Master title style</a:t>
            </a:r>
          </a:p>
          <a:p>
            <a:pPr marL="0" marR="0" lvl="1" indent="0" algn="l" defTabSz="1150072"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4"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2"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grpSp>
    </p:spTree>
    <p:extLst>
      <p:ext uri="{BB962C8B-B14F-4D97-AF65-F5344CB8AC3E}">
        <p14:creationId xmlns:p14="http://schemas.microsoft.com/office/powerpoint/2010/main" val="301290813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4" y="727200"/>
            <a:ext cx="7200000" cy="5400000"/>
          </a:xfrm>
          <a:prstGeom prst="rect">
            <a:avLst/>
          </a:prstGeom>
        </p:spPr>
        <p:txBody>
          <a:bodyPr/>
          <a:lstStyle/>
          <a:p>
            <a:r>
              <a:rPr lang="en-US" noProof="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tx1"/>
                </a:solidFill>
              </a:defRPr>
            </a:lvl1pPr>
            <a:lvl2pPr marL="0" indent="0" algn="l">
              <a:buNone/>
              <a:defRPr sz="2012" b="0"/>
            </a:lvl2pPr>
            <a:lvl3pPr marL="1150072" indent="0" algn="ctr">
              <a:buNone/>
              <a:defRPr sz="2264"/>
            </a:lvl3pPr>
            <a:lvl4pPr marL="1725107" indent="0" algn="ctr">
              <a:buNone/>
              <a:defRPr sz="2012"/>
            </a:lvl4pPr>
            <a:lvl5pPr marL="2300144" indent="0" algn="ctr">
              <a:buNone/>
              <a:defRPr sz="2012"/>
            </a:lvl5pPr>
            <a:lvl6pPr marL="2875180" indent="0" algn="ctr">
              <a:buNone/>
              <a:defRPr sz="2012"/>
            </a:lvl6pPr>
            <a:lvl7pPr marL="3450216" indent="0" algn="ctr">
              <a:buNone/>
              <a:defRPr sz="2012"/>
            </a:lvl7pPr>
            <a:lvl8pPr marL="4025252" indent="0" algn="ctr">
              <a:buNone/>
              <a:defRPr sz="2012"/>
            </a:lvl8pPr>
            <a:lvl9pPr marL="4600286" indent="0" algn="ctr">
              <a:buNone/>
              <a:defRPr sz="2012"/>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4"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p:nvPr userDrawn="1"/>
        </p:nvGrpSpPr>
        <p:grpSpPr>
          <a:xfrm>
            <a:off x="501652"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grpSp>
    </p:spTree>
    <p:extLst>
      <p:ext uri="{BB962C8B-B14F-4D97-AF65-F5344CB8AC3E}">
        <p14:creationId xmlns:p14="http://schemas.microsoft.com/office/powerpoint/2010/main" val="3099846896"/>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bg1"/>
                </a:solidFill>
              </a:defRPr>
            </a:lvl1pPr>
            <a:lvl2pPr marL="575035" indent="0" algn="ctr">
              <a:buNone/>
              <a:defRPr sz="2515"/>
            </a:lvl2pPr>
            <a:lvl3pPr marL="1150072" indent="0" algn="ctr">
              <a:buNone/>
              <a:defRPr sz="2264"/>
            </a:lvl3pPr>
            <a:lvl4pPr marL="1725107" indent="0" algn="ctr">
              <a:buNone/>
              <a:defRPr sz="2012"/>
            </a:lvl4pPr>
            <a:lvl5pPr marL="2300144" indent="0" algn="ctr">
              <a:buNone/>
              <a:defRPr sz="2012"/>
            </a:lvl5pPr>
            <a:lvl6pPr marL="2875180" indent="0" algn="ctr">
              <a:buNone/>
              <a:defRPr sz="2012"/>
            </a:lvl6pPr>
            <a:lvl7pPr marL="3450216" indent="0" algn="ctr">
              <a:buNone/>
              <a:defRPr sz="2012"/>
            </a:lvl7pPr>
            <a:lvl8pPr marL="4025252" indent="0" algn="ctr">
              <a:buNone/>
              <a:defRPr sz="2012"/>
            </a:lvl8pPr>
            <a:lvl9pPr marL="460028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4"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2"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grpSp>
    </p:spTree>
    <p:extLst>
      <p:ext uri="{BB962C8B-B14F-4D97-AF65-F5344CB8AC3E}">
        <p14:creationId xmlns:p14="http://schemas.microsoft.com/office/powerpoint/2010/main" val="89821548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tx1"/>
                </a:solidFill>
              </a:defRPr>
            </a:lvl1pPr>
            <a:lvl2pPr marL="575035" indent="0" algn="ctr">
              <a:buNone/>
              <a:defRPr sz="2515"/>
            </a:lvl2pPr>
            <a:lvl3pPr marL="1150072" indent="0" algn="ctr">
              <a:buNone/>
              <a:defRPr sz="2264"/>
            </a:lvl3pPr>
            <a:lvl4pPr marL="1725107" indent="0" algn="ctr">
              <a:buNone/>
              <a:defRPr sz="2012"/>
            </a:lvl4pPr>
            <a:lvl5pPr marL="2300144" indent="0" algn="ctr">
              <a:buNone/>
              <a:defRPr sz="2012"/>
            </a:lvl5pPr>
            <a:lvl6pPr marL="2875180" indent="0" algn="ctr">
              <a:buNone/>
              <a:defRPr sz="2012"/>
            </a:lvl6pPr>
            <a:lvl7pPr marL="3450216" indent="0" algn="ctr">
              <a:buNone/>
              <a:defRPr sz="2012"/>
            </a:lvl7pPr>
            <a:lvl8pPr marL="4025252" indent="0" algn="ctr">
              <a:buNone/>
              <a:defRPr sz="2012"/>
            </a:lvl8pPr>
            <a:lvl9pPr marL="460028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4"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4" name="Group 3"/>
          <p:cNvGrpSpPr/>
          <p:nvPr userDrawn="1"/>
        </p:nvGrpSpPr>
        <p:grpSpPr>
          <a:xfrm>
            <a:off x="501652"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grpSp>
    </p:spTree>
    <p:extLst>
      <p:ext uri="{BB962C8B-B14F-4D97-AF65-F5344CB8AC3E}">
        <p14:creationId xmlns:p14="http://schemas.microsoft.com/office/powerpoint/2010/main" val="2378762273"/>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3"/>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35" indent="0">
              <a:buNone/>
              <a:defRPr sz="2515">
                <a:solidFill>
                  <a:schemeClr val="tx1">
                    <a:tint val="75000"/>
                  </a:schemeClr>
                </a:solidFill>
              </a:defRPr>
            </a:lvl2pPr>
            <a:lvl3pPr marL="1150072" indent="0">
              <a:buNone/>
              <a:defRPr sz="2264">
                <a:solidFill>
                  <a:schemeClr val="tx1">
                    <a:tint val="75000"/>
                  </a:schemeClr>
                </a:solidFill>
              </a:defRPr>
            </a:lvl3pPr>
            <a:lvl4pPr marL="1725107" indent="0">
              <a:buNone/>
              <a:defRPr sz="2012">
                <a:solidFill>
                  <a:schemeClr val="tx1">
                    <a:tint val="75000"/>
                  </a:schemeClr>
                </a:solidFill>
              </a:defRPr>
            </a:lvl4pPr>
            <a:lvl5pPr marL="2300144" indent="0">
              <a:buNone/>
              <a:defRPr sz="2012">
                <a:solidFill>
                  <a:schemeClr val="tx1">
                    <a:tint val="75000"/>
                  </a:schemeClr>
                </a:solidFill>
              </a:defRPr>
            </a:lvl5pPr>
            <a:lvl6pPr marL="2875180" indent="0">
              <a:buNone/>
              <a:defRPr sz="2012">
                <a:solidFill>
                  <a:schemeClr val="tx1">
                    <a:tint val="75000"/>
                  </a:schemeClr>
                </a:solidFill>
              </a:defRPr>
            </a:lvl6pPr>
            <a:lvl7pPr marL="3450216" indent="0">
              <a:buNone/>
              <a:defRPr sz="2012">
                <a:solidFill>
                  <a:schemeClr val="tx1">
                    <a:tint val="75000"/>
                  </a:schemeClr>
                </a:solidFill>
              </a:defRPr>
            </a:lvl7pPr>
            <a:lvl8pPr marL="4025252" indent="0">
              <a:buNone/>
              <a:defRPr sz="2012">
                <a:solidFill>
                  <a:schemeClr val="tx1">
                    <a:tint val="75000"/>
                  </a:schemeClr>
                </a:solidFill>
              </a:defRPr>
            </a:lvl8pPr>
            <a:lvl9pPr marL="4600286" indent="0">
              <a:buNone/>
              <a:defRPr sz="2012">
                <a:solidFill>
                  <a:schemeClr val="tx1">
                    <a:tint val="75000"/>
                  </a:schemeClr>
                </a:solidFill>
              </a:defRPr>
            </a:lvl9pPr>
          </a:lstStyle>
          <a:p>
            <a:pPr lvl="0"/>
            <a:r>
              <a:rPr lang="en-US" noProof="0"/>
              <a:t>Edit Master text styles</a:t>
            </a:r>
          </a:p>
        </p:txBody>
      </p:sp>
      <p:sp>
        <p:nvSpPr>
          <p:cNvPr id="5" name="TextBox 4"/>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7" name="TextBox 6"/>
          <p:cNvSpPr txBox="1"/>
          <p:nvPr userDrawn="1"/>
        </p:nvSpPr>
        <p:spPr>
          <a:xfrm>
            <a:off x="501653"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8" name="TextBox 7"/>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1880922552"/>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3"/>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3" y="3429003"/>
            <a:ext cx="10544066" cy="1566532"/>
          </a:xfrm>
        </p:spPr>
        <p:txBody>
          <a:bodyPr lIns="0" tIns="0" rIns="0" bIns="0">
            <a:noAutofit/>
          </a:bodyPr>
          <a:lstStyle>
            <a:lvl1pPr marL="0" indent="0">
              <a:lnSpc>
                <a:spcPct val="95000"/>
              </a:lnSpc>
              <a:spcAft>
                <a:spcPts val="0"/>
              </a:spcAft>
              <a:buNone/>
              <a:defRPr sz="4448">
                <a:solidFill>
                  <a:schemeClr val="bg1"/>
                </a:solidFill>
              </a:defRPr>
            </a:lvl1pPr>
            <a:lvl2pPr marL="575035" indent="0">
              <a:buNone/>
              <a:defRPr sz="2515">
                <a:solidFill>
                  <a:schemeClr val="tx1">
                    <a:tint val="75000"/>
                  </a:schemeClr>
                </a:solidFill>
              </a:defRPr>
            </a:lvl2pPr>
            <a:lvl3pPr marL="1150072" indent="0">
              <a:buNone/>
              <a:defRPr sz="2264">
                <a:solidFill>
                  <a:schemeClr val="tx1">
                    <a:tint val="75000"/>
                  </a:schemeClr>
                </a:solidFill>
              </a:defRPr>
            </a:lvl3pPr>
            <a:lvl4pPr marL="1725107" indent="0">
              <a:buNone/>
              <a:defRPr sz="2012">
                <a:solidFill>
                  <a:schemeClr val="tx1">
                    <a:tint val="75000"/>
                  </a:schemeClr>
                </a:solidFill>
              </a:defRPr>
            </a:lvl4pPr>
            <a:lvl5pPr marL="2300144" indent="0">
              <a:buNone/>
              <a:defRPr sz="2012">
                <a:solidFill>
                  <a:schemeClr val="tx1">
                    <a:tint val="75000"/>
                  </a:schemeClr>
                </a:solidFill>
              </a:defRPr>
            </a:lvl5pPr>
            <a:lvl6pPr marL="2875180" indent="0">
              <a:buNone/>
              <a:defRPr sz="2012">
                <a:solidFill>
                  <a:schemeClr val="tx1">
                    <a:tint val="75000"/>
                  </a:schemeClr>
                </a:solidFill>
              </a:defRPr>
            </a:lvl6pPr>
            <a:lvl7pPr marL="3450216" indent="0">
              <a:buNone/>
              <a:defRPr sz="2012">
                <a:solidFill>
                  <a:schemeClr val="tx1">
                    <a:tint val="75000"/>
                  </a:schemeClr>
                </a:solidFill>
              </a:defRPr>
            </a:lvl7pPr>
            <a:lvl8pPr marL="4025252" indent="0">
              <a:buNone/>
              <a:defRPr sz="2012">
                <a:solidFill>
                  <a:schemeClr val="tx1">
                    <a:tint val="75000"/>
                  </a:schemeClr>
                </a:solidFill>
              </a:defRPr>
            </a:lvl8pPr>
            <a:lvl9pPr marL="4600286" indent="0">
              <a:buNone/>
              <a:defRPr sz="2012">
                <a:solidFill>
                  <a:schemeClr val="tx1">
                    <a:tint val="75000"/>
                  </a:schemeClr>
                </a:solidFill>
              </a:defRPr>
            </a:lvl9pPr>
          </a:lstStyle>
          <a:p>
            <a:pPr lvl="0"/>
            <a:r>
              <a:rPr lang="en-US" noProof="0"/>
              <a:t>Edit Master text styles</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4" name="TextBox 13"/>
          <p:cNvSpPr txBox="1"/>
          <p:nvPr userDrawn="1"/>
        </p:nvSpPr>
        <p:spPr>
          <a:xfrm>
            <a:off x="501653"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080440773"/>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3"/>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35" indent="0">
              <a:buNone/>
              <a:defRPr sz="2515">
                <a:solidFill>
                  <a:schemeClr val="tx1">
                    <a:tint val="75000"/>
                  </a:schemeClr>
                </a:solidFill>
              </a:defRPr>
            </a:lvl2pPr>
            <a:lvl3pPr marL="1150072" indent="0">
              <a:buNone/>
              <a:defRPr sz="2264">
                <a:solidFill>
                  <a:schemeClr val="tx1">
                    <a:tint val="75000"/>
                  </a:schemeClr>
                </a:solidFill>
              </a:defRPr>
            </a:lvl3pPr>
            <a:lvl4pPr marL="1725107" indent="0">
              <a:buNone/>
              <a:defRPr sz="2012">
                <a:solidFill>
                  <a:schemeClr val="tx1">
                    <a:tint val="75000"/>
                  </a:schemeClr>
                </a:solidFill>
              </a:defRPr>
            </a:lvl4pPr>
            <a:lvl5pPr marL="2300144" indent="0">
              <a:buNone/>
              <a:defRPr sz="2012">
                <a:solidFill>
                  <a:schemeClr val="tx1">
                    <a:tint val="75000"/>
                  </a:schemeClr>
                </a:solidFill>
              </a:defRPr>
            </a:lvl5pPr>
            <a:lvl6pPr marL="2875180" indent="0">
              <a:buNone/>
              <a:defRPr sz="2012">
                <a:solidFill>
                  <a:schemeClr val="tx1">
                    <a:tint val="75000"/>
                  </a:schemeClr>
                </a:solidFill>
              </a:defRPr>
            </a:lvl6pPr>
            <a:lvl7pPr marL="3450216" indent="0">
              <a:buNone/>
              <a:defRPr sz="2012">
                <a:solidFill>
                  <a:schemeClr val="tx1">
                    <a:tint val="75000"/>
                  </a:schemeClr>
                </a:solidFill>
              </a:defRPr>
            </a:lvl7pPr>
            <a:lvl8pPr marL="4025252" indent="0">
              <a:buNone/>
              <a:defRPr sz="2012">
                <a:solidFill>
                  <a:schemeClr val="tx1">
                    <a:tint val="75000"/>
                  </a:schemeClr>
                </a:solidFill>
              </a:defRPr>
            </a:lvl8pPr>
            <a:lvl9pPr marL="460028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3"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2791377381"/>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3"/>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35" indent="0">
              <a:buNone/>
              <a:defRPr sz="2515">
                <a:solidFill>
                  <a:schemeClr val="tx1">
                    <a:tint val="75000"/>
                  </a:schemeClr>
                </a:solidFill>
              </a:defRPr>
            </a:lvl2pPr>
            <a:lvl3pPr marL="1150072" indent="0">
              <a:buNone/>
              <a:defRPr sz="2264">
                <a:solidFill>
                  <a:schemeClr val="tx1">
                    <a:tint val="75000"/>
                  </a:schemeClr>
                </a:solidFill>
              </a:defRPr>
            </a:lvl3pPr>
            <a:lvl4pPr marL="1725107" indent="0">
              <a:buNone/>
              <a:defRPr sz="2012">
                <a:solidFill>
                  <a:schemeClr val="tx1">
                    <a:tint val="75000"/>
                  </a:schemeClr>
                </a:solidFill>
              </a:defRPr>
            </a:lvl4pPr>
            <a:lvl5pPr marL="2300144" indent="0">
              <a:buNone/>
              <a:defRPr sz="2012">
                <a:solidFill>
                  <a:schemeClr val="tx1">
                    <a:tint val="75000"/>
                  </a:schemeClr>
                </a:solidFill>
              </a:defRPr>
            </a:lvl5pPr>
            <a:lvl6pPr marL="2875180" indent="0">
              <a:buNone/>
              <a:defRPr sz="2012">
                <a:solidFill>
                  <a:schemeClr val="tx1">
                    <a:tint val="75000"/>
                  </a:schemeClr>
                </a:solidFill>
              </a:defRPr>
            </a:lvl6pPr>
            <a:lvl7pPr marL="3450216" indent="0">
              <a:buNone/>
              <a:defRPr sz="2012">
                <a:solidFill>
                  <a:schemeClr val="tx1">
                    <a:tint val="75000"/>
                  </a:schemeClr>
                </a:solidFill>
              </a:defRPr>
            </a:lvl7pPr>
            <a:lvl8pPr marL="4025252" indent="0">
              <a:buNone/>
              <a:defRPr sz="2012">
                <a:solidFill>
                  <a:schemeClr val="tx1">
                    <a:tint val="75000"/>
                  </a:schemeClr>
                </a:solidFill>
              </a:defRPr>
            </a:lvl8pPr>
            <a:lvl9pPr marL="460028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3"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987985357"/>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3"/>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35" indent="0">
              <a:buNone/>
              <a:defRPr sz="2515">
                <a:solidFill>
                  <a:schemeClr val="tx1">
                    <a:tint val="75000"/>
                  </a:schemeClr>
                </a:solidFill>
              </a:defRPr>
            </a:lvl2pPr>
            <a:lvl3pPr marL="1150072" indent="0">
              <a:buNone/>
              <a:defRPr sz="2264">
                <a:solidFill>
                  <a:schemeClr val="tx1">
                    <a:tint val="75000"/>
                  </a:schemeClr>
                </a:solidFill>
              </a:defRPr>
            </a:lvl3pPr>
            <a:lvl4pPr marL="1725107" indent="0">
              <a:buNone/>
              <a:defRPr sz="2012">
                <a:solidFill>
                  <a:schemeClr val="tx1">
                    <a:tint val="75000"/>
                  </a:schemeClr>
                </a:solidFill>
              </a:defRPr>
            </a:lvl4pPr>
            <a:lvl5pPr marL="2300144" indent="0">
              <a:buNone/>
              <a:defRPr sz="2012">
                <a:solidFill>
                  <a:schemeClr val="tx1">
                    <a:tint val="75000"/>
                  </a:schemeClr>
                </a:solidFill>
              </a:defRPr>
            </a:lvl5pPr>
            <a:lvl6pPr marL="2875180" indent="0">
              <a:buNone/>
              <a:defRPr sz="2012">
                <a:solidFill>
                  <a:schemeClr val="tx1">
                    <a:tint val="75000"/>
                  </a:schemeClr>
                </a:solidFill>
              </a:defRPr>
            </a:lvl6pPr>
            <a:lvl7pPr marL="3450216" indent="0">
              <a:buNone/>
              <a:defRPr sz="2012">
                <a:solidFill>
                  <a:schemeClr val="tx1">
                    <a:tint val="75000"/>
                  </a:schemeClr>
                </a:solidFill>
              </a:defRPr>
            </a:lvl7pPr>
            <a:lvl8pPr marL="4025252" indent="0">
              <a:buNone/>
              <a:defRPr sz="2012">
                <a:solidFill>
                  <a:schemeClr val="tx1">
                    <a:tint val="75000"/>
                  </a:schemeClr>
                </a:solidFill>
              </a:defRPr>
            </a:lvl8pPr>
            <a:lvl9pPr marL="460028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3"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543001218"/>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8"/>
            <a:ext cx="9152370" cy="4752975"/>
          </a:xfrm>
          <a:prstGeom prst="rect">
            <a:avLst/>
          </a:prstGeom>
        </p:spPr>
        <p:txBody>
          <a:bodyPr>
            <a:noAutofit/>
          </a:bodyPr>
          <a:lstStyle>
            <a:lvl1pPr>
              <a:spcBef>
                <a:spcPts val="4528"/>
              </a:spcBef>
              <a:defRPr sz="3420">
                <a:solidFill>
                  <a:schemeClr val="bg1"/>
                </a:solidFill>
              </a:defRPr>
            </a:lvl1pPr>
            <a:lvl2pPr marL="575035" indent="-575035">
              <a:defRPr sz="3772">
                <a:solidFill>
                  <a:schemeClr val="bg2"/>
                </a:solidFill>
              </a:defRPr>
            </a:lvl2pPr>
            <a:lvl3pPr>
              <a:defRPr sz="3772">
                <a:solidFill>
                  <a:schemeClr val="bg2"/>
                </a:solidFill>
              </a:defRPr>
            </a:lvl3pPr>
            <a:lvl4pPr>
              <a:defRPr sz="3772">
                <a:solidFill>
                  <a:schemeClr val="bg2"/>
                </a:solidFill>
              </a:defRPr>
            </a:lvl4pPr>
            <a:lvl5pPr>
              <a:defRPr sz="3772">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3"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2934008837"/>
      </p:ext>
    </p:extLst>
  </p:cSld>
  <p:clrMapOvr>
    <a:masterClrMapping/>
  </p:clrMapOvr>
  <p:transition>
    <p:fade/>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7204"/>
            <a:ext cx="9277350" cy="4759584"/>
          </a:xfrm>
          <a:prstGeom prst="rect">
            <a:avLst/>
          </a:prstGeom>
        </p:spPr>
        <p:txBody>
          <a:bodyPr>
            <a:noAutofit/>
          </a:bodyPr>
          <a:lstStyle>
            <a:lvl1pPr>
              <a:spcBef>
                <a:spcPts val="4528"/>
              </a:spcBef>
              <a:defRPr sz="3420">
                <a:solidFill>
                  <a:schemeClr val="bg1"/>
                </a:solidFill>
              </a:defRPr>
            </a:lvl1pPr>
            <a:lvl2pPr marL="575035" indent="-575035">
              <a:defRPr sz="3772">
                <a:solidFill>
                  <a:schemeClr val="bg2"/>
                </a:solidFill>
              </a:defRPr>
            </a:lvl2pPr>
            <a:lvl3pPr>
              <a:defRPr sz="3772">
                <a:solidFill>
                  <a:schemeClr val="bg2"/>
                </a:solidFill>
              </a:defRPr>
            </a:lvl3pPr>
            <a:lvl4pPr>
              <a:defRPr sz="3772">
                <a:solidFill>
                  <a:schemeClr val="bg2"/>
                </a:solidFill>
              </a:defRPr>
            </a:lvl4pPr>
            <a:lvl5pPr>
              <a:defRPr sz="3772">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3"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4156423758"/>
      </p:ext>
    </p:extLst>
  </p:cSld>
  <p:clrMapOvr>
    <a:masterClrMapping/>
  </p:clrMapOvr>
  <p:transition>
    <p:fade/>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8"/>
            <a:ext cx="9277350" cy="4752975"/>
          </a:xfrm>
          <a:prstGeom prst="rect">
            <a:avLst/>
          </a:prstGeom>
        </p:spPr>
        <p:txBody>
          <a:bodyPr>
            <a:noAutofit/>
          </a:bodyPr>
          <a:lstStyle>
            <a:lvl1pPr>
              <a:spcBef>
                <a:spcPts val="4528"/>
              </a:spcBef>
              <a:defRPr sz="3420">
                <a:solidFill>
                  <a:schemeClr val="bg1"/>
                </a:solidFill>
              </a:defRPr>
            </a:lvl1pPr>
            <a:lvl2pPr marL="575035" indent="-575035">
              <a:defRPr sz="3772">
                <a:solidFill>
                  <a:schemeClr val="bg2"/>
                </a:solidFill>
              </a:defRPr>
            </a:lvl2pPr>
            <a:lvl3pPr>
              <a:defRPr sz="3772">
                <a:solidFill>
                  <a:schemeClr val="bg2"/>
                </a:solidFill>
              </a:defRPr>
            </a:lvl3pPr>
            <a:lvl4pPr>
              <a:defRPr sz="3772">
                <a:solidFill>
                  <a:schemeClr val="bg2"/>
                </a:solidFill>
              </a:defRPr>
            </a:lvl4pPr>
            <a:lvl5pPr>
              <a:defRPr sz="3772">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3"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2355779380"/>
      </p:ext>
    </p:extLst>
  </p:cSld>
  <p:clrMapOvr>
    <a:masterClrMapping/>
  </p:clrMapOvr>
  <p:transition>
    <p:fade/>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8"/>
            <a:ext cx="9277350" cy="4752975"/>
          </a:xfrm>
          <a:prstGeom prst="rect">
            <a:avLst/>
          </a:prstGeom>
        </p:spPr>
        <p:txBody>
          <a:bodyPr>
            <a:noAutofit/>
          </a:bodyPr>
          <a:lstStyle>
            <a:lvl1pPr>
              <a:spcBef>
                <a:spcPts val="4528"/>
              </a:spcBef>
              <a:defRPr sz="3420">
                <a:solidFill>
                  <a:schemeClr val="bg1"/>
                </a:solidFill>
              </a:defRPr>
            </a:lvl1pPr>
            <a:lvl2pPr marL="575035" indent="-575035">
              <a:defRPr sz="3772">
                <a:solidFill>
                  <a:schemeClr val="bg2"/>
                </a:solidFill>
              </a:defRPr>
            </a:lvl2pPr>
            <a:lvl3pPr>
              <a:defRPr sz="3772">
                <a:solidFill>
                  <a:schemeClr val="bg2"/>
                </a:solidFill>
              </a:defRPr>
            </a:lvl3pPr>
            <a:lvl4pPr>
              <a:defRPr sz="3772">
                <a:solidFill>
                  <a:schemeClr val="bg2"/>
                </a:solidFill>
              </a:defRPr>
            </a:lvl4pPr>
            <a:lvl5pPr>
              <a:defRPr sz="3772">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3"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2029547938"/>
      </p:ext>
    </p:extLst>
  </p:cSld>
  <p:clrMapOvr>
    <a:masterClrMapping/>
  </p:clrMapOvr>
  <p:transition>
    <p:fade/>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1_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2" y="1665293"/>
            <a:ext cx="9277350" cy="4716463"/>
          </a:xfrm>
          <a:prstGeom prst="rect">
            <a:avLst/>
          </a:prstGeom>
        </p:spPr>
        <p:txBody>
          <a:bodyPr/>
          <a:lstStyle>
            <a:lvl1pPr>
              <a:tabLst>
                <a:tab pos="8463812" algn="r"/>
              </a:tabLst>
              <a:defRPr/>
            </a:lvl1pPr>
            <a:lvl2pPr>
              <a:tabLst>
                <a:tab pos="8463812" algn="r"/>
              </a:tabLst>
              <a:defRPr/>
            </a:lvl2pPr>
            <a:lvl3pPr>
              <a:tabLst>
                <a:tab pos="8463812" algn="r"/>
              </a:tabLst>
              <a:defRPr/>
            </a:lvl3pPr>
            <a:lvl4pPr>
              <a:tabLst>
                <a:tab pos="8463812" algn="r"/>
              </a:tabLst>
              <a:defRPr/>
            </a:lvl4pPr>
            <a:lvl5pPr>
              <a:tabLst>
                <a:tab pos="6325396" algn="r"/>
              </a:tabLst>
              <a:defRPr baseline="0"/>
            </a:lvl5pPr>
            <a:lvl6pPr>
              <a:tabLst>
                <a:tab pos="8463812" algn="r"/>
              </a:tabLst>
              <a:defRPr/>
            </a:lvl6pPr>
            <a:lvl7pPr>
              <a:tabLst>
                <a:tab pos="8463812" algn="r"/>
              </a:tabLst>
              <a:defRPr/>
            </a:lvl7pPr>
            <a:lvl8pPr>
              <a:tabLst>
                <a:tab pos="8463812" algn="r"/>
              </a:tabLst>
              <a:defRPr/>
            </a:lvl8pPr>
            <a:lvl9pPr>
              <a:tabLst>
                <a:tab pos="8463812"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1"/>
          <p:cNvSpPr>
            <a:spLocks noGrp="1"/>
          </p:cNvSpPr>
          <p:nvPr>
            <p:ph type="title" hasCustomPrompt="1"/>
          </p:nvPr>
        </p:nvSpPr>
        <p:spPr>
          <a:xfrm>
            <a:off x="501652" y="317504"/>
            <a:ext cx="11180231" cy="698501"/>
          </a:xfrm>
          <a:prstGeom prst="rect">
            <a:avLst/>
          </a:prstGeom>
        </p:spPr>
        <p:txBody>
          <a:bodyPr vert="horz" lIns="0" tIns="0" rIns="0" bIns="0" rtlCol="0" anchor="t" anchorCtr="0">
            <a:noAutofit/>
          </a:bodyPr>
          <a:lstStyle>
            <a:lvl1pPr>
              <a:defRPr/>
            </a:lvl1pPr>
          </a:lstStyle>
          <a:p>
            <a:r>
              <a:rPr lang="en-US"/>
              <a:t>Click to add title</a:t>
            </a:r>
          </a:p>
        </p:txBody>
      </p:sp>
    </p:spTree>
    <p:extLst>
      <p:ext uri="{BB962C8B-B14F-4D97-AF65-F5344CB8AC3E}">
        <p14:creationId xmlns:p14="http://schemas.microsoft.com/office/powerpoint/2010/main" val="4004659229"/>
      </p:ext>
    </p:extLst>
  </p:cSld>
  <p:clrMapOvr>
    <a:masterClrMapping/>
  </p:clrMapOvr>
  <p:transition>
    <p:fade/>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1_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2" y="317501"/>
            <a:ext cx="11188699" cy="6985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5" name="Picture Placeholder 9"/>
          <p:cNvSpPr>
            <a:spLocks noGrp="1"/>
          </p:cNvSpPr>
          <p:nvPr>
            <p:ph type="pic" sz="quarter" idx="15"/>
          </p:nvPr>
        </p:nvSpPr>
        <p:spPr>
          <a:xfrm>
            <a:off x="5450354" y="1701805"/>
            <a:ext cx="6240000" cy="4679950"/>
          </a:xfrm>
        </p:spPr>
        <p:txBody>
          <a:bodyPr/>
          <a:lstStyle/>
          <a:p>
            <a:r>
              <a:rPr lang="en-US" noProof="0"/>
              <a:t>Click icon to add picture</a:t>
            </a:r>
          </a:p>
        </p:txBody>
      </p:sp>
      <p:sp>
        <p:nvSpPr>
          <p:cNvPr id="6" name="Content Placeholder 3"/>
          <p:cNvSpPr>
            <a:spLocks noGrp="1"/>
          </p:cNvSpPr>
          <p:nvPr>
            <p:ph sz="quarter" idx="10"/>
          </p:nvPr>
        </p:nvSpPr>
        <p:spPr>
          <a:xfrm>
            <a:off x="501653" y="1665293"/>
            <a:ext cx="4456429" cy="4716463"/>
          </a:xfrm>
          <a:prstGeom prst="rect">
            <a:avLst/>
          </a:prstGeom>
        </p:spPr>
        <p:txBody>
          <a:bodyPr/>
          <a:lstStyle>
            <a:lvl1pPr>
              <a:tabLst>
                <a:tab pos="6325396" algn="r"/>
              </a:tabLst>
              <a:defRPr/>
            </a:lvl1pPr>
            <a:lvl2pPr>
              <a:tabLst>
                <a:tab pos="6325396" algn="r"/>
              </a:tabLst>
              <a:defRPr/>
            </a:lvl2pPr>
            <a:lvl3pPr>
              <a:tabLst>
                <a:tab pos="6325396" algn="r"/>
              </a:tabLst>
              <a:defRPr/>
            </a:lvl3pPr>
            <a:lvl4pPr>
              <a:tabLst>
                <a:tab pos="6325396" algn="r"/>
              </a:tabLst>
              <a:defRPr/>
            </a:lvl4pPr>
            <a:lvl5pPr>
              <a:tabLst>
                <a:tab pos="6325396"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512709956"/>
      </p:ext>
    </p:extLst>
  </p:cSld>
  <p:clrMapOvr>
    <a:masterClrMapping/>
  </p:clrMapOvr>
  <p:transition>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1_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01652" y="317501"/>
            <a:ext cx="11188699" cy="698500"/>
          </a:xfrm>
        </p:spPr>
        <p:txBody>
          <a:bodyPr/>
          <a:lstStyle/>
          <a:p>
            <a:r>
              <a:rPr lang="en-US" noProof="0"/>
              <a:t>Click to edit Master title style</a:t>
            </a:r>
          </a:p>
        </p:txBody>
      </p:sp>
      <p:sp>
        <p:nvSpPr>
          <p:cNvPr id="14" name="Text Placeholder 18"/>
          <p:cNvSpPr>
            <a:spLocks noGrp="1"/>
          </p:cNvSpPr>
          <p:nvPr>
            <p:ph idx="1"/>
          </p:nvPr>
        </p:nvSpPr>
        <p:spPr>
          <a:xfrm>
            <a:off x="501653" y="1665293"/>
            <a:ext cx="11165416"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039973276"/>
      </p:ext>
    </p:extLst>
  </p:cSld>
  <p:clrMapOvr>
    <a:masterClrMapping/>
  </p:clrMapOvr>
  <p:transition>
    <p:fade/>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1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2"/>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3"/>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498584" y="1143708"/>
            <a:ext cx="11165416" cy="471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790405662"/>
      </p:ext>
    </p:extLst>
  </p:cSld>
  <p:clrMapOvr>
    <a:masterClrMapping/>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1_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2"/>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3"/>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501653" y="1700213"/>
            <a:ext cx="11165416" cy="4678986"/>
          </a:xfrm>
          <a:prstGeom prst="rect">
            <a:avLst/>
          </a:prstGeom>
        </p:spPr>
        <p:txBody>
          <a:bodyPr vert="horz" lIns="0" tIns="0" rIns="0" bIns="0" rtlCol="0">
            <a:noAutofit/>
          </a:bodyPr>
          <a:lstStyle>
            <a:lvl1pPr>
              <a:defRPr sz="2012"/>
            </a:lvl1pPr>
            <a:lvl2pPr>
              <a:defRPr sz="2012"/>
            </a:lvl2pPr>
            <a:lvl3pPr>
              <a:defRPr sz="2012"/>
            </a:lvl3pPr>
            <a:lvl4pPr>
              <a:defRPr sz="2012"/>
            </a:lvl4pPr>
            <a:lvl5pPr>
              <a:defRPr sz="2012"/>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907924699"/>
      </p:ext>
    </p:extLst>
  </p:cSld>
  <p:clrMapOvr>
    <a:masterClrMapping/>
  </p:clrMapOvr>
  <p:transition>
    <p:fade/>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1_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501654" y="317503"/>
            <a:ext cx="1120266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9" name="Text Placeholder 8"/>
          <p:cNvSpPr>
            <a:spLocks noGrp="1"/>
          </p:cNvSpPr>
          <p:nvPr>
            <p:ph type="body" sz="quarter" idx="13" hasCustomPrompt="1"/>
          </p:nvPr>
        </p:nvSpPr>
        <p:spPr>
          <a:xfrm>
            <a:off x="501654" y="651602"/>
            <a:ext cx="1120266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6325396" algn="r"/>
              </a:tabLst>
              <a:defRPr/>
            </a:lvl1pPr>
            <a:lvl2pPr>
              <a:tabLst>
                <a:tab pos="6325396" algn="r"/>
              </a:tabLst>
              <a:defRPr/>
            </a:lvl2pPr>
            <a:lvl3pPr>
              <a:tabLst>
                <a:tab pos="6325396" algn="r"/>
              </a:tabLst>
              <a:defRPr/>
            </a:lvl3pPr>
            <a:lvl4pPr>
              <a:tabLst>
                <a:tab pos="6325396" algn="r"/>
              </a:tabLst>
              <a:defRPr/>
            </a:lvl4pPr>
            <a:lvl5pPr>
              <a:tabLst>
                <a:tab pos="6325396"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81539" y="1665288"/>
            <a:ext cx="5322781" cy="4716461"/>
          </a:xfrm>
          <a:prstGeom prst="rect">
            <a:avLst/>
          </a:prstGeom>
        </p:spPr>
        <p:txBody>
          <a:bodyPr/>
          <a:lstStyle>
            <a:lvl1pPr>
              <a:tabLst>
                <a:tab pos="6325396" algn="r"/>
              </a:tabLst>
              <a:defRPr/>
            </a:lvl1pPr>
            <a:lvl2pPr>
              <a:tabLst>
                <a:tab pos="6325396" algn="r"/>
              </a:tabLst>
              <a:defRPr/>
            </a:lvl2pPr>
            <a:lvl3pPr>
              <a:tabLst>
                <a:tab pos="6325396" algn="r"/>
              </a:tabLst>
              <a:defRPr/>
            </a:lvl3pPr>
            <a:lvl4pPr>
              <a:tabLst>
                <a:tab pos="6325396" algn="r"/>
              </a:tabLst>
              <a:defRPr/>
            </a:lvl4pPr>
            <a:lvl5pPr>
              <a:tabLst>
                <a:tab pos="6325396"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402474720"/>
      </p:ext>
    </p:extLst>
  </p:cSld>
  <p:clrMapOvr>
    <a:masterClrMapping/>
  </p:clrMapOvr>
  <p:transition>
    <p:fade/>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1_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501652" y="651602"/>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8" name="Title Placeholder 1"/>
          <p:cNvSpPr>
            <a:spLocks noGrp="1"/>
          </p:cNvSpPr>
          <p:nvPr>
            <p:ph type="title" hasCustomPrompt="1"/>
          </p:nvPr>
        </p:nvSpPr>
        <p:spPr>
          <a:xfrm>
            <a:off x="501652" y="317500"/>
            <a:ext cx="11188699" cy="3341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1" name="Content Placeholder 3"/>
          <p:cNvSpPr>
            <a:spLocks noGrp="1"/>
          </p:cNvSpPr>
          <p:nvPr>
            <p:ph sz="quarter" idx="10"/>
          </p:nvPr>
        </p:nvSpPr>
        <p:spPr>
          <a:xfrm>
            <a:off x="501650" y="1665288"/>
            <a:ext cx="5305580" cy="4716461"/>
          </a:xfrm>
          <a:prstGeom prst="rect">
            <a:avLst/>
          </a:prstGeom>
        </p:spPr>
        <p:txBody>
          <a:bodyPr>
            <a:noAutofit/>
          </a:bodyPr>
          <a:lstStyle>
            <a:lvl1pPr>
              <a:tabLst>
                <a:tab pos="6325396" algn="r"/>
              </a:tabLst>
              <a:defRPr sz="2012"/>
            </a:lvl1pPr>
            <a:lvl2pPr>
              <a:tabLst>
                <a:tab pos="6325396" algn="r"/>
              </a:tabLst>
              <a:defRPr sz="2012"/>
            </a:lvl2pPr>
            <a:lvl3pPr>
              <a:tabLst>
                <a:tab pos="6325396" algn="r"/>
              </a:tabLst>
              <a:defRPr sz="2012"/>
            </a:lvl3pPr>
            <a:lvl4pPr>
              <a:tabLst>
                <a:tab pos="6325396" algn="r"/>
              </a:tabLst>
              <a:defRPr sz="2012"/>
            </a:lvl4pPr>
            <a:lvl5pPr>
              <a:tabLst>
                <a:tab pos="6325396"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84003" y="1665288"/>
            <a:ext cx="5306350" cy="4716461"/>
          </a:xfrm>
          <a:prstGeom prst="rect">
            <a:avLst/>
          </a:prstGeom>
        </p:spPr>
        <p:txBody>
          <a:bodyPr>
            <a:noAutofit/>
          </a:bodyPr>
          <a:lstStyle>
            <a:lvl1pPr>
              <a:tabLst>
                <a:tab pos="6325396" algn="r"/>
              </a:tabLst>
              <a:defRPr sz="2012"/>
            </a:lvl1pPr>
            <a:lvl2pPr>
              <a:tabLst>
                <a:tab pos="6325396" algn="r"/>
              </a:tabLst>
              <a:defRPr sz="2012"/>
            </a:lvl2pPr>
            <a:lvl3pPr>
              <a:tabLst>
                <a:tab pos="6325396" algn="r"/>
              </a:tabLst>
              <a:defRPr sz="2012"/>
            </a:lvl3pPr>
            <a:lvl4pPr>
              <a:tabLst>
                <a:tab pos="6325396" algn="r"/>
              </a:tabLst>
              <a:defRPr sz="2012"/>
            </a:lvl4pPr>
            <a:lvl5pPr>
              <a:tabLst>
                <a:tab pos="6325396"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944228982"/>
      </p:ext>
    </p:extLst>
  </p:cSld>
  <p:clrMapOvr>
    <a:masterClrMapping/>
  </p:clrMapOvr>
  <p:transition>
    <p:fade/>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1_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2" y="317500"/>
            <a:ext cx="11188699" cy="334100"/>
          </a:xfrm>
        </p:spPr>
        <p:txBody>
          <a:bodyPr/>
          <a:lstStyle/>
          <a:p>
            <a:r>
              <a:rPr lang="en-US" noProof="0"/>
              <a:t>Click to edit Master title style</a:t>
            </a:r>
          </a:p>
        </p:txBody>
      </p:sp>
      <p:sp>
        <p:nvSpPr>
          <p:cNvPr id="4" name="Rectangle 3"/>
          <p:cNvSpPr/>
          <p:nvPr userDrawn="1"/>
        </p:nvSpPr>
        <p:spPr>
          <a:xfrm>
            <a:off x="504002"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5" name="Rectangle 4"/>
          <p:cNvSpPr/>
          <p:nvPr userDrawn="1"/>
        </p:nvSpPr>
        <p:spPr>
          <a:xfrm>
            <a:off x="6224086" y="1700217"/>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6" name="Rectangle 5"/>
          <p:cNvSpPr/>
          <p:nvPr userDrawn="1"/>
        </p:nvSpPr>
        <p:spPr>
          <a:xfrm>
            <a:off x="504002"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7" name="Rectangle 6"/>
          <p:cNvSpPr/>
          <p:nvPr userDrawn="1"/>
        </p:nvSpPr>
        <p:spPr>
          <a:xfrm>
            <a:off x="6224086"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8" name="Picture Placeholder 11"/>
          <p:cNvSpPr>
            <a:spLocks noGrp="1"/>
          </p:cNvSpPr>
          <p:nvPr>
            <p:ph type="pic" sz="quarter" idx="25"/>
          </p:nvPr>
        </p:nvSpPr>
        <p:spPr>
          <a:xfrm>
            <a:off x="504003" y="1880213"/>
            <a:ext cx="1968000" cy="1476000"/>
          </a:xfrm>
        </p:spPr>
        <p:txBody>
          <a:bodyPr/>
          <a:lstStyle>
            <a:lvl1pPr algn="ctr">
              <a:defRPr/>
            </a:lvl1pPr>
          </a:lstStyle>
          <a:p>
            <a:r>
              <a:rPr lang="en-US" noProof="0"/>
              <a:t>Click icon to add picture</a:t>
            </a:r>
          </a:p>
        </p:txBody>
      </p:sp>
      <p:sp>
        <p:nvSpPr>
          <p:cNvPr id="9" name="Picture Placeholder 11"/>
          <p:cNvSpPr>
            <a:spLocks noGrp="1"/>
          </p:cNvSpPr>
          <p:nvPr>
            <p:ph type="pic" sz="quarter" idx="27"/>
          </p:nvPr>
        </p:nvSpPr>
        <p:spPr>
          <a:xfrm>
            <a:off x="6224088" y="1880213"/>
            <a:ext cx="1968000" cy="1476000"/>
          </a:xfrm>
        </p:spPr>
        <p:txBody>
          <a:bodyPr/>
          <a:lstStyle>
            <a:lvl1pPr algn="ctr">
              <a:defRPr/>
            </a:lvl1pPr>
          </a:lstStyle>
          <a:p>
            <a:r>
              <a:rPr lang="en-US" noProof="0"/>
              <a:t>Click icon to add picture</a:t>
            </a:r>
          </a:p>
        </p:txBody>
      </p:sp>
      <p:sp>
        <p:nvSpPr>
          <p:cNvPr id="10" name="Picture Placeholder 11"/>
          <p:cNvSpPr>
            <a:spLocks noGrp="1"/>
          </p:cNvSpPr>
          <p:nvPr>
            <p:ph type="pic" sz="quarter" idx="29"/>
          </p:nvPr>
        </p:nvSpPr>
        <p:spPr>
          <a:xfrm>
            <a:off x="504003" y="4256213"/>
            <a:ext cx="1968000" cy="1476000"/>
          </a:xfrm>
        </p:spPr>
        <p:txBody>
          <a:bodyPr/>
          <a:lstStyle>
            <a:lvl1pPr algn="ctr">
              <a:defRPr/>
            </a:lvl1pPr>
          </a:lstStyle>
          <a:p>
            <a:r>
              <a:rPr lang="en-US" noProof="0"/>
              <a:t>Click icon to add picture</a:t>
            </a:r>
          </a:p>
        </p:txBody>
      </p:sp>
      <p:sp>
        <p:nvSpPr>
          <p:cNvPr id="11" name="Picture Placeholder 11"/>
          <p:cNvSpPr>
            <a:spLocks noGrp="1"/>
          </p:cNvSpPr>
          <p:nvPr>
            <p:ph type="pic" sz="quarter" idx="31"/>
          </p:nvPr>
        </p:nvSpPr>
        <p:spPr>
          <a:xfrm>
            <a:off x="6224088" y="4256213"/>
            <a:ext cx="1968000" cy="1476000"/>
          </a:xfrm>
        </p:spPr>
        <p:txBody>
          <a:bodyPr/>
          <a:lstStyle>
            <a:lvl1pPr algn="ctr">
              <a:defRPr/>
            </a:lvl1pPr>
          </a:lstStyle>
          <a:p>
            <a:r>
              <a:rPr lang="en-US" noProof="0"/>
              <a:t>Click icon to add picture</a:t>
            </a:r>
          </a:p>
        </p:txBody>
      </p:sp>
      <p:sp>
        <p:nvSpPr>
          <p:cNvPr id="13" name="Text Placeholder 12"/>
          <p:cNvSpPr>
            <a:spLocks noGrp="1"/>
          </p:cNvSpPr>
          <p:nvPr>
            <p:ph type="body" sz="quarter" idx="32"/>
          </p:nvPr>
        </p:nvSpPr>
        <p:spPr>
          <a:xfrm>
            <a:off x="2683484" y="1880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4" name="Text Placeholder 12"/>
          <p:cNvSpPr>
            <a:spLocks noGrp="1"/>
          </p:cNvSpPr>
          <p:nvPr>
            <p:ph type="body" sz="quarter" idx="33"/>
          </p:nvPr>
        </p:nvSpPr>
        <p:spPr>
          <a:xfrm>
            <a:off x="8396564" y="1880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5" name="Text Placeholder 12"/>
          <p:cNvSpPr>
            <a:spLocks noGrp="1"/>
          </p:cNvSpPr>
          <p:nvPr>
            <p:ph type="body" sz="quarter" idx="34"/>
          </p:nvPr>
        </p:nvSpPr>
        <p:spPr>
          <a:xfrm>
            <a:off x="2683484" y="4256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6" name="Text Placeholder 12"/>
          <p:cNvSpPr>
            <a:spLocks noGrp="1"/>
          </p:cNvSpPr>
          <p:nvPr>
            <p:ph type="body" sz="quarter" idx="35"/>
          </p:nvPr>
        </p:nvSpPr>
        <p:spPr>
          <a:xfrm>
            <a:off x="8396564" y="4256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7" name="Text Placeholder 8"/>
          <p:cNvSpPr>
            <a:spLocks noGrp="1"/>
          </p:cNvSpPr>
          <p:nvPr>
            <p:ph type="body" sz="quarter" idx="13" hasCustomPrompt="1"/>
          </p:nvPr>
        </p:nvSpPr>
        <p:spPr>
          <a:xfrm>
            <a:off x="501652" y="651602"/>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921380515"/>
      </p:ext>
    </p:extLst>
  </p:cSld>
  <p:clrMapOvr>
    <a:masterClrMapping/>
  </p:clrMapOvr>
  <p:transition>
    <p:fade/>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_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2" y="185789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44156"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2" y="317506"/>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6" name="Picture Placeholder 29"/>
          <p:cNvSpPr>
            <a:spLocks noGrp="1"/>
          </p:cNvSpPr>
          <p:nvPr>
            <p:ph type="pic" sz="quarter" idx="19" hasCustomPrompt="1"/>
          </p:nvPr>
        </p:nvSpPr>
        <p:spPr>
          <a:xfrm>
            <a:off x="4769494" y="1863918"/>
            <a:ext cx="1210206" cy="549275"/>
          </a:xfrm>
        </p:spPr>
        <p:txBody>
          <a:bodyPr/>
          <a:lstStyle>
            <a:lvl1pPr marL="0" marR="0" indent="0" algn="l" defTabSz="1150072"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24620" y="1857894"/>
            <a:ext cx="1244161" cy="549275"/>
          </a:xfrm>
        </p:spPr>
        <p:txBody>
          <a:bodyPr/>
          <a:lstStyle>
            <a:lvl1pPr marL="0" marR="0" indent="0" algn="l" defTabSz="1150072"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2" y="651602"/>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346663383"/>
      </p:ext>
    </p:extLst>
  </p:cSld>
  <p:clrMapOvr>
    <a:masterClrMapping/>
  </p:clrMapOvr>
  <p:transition>
    <p:fade/>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1_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1" y="1857895"/>
            <a:ext cx="5468941"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5466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2" y="317506"/>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7" name="Picture Placeholder 29"/>
          <p:cNvSpPr>
            <a:spLocks noGrp="1"/>
          </p:cNvSpPr>
          <p:nvPr>
            <p:ph type="pic" sz="quarter" idx="20" hasCustomPrompt="1"/>
          </p:nvPr>
        </p:nvSpPr>
        <p:spPr>
          <a:xfrm>
            <a:off x="10424620" y="1857894"/>
            <a:ext cx="1244161" cy="549275"/>
          </a:xfrm>
        </p:spPr>
        <p:txBody>
          <a:bodyPr/>
          <a:lstStyle>
            <a:lvl1pPr marL="0" marR="0" indent="0" algn="l" defTabSz="1150072"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0" name="Text Placeholder 8"/>
          <p:cNvSpPr>
            <a:spLocks noGrp="1"/>
          </p:cNvSpPr>
          <p:nvPr>
            <p:ph type="body" sz="quarter" idx="22"/>
          </p:nvPr>
        </p:nvSpPr>
        <p:spPr>
          <a:xfrm>
            <a:off x="504002" y="424968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23"/>
          </p:nvPr>
        </p:nvSpPr>
        <p:spPr>
          <a:xfrm>
            <a:off x="6246196" y="4249685"/>
            <a:ext cx="545295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Rectangle 11"/>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13" name="Rectangle 12"/>
          <p:cNvSpPr/>
          <p:nvPr userDrawn="1"/>
        </p:nvSpPr>
        <p:spPr>
          <a:xfrm>
            <a:off x="6246196"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14" name="Picture Placeholder 29"/>
          <p:cNvSpPr>
            <a:spLocks noGrp="1"/>
          </p:cNvSpPr>
          <p:nvPr>
            <p:ph type="pic" sz="quarter" idx="24" hasCustomPrompt="1"/>
          </p:nvPr>
        </p:nvSpPr>
        <p:spPr>
          <a:xfrm>
            <a:off x="4754495" y="4255708"/>
            <a:ext cx="1239382" cy="549275"/>
          </a:xfrm>
        </p:spPr>
        <p:txBody>
          <a:bodyPr/>
          <a:lstStyle>
            <a:lvl1pPr marL="0" marR="0" indent="0" algn="l" defTabSz="1150072"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5" name="Picture Placeholder 29"/>
          <p:cNvSpPr>
            <a:spLocks noGrp="1"/>
          </p:cNvSpPr>
          <p:nvPr>
            <p:ph type="pic" sz="quarter" idx="25" hasCustomPrompt="1"/>
          </p:nvPr>
        </p:nvSpPr>
        <p:spPr>
          <a:xfrm>
            <a:off x="10424617" y="4249684"/>
            <a:ext cx="1244160" cy="549275"/>
          </a:xfrm>
        </p:spPr>
        <p:txBody>
          <a:bodyPr/>
          <a:lstStyle>
            <a:lvl1pPr marL="0" marR="0" indent="0" algn="l" defTabSz="1150072"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2"/>
            <a:ext cx="111975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7" name="Picture Placeholder 29"/>
          <p:cNvSpPr>
            <a:spLocks noGrp="1"/>
          </p:cNvSpPr>
          <p:nvPr>
            <p:ph type="pic" sz="quarter" idx="19" hasCustomPrompt="1"/>
          </p:nvPr>
        </p:nvSpPr>
        <p:spPr>
          <a:xfrm>
            <a:off x="4769494" y="1863918"/>
            <a:ext cx="1210206" cy="549275"/>
          </a:xfrm>
        </p:spPr>
        <p:txBody>
          <a:bodyPr/>
          <a:lstStyle>
            <a:lvl1pPr marL="0" marR="0" indent="0" algn="l" defTabSz="1150072"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Tree>
    <p:extLst>
      <p:ext uri="{BB962C8B-B14F-4D97-AF65-F5344CB8AC3E}">
        <p14:creationId xmlns:p14="http://schemas.microsoft.com/office/powerpoint/2010/main" val="2133216321"/>
      </p:ext>
    </p:extLst>
  </p:cSld>
  <p:clrMapOvr>
    <a:masterClrMapping/>
  </p:clrMapOvr>
  <p:transition>
    <p:fade/>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2" y="317506"/>
            <a:ext cx="11188699" cy="334099"/>
          </a:xfrm>
        </p:spPr>
        <p:txBody>
          <a:bodyPr/>
          <a:lstStyle/>
          <a:p>
            <a:r>
              <a:rPr lang="en-US" noProof="0"/>
              <a:t>Click to edit Master title style</a:t>
            </a:r>
          </a:p>
        </p:txBody>
      </p:sp>
      <p:sp>
        <p:nvSpPr>
          <p:cNvPr id="4" name="Rectangle 3"/>
          <p:cNvSpPr/>
          <p:nvPr userDrawn="1"/>
        </p:nvSpPr>
        <p:spPr>
          <a:xfrm>
            <a:off x="4320002"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5" name="Rectangle 4"/>
          <p:cNvSpPr/>
          <p:nvPr userDrawn="1"/>
        </p:nvSpPr>
        <p:spPr>
          <a:xfrm>
            <a:off x="504001"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504001" y="1851441"/>
            <a:ext cx="3560000"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128002" y="1851441"/>
            <a:ext cx="3571153"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501652" y="651602"/>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774177375"/>
      </p:ext>
    </p:extLst>
  </p:cSld>
  <p:clrMapOvr>
    <a:masterClrMapping/>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0" y="317504"/>
            <a:ext cx="11188701" cy="370193"/>
          </a:xfrm>
        </p:spPr>
        <p:txBody>
          <a:bodyPr/>
          <a:lstStyle>
            <a:lvl1pPr>
              <a:defRPr>
                <a:solidFill>
                  <a:schemeClr val="bg1"/>
                </a:solidFill>
              </a:defRPr>
            </a:lvl1p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64" indent="-221864">
              <a:spcAft>
                <a:spcPts val="1258"/>
              </a:spcAft>
              <a:buFont typeface="Arial" panose="020B0604020202020204" pitchFamily="34" charset="0"/>
              <a:buChar char="•"/>
              <a:defRPr>
                <a:solidFill>
                  <a:schemeClr val="bg1"/>
                </a:solidFill>
              </a:defRPr>
            </a:lvl4pPr>
            <a:lvl5pPr marL="448256" indent="-221864">
              <a:spcAft>
                <a:spcPts val="1258"/>
              </a:spcAft>
              <a:defRPr baseline="0">
                <a:solidFill>
                  <a:schemeClr val="bg1"/>
                </a:solidFill>
              </a:defRPr>
            </a:lvl5pPr>
            <a:lvl6pPr marL="448256" indent="-221864">
              <a:spcAft>
                <a:spcPts val="1258"/>
              </a:spcAft>
              <a:buFont typeface="Verdana" panose="020B0604030504040204" pitchFamily="34" charset="0"/>
              <a:buChar char="−"/>
              <a:defRPr>
                <a:solidFill>
                  <a:schemeClr val="bg1"/>
                </a:solidFill>
              </a:defRPr>
            </a:lvl6pPr>
            <a:lvl7pPr marL="448256" indent="-221864">
              <a:spcAft>
                <a:spcPts val="1258"/>
              </a:spcAft>
              <a:defRPr>
                <a:solidFill>
                  <a:schemeClr val="bg1"/>
                </a:solidFill>
              </a:defRPr>
            </a:lvl7pPr>
            <a:lvl8pPr marL="448256" indent="-221864">
              <a:spcAft>
                <a:spcPts val="1258"/>
              </a:spcAft>
              <a:defRPr>
                <a:solidFill>
                  <a:schemeClr val="bg1"/>
                </a:solidFill>
              </a:defRPr>
            </a:lvl8pPr>
            <a:lvl9pPr marL="448256" indent="-221864">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64" indent="-221864">
              <a:spcAft>
                <a:spcPts val="1258"/>
              </a:spcAft>
              <a:buFont typeface="Arial" panose="020B0604020202020204" pitchFamily="34" charset="0"/>
              <a:buChar char="•"/>
              <a:defRPr>
                <a:solidFill>
                  <a:schemeClr val="bg1"/>
                </a:solidFill>
              </a:defRPr>
            </a:lvl4pPr>
            <a:lvl5pPr marL="448256" indent="-221864">
              <a:spcAft>
                <a:spcPts val="1258"/>
              </a:spcAft>
              <a:defRPr baseline="0">
                <a:solidFill>
                  <a:schemeClr val="bg1"/>
                </a:solidFill>
              </a:defRPr>
            </a:lvl5pPr>
            <a:lvl6pPr marL="448256" indent="-221864">
              <a:spcAft>
                <a:spcPts val="1258"/>
              </a:spcAft>
              <a:buFont typeface="Verdana" panose="020B0604030504040204" pitchFamily="34" charset="0"/>
              <a:buChar char="−"/>
              <a:defRPr>
                <a:solidFill>
                  <a:schemeClr val="bg1"/>
                </a:solidFill>
              </a:defRPr>
            </a:lvl6pPr>
            <a:lvl7pPr marL="448256" indent="-221864">
              <a:spcAft>
                <a:spcPts val="1258"/>
              </a:spcAft>
              <a:defRPr>
                <a:solidFill>
                  <a:schemeClr val="bg1"/>
                </a:solidFill>
              </a:defRPr>
            </a:lvl7pPr>
            <a:lvl8pPr marL="448256" indent="-221864">
              <a:spcAft>
                <a:spcPts val="1258"/>
              </a:spcAft>
              <a:defRPr>
                <a:solidFill>
                  <a:schemeClr val="bg1"/>
                </a:solidFill>
              </a:defRPr>
            </a:lvl8pPr>
            <a:lvl9pPr marL="448256" indent="-221864">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64" indent="-221864">
              <a:spcAft>
                <a:spcPts val="1258"/>
              </a:spcAft>
              <a:buFont typeface="Arial" panose="020B0604020202020204" pitchFamily="34" charset="0"/>
              <a:buChar char="•"/>
              <a:defRPr>
                <a:solidFill>
                  <a:schemeClr val="bg1"/>
                </a:solidFill>
              </a:defRPr>
            </a:lvl4pPr>
            <a:lvl5pPr marL="448256" indent="-221864">
              <a:spcAft>
                <a:spcPts val="1258"/>
              </a:spcAft>
              <a:defRPr baseline="0">
                <a:solidFill>
                  <a:schemeClr val="bg1"/>
                </a:solidFill>
              </a:defRPr>
            </a:lvl5pPr>
            <a:lvl6pPr marL="448256" indent="-221864">
              <a:spcAft>
                <a:spcPts val="1258"/>
              </a:spcAft>
              <a:buFont typeface="Verdana" panose="020B0604030504040204" pitchFamily="34" charset="0"/>
              <a:buChar char="−"/>
              <a:defRPr>
                <a:solidFill>
                  <a:schemeClr val="bg1"/>
                </a:solidFill>
              </a:defRPr>
            </a:lvl6pPr>
            <a:lvl7pPr marL="448256" indent="-221864">
              <a:spcAft>
                <a:spcPts val="1258"/>
              </a:spcAft>
              <a:defRPr>
                <a:solidFill>
                  <a:schemeClr val="bg1"/>
                </a:solidFill>
              </a:defRPr>
            </a:lvl7pPr>
            <a:lvl8pPr marL="448256" indent="-221864">
              <a:spcAft>
                <a:spcPts val="1258"/>
              </a:spcAft>
              <a:defRPr>
                <a:solidFill>
                  <a:schemeClr val="bg1"/>
                </a:solidFill>
              </a:defRPr>
            </a:lvl8pPr>
            <a:lvl9pPr marL="448256" indent="-221864">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64" indent="-221864">
              <a:spcAft>
                <a:spcPts val="1258"/>
              </a:spcAft>
              <a:buFont typeface="Arial" panose="020B0604020202020204" pitchFamily="34" charset="0"/>
              <a:buChar char="•"/>
              <a:defRPr>
                <a:solidFill>
                  <a:schemeClr val="bg1"/>
                </a:solidFill>
              </a:defRPr>
            </a:lvl4pPr>
            <a:lvl5pPr marL="448256" indent="-221864">
              <a:spcAft>
                <a:spcPts val="1258"/>
              </a:spcAft>
              <a:defRPr baseline="0">
                <a:solidFill>
                  <a:schemeClr val="bg1"/>
                </a:solidFill>
              </a:defRPr>
            </a:lvl5pPr>
            <a:lvl6pPr marL="448256" indent="-221864">
              <a:spcAft>
                <a:spcPts val="1258"/>
              </a:spcAft>
              <a:buFont typeface="Verdana" panose="020B0604030504040204" pitchFamily="34" charset="0"/>
              <a:buChar char="−"/>
              <a:defRPr>
                <a:solidFill>
                  <a:schemeClr val="bg1"/>
                </a:solidFill>
              </a:defRPr>
            </a:lvl6pPr>
            <a:lvl7pPr marL="448256" indent="-221864">
              <a:spcAft>
                <a:spcPts val="1258"/>
              </a:spcAft>
              <a:defRPr>
                <a:solidFill>
                  <a:schemeClr val="bg1"/>
                </a:solidFill>
              </a:defRPr>
            </a:lvl7pPr>
            <a:lvl8pPr marL="448256" indent="-221864">
              <a:spcAft>
                <a:spcPts val="1258"/>
              </a:spcAft>
              <a:defRPr>
                <a:solidFill>
                  <a:schemeClr val="bg1"/>
                </a:solidFill>
              </a:defRPr>
            </a:lvl8pPr>
            <a:lvl9pPr marL="448256" indent="-221864">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0" y="687694"/>
            <a:ext cx="11188701" cy="757255"/>
          </a:xfrm>
          <a:prstGeom prst="rect">
            <a:avLst/>
          </a:prstGeom>
        </p:spPr>
        <p:txBody>
          <a:bodyPr lIns="0" tIns="0" rIns="0" bIns="0">
            <a:noAutofit/>
          </a:bodyPr>
          <a:lstStyle>
            <a:lvl1pPr marL="0" indent="0">
              <a:buNone/>
              <a:defRPr sz="2282" b="0">
                <a:solidFill>
                  <a:schemeClr val="bg1"/>
                </a:solidFill>
              </a:defRPr>
            </a:lvl1pPr>
          </a:lstStyle>
          <a:p>
            <a:pPr lvl="0"/>
            <a:r>
              <a:rPr lang="en-US" noProof="0"/>
              <a:t>Click to add subtitle</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4" name="TextBox 13"/>
          <p:cNvSpPr txBox="1"/>
          <p:nvPr userDrawn="1"/>
        </p:nvSpPr>
        <p:spPr>
          <a:xfrm>
            <a:off x="501653"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1851923848"/>
      </p:ext>
    </p:extLst>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userDrawn="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27050" y="4211959"/>
            <a:ext cx="8503538" cy="2169796"/>
          </a:xfrm>
        </p:spPr>
        <p:txBody>
          <a:bodyPr anchor="b" anchorCtr="0"/>
          <a:lstStyle>
            <a:lvl1pPr>
              <a:lnSpc>
                <a:spcPct val="100000"/>
              </a:lnSpc>
              <a:spcAft>
                <a:spcPts val="755"/>
              </a:spcAft>
              <a:defRPr sz="1133"/>
            </a:lvl1pPr>
          </a:lstStyle>
          <a:p>
            <a:pPr lvl="0"/>
            <a:r>
              <a:rPr lang="en-US"/>
              <a:t>Edit Master text styles</a:t>
            </a:r>
          </a:p>
        </p:txBody>
      </p:sp>
      <p:sp>
        <p:nvSpPr>
          <p:cNvPr id="3" name="Picture Placeholder 2"/>
          <p:cNvSpPr>
            <a:spLocks noGrp="1"/>
          </p:cNvSpPr>
          <p:nvPr>
            <p:ph type="pic" sz="quarter" idx="14" hasCustomPrompt="1"/>
          </p:nvPr>
        </p:nvSpPr>
        <p:spPr>
          <a:xfrm>
            <a:off x="9370850" y="4535908"/>
            <a:ext cx="2012854" cy="1401498"/>
          </a:xfrm>
        </p:spPr>
        <p:txBody>
          <a:bodyPr anchor="ctr" anchorCtr="0"/>
          <a:lstStyle>
            <a:lvl1pPr algn="ctr">
              <a:defRPr sz="1133"/>
            </a:lvl1pPr>
          </a:lstStyle>
          <a:p>
            <a:r>
              <a:rPr lang="en-GB" sz="1133"/>
              <a:t>Insert sponsorship mark here</a:t>
            </a:r>
            <a:endParaRPr lang="en-GB"/>
          </a:p>
        </p:txBody>
      </p:sp>
      <p:sp>
        <p:nvSpPr>
          <p:cNvPr id="8" name="Text Placeholder 7"/>
          <p:cNvSpPr>
            <a:spLocks noGrp="1"/>
          </p:cNvSpPr>
          <p:nvPr>
            <p:ph type="body" sz="quarter" idx="15"/>
          </p:nvPr>
        </p:nvSpPr>
        <p:spPr>
          <a:xfrm>
            <a:off x="9370852" y="6018032"/>
            <a:ext cx="2012852" cy="363722"/>
          </a:xfrm>
        </p:spPr>
        <p:txBody>
          <a:bodyPr anchor="b" anchorCtr="0"/>
          <a:lstStyle>
            <a:lvl1pPr>
              <a:lnSpc>
                <a:spcPct val="100000"/>
              </a:lnSpc>
              <a:defRPr sz="1195"/>
            </a:lvl1pPr>
          </a:lstStyle>
          <a:p>
            <a:pPr lvl="0"/>
            <a:r>
              <a:rPr lang="en-US"/>
              <a:t>Edit Master text styles</a:t>
            </a:r>
          </a:p>
        </p:txBody>
      </p:sp>
      <p:pic>
        <p:nvPicPr>
          <p:cNvPr id="9" name="LogoDisclaimerPage"/>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30930" y="421118"/>
            <a:ext cx="2141721" cy="938735"/>
          </a:xfrm>
          <a:prstGeom prst="rect">
            <a:avLst/>
          </a:prstGeom>
        </p:spPr>
      </p:pic>
    </p:spTree>
    <p:extLst>
      <p:ext uri="{BB962C8B-B14F-4D97-AF65-F5344CB8AC3E}">
        <p14:creationId xmlns:p14="http://schemas.microsoft.com/office/powerpoint/2010/main" val="1707448005"/>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bg1"/>
                </a:solidFill>
              </a:defRPr>
            </a:lvl1pPr>
            <a:lvl2pPr marL="0" marR="0" indent="0" algn="l" defTabSz="1150154" rtl="0" eaLnBrk="1" fontAlgn="auto" latinLnBrk="0" hangingPunct="1">
              <a:lnSpc>
                <a:spcPct val="100000"/>
              </a:lnSpc>
              <a:spcBef>
                <a:spcPts val="0"/>
              </a:spcBef>
              <a:spcAft>
                <a:spcPts val="0"/>
              </a:spcAft>
              <a:buClrTx/>
              <a:buSzPct val="100000"/>
              <a:buFont typeface="Arial"/>
              <a:buNone/>
              <a:tabLst/>
              <a:defRPr sz="2012" b="0">
                <a:solidFill>
                  <a:schemeClr val="bg1"/>
                </a:solidFill>
              </a:defRPr>
            </a:lvl2pPr>
            <a:lvl3pPr marL="0" indent="0" algn="l">
              <a:spcAft>
                <a:spcPts val="0"/>
              </a:spcAft>
              <a:buNone/>
              <a:defRPr sz="2012">
                <a:solidFill>
                  <a:schemeClr val="bg1"/>
                </a:solidFill>
              </a:defRPr>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marL="0" marR="0" lvl="1" indent="0" algn="l" defTabSz="1150154"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501651" y="378003"/>
            <a:ext cx="2004206"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grpSp>
    </p:spTree>
    <p:extLst>
      <p:ext uri="{BB962C8B-B14F-4D97-AF65-F5344CB8AC3E}">
        <p14:creationId xmlns:p14="http://schemas.microsoft.com/office/powerpoint/2010/main" val="185159103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4" y="727200"/>
            <a:ext cx="7200000" cy="5400000"/>
          </a:xfrm>
          <a:prstGeom prst="rect">
            <a:avLst/>
          </a:prstGeom>
        </p:spPr>
        <p:txBody>
          <a:bodyPr/>
          <a:lstStyle/>
          <a:p>
            <a:r>
              <a:rPr lang="en-US" noProof="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tx1"/>
                </a:solidFill>
              </a:defRPr>
            </a:lvl1pPr>
            <a:lvl2pPr marL="0" indent="0" algn="l">
              <a:buNone/>
              <a:defRPr sz="2012" b="0"/>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pic>
        <p:nvPicPr>
          <p:cNvPr id="30" name="LogoDisclaimerPage"/>
          <p:cNvPicPr>
            <a:picLocks noChangeAspect="1"/>
          </p:cNvPicPr>
          <p:nvPr userDrawn="1"/>
        </p:nvPicPr>
        <p:blipFill>
          <a:blip r:embed="rId2"/>
          <a:stretch>
            <a:fillRect/>
          </a:stretch>
        </p:blipFill>
        <p:spPr>
          <a:xfrm>
            <a:off x="430929" y="421118"/>
            <a:ext cx="2141721" cy="938735"/>
          </a:xfrm>
          <a:prstGeom prst="rect">
            <a:avLst/>
          </a:prstGeom>
        </p:spPr>
      </p:pic>
    </p:spTree>
    <p:extLst>
      <p:ext uri="{BB962C8B-B14F-4D97-AF65-F5344CB8AC3E}">
        <p14:creationId xmlns:p14="http://schemas.microsoft.com/office/powerpoint/2010/main" val="2165115485"/>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bg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grpSp>
    </p:spTree>
    <p:extLst>
      <p:ext uri="{BB962C8B-B14F-4D97-AF65-F5344CB8AC3E}">
        <p14:creationId xmlns:p14="http://schemas.microsoft.com/office/powerpoint/2010/main" val="406661041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tx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4" name="Group 3"/>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grpSp>
    </p:spTree>
    <p:extLst>
      <p:ext uri="{BB962C8B-B14F-4D97-AF65-F5344CB8AC3E}">
        <p14:creationId xmlns:p14="http://schemas.microsoft.com/office/powerpoint/2010/main" val="3088715601"/>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5" name="TextBox 4"/>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7" name="TextBox 6"/>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2019 Deloitte Touche Tohmatsu India LLP</a:t>
            </a:r>
          </a:p>
        </p:txBody>
      </p:sp>
      <p:sp>
        <p:nvSpPr>
          <p:cNvPr id="8" name="TextBox 7"/>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730149154"/>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3" y="3429003"/>
            <a:ext cx="10544066"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2019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3525831545"/>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3920468661"/>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2661576219"/>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2022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3087706807"/>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tx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3779731023"/>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7"/>
            <a:ext cx="915237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3020908194"/>
      </p:ext>
    </p:extLst>
  </p:cSld>
  <p:clrMapOvr>
    <a:masterClrMapping/>
  </p:clrMapOvr>
  <p:transition>
    <p:fade/>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7203"/>
            <a:ext cx="9277350" cy="4759584"/>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3957545407"/>
      </p:ext>
    </p:extLst>
  </p:cSld>
  <p:clrMapOvr>
    <a:masterClrMapping/>
  </p:clrMapOvr>
  <p:transition>
    <p:fade/>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05402513"/>
      </p:ext>
    </p:extLst>
  </p:cSld>
  <p:clrMapOvr>
    <a:masterClrMapping/>
  </p:clrMapOvr>
  <p:transition>
    <p:fade/>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876408808"/>
      </p:ext>
    </p:extLst>
  </p:cSld>
  <p:clrMapOvr>
    <a:masterClrMapping/>
  </p:clrMapOvr>
  <p:transition>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tx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Click to edit Master text styles</a:t>
            </a:r>
          </a:p>
        </p:txBody>
      </p:sp>
    </p:spTree>
    <p:extLst>
      <p:ext uri="{BB962C8B-B14F-4D97-AF65-F5344CB8AC3E}">
        <p14:creationId xmlns:p14="http://schemas.microsoft.com/office/powerpoint/2010/main" val="317871379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2" y="1665292"/>
            <a:ext cx="9277350" cy="4716463"/>
          </a:xfrm>
          <a:prstGeom prst="rect">
            <a:avLst/>
          </a:prstGeom>
        </p:spPr>
        <p:txBody>
          <a:bodyPr/>
          <a:lstStyle>
            <a:lvl1pPr>
              <a:tabLst>
                <a:tab pos="8464418" algn="r"/>
              </a:tabLst>
              <a:defRPr/>
            </a:lvl1pPr>
            <a:lvl2pPr>
              <a:tabLst>
                <a:tab pos="8464418" algn="r"/>
              </a:tabLst>
              <a:defRPr/>
            </a:lvl2pPr>
            <a:lvl3pPr>
              <a:tabLst>
                <a:tab pos="8464418" algn="r"/>
              </a:tabLst>
              <a:defRPr/>
            </a:lvl3pPr>
            <a:lvl4pPr>
              <a:tabLst>
                <a:tab pos="8464418" algn="r"/>
              </a:tabLst>
              <a:defRPr/>
            </a:lvl4pPr>
            <a:lvl5pPr>
              <a:tabLst>
                <a:tab pos="6325849" algn="r"/>
              </a:tabLst>
              <a:defRPr baseline="0"/>
            </a:lvl5pPr>
            <a:lvl6pPr>
              <a:tabLst>
                <a:tab pos="8464418" algn="r"/>
              </a:tabLst>
              <a:defRPr/>
            </a:lvl6pPr>
            <a:lvl7pPr>
              <a:tabLst>
                <a:tab pos="8464418" algn="r"/>
              </a:tabLst>
              <a:defRPr/>
            </a:lvl7pPr>
            <a:lvl8pPr>
              <a:tabLst>
                <a:tab pos="8464418" algn="r"/>
              </a:tabLst>
              <a:defRPr/>
            </a:lvl8pPr>
            <a:lvl9pPr>
              <a:tabLst>
                <a:tab pos="8464418"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1"/>
          <p:cNvSpPr>
            <a:spLocks noGrp="1"/>
          </p:cNvSpPr>
          <p:nvPr>
            <p:ph type="title" hasCustomPrompt="1"/>
          </p:nvPr>
        </p:nvSpPr>
        <p:spPr>
          <a:xfrm>
            <a:off x="501652" y="317503"/>
            <a:ext cx="11180231" cy="698501"/>
          </a:xfrm>
          <a:prstGeom prst="rect">
            <a:avLst/>
          </a:prstGeom>
        </p:spPr>
        <p:txBody>
          <a:bodyPr vert="horz" lIns="0" tIns="0" rIns="0" bIns="0" rtlCol="0" anchor="t" anchorCtr="0">
            <a:noAutofit/>
          </a:bodyPr>
          <a:lstStyle>
            <a:lvl1pPr>
              <a:defRPr/>
            </a:lvl1pPr>
          </a:lstStyle>
          <a:p>
            <a:r>
              <a:rPr lang="en-US"/>
              <a:t>Click to add title</a:t>
            </a:r>
          </a:p>
        </p:txBody>
      </p:sp>
    </p:spTree>
    <p:extLst>
      <p:ext uri="{BB962C8B-B14F-4D97-AF65-F5344CB8AC3E}">
        <p14:creationId xmlns:p14="http://schemas.microsoft.com/office/powerpoint/2010/main" val="4135505369"/>
      </p:ext>
    </p:extLst>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1"/>
            <a:ext cx="11188699" cy="6985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5" name="Picture Placeholder 9"/>
          <p:cNvSpPr>
            <a:spLocks noGrp="1"/>
          </p:cNvSpPr>
          <p:nvPr>
            <p:ph type="pic" sz="quarter" idx="15"/>
          </p:nvPr>
        </p:nvSpPr>
        <p:spPr>
          <a:xfrm>
            <a:off x="5450353" y="1701804"/>
            <a:ext cx="6240000" cy="4679950"/>
          </a:xfrm>
        </p:spPr>
        <p:txBody>
          <a:bodyPr/>
          <a:lstStyle/>
          <a:p>
            <a:r>
              <a:rPr lang="en-US" noProof="0"/>
              <a:t>Click icon to add picture</a:t>
            </a:r>
          </a:p>
        </p:txBody>
      </p:sp>
      <p:sp>
        <p:nvSpPr>
          <p:cNvPr id="6" name="Content Placeholder 3"/>
          <p:cNvSpPr>
            <a:spLocks noGrp="1"/>
          </p:cNvSpPr>
          <p:nvPr>
            <p:ph sz="quarter" idx="10"/>
          </p:nvPr>
        </p:nvSpPr>
        <p:spPr>
          <a:xfrm>
            <a:off x="501653" y="1665292"/>
            <a:ext cx="4456429"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770280913"/>
      </p:ext>
    </p:extLst>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699" cy="698500"/>
          </a:xfrm>
        </p:spPr>
        <p:txBody>
          <a:bodyPr/>
          <a:lstStyle/>
          <a:p>
            <a:r>
              <a:rPr lang="en-US" noProof="0"/>
              <a:t>Click to edit Master title style</a:t>
            </a:r>
          </a:p>
        </p:txBody>
      </p:sp>
      <p:sp>
        <p:nvSpPr>
          <p:cNvPr id="14" name="Text Placeholder 18"/>
          <p:cNvSpPr>
            <a:spLocks noGrp="1"/>
          </p:cNvSpPr>
          <p:nvPr>
            <p:ph idx="1"/>
          </p:nvPr>
        </p:nvSpPr>
        <p:spPr>
          <a:xfrm>
            <a:off x="501653" y="1665292"/>
            <a:ext cx="11165416" cy="471646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559481929"/>
      </p:ext>
    </p:extLst>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498584" y="1143708"/>
            <a:ext cx="11165416" cy="471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723307714"/>
      </p:ext>
    </p:extLst>
  </p:cSld>
  <p:clrMapOvr>
    <a:masterClrMapping/>
  </p:clrMapOvr>
  <p:transition>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501653" y="1700213"/>
            <a:ext cx="11165416" cy="4678986"/>
          </a:xfrm>
          <a:prstGeom prst="rect">
            <a:avLst/>
          </a:prstGeom>
        </p:spPr>
        <p:txBody>
          <a:bodyPr vert="horz" lIns="0" tIns="0" rIns="0" bIns="0" rtlCol="0">
            <a:noAutofit/>
          </a:bodyPr>
          <a:lstStyle>
            <a:lvl1pPr>
              <a:defRPr sz="2012"/>
            </a:lvl1pPr>
            <a:lvl2pPr>
              <a:defRPr sz="2012"/>
            </a:lvl2pPr>
            <a:lvl3pPr>
              <a:defRPr sz="2012"/>
            </a:lvl3pPr>
            <a:lvl4pPr>
              <a:defRPr sz="2012"/>
            </a:lvl4pPr>
            <a:lvl5pPr>
              <a:defRPr sz="2012"/>
            </a:lvl5pPr>
            <a:lvl6pPr>
              <a:defRPr sz="2012"/>
            </a:lvl6pPr>
            <a:lvl7pPr>
              <a:defRPr sz="2012"/>
            </a:lvl7pPr>
            <a:lvl8pPr>
              <a:defRPr sz="2012"/>
            </a:lvl8pPr>
            <a:lvl9pPr>
              <a:defRPr sz="2012"/>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35960124"/>
      </p:ext>
    </p:extLst>
  </p:cSld>
  <p:clrMapOvr>
    <a:masterClrMapping/>
  </p:clrMapOvr>
  <p:transition>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6"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7" name="Chart Placeholder 3"/>
          <p:cNvSpPr>
            <a:spLocks noGrp="1"/>
          </p:cNvSpPr>
          <p:nvPr>
            <p:ph type="chart" sz="quarter" idx="15"/>
          </p:nvPr>
        </p:nvSpPr>
        <p:spPr>
          <a:xfrm>
            <a:off x="501654" y="2052003"/>
            <a:ext cx="11188699" cy="4069013"/>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4" y="1665289"/>
            <a:ext cx="11188699" cy="392112"/>
          </a:xfrm>
        </p:spPr>
        <p:txBody>
          <a:bodyPr/>
          <a:lstStyle/>
          <a:p>
            <a:pPr lvl="0"/>
            <a:r>
              <a:rPr lang="en-US" noProof="0"/>
              <a:t>Click to edit Master text styles</a:t>
            </a:r>
          </a:p>
        </p:txBody>
      </p:sp>
      <p:sp>
        <p:nvSpPr>
          <p:cNvPr id="19" name="Text Placeholder 7"/>
          <p:cNvSpPr>
            <a:spLocks noGrp="1"/>
          </p:cNvSpPr>
          <p:nvPr>
            <p:ph type="body" sz="quarter" idx="23"/>
          </p:nvPr>
        </p:nvSpPr>
        <p:spPr>
          <a:xfrm>
            <a:off x="501651" y="6121017"/>
            <a:ext cx="11188699" cy="260737"/>
          </a:xfrm>
        </p:spPr>
        <p:txBody>
          <a:bodyPr>
            <a:noAutofit/>
          </a:bodyPr>
          <a:lstStyle>
            <a:lvl1pPr>
              <a:spcAft>
                <a:spcPts val="0"/>
              </a:spcAft>
              <a:defRPr sz="1141"/>
            </a:lvl1pPr>
          </a:lstStyle>
          <a:p>
            <a:pPr lvl="0"/>
            <a:r>
              <a:rPr lang="en-US" noProof="0"/>
              <a:t>Click to edit Master text styles</a:t>
            </a:r>
          </a:p>
        </p:txBody>
      </p:sp>
    </p:spTree>
    <p:extLst>
      <p:ext uri="{BB962C8B-B14F-4D97-AF65-F5344CB8AC3E}">
        <p14:creationId xmlns:p14="http://schemas.microsoft.com/office/powerpoint/2010/main" val="3051463174"/>
      </p:ext>
    </p:extLst>
  </p:cSld>
  <p:clrMapOvr>
    <a:masterClrMapping/>
  </p:clrMapOvr>
  <p:transition>
    <p:fade/>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6"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2" y="1665289"/>
            <a:ext cx="3562351" cy="392112"/>
          </a:xfrm>
        </p:spPr>
        <p:txBody>
          <a:bodyPr/>
          <a:lstStyle/>
          <a:p>
            <a:pPr lvl="0"/>
            <a:r>
              <a:rPr lang="en-US" noProof="0"/>
              <a:t>Click to edit Master text styles</a:t>
            </a:r>
          </a:p>
        </p:txBody>
      </p:sp>
      <p:sp>
        <p:nvSpPr>
          <p:cNvPr id="7" name="Chart Placeholder 3"/>
          <p:cNvSpPr>
            <a:spLocks noGrp="1"/>
          </p:cNvSpPr>
          <p:nvPr>
            <p:ph type="chart" sz="quarter" idx="19"/>
          </p:nvPr>
        </p:nvSpPr>
        <p:spPr>
          <a:xfrm>
            <a:off x="4303186" y="2051999"/>
            <a:ext cx="3561616" cy="4069014"/>
          </a:xfrm>
          <a:prstGeom prst="rect">
            <a:avLst/>
          </a:prstGeom>
        </p:spPr>
        <p:txBody>
          <a:bodyPr/>
          <a:lstStyle/>
          <a:p>
            <a:r>
              <a:rPr lang="en-US" noProof="0"/>
              <a:t>Click icon to add chart</a:t>
            </a:r>
          </a:p>
        </p:txBody>
      </p:sp>
      <p:sp>
        <p:nvSpPr>
          <p:cNvPr id="8" name="Text Placeholder 8"/>
          <p:cNvSpPr>
            <a:spLocks noGrp="1"/>
          </p:cNvSpPr>
          <p:nvPr>
            <p:ph type="body" sz="quarter" idx="20"/>
          </p:nvPr>
        </p:nvSpPr>
        <p:spPr>
          <a:xfrm>
            <a:off x="4303185" y="1665289"/>
            <a:ext cx="3561615" cy="392112"/>
          </a:xfrm>
        </p:spPr>
        <p:txBody>
          <a:bodyPr/>
          <a:lstStyle/>
          <a:p>
            <a:pPr lvl="0"/>
            <a:r>
              <a:rPr lang="en-US" noProof="0"/>
              <a:t>Click to edit Master text styles</a:t>
            </a:r>
          </a:p>
        </p:txBody>
      </p:sp>
      <p:sp>
        <p:nvSpPr>
          <p:cNvPr id="9" name="Chart Placeholder 3"/>
          <p:cNvSpPr>
            <a:spLocks noGrp="1"/>
          </p:cNvSpPr>
          <p:nvPr>
            <p:ph type="chart" sz="quarter" idx="21"/>
          </p:nvPr>
        </p:nvSpPr>
        <p:spPr>
          <a:xfrm>
            <a:off x="8126397" y="2051999"/>
            <a:ext cx="3563953" cy="4069014"/>
          </a:xfrm>
          <a:prstGeom prst="rect">
            <a:avLst/>
          </a:prstGeom>
        </p:spPr>
        <p:txBody>
          <a:bodyPr/>
          <a:lstStyle/>
          <a:p>
            <a:r>
              <a:rPr lang="en-US" noProof="0"/>
              <a:t>Click icon to add chart</a:t>
            </a:r>
          </a:p>
        </p:txBody>
      </p:sp>
      <p:sp>
        <p:nvSpPr>
          <p:cNvPr id="10" name="Text Placeholder 8"/>
          <p:cNvSpPr>
            <a:spLocks noGrp="1"/>
          </p:cNvSpPr>
          <p:nvPr>
            <p:ph type="body" sz="quarter" idx="22"/>
          </p:nvPr>
        </p:nvSpPr>
        <p:spPr>
          <a:xfrm>
            <a:off x="8126399" y="1659145"/>
            <a:ext cx="3563954" cy="398256"/>
          </a:xfrm>
        </p:spPr>
        <p:txBody>
          <a:bodyPr/>
          <a:lstStyle/>
          <a:p>
            <a:pPr lvl="0"/>
            <a:r>
              <a:rPr lang="en-US" noProof="0"/>
              <a:t>Click to edit Master text styles</a:t>
            </a:r>
          </a:p>
        </p:txBody>
      </p:sp>
      <p:sp>
        <p:nvSpPr>
          <p:cNvPr id="12" name="Text Placeholder 7"/>
          <p:cNvSpPr>
            <a:spLocks noGrp="1"/>
          </p:cNvSpPr>
          <p:nvPr>
            <p:ph type="body" sz="quarter" idx="23"/>
          </p:nvPr>
        </p:nvSpPr>
        <p:spPr>
          <a:xfrm>
            <a:off x="501649" y="6121017"/>
            <a:ext cx="11165419" cy="260737"/>
          </a:xfrm>
        </p:spPr>
        <p:txBody>
          <a:bodyPr>
            <a:noAutofit/>
          </a:bodyPr>
          <a:lstStyle>
            <a:lvl1pPr>
              <a:spcAft>
                <a:spcPts val="0"/>
              </a:spcAft>
              <a:defRPr sz="1141"/>
            </a:lvl1pPr>
          </a:lstStyle>
          <a:p>
            <a:pPr lvl="0"/>
            <a:r>
              <a:rPr lang="en-US" noProof="0"/>
              <a:t>Click to edit Master text styles</a:t>
            </a:r>
          </a:p>
        </p:txBody>
      </p:sp>
    </p:spTree>
    <p:extLst>
      <p:ext uri="{BB962C8B-B14F-4D97-AF65-F5344CB8AC3E}">
        <p14:creationId xmlns:p14="http://schemas.microsoft.com/office/powerpoint/2010/main" val="2257533111"/>
      </p:ext>
    </p:extLst>
  </p:cSld>
  <p:clrMapOvr>
    <a:masterClrMapping/>
  </p:clrMapOvr>
  <p:transition>
    <p:fade/>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501653" y="317502"/>
            <a:ext cx="1120266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9" name="Text Placeholder 8"/>
          <p:cNvSpPr>
            <a:spLocks noGrp="1"/>
          </p:cNvSpPr>
          <p:nvPr>
            <p:ph type="body" sz="quarter" idx="13" hasCustomPrompt="1"/>
          </p:nvPr>
        </p:nvSpPr>
        <p:spPr>
          <a:xfrm>
            <a:off x="501653" y="651601"/>
            <a:ext cx="1120266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81539" y="1665288"/>
            <a:ext cx="5322781"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724136477"/>
      </p:ext>
    </p:extLst>
  </p:cSld>
  <p:clrMapOvr>
    <a:masterClrMapping/>
  </p:clrMapOvr>
  <p:transition>
    <p:fade/>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8"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1" name="Content Placeholder 3"/>
          <p:cNvSpPr>
            <a:spLocks noGrp="1"/>
          </p:cNvSpPr>
          <p:nvPr>
            <p:ph sz="quarter" idx="10"/>
          </p:nvPr>
        </p:nvSpPr>
        <p:spPr>
          <a:xfrm>
            <a:off x="501650" y="1665288"/>
            <a:ext cx="530558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84002" y="1665288"/>
            <a:ext cx="530635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90713270"/>
      </p:ext>
    </p:extLst>
  </p:cSld>
  <p:clrMapOvr>
    <a:masterClrMapping/>
  </p:clrMapOvr>
  <p:transition>
    <p:fade/>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3" y="1665292"/>
            <a:ext cx="5355166" cy="4455725"/>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hart Placeholder 2"/>
          <p:cNvSpPr>
            <a:spLocks noGrp="1"/>
          </p:cNvSpPr>
          <p:nvPr>
            <p:ph type="chart" sz="quarter" idx="21"/>
          </p:nvPr>
        </p:nvSpPr>
        <p:spPr>
          <a:xfrm>
            <a:off x="6341222" y="2125013"/>
            <a:ext cx="5349128" cy="3996000"/>
          </a:xfrm>
        </p:spPr>
        <p:txBody>
          <a:bodyPr/>
          <a:lstStyle/>
          <a:p>
            <a:r>
              <a:rPr lang="en-US" noProof="0"/>
              <a:t>Click icon to add chart</a:t>
            </a:r>
          </a:p>
        </p:txBody>
      </p:sp>
      <p:sp>
        <p:nvSpPr>
          <p:cNvPr id="6" name="Text Placeholder 5"/>
          <p:cNvSpPr>
            <a:spLocks noGrp="1"/>
          </p:cNvSpPr>
          <p:nvPr>
            <p:ph type="body" sz="quarter" idx="22"/>
          </p:nvPr>
        </p:nvSpPr>
        <p:spPr>
          <a:xfrm>
            <a:off x="6341222" y="1665288"/>
            <a:ext cx="5349128" cy="420687"/>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5" name="Text Placeholder 7"/>
          <p:cNvSpPr>
            <a:spLocks noGrp="1"/>
          </p:cNvSpPr>
          <p:nvPr>
            <p:ph type="body" sz="quarter" idx="23"/>
          </p:nvPr>
        </p:nvSpPr>
        <p:spPr>
          <a:xfrm>
            <a:off x="501651" y="6121017"/>
            <a:ext cx="11188699" cy="260737"/>
          </a:xfrm>
        </p:spPr>
        <p:txBody>
          <a:bodyPr>
            <a:normAutofit/>
          </a:bodyPr>
          <a:lstStyle>
            <a:lvl1pPr>
              <a:spcAft>
                <a:spcPts val="0"/>
              </a:spcAft>
              <a:defRPr sz="1141"/>
            </a:lvl1pPr>
          </a:lstStyle>
          <a:p>
            <a:pPr lvl="0"/>
            <a:r>
              <a:rPr lang="en-US" noProof="0"/>
              <a:t>Click to edit Master text styles</a:t>
            </a:r>
          </a:p>
        </p:txBody>
      </p:sp>
    </p:spTree>
    <p:extLst>
      <p:ext uri="{BB962C8B-B14F-4D97-AF65-F5344CB8AC3E}">
        <p14:creationId xmlns:p14="http://schemas.microsoft.com/office/powerpoint/2010/main" val="367965068"/>
      </p:ext>
    </p:extLst>
  </p:cSld>
  <p:clrMapOvr>
    <a:masterClrMapping/>
  </p:clrMapOvr>
  <p:transition>
    <p:fade/>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3" y="2125013"/>
            <a:ext cx="5349129" cy="3996000"/>
          </a:xfrm>
        </p:spPr>
        <p:txBody>
          <a:bodyPr/>
          <a:lstStyle/>
          <a:p>
            <a:r>
              <a:rPr lang="en-US" noProof="0"/>
              <a:t>Click icon to add chart</a:t>
            </a:r>
          </a:p>
        </p:txBody>
      </p:sp>
      <p:sp>
        <p:nvSpPr>
          <p:cNvPr id="6" name="Text Placeholder 5"/>
          <p:cNvSpPr>
            <a:spLocks noGrp="1"/>
          </p:cNvSpPr>
          <p:nvPr>
            <p:ph type="body" sz="quarter" idx="22"/>
          </p:nvPr>
        </p:nvSpPr>
        <p:spPr>
          <a:xfrm>
            <a:off x="6341224" y="1665288"/>
            <a:ext cx="5349129" cy="420687"/>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5" name="Text Placeholder 7"/>
          <p:cNvSpPr>
            <a:spLocks noGrp="1"/>
          </p:cNvSpPr>
          <p:nvPr>
            <p:ph type="body" sz="quarter" idx="23"/>
          </p:nvPr>
        </p:nvSpPr>
        <p:spPr>
          <a:xfrm>
            <a:off x="501649" y="6121017"/>
            <a:ext cx="11165419" cy="260737"/>
          </a:xfrm>
        </p:spPr>
        <p:txBody>
          <a:bodyPr>
            <a:normAutofit/>
          </a:bodyPr>
          <a:lstStyle>
            <a:lvl1pPr>
              <a:spcAft>
                <a:spcPts val="0"/>
              </a:spcAft>
              <a:defRPr sz="1141"/>
            </a:lvl1pPr>
          </a:lstStyle>
          <a:p>
            <a:pPr lvl="0"/>
            <a:r>
              <a:rPr lang="en-US" noProof="0"/>
              <a:t>Click to edit Master text styles</a:t>
            </a:r>
          </a:p>
        </p:txBody>
      </p:sp>
      <p:sp>
        <p:nvSpPr>
          <p:cNvPr id="9" name="Chart Placeholder 2"/>
          <p:cNvSpPr>
            <a:spLocks noGrp="1"/>
          </p:cNvSpPr>
          <p:nvPr>
            <p:ph type="chart" sz="quarter" idx="24"/>
          </p:nvPr>
        </p:nvSpPr>
        <p:spPr>
          <a:xfrm>
            <a:off x="501652" y="2125013"/>
            <a:ext cx="5339063" cy="3996000"/>
          </a:xfrm>
        </p:spPr>
        <p:txBody>
          <a:bodyPr/>
          <a:lstStyle/>
          <a:p>
            <a:r>
              <a:rPr lang="en-US" noProof="0"/>
              <a:t>Click icon to add chart</a:t>
            </a:r>
          </a:p>
        </p:txBody>
      </p:sp>
      <p:sp>
        <p:nvSpPr>
          <p:cNvPr id="12" name="Text Placeholder 5"/>
          <p:cNvSpPr>
            <a:spLocks noGrp="1"/>
          </p:cNvSpPr>
          <p:nvPr>
            <p:ph type="body" sz="quarter" idx="25"/>
          </p:nvPr>
        </p:nvSpPr>
        <p:spPr>
          <a:xfrm>
            <a:off x="501650" y="1665288"/>
            <a:ext cx="5339064" cy="420687"/>
          </a:xfrm>
        </p:spPr>
        <p:txBody>
          <a:bodyPr/>
          <a:lstStyle/>
          <a:p>
            <a:pPr lvl="0"/>
            <a:r>
              <a:rPr lang="en-US" noProof="0"/>
              <a:t>Click to edit Master text styles</a:t>
            </a:r>
          </a:p>
        </p:txBody>
      </p:sp>
    </p:spTree>
    <p:extLst>
      <p:ext uri="{BB962C8B-B14F-4D97-AF65-F5344CB8AC3E}">
        <p14:creationId xmlns:p14="http://schemas.microsoft.com/office/powerpoint/2010/main" val="6277723"/>
      </p:ext>
    </p:extLst>
  </p:cSld>
  <p:clrMapOvr>
    <a:masterClrMapping/>
  </p:clrMapOvr>
  <p:transition>
    <p:fade/>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4"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6" name="Content Placeholder 3"/>
          <p:cNvSpPr>
            <a:spLocks noGrp="1"/>
          </p:cNvSpPr>
          <p:nvPr>
            <p:ph sz="quarter" idx="10"/>
          </p:nvPr>
        </p:nvSpPr>
        <p:spPr>
          <a:xfrm>
            <a:off x="501652" y="1665292"/>
            <a:ext cx="4431857"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50352" y="1700217"/>
            <a:ext cx="6240000" cy="4681537"/>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4122166415"/>
      </p:ext>
    </p:extLst>
  </p:cSld>
  <p:clrMapOvr>
    <a:masterClrMapping/>
  </p:clrMapOvr>
  <p:transition>
    <p:fade/>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6" name="Content Placeholder 3"/>
          <p:cNvSpPr>
            <a:spLocks noGrp="1"/>
          </p:cNvSpPr>
          <p:nvPr>
            <p:ph sz="quarter" idx="10"/>
          </p:nvPr>
        </p:nvSpPr>
        <p:spPr>
          <a:xfrm>
            <a:off x="7577884" y="1658683"/>
            <a:ext cx="4112468" cy="4723072"/>
          </a:xfrm>
          <a:prstGeom prst="rect">
            <a:avLst/>
          </a:prstGeom>
        </p:spPr>
        <p:txBody>
          <a:bodyPr>
            <a:noAutofit/>
          </a:bodyPr>
          <a:lstStyle>
            <a:lvl1pPr>
              <a:tabLst>
                <a:tab pos="6325849" algn="r"/>
              </a:tabLst>
              <a:defRPr sz="3019">
                <a:solidFill>
                  <a:schemeClr val="accent3"/>
                </a:solidFill>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501651" y="1665291"/>
            <a:ext cx="6506348" cy="4716462"/>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4"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831230482"/>
      </p:ext>
    </p:extLst>
  </p:cSld>
  <p:clrMapOvr>
    <a:masterClrMapping/>
  </p:clrMapOvr>
  <p:transition>
    <p:fade/>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p>
        </p:txBody>
      </p:sp>
      <p:sp>
        <p:nvSpPr>
          <p:cNvPr id="4" name="Picture Placeholder 6"/>
          <p:cNvSpPr>
            <a:spLocks noGrp="1"/>
          </p:cNvSpPr>
          <p:nvPr>
            <p:ph type="pic" sz="quarter" idx="13"/>
          </p:nvPr>
        </p:nvSpPr>
        <p:spPr>
          <a:xfrm>
            <a:off x="501649" y="1700213"/>
            <a:ext cx="2712000" cy="1260000"/>
          </a:xfrm>
        </p:spPr>
        <p:txBody>
          <a:bodyPr lIns="0" tIns="0" rIns="0" bIns="0">
            <a:noAutofit/>
          </a:bodyPr>
          <a:lstStyle/>
          <a:p>
            <a:r>
              <a:rPr lang="en-US" noProof="0"/>
              <a:t>Click icon to add picture</a:t>
            </a:r>
          </a:p>
        </p:txBody>
      </p:sp>
      <p:sp>
        <p:nvSpPr>
          <p:cNvPr id="5" name="Picture Placeholder 6"/>
          <p:cNvSpPr>
            <a:spLocks noGrp="1"/>
          </p:cNvSpPr>
          <p:nvPr>
            <p:ph type="pic" sz="quarter" idx="14"/>
          </p:nvPr>
        </p:nvSpPr>
        <p:spPr>
          <a:xfrm>
            <a:off x="3327216" y="1700213"/>
            <a:ext cx="2712000" cy="1260000"/>
          </a:xfrm>
        </p:spPr>
        <p:txBody>
          <a:bodyPr lIns="0" tIns="0" rIns="0" bIns="0">
            <a:noAutofit/>
          </a:bodyPr>
          <a:lstStyle/>
          <a:p>
            <a:r>
              <a:rPr lang="en-US" noProof="0"/>
              <a:t>Click icon to add picture</a:t>
            </a:r>
          </a:p>
        </p:txBody>
      </p:sp>
      <p:sp>
        <p:nvSpPr>
          <p:cNvPr id="6" name="Picture Placeholder 6"/>
          <p:cNvSpPr>
            <a:spLocks noGrp="1"/>
          </p:cNvSpPr>
          <p:nvPr>
            <p:ph type="pic" sz="quarter" idx="15"/>
          </p:nvPr>
        </p:nvSpPr>
        <p:spPr>
          <a:xfrm>
            <a:off x="6152784" y="1700213"/>
            <a:ext cx="2712000" cy="1260000"/>
          </a:xfrm>
        </p:spPr>
        <p:txBody>
          <a:bodyPr lIns="0" tIns="0" rIns="0" bIns="0">
            <a:noAutofit/>
          </a:bodyPr>
          <a:lstStyle/>
          <a:p>
            <a:r>
              <a:rPr lang="en-US" noProof="0"/>
              <a:t>Click icon to add picture</a:t>
            </a:r>
          </a:p>
        </p:txBody>
      </p:sp>
      <p:sp>
        <p:nvSpPr>
          <p:cNvPr id="7" name="Picture Placeholder 6"/>
          <p:cNvSpPr>
            <a:spLocks noGrp="1"/>
          </p:cNvSpPr>
          <p:nvPr>
            <p:ph type="pic" sz="quarter" idx="16"/>
          </p:nvPr>
        </p:nvSpPr>
        <p:spPr>
          <a:xfrm>
            <a:off x="8978351" y="1700213"/>
            <a:ext cx="2712000" cy="1260000"/>
          </a:xfrm>
        </p:spPr>
        <p:txBody>
          <a:bodyPr lIns="0" tIns="0" rIns="0" bIns="0">
            <a:noAutofit/>
          </a:bodyPr>
          <a:lstStyle/>
          <a:p>
            <a:r>
              <a:rPr lang="en-US" noProof="0"/>
              <a:t>Click icon to add picture</a:t>
            </a:r>
          </a:p>
        </p:txBody>
      </p:sp>
      <p:sp>
        <p:nvSpPr>
          <p:cNvPr id="9" name="Text Placeholder 8"/>
          <p:cNvSpPr>
            <a:spLocks noGrp="1"/>
          </p:cNvSpPr>
          <p:nvPr>
            <p:ph type="body" sz="quarter" idx="17"/>
          </p:nvPr>
        </p:nvSpPr>
        <p:spPr>
          <a:xfrm>
            <a:off x="501652" y="3124200"/>
            <a:ext cx="2720468" cy="3257548"/>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p:nvPr>
        </p:nvSpPr>
        <p:spPr>
          <a:xfrm>
            <a:off x="6149965" y="3120551"/>
            <a:ext cx="2712000" cy="3261199"/>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9"/>
          </p:nvPr>
        </p:nvSpPr>
        <p:spPr>
          <a:xfrm>
            <a:off x="3330040" y="3124203"/>
            <a:ext cx="2712000" cy="3257549"/>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p:cNvSpPr>
            <a:spLocks noGrp="1"/>
          </p:cNvSpPr>
          <p:nvPr>
            <p:ph type="body" sz="quarter" idx="20"/>
          </p:nvPr>
        </p:nvSpPr>
        <p:spPr>
          <a:xfrm>
            <a:off x="8993169" y="3108508"/>
            <a:ext cx="2697183" cy="3273240"/>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8"/>
          <p:cNvSpPr>
            <a:spLocks noGrp="1"/>
          </p:cNvSpPr>
          <p:nvPr>
            <p:ph type="body" sz="quarter" idx="21" hasCustomPrompt="1"/>
          </p:nvPr>
        </p:nvSpPr>
        <p:spPr>
          <a:xfrm>
            <a:off x="501650" y="651601"/>
            <a:ext cx="111887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020807418"/>
      </p:ext>
    </p:extLst>
  </p:cSld>
  <p:clrMapOvr>
    <a:masterClrMapping/>
  </p:clrMapOvr>
  <p:transition>
    <p:fade/>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p>
        </p:txBody>
      </p:sp>
      <p:sp>
        <p:nvSpPr>
          <p:cNvPr id="4" name="Rectangle 3"/>
          <p:cNvSpPr/>
          <p:nvPr userDrawn="1"/>
        </p:nvSpPr>
        <p:spPr>
          <a:xfrm>
            <a:off x="504002"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5" name="Rectangle 4"/>
          <p:cNvSpPr/>
          <p:nvPr userDrawn="1"/>
        </p:nvSpPr>
        <p:spPr>
          <a:xfrm>
            <a:off x="6224086" y="1700216"/>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6" name="Rectangle 5"/>
          <p:cNvSpPr/>
          <p:nvPr userDrawn="1"/>
        </p:nvSpPr>
        <p:spPr>
          <a:xfrm>
            <a:off x="504002"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7" name="Rectangle 6"/>
          <p:cNvSpPr/>
          <p:nvPr userDrawn="1"/>
        </p:nvSpPr>
        <p:spPr>
          <a:xfrm>
            <a:off x="6224086"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8" name="Picture Placeholder 11"/>
          <p:cNvSpPr>
            <a:spLocks noGrp="1"/>
          </p:cNvSpPr>
          <p:nvPr>
            <p:ph type="pic" sz="quarter" idx="25"/>
          </p:nvPr>
        </p:nvSpPr>
        <p:spPr>
          <a:xfrm>
            <a:off x="504002" y="1880213"/>
            <a:ext cx="1968000" cy="1476000"/>
          </a:xfrm>
        </p:spPr>
        <p:txBody>
          <a:bodyPr/>
          <a:lstStyle>
            <a:lvl1pPr algn="ctr">
              <a:defRPr/>
            </a:lvl1pPr>
          </a:lstStyle>
          <a:p>
            <a:r>
              <a:rPr lang="en-US" noProof="0"/>
              <a:t>Click icon to add picture</a:t>
            </a:r>
          </a:p>
        </p:txBody>
      </p:sp>
      <p:sp>
        <p:nvSpPr>
          <p:cNvPr id="9" name="Picture Placeholder 11"/>
          <p:cNvSpPr>
            <a:spLocks noGrp="1"/>
          </p:cNvSpPr>
          <p:nvPr>
            <p:ph type="pic" sz="quarter" idx="27"/>
          </p:nvPr>
        </p:nvSpPr>
        <p:spPr>
          <a:xfrm>
            <a:off x="6224088" y="1880213"/>
            <a:ext cx="1968000" cy="1476000"/>
          </a:xfrm>
        </p:spPr>
        <p:txBody>
          <a:bodyPr/>
          <a:lstStyle>
            <a:lvl1pPr algn="ctr">
              <a:defRPr/>
            </a:lvl1pPr>
          </a:lstStyle>
          <a:p>
            <a:r>
              <a:rPr lang="en-US" noProof="0"/>
              <a:t>Click icon to add picture</a:t>
            </a:r>
          </a:p>
        </p:txBody>
      </p:sp>
      <p:sp>
        <p:nvSpPr>
          <p:cNvPr id="10" name="Picture Placeholder 11"/>
          <p:cNvSpPr>
            <a:spLocks noGrp="1"/>
          </p:cNvSpPr>
          <p:nvPr>
            <p:ph type="pic" sz="quarter" idx="29"/>
          </p:nvPr>
        </p:nvSpPr>
        <p:spPr>
          <a:xfrm>
            <a:off x="504002" y="4256213"/>
            <a:ext cx="1968000" cy="1476000"/>
          </a:xfrm>
        </p:spPr>
        <p:txBody>
          <a:bodyPr/>
          <a:lstStyle>
            <a:lvl1pPr algn="ctr">
              <a:defRPr/>
            </a:lvl1pPr>
          </a:lstStyle>
          <a:p>
            <a:r>
              <a:rPr lang="en-US" noProof="0"/>
              <a:t>Click icon to add picture</a:t>
            </a:r>
          </a:p>
        </p:txBody>
      </p:sp>
      <p:sp>
        <p:nvSpPr>
          <p:cNvPr id="11" name="Picture Placeholder 11"/>
          <p:cNvSpPr>
            <a:spLocks noGrp="1"/>
          </p:cNvSpPr>
          <p:nvPr>
            <p:ph type="pic" sz="quarter" idx="31"/>
          </p:nvPr>
        </p:nvSpPr>
        <p:spPr>
          <a:xfrm>
            <a:off x="6224088" y="4256213"/>
            <a:ext cx="1968000" cy="1476000"/>
          </a:xfrm>
        </p:spPr>
        <p:txBody>
          <a:bodyPr/>
          <a:lstStyle>
            <a:lvl1pPr algn="ctr">
              <a:defRPr/>
            </a:lvl1pPr>
          </a:lstStyle>
          <a:p>
            <a:r>
              <a:rPr lang="en-US" noProof="0"/>
              <a:t>Click icon to add picture</a:t>
            </a:r>
          </a:p>
        </p:txBody>
      </p:sp>
      <p:sp>
        <p:nvSpPr>
          <p:cNvPr id="13" name="Text Placeholder 12"/>
          <p:cNvSpPr>
            <a:spLocks noGrp="1"/>
          </p:cNvSpPr>
          <p:nvPr>
            <p:ph type="body" sz="quarter" idx="32"/>
          </p:nvPr>
        </p:nvSpPr>
        <p:spPr>
          <a:xfrm>
            <a:off x="2683484" y="1880213"/>
            <a:ext cx="32880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4" name="Text Placeholder 12"/>
          <p:cNvSpPr>
            <a:spLocks noGrp="1"/>
          </p:cNvSpPr>
          <p:nvPr>
            <p:ph type="body" sz="quarter" idx="33"/>
          </p:nvPr>
        </p:nvSpPr>
        <p:spPr>
          <a:xfrm>
            <a:off x="8396563" y="1880213"/>
            <a:ext cx="3302591"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5" name="Text Placeholder 12"/>
          <p:cNvSpPr>
            <a:spLocks noGrp="1"/>
          </p:cNvSpPr>
          <p:nvPr>
            <p:ph type="body" sz="quarter" idx="34"/>
          </p:nvPr>
        </p:nvSpPr>
        <p:spPr>
          <a:xfrm>
            <a:off x="2683484" y="4256213"/>
            <a:ext cx="32880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6" name="Text Placeholder 12"/>
          <p:cNvSpPr>
            <a:spLocks noGrp="1"/>
          </p:cNvSpPr>
          <p:nvPr>
            <p:ph type="body" sz="quarter" idx="35"/>
          </p:nvPr>
        </p:nvSpPr>
        <p:spPr>
          <a:xfrm>
            <a:off x="8396563" y="4256213"/>
            <a:ext cx="3302591"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7"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95708579"/>
      </p:ext>
    </p:extLst>
  </p:cSld>
  <p:clrMapOvr>
    <a:masterClrMapping/>
  </p:clrMapOvr>
  <p:transition>
    <p:fade/>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Picture Placeholder 7"/>
          <p:cNvSpPr>
            <a:spLocks noGrp="1"/>
          </p:cNvSpPr>
          <p:nvPr>
            <p:ph type="pic" sz="quarter" idx="13"/>
          </p:nvPr>
        </p:nvSpPr>
        <p:spPr>
          <a:xfrm>
            <a:off x="501654" y="1700217"/>
            <a:ext cx="3695699" cy="1971675"/>
          </a:xfrm>
        </p:spPr>
        <p:txBody>
          <a:bodyPr/>
          <a:lstStyle/>
          <a:p>
            <a:r>
              <a:rPr lang="en-US" noProof="0"/>
              <a:t>Click icon to add picture</a:t>
            </a:r>
          </a:p>
        </p:txBody>
      </p:sp>
      <p:sp>
        <p:nvSpPr>
          <p:cNvPr id="5" name="Picture Placeholder 7"/>
          <p:cNvSpPr>
            <a:spLocks noGrp="1"/>
          </p:cNvSpPr>
          <p:nvPr>
            <p:ph type="pic" sz="quarter" idx="14"/>
          </p:nvPr>
        </p:nvSpPr>
        <p:spPr>
          <a:xfrm>
            <a:off x="8006398" y="1700217"/>
            <a:ext cx="3683953" cy="1971675"/>
          </a:xfrm>
        </p:spPr>
        <p:txBody>
          <a:bodyPr/>
          <a:lstStyle/>
          <a:p>
            <a:r>
              <a:rPr lang="en-US" noProof="0"/>
              <a:t>Click icon to add picture</a:t>
            </a:r>
          </a:p>
        </p:txBody>
      </p:sp>
      <p:sp>
        <p:nvSpPr>
          <p:cNvPr id="6" name="Picture Placeholder 7"/>
          <p:cNvSpPr>
            <a:spLocks noGrp="1"/>
          </p:cNvSpPr>
          <p:nvPr>
            <p:ph type="pic" sz="quarter" idx="15"/>
          </p:nvPr>
        </p:nvSpPr>
        <p:spPr>
          <a:xfrm>
            <a:off x="4273077" y="1700217"/>
            <a:ext cx="3657600" cy="1971675"/>
          </a:xfrm>
        </p:spPr>
        <p:txBody>
          <a:bodyPr/>
          <a:lstStyle/>
          <a:p>
            <a:r>
              <a:rPr lang="en-US" noProof="0"/>
              <a:t>Click icon to add picture</a:t>
            </a:r>
          </a:p>
        </p:txBody>
      </p:sp>
      <p:sp>
        <p:nvSpPr>
          <p:cNvPr id="9" name="Text Placeholder 18"/>
          <p:cNvSpPr>
            <a:spLocks noGrp="1"/>
          </p:cNvSpPr>
          <p:nvPr>
            <p:ph idx="1" hasCustomPrompt="1"/>
          </p:nvPr>
        </p:nvSpPr>
        <p:spPr>
          <a:xfrm>
            <a:off x="501650" y="3832225"/>
            <a:ext cx="3683950"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18"/>
          <p:cNvSpPr>
            <a:spLocks noGrp="1"/>
          </p:cNvSpPr>
          <p:nvPr>
            <p:ph idx="16" hasCustomPrompt="1"/>
          </p:nvPr>
        </p:nvSpPr>
        <p:spPr>
          <a:xfrm>
            <a:off x="4267203" y="3832225"/>
            <a:ext cx="3657600"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18"/>
          <p:cNvSpPr>
            <a:spLocks noGrp="1"/>
          </p:cNvSpPr>
          <p:nvPr>
            <p:ph idx="17" hasCustomPrompt="1"/>
          </p:nvPr>
        </p:nvSpPr>
        <p:spPr>
          <a:xfrm>
            <a:off x="8006398" y="3832225"/>
            <a:ext cx="3683953"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232936504"/>
      </p:ext>
    </p:extLst>
  </p:cSld>
  <p:clrMapOvr>
    <a:masterClrMapping/>
  </p:clrMapOvr>
  <p:transition>
    <p:fade/>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1"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2851223542"/>
      </p:ext>
    </p:extLst>
  </p:cSld>
  <p:clrMapOvr>
    <a:masterClrMapping/>
  </p:clrMapOvr>
  <p:transition>
    <p:fade/>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2" y="185789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44156"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6"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263832863"/>
      </p:ext>
    </p:extLst>
  </p:cSld>
  <p:clrMapOvr>
    <a:masterClrMapping/>
  </p:clrMapOvr>
  <p:transition>
    <p:fade/>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5"/>
            <a:ext cx="5468941"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5466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0" name="Text Placeholder 8"/>
          <p:cNvSpPr>
            <a:spLocks noGrp="1"/>
          </p:cNvSpPr>
          <p:nvPr>
            <p:ph type="body" sz="quarter" idx="22"/>
          </p:nvPr>
        </p:nvSpPr>
        <p:spPr>
          <a:xfrm>
            <a:off x="504002" y="424968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23"/>
          </p:nvPr>
        </p:nvSpPr>
        <p:spPr>
          <a:xfrm>
            <a:off x="6246196" y="4249685"/>
            <a:ext cx="545295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Rectangle 11"/>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13" name="Rectangle 12"/>
          <p:cNvSpPr/>
          <p:nvPr userDrawn="1"/>
        </p:nvSpPr>
        <p:spPr>
          <a:xfrm>
            <a:off x="6246196"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14" name="Picture Placeholder 29"/>
          <p:cNvSpPr>
            <a:spLocks noGrp="1"/>
          </p:cNvSpPr>
          <p:nvPr>
            <p:ph type="pic" sz="quarter" idx="24" hasCustomPrompt="1"/>
          </p:nvPr>
        </p:nvSpPr>
        <p:spPr>
          <a:xfrm>
            <a:off x="4754495" y="4255707"/>
            <a:ext cx="1239382"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975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7"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Tree>
    <p:extLst>
      <p:ext uri="{BB962C8B-B14F-4D97-AF65-F5344CB8AC3E}">
        <p14:creationId xmlns:p14="http://schemas.microsoft.com/office/powerpoint/2010/main" val="4274513269"/>
      </p:ext>
    </p:extLst>
  </p:cSld>
  <p:clrMapOvr>
    <a:masterClrMapping/>
  </p:clrMapOvr>
  <p:transition>
    <p:fade/>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4320001"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5" name="Rectangle 4"/>
          <p:cNvSpPr/>
          <p:nvPr userDrawn="1"/>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128001" y="1851441"/>
            <a:ext cx="3571153"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234905029"/>
      </p:ext>
    </p:extLst>
  </p:cSld>
  <p:clrMapOvr>
    <a:masterClrMapping/>
  </p:clrMapOvr>
  <p:transition>
    <p:fade/>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096836"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8278"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2558"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031434567"/>
      </p:ext>
    </p:extLst>
  </p:cSld>
  <p:clrMapOvr>
    <a:masterClrMapping/>
  </p:clrMapOvr>
  <p:transition>
    <p:fade/>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0" y="317503"/>
            <a:ext cx="11188701" cy="370193"/>
          </a:xfrm>
        </p:spPr>
        <p:txBody>
          <a:bodyPr/>
          <a:lstStyle>
            <a:lvl1pPr>
              <a:defRPr>
                <a:solidFill>
                  <a:schemeClr val="bg1"/>
                </a:solidFill>
              </a:defRPr>
            </a:lvl1p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0" y="687694"/>
            <a:ext cx="11188701" cy="757255"/>
          </a:xfrm>
          <a:prstGeom prst="rect">
            <a:avLst/>
          </a:prstGeom>
        </p:spPr>
        <p:txBody>
          <a:bodyPr lIns="0" tIns="0" rIns="0" bIns="0">
            <a:noAutofit/>
          </a:bodyPr>
          <a:lstStyle>
            <a:lvl1pPr marL="0" indent="0">
              <a:buNone/>
              <a:defRPr sz="2282" b="0">
                <a:solidFill>
                  <a:schemeClr val="bg1"/>
                </a:solidFill>
              </a:defRPr>
            </a:lvl1pPr>
          </a:lstStyle>
          <a:p>
            <a:pPr lvl="0"/>
            <a:r>
              <a:rPr lang="en-US" noProof="0"/>
              <a:t>Click to add subtitle</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2019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3079309821"/>
      </p:ext>
    </p:extLst>
  </p:cSld>
  <p:clrMapOvr>
    <a:masterClrMapping/>
  </p:clrMapOvr>
  <p:transition>
    <p:fade/>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9"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0" name="Text Placeholder 18"/>
          <p:cNvSpPr>
            <a:spLocks noGrp="1"/>
          </p:cNvSpPr>
          <p:nvPr>
            <p:ph idx="1"/>
          </p:nvPr>
        </p:nvSpPr>
        <p:spPr>
          <a:xfrm>
            <a:off x="501652" y="1665292"/>
            <a:ext cx="5594351" cy="471646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730366228"/>
      </p:ext>
    </p:extLst>
  </p:cSld>
  <p:clrMapOvr>
    <a:masterClrMapping/>
  </p:clrMapOvr>
  <p:transition>
    <p:fade/>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2045981813"/>
      </p:ext>
    </p:extLst>
  </p:cSld>
  <p:clrMapOvr>
    <a:masterClrMapping/>
  </p:clrMapOvr>
  <p:transition>
    <p:fade/>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2318827"/>
      </p:ext>
    </p:extLst>
  </p:cSld>
  <p:clrMapOvr>
    <a:masterClrMapping/>
  </p:clrMapOvr>
  <p:transition>
    <p:fade/>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1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bg1"/>
                </a:solidFill>
              </a:defRPr>
            </a:lvl1pPr>
            <a:lvl2pPr marL="0" marR="0" indent="0" algn="l" defTabSz="1150154" rtl="0" eaLnBrk="1" fontAlgn="auto" latinLnBrk="0" hangingPunct="1">
              <a:lnSpc>
                <a:spcPct val="100000"/>
              </a:lnSpc>
              <a:spcBef>
                <a:spcPts val="0"/>
              </a:spcBef>
              <a:spcAft>
                <a:spcPts val="0"/>
              </a:spcAft>
              <a:buClrTx/>
              <a:buSzPct val="100000"/>
              <a:buFont typeface="Arial"/>
              <a:buNone/>
              <a:tabLst/>
              <a:defRPr sz="2012" b="0">
                <a:solidFill>
                  <a:schemeClr val="bg1"/>
                </a:solidFill>
              </a:defRPr>
            </a:lvl2pPr>
            <a:lvl3pPr marL="0" indent="0" algn="l">
              <a:spcAft>
                <a:spcPts val="0"/>
              </a:spcAft>
              <a:buNone/>
              <a:defRPr sz="2012">
                <a:solidFill>
                  <a:schemeClr val="bg1"/>
                </a:solidFill>
              </a:defRPr>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marL="0" marR="0" lvl="1" indent="0" algn="l" defTabSz="1150154"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235804880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4" y="727200"/>
            <a:ext cx="7200000" cy="5400000"/>
          </a:xfrm>
          <a:prstGeom prst="rect">
            <a:avLst/>
          </a:prstGeom>
        </p:spPr>
        <p:txBody>
          <a:bodyPr/>
          <a:lstStyle/>
          <a:p>
            <a:r>
              <a:rPr lang="en-US" noProof="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tx1"/>
                </a:solidFill>
              </a:defRPr>
            </a:lvl1pPr>
            <a:lvl2pPr marL="0" indent="0" algn="l">
              <a:buNone/>
              <a:defRPr sz="2012" b="0"/>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4004948464"/>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bg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11236269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tx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4" name="Group 3"/>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1951854176"/>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5" name="TextBox 4"/>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7" name="TextBox 6"/>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2019 Deloitte Touche Tohmatsu India LLP</a:t>
            </a:r>
          </a:p>
        </p:txBody>
      </p:sp>
      <p:sp>
        <p:nvSpPr>
          <p:cNvPr id="8" name="TextBox 7"/>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508687165"/>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3" y="3429003"/>
            <a:ext cx="10544066"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2019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387563713"/>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748307488"/>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2200816036"/>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2357686282"/>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7"/>
            <a:ext cx="915237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2442282609"/>
      </p:ext>
    </p:extLst>
  </p:cSld>
  <p:clrMapOvr>
    <a:masterClrMapping/>
  </p:clrMapOvr>
  <p:transition>
    <p:fade/>
  </p:transition>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7203"/>
            <a:ext cx="9277350" cy="4759584"/>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028599361"/>
      </p:ext>
    </p:extLst>
  </p:cSld>
  <p:clrMapOvr>
    <a:masterClrMapping/>
  </p:clrMapOvr>
  <p:transition>
    <p:fade/>
  </p:transition>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025716637"/>
      </p:ext>
    </p:extLst>
  </p:cSld>
  <p:clrMapOvr>
    <a:masterClrMapping/>
  </p:clrMapOvr>
  <p:transition>
    <p:fade/>
  </p:transition>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422692159"/>
      </p:ext>
    </p:extLst>
  </p:cSld>
  <p:clrMapOvr>
    <a:masterClrMapping/>
  </p:clrMapOvr>
  <p:transition>
    <p:fade/>
  </p:transition>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1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498584" y="1143708"/>
            <a:ext cx="11165416" cy="471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070537759"/>
      </p:ext>
    </p:extLst>
  </p:cSld>
  <p:clrMapOvr>
    <a:masterClrMapping/>
  </p:clrMapOvr>
  <p:transition>
    <p:fade/>
  </p:transition>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1_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p>
        </p:txBody>
      </p:sp>
      <p:sp>
        <p:nvSpPr>
          <p:cNvPr id="4" name="Rectangle 3"/>
          <p:cNvSpPr/>
          <p:nvPr userDrawn="1"/>
        </p:nvSpPr>
        <p:spPr>
          <a:xfrm>
            <a:off x="504002"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5" name="Rectangle 4"/>
          <p:cNvSpPr/>
          <p:nvPr userDrawn="1"/>
        </p:nvSpPr>
        <p:spPr>
          <a:xfrm>
            <a:off x="6224086" y="1700216"/>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6" name="Rectangle 5"/>
          <p:cNvSpPr/>
          <p:nvPr userDrawn="1"/>
        </p:nvSpPr>
        <p:spPr>
          <a:xfrm>
            <a:off x="504002"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7" name="Rectangle 6"/>
          <p:cNvSpPr/>
          <p:nvPr userDrawn="1"/>
        </p:nvSpPr>
        <p:spPr>
          <a:xfrm>
            <a:off x="6224086"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8" name="Picture Placeholder 11"/>
          <p:cNvSpPr>
            <a:spLocks noGrp="1"/>
          </p:cNvSpPr>
          <p:nvPr>
            <p:ph type="pic" sz="quarter" idx="25"/>
          </p:nvPr>
        </p:nvSpPr>
        <p:spPr>
          <a:xfrm>
            <a:off x="504002" y="1880213"/>
            <a:ext cx="1968000" cy="1476000"/>
          </a:xfrm>
        </p:spPr>
        <p:txBody>
          <a:bodyPr/>
          <a:lstStyle>
            <a:lvl1pPr algn="ctr">
              <a:defRPr/>
            </a:lvl1pPr>
          </a:lstStyle>
          <a:p>
            <a:r>
              <a:rPr lang="en-US" noProof="0"/>
              <a:t>Click icon to add picture</a:t>
            </a:r>
          </a:p>
        </p:txBody>
      </p:sp>
      <p:sp>
        <p:nvSpPr>
          <p:cNvPr id="9" name="Picture Placeholder 11"/>
          <p:cNvSpPr>
            <a:spLocks noGrp="1"/>
          </p:cNvSpPr>
          <p:nvPr>
            <p:ph type="pic" sz="quarter" idx="27"/>
          </p:nvPr>
        </p:nvSpPr>
        <p:spPr>
          <a:xfrm>
            <a:off x="6224088" y="1880213"/>
            <a:ext cx="1968000" cy="1476000"/>
          </a:xfrm>
        </p:spPr>
        <p:txBody>
          <a:bodyPr/>
          <a:lstStyle>
            <a:lvl1pPr algn="ctr">
              <a:defRPr/>
            </a:lvl1pPr>
          </a:lstStyle>
          <a:p>
            <a:r>
              <a:rPr lang="en-US" noProof="0"/>
              <a:t>Click icon to add picture</a:t>
            </a:r>
          </a:p>
        </p:txBody>
      </p:sp>
      <p:sp>
        <p:nvSpPr>
          <p:cNvPr id="10" name="Picture Placeholder 11"/>
          <p:cNvSpPr>
            <a:spLocks noGrp="1"/>
          </p:cNvSpPr>
          <p:nvPr>
            <p:ph type="pic" sz="quarter" idx="29"/>
          </p:nvPr>
        </p:nvSpPr>
        <p:spPr>
          <a:xfrm>
            <a:off x="504002" y="4256213"/>
            <a:ext cx="1968000" cy="1476000"/>
          </a:xfrm>
        </p:spPr>
        <p:txBody>
          <a:bodyPr/>
          <a:lstStyle>
            <a:lvl1pPr algn="ctr">
              <a:defRPr/>
            </a:lvl1pPr>
          </a:lstStyle>
          <a:p>
            <a:r>
              <a:rPr lang="en-US" noProof="0"/>
              <a:t>Click icon to add picture</a:t>
            </a:r>
          </a:p>
        </p:txBody>
      </p:sp>
      <p:sp>
        <p:nvSpPr>
          <p:cNvPr id="11" name="Picture Placeholder 11"/>
          <p:cNvSpPr>
            <a:spLocks noGrp="1"/>
          </p:cNvSpPr>
          <p:nvPr>
            <p:ph type="pic" sz="quarter" idx="31"/>
          </p:nvPr>
        </p:nvSpPr>
        <p:spPr>
          <a:xfrm>
            <a:off x="6224088" y="4256213"/>
            <a:ext cx="1968000" cy="1476000"/>
          </a:xfrm>
        </p:spPr>
        <p:txBody>
          <a:bodyPr/>
          <a:lstStyle>
            <a:lvl1pPr algn="ctr">
              <a:defRPr/>
            </a:lvl1pPr>
          </a:lstStyle>
          <a:p>
            <a:r>
              <a:rPr lang="en-US" noProof="0"/>
              <a:t>Click icon to add picture</a:t>
            </a:r>
          </a:p>
        </p:txBody>
      </p:sp>
      <p:sp>
        <p:nvSpPr>
          <p:cNvPr id="13" name="Text Placeholder 12"/>
          <p:cNvSpPr>
            <a:spLocks noGrp="1"/>
          </p:cNvSpPr>
          <p:nvPr>
            <p:ph type="body" sz="quarter" idx="32"/>
          </p:nvPr>
        </p:nvSpPr>
        <p:spPr>
          <a:xfrm>
            <a:off x="2683484" y="1880213"/>
            <a:ext cx="32880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4" name="Text Placeholder 12"/>
          <p:cNvSpPr>
            <a:spLocks noGrp="1"/>
          </p:cNvSpPr>
          <p:nvPr>
            <p:ph type="body" sz="quarter" idx="33"/>
          </p:nvPr>
        </p:nvSpPr>
        <p:spPr>
          <a:xfrm>
            <a:off x="8396563" y="1880213"/>
            <a:ext cx="3302591"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5" name="Text Placeholder 12"/>
          <p:cNvSpPr>
            <a:spLocks noGrp="1"/>
          </p:cNvSpPr>
          <p:nvPr>
            <p:ph type="body" sz="quarter" idx="34"/>
          </p:nvPr>
        </p:nvSpPr>
        <p:spPr>
          <a:xfrm>
            <a:off x="2683484" y="4256213"/>
            <a:ext cx="32880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6" name="Text Placeholder 12"/>
          <p:cNvSpPr>
            <a:spLocks noGrp="1"/>
          </p:cNvSpPr>
          <p:nvPr>
            <p:ph type="body" sz="quarter" idx="35"/>
          </p:nvPr>
        </p:nvSpPr>
        <p:spPr>
          <a:xfrm>
            <a:off x="8396563" y="4256213"/>
            <a:ext cx="3302591"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7"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2392508858"/>
      </p:ext>
    </p:extLst>
  </p:cSld>
  <p:clrMapOvr>
    <a:masterClrMapping/>
  </p:clrMapOvr>
  <p:transition>
    <p:fade/>
  </p:transition>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1_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2" y="185789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44156"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6"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685697360"/>
      </p:ext>
    </p:extLst>
  </p:cSld>
  <p:clrMapOvr>
    <a:masterClrMapping/>
  </p:clrMapOvr>
  <p:transition>
    <p:fade/>
  </p:transition>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1_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5"/>
            <a:ext cx="5468941"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5466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0" name="Text Placeholder 8"/>
          <p:cNvSpPr>
            <a:spLocks noGrp="1"/>
          </p:cNvSpPr>
          <p:nvPr>
            <p:ph type="body" sz="quarter" idx="22"/>
          </p:nvPr>
        </p:nvSpPr>
        <p:spPr>
          <a:xfrm>
            <a:off x="504002" y="424968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23"/>
          </p:nvPr>
        </p:nvSpPr>
        <p:spPr>
          <a:xfrm>
            <a:off x="6246196" y="4249685"/>
            <a:ext cx="545295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Rectangle 11"/>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13" name="Rectangle 12"/>
          <p:cNvSpPr/>
          <p:nvPr userDrawn="1"/>
        </p:nvSpPr>
        <p:spPr>
          <a:xfrm>
            <a:off x="6246196"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14" name="Picture Placeholder 29"/>
          <p:cNvSpPr>
            <a:spLocks noGrp="1"/>
          </p:cNvSpPr>
          <p:nvPr>
            <p:ph type="pic" sz="quarter" idx="24" hasCustomPrompt="1"/>
          </p:nvPr>
        </p:nvSpPr>
        <p:spPr>
          <a:xfrm>
            <a:off x="4754495" y="4255707"/>
            <a:ext cx="1239382"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975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7"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Tree>
    <p:extLst>
      <p:ext uri="{BB962C8B-B14F-4D97-AF65-F5344CB8AC3E}">
        <p14:creationId xmlns:p14="http://schemas.microsoft.com/office/powerpoint/2010/main" val="88316974"/>
      </p:ext>
    </p:extLst>
  </p:cSld>
  <p:clrMapOvr>
    <a:masterClrMapping/>
  </p:clrMapOvr>
  <p:transition>
    <p:fade/>
  </p:transition>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4320001"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5" name="Rectangle 4"/>
          <p:cNvSpPr/>
          <p:nvPr userDrawn="1"/>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128001" y="1851441"/>
            <a:ext cx="3571153"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589774927"/>
      </p:ext>
    </p:extLst>
  </p:cSld>
  <p:clrMapOvr>
    <a:masterClrMapping/>
  </p:clrMapOvr>
  <p:transition>
    <p:fade/>
  </p:transition>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0" y="317503"/>
            <a:ext cx="11188701" cy="370193"/>
          </a:xfrm>
        </p:spPr>
        <p:txBody>
          <a:bodyPr/>
          <a:lstStyle>
            <a:lvl1pPr>
              <a:defRPr>
                <a:solidFill>
                  <a:schemeClr val="bg1"/>
                </a:solidFill>
              </a:defRPr>
            </a:lvl1p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0" y="687694"/>
            <a:ext cx="11188701" cy="757255"/>
          </a:xfrm>
          <a:prstGeom prst="rect">
            <a:avLst/>
          </a:prstGeom>
        </p:spPr>
        <p:txBody>
          <a:bodyPr lIns="0" tIns="0" rIns="0" bIns="0">
            <a:noAutofit/>
          </a:bodyPr>
          <a:lstStyle>
            <a:lvl1pPr marL="0" indent="0">
              <a:buNone/>
              <a:defRPr sz="2282" b="0">
                <a:solidFill>
                  <a:schemeClr val="bg1"/>
                </a:solidFill>
              </a:defRPr>
            </a:lvl1pPr>
          </a:lstStyle>
          <a:p>
            <a:pPr lvl="0"/>
            <a:r>
              <a:rPr lang="en-US" noProof="0"/>
              <a:t>Click to add subtitle</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2019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212211425"/>
      </p:ext>
    </p:extLst>
  </p:cSld>
  <p:clrMapOvr>
    <a:masterClrMapping/>
  </p:clrMapOvr>
  <p:transition>
    <p:fade/>
  </p:transition>
</p:sldLayout>
</file>

<file path=ppt/slideLayouts/slideLayout16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478DAED-02DF-4594-AA6B-B69C134E1DCE}" type="datetimeFigureOut">
              <a:rPr lang="en-IN" smtClean="0"/>
              <a:t>28-08-2022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FFF56FF-37B2-4834-A611-C4F9A851F94F}" type="slidenum">
              <a:rPr lang="en-IN" smtClean="0"/>
              <a:t>‹#›</a:t>
            </a:fld>
            <a:endParaRPr lang="en-IN"/>
          </a:p>
        </p:txBody>
      </p:sp>
    </p:spTree>
    <p:extLst>
      <p:ext uri="{BB962C8B-B14F-4D97-AF65-F5344CB8AC3E}">
        <p14:creationId xmlns:p14="http://schemas.microsoft.com/office/powerpoint/2010/main" val="3870285477"/>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bg1"/>
                </a:solidFill>
              </a:defRPr>
            </a:lvl1pPr>
            <a:lvl2pPr marL="0" marR="0" indent="0" algn="l" defTabSz="1150154" rtl="0" eaLnBrk="1" fontAlgn="auto" latinLnBrk="0" hangingPunct="1">
              <a:lnSpc>
                <a:spcPct val="100000"/>
              </a:lnSpc>
              <a:spcBef>
                <a:spcPts val="0"/>
              </a:spcBef>
              <a:spcAft>
                <a:spcPts val="0"/>
              </a:spcAft>
              <a:buClrTx/>
              <a:buSzPct val="100000"/>
              <a:buFont typeface="Arial"/>
              <a:buNone/>
              <a:tabLst/>
              <a:defRPr sz="2012" b="0">
                <a:solidFill>
                  <a:schemeClr val="bg1"/>
                </a:solidFill>
              </a:defRPr>
            </a:lvl2pPr>
            <a:lvl3pPr marL="0" indent="0" algn="l">
              <a:spcAft>
                <a:spcPts val="0"/>
              </a:spcAft>
              <a:buNone/>
              <a:defRPr sz="2012">
                <a:solidFill>
                  <a:schemeClr val="bg1"/>
                </a:solidFill>
              </a:defRPr>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marL="0" marR="0" lvl="1" indent="0" algn="l" defTabSz="1150154"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501651" y="378003"/>
            <a:ext cx="2004206"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grpSp>
    </p:spTree>
    <p:extLst>
      <p:ext uri="{BB962C8B-B14F-4D97-AF65-F5344CB8AC3E}">
        <p14:creationId xmlns:p14="http://schemas.microsoft.com/office/powerpoint/2010/main" val="281929409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4" y="727200"/>
            <a:ext cx="7200000" cy="5400000"/>
          </a:xfrm>
          <a:prstGeom prst="rect">
            <a:avLst/>
          </a:prstGeom>
        </p:spPr>
        <p:txBody>
          <a:bodyPr/>
          <a:lstStyle/>
          <a:p>
            <a:r>
              <a:rPr lang="en-US" noProof="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tx1"/>
                </a:solidFill>
              </a:defRPr>
            </a:lvl1pPr>
            <a:lvl2pPr marL="0" indent="0" algn="l">
              <a:buNone/>
              <a:defRPr sz="2012" b="0"/>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pic>
        <p:nvPicPr>
          <p:cNvPr id="30" name="LogoDisclaimerPage"/>
          <p:cNvPicPr>
            <a:picLocks noChangeAspect="1"/>
          </p:cNvPicPr>
          <p:nvPr userDrawn="1"/>
        </p:nvPicPr>
        <p:blipFill>
          <a:blip r:embed="rId2"/>
          <a:stretch>
            <a:fillRect/>
          </a:stretch>
        </p:blipFill>
        <p:spPr>
          <a:xfrm>
            <a:off x="430929" y="421118"/>
            <a:ext cx="2141721" cy="938735"/>
          </a:xfrm>
          <a:prstGeom prst="rect">
            <a:avLst/>
          </a:prstGeom>
        </p:spPr>
      </p:pic>
    </p:spTree>
    <p:extLst>
      <p:ext uri="{BB962C8B-B14F-4D97-AF65-F5344CB8AC3E}">
        <p14:creationId xmlns:p14="http://schemas.microsoft.com/office/powerpoint/2010/main" val="1311814662"/>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bg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grpSp>
    </p:spTree>
    <p:extLst>
      <p:ext uri="{BB962C8B-B14F-4D97-AF65-F5344CB8AC3E}">
        <p14:creationId xmlns:p14="http://schemas.microsoft.com/office/powerpoint/2010/main" val="126032565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tx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4" name="Group 3"/>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grpSp>
    </p:spTree>
    <p:extLst>
      <p:ext uri="{BB962C8B-B14F-4D97-AF65-F5344CB8AC3E}">
        <p14:creationId xmlns:p14="http://schemas.microsoft.com/office/powerpoint/2010/main" val="3217216175"/>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5" name="TextBox 4"/>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7" name="TextBox 6"/>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2019 Deloitte Touche Tohmatsu India LLP</a:t>
            </a:r>
          </a:p>
        </p:txBody>
      </p:sp>
      <p:sp>
        <p:nvSpPr>
          <p:cNvPr id="8" name="TextBox 7"/>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529045534"/>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3" y="3429003"/>
            <a:ext cx="10544066"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2019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855905846"/>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4064772573"/>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2802206736"/>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2022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615697834"/>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tx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3696652211"/>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7"/>
            <a:ext cx="915237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3232759540"/>
      </p:ext>
    </p:extLst>
  </p:cSld>
  <p:clrMapOvr>
    <a:masterClrMapping/>
  </p:clrMapOvr>
  <p:transition>
    <p:fade/>
  </p:transition>
</p:sldLayout>
</file>

<file path=ppt/slideLayouts/slideLayout179.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7203"/>
            <a:ext cx="9277350" cy="4759584"/>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2129677050"/>
      </p:ext>
    </p:extLst>
  </p:cSld>
  <p:clrMapOvr>
    <a:masterClrMapping/>
  </p:clrMapOvr>
  <p:transition>
    <p:fade/>
  </p:transition>
</p:sldLayout>
</file>

<file path=ppt/slideLayouts/slideLayout180.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945960373"/>
      </p:ext>
    </p:extLst>
  </p:cSld>
  <p:clrMapOvr>
    <a:masterClrMapping/>
  </p:clrMapOvr>
  <p:transition>
    <p:fade/>
  </p:transition>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689524119"/>
      </p:ext>
    </p:extLst>
  </p:cSld>
  <p:clrMapOvr>
    <a:masterClrMapping/>
  </p:clrMapOvr>
  <p:transition>
    <p:fade/>
  </p:transition>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tx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Click to edit Master text styles</a:t>
            </a:r>
          </a:p>
        </p:txBody>
      </p:sp>
    </p:spTree>
    <p:extLst>
      <p:ext uri="{BB962C8B-B14F-4D97-AF65-F5344CB8AC3E}">
        <p14:creationId xmlns:p14="http://schemas.microsoft.com/office/powerpoint/2010/main" val="87692254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2" y="1665292"/>
            <a:ext cx="9277350" cy="4716463"/>
          </a:xfrm>
          <a:prstGeom prst="rect">
            <a:avLst/>
          </a:prstGeom>
        </p:spPr>
        <p:txBody>
          <a:bodyPr/>
          <a:lstStyle>
            <a:lvl1pPr>
              <a:tabLst>
                <a:tab pos="8464418" algn="r"/>
              </a:tabLst>
              <a:defRPr/>
            </a:lvl1pPr>
            <a:lvl2pPr>
              <a:tabLst>
                <a:tab pos="8464418" algn="r"/>
              </a:tabLst>
              <a:defRPr/>
            </a:lvl2pPr>
            <a:lvl3pPr>
              <a:tabLst>
                <a:tab pos="8464418" algn="r"/>
              </a:tabLst>
              <a:defRPr/>
            </a:lvl3pPr>
            <a:lvl4pPr>
              <a:tabLst>
                <a:tab pos="8464418" algn="r"/>
              </a:tabLst>
              <a:defRPr/>
            </a:lvl4pPr>
            <a:lvl5pPr>
              <a:tabLst>
                <a:tab pos="6325849" algn="r"/>
              </a:tabLst>
              <a:defRPr baseline="0"/>
            </a:lvl5pPr>
            <a:lvl6pPr>
              <a:tabLst>
                <a:tab pos="8464418" algn="r"/>
              </a:tabLst>
              <a:defRPr/>
            </a:lvl6pPr>
            <a:lvl7pPr>
              <a:tabLst>
                <a:tab pos="8464418" algn="r"/>
              </a:tabLst>
              <a:defRPr/>
            </a:lvl7pPr>
            <a:lvl8pPr>
              <a:tabLst>
                <a:tab pos="8464418" algn="r"/>
              </a:tabLst>
              <a:defRPr/>
            </a:lvl8pPr>
            <a:lvl9pPr>
              <a:tabLst>
                <a:tab pos="8464418"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1"/>
          <p:cNvSpPr>
            <a:spLocks noGrp="1"/>
          </p:cNvSpPr>
          <p:nvPr>
            <p:ph type="title" hasCustomPrompt="1"/>
          </p:nvPr>
        </p:nvSpPr>
        <p:spPr>
          <a:xfrm>
            <a:off x="501652" y="317503"/>
            <a:ext cx="11180231" cy="698501"/>
          </a:xfrm>
          <a:prstGeom prst="rect">
            <a:avLst/>
          </a:prstGeom>
        </p:spPr>
        <p:txBody>
          <a:bodyPr vert="horz" lIns="0" tIns="0" rIns="0" bIns="0" rtlCol="0" anchor="t" anchorCtr="0">
            <a:noAutofit/>
          </a:bodyPr>
          <a:lstStyle>
            <a:lvl1pPr>
              <a:defRPr/>
            </a:lvl1pPr>
          </a:lstStyle>
          <a:p>
            <a:r>
              <a:rPr lang="en-US"/>
              <a:t>Click to add title</a:t>
            </a:r>
          </a:p>
        </p:txBody>
      </p:sp>
    </p:spTree>
    <p:extLst>
      <p:ext uri="{BB962C8B-B14F-4D97-AF65-F5344CB8AC3E}">
        <p14:creationId xmlns:p14="http://schemas.microsoft.com/office/powerpoint/2010/main" val="809445560"/>
      </p:ext>
    </p:extLst>
  </p:cSld>
  <p:clrMapOvr>
    <a:masterClrMapping/>
  </p:clrMapOvr>
  <p:transition>
    <p:fade/>
  </p:transition>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1"/>
            <a:ext cx="11188699" cy="6985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5" name="Picture Placeholder 9"/>
          <p:cNvSpPr>
            <a:spLocks noGrp="1"/>
          </p:cNvSpPr>
          <p:nvPr>
            <p:ph type="pic" sz="quarter" idx="15"/>
          </p:nvPr>
        </p:nvSpPr>
        <p:spPr>
          <a:xfrm>
            <a:off x="5450353" y="1701804"/>
            <a:ext cx="6240000" cy="4679950"/>
          </a:xfrm>
        </p:spPr>
        <p:txBody>
          <a:bodyPr/>
          <a:lstStyle/>
          <a:p>
            <a:r>
              <a:rPr lang="en-US" noProof="0"/>
              <a:t>Click icon to add picture</a:t>
            </a:r>
          </a:p>
        </p:txBody>
      </p:sp>
      <p:sp>
        <p:nvSpPr>
          <p:cNvPr id="6" name="Content Placeholder 3"/>
          <p:cNvSpPr>
            <a:spLocks noGrp="1"/>
          </p:cNvSpPr>
          <p:nvPr>
            <p:ph sz="quarter" idx="10"/>
          </p:nvPr>
        </p:nvSpPr>
        <p:spPr>
          <a:xfrm>
            <a:off x="501653" y="1665292"/>
            <a:ext cx="4456429"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79597594"/>
      </p:ext>
    </p:extLst>
  </p:cSld>
  <p:clrMapOvr>
    <a:masterClrMapping/>
  </p:clrMapOvr>
  <p:transition>
    <p:fade/>
  </p:transition>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699" cy="698500"/>
          </a:xfrm>
        </p:spPr>
        <p:txBody>
          <a:bodyPr/>
          <a:lstStyle/>
          <a:p>
            <a:r>
              <a:rPr lang="en-US" noProof="0"/>
              <a:t>Click to edit Master title style</a:t>
            </a:r>
          </a:p>
        </p:txBody>
      </p:sp>
      <p:sp>
        <p:nvSpPr>
          <p:cNvPr id="14" name="Text Placeholder 18"/>
          <p:cNvSpPr>
            <a:spLocks noGrp="1"/>
          </p:cNvSpPr>
          <p:nvPr>
            <p:ph idx="1"/>
          </p:nvPr>
        </p:nvSpPr>
        <p:spPr>
          <a:xfrm>
            <a:off x="501653" y="1665292"/>
            <a:ext cx="11165416" cy="471646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330328046"/>
      </p:ext>
    </p:extLst>
  </p:cSld>
  <p:clrMapOvr>
    <a:masterClrMapping/>
  </p:clrMapOvr>
  <p:transition>
    <p:fade/>
  </p:transition>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498584" y="1143708"/>
            <a:ext cx="11165416" cy="471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750515737"/>
      </p:ext>
    </p:extLst>
  </p:cSld>
  <p:clrMapOvr>
    <a:masterClrMapping/>
  </p:clrMapOvr>
  <p:transition>
    <p:fade/>
  </p:transition>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501653" y="1700213"/>
            <a:ext cx="11165416" cy="4678986"/>
          </a:xfrm>
          <a:prstGeom prst="rect">
            <a:avLst/>
          </a:prstGeom>
        </p:spPr>
        <p:txBody>
          <a:bodyPr vert="horz" lIns="0" tIns="0" rIns="0" bIns="0" rtlCol="0">
            <a:noAutofit/>
          </a:bodyPr>
          <a:lstStyle>
            <a:lvl1pPr>
              <a:defRPr sz="2012"/>
            </a:lvl1pPr>
            <a:lvl2pPr>
              <a:defRPr sz="2012"/>
            </a:lvl2pPr>
            <a:lvl3pPr>
              <a:defRPr sz="2012"/>
            </a:lvl3pPr>
            <a:lvl4pPr>
              <a:defRPr sz="2012"/>
            </a:lvl4pPr>
            <a:lvl5pPr>
              <a:defRPr sz="2012"/>
            </a:lvl5pPr>
            <a:lvl6pPr>
              <a:defRPr sz="2012"/>
            </a:lvl6pPr>
            <a:lvl7pPr>
              <a:defRPr sz="2012"/>
            </a:lvl7pPr>
            <a:lvl8pPr>
              <a:defRPr sz="2012"/>
            </a:lvl8pPr>
            <a:lvl9pPr>
              <a:defRPr sz="2012"/>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293104491"/>
      </p:ext>
    </p:extLst>
  </p:cSld>
  <p:clrMapOvr>
    <a:masterClrMapping/>
  </p:clrMapOvr>
  <p:transition>
    <p:fade/>
  </p:transition>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6"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7" name="Chart Placeholder 3"/>
          <p:cNvSpPr>
            <a:spLocks noGrp="1"/>
          </p:cNvSpPr>
          <p:nvPr>
            <p:ph type="chart" sz="quarter" idx="15"/>
          </p:nvPr>
        </p:nvSpPr>
        <p:spPr>
          <a:xfrm>
            <a:off x="501654" y="2052003"/>
            <a:ext cx="11188699" cy="4069013"/>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4" y="1665289"/>
            <a:ext cx="11188699" cy="392112"/>
          </a:xfrm>
        </p:spPr>
        <p:txBody>
          <a:bodyPr/>
          <a:lstStyle/>
          <a:p>
            <a:pPr lvl="0"/>
            <a:r>
              <a:rPr lang="en-US" noProof="0"/>
              <a:t>Click to edit Master text styles</a:t>
            </a:r>
          </a:p>
        </p:txBody>
      </p:sp>
      <p:sp>
        <p:nvSpPr>
          <p:cNvPr id="19" name="Text Placeholder 7"/>
          <p:cNvSpPr>
            <a:spLocks noGrp="1"/>
          </p:cNvSpPr>
          <p:nvPr>
            <p:ph type="body" sz="quarter" idx="23"/>
          </p:nvPr>
        </p:nvSpPr>
        <p:spPr>
          <a:xfrm>
            <a:off x="501651" y="6121017"/>
            <a:ext cx="11188699" cy="260737"/>
          </a:xfrm>
        </p:spPr>
        <p:txBody>
          <a:bodyPr>
            <a:noAutofit/>
          </a:bodyPr>
          <a:lstStyle>
            <a:lvl1pPr>
              <a:spcAft>
                <a:spcPts val="0"/>
              </a:spcAft>
              <a:defRPr sz="1141"/>
            </a:lvl1pPr>
          </a:lstStyle>
          <a:p>
            <a:pPr lvl="0"/>
            <a:r>
              <a:rPr lang="en-US" noProof="0"/>
              <a:t>Click to edit Master text styles</a:t>
            </a:r>
          </a:p>
        </p:txBody>
      </p:sp>
    </p:spTree>
    <p:extLst>
      <p:ext uri="{BB962C8B-B14F-4D97-AF65-F5344CB8AC3E}">
        <p14:creationId xmlns:p14="http://schemas.microsoft.com/office/powerpoint/2010/main" val="4293490255"/>
      </p:ext>
    </p:extLst>
  </p:cSld>
  <p:clrMapOvr>
    <a:masterClrMapping/>
  </p:clrMapOvr>
  <p:transition>
    <p:fade/>
  </p:transition>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6"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2" y="1665289"/>
            <a:ext cx="3562351" cy="392112"/>
          </a:xfrm>
        </p:spPr>
        <p:txBody>
          <a:bodyPr/>
          <a:lstStyle/>
          <a:p>
            <a:pPr lvl="0"/>
            <a:r>
              <a:rPr lang="en-US" noProof="0"/>
              <a:t>Click to edit Master text styles</a:t>
            </a:r>
          </a:p>
        </p:txBody>
      </p:sp>
      <p:sp>
        <p:nvSpPr>
          <p:cNvPr id="7" name="Chart Placeholder 3"/>
          <p:cNvSpPr>
            <a:spLocks noGrp="1"/>
          </p:cNvSpPr>
          <p:nvPr>
            <p:ph type="chart" sz="quarter" idx="19"/>
          </p:nvPr>
        </p:nvSpPr>
        <p:spPr>
          <a:xfrm>
            <a:off x="4303186" y="2051999"/>
            <a:ext cx="3561616" cy="4069014"/>
          </a:xfrm>
          <a:prstGeom prst="rect">
            <a:avLst/>
          </a:prstGeom>
        </p:spPr>
        <p:txBody>
          <a:bodyPr/>
          <a:lstStyle/>
          <a:p>
            <a:r>
              <a:rPr lang="en-US" noProof="0"/>
              <a:t>Click icon to add chart</a:t>
            </a:r>
          </a:p>
        </p:txBody>
      </p:sp>
      <p:sp>
        <p:nvSpPr>
          <p:cNvPr id="8" name="Text Placeholder 8"/>
          <p:cNvSpPr>
            <a:spLocks noGrp="1"/>
          </p:cNvSpPr>
          <p:nvPr>
            <p:ph type="body" sz="quarter" idx="20"/>
          </p:nvPr>
        </p:nvSpPr>
        <p:spPr>
          <a:xfrm>
            <a:off x="4303185" y="1665289"/>
            <a:ext cx="3561615" cy="392112"/>
          </a:xfrm>
        </p:spPr>
        <p:txBody>
          <a:bodyPr/>
          <a:lstStyle/>
          <a:p>
            <a:pPr lvl="0"/>
            <a:r>
              <a:rPr lang="en-US" noProof="0"/>
              <a:t>Click to edit Master text styles</a:t>
            </a:r>
          </a:p>
        </p:txBody>
      </p:sp>
      <p:sp>
        <p:nvSpPr>
          <p:cNvPr id="9" name="Chart Placeholder 3"/>
          <p:cNvSpPr>
            <a:spLocks noGrp="1"/>
          </p:cNvSpPr>
          <p:nvPr>
            <p:ph type="chart" sz="quarter" idx="21"/>
          </p:nvPr>
        </p:nvSpPr>
        <p:spPr>
          <a:xfrm>
            <a:off x="8126397" y="2051999"/>
            <a:ext cx="3563953" cy="4069014"/>
          </a:xfrm>
          <a:prstGeom prst="rect">
            <a:avLst/>
          </a:prstGeom>
        </p:spPr>
        <p:txBody>
          <a:bodyPr/>
          <a:lstStyle/>
          <a:p>
            <a:r>
              <a:rPr lang="en-US" noProof="0"/>
              <a:t>Click icon to add chart</a:t>
            </a:r>
          </a:p>
        </p:txBody>
      </p:sp>
      <p:sp>
        <p:nvSpPr>
          <p:cNvPr id="10" name="Text Placeholder 8"/>
          <p:cNvSpPr>
            <a:spLocks noGrp="1"/>
          </p:cNvSpPr>
          <p:nvPr>
            <p:ph type="body" sz="quarter" idx="22"/>
          </p:nvPr>
        </p:nvSpPr>
        <p:spPr>
          <a:xfrm>
            <a:off x="8126399" y="1659145"/>
            <a:ext cx="3563954" cy="398256"/>
          </a:xfrm>
        </p:spPr>
        <p:txBody>
          <a:bodyPr/>
          <a:lstStyle/>
          <a:p>
            <a:pPr lvl="0"/>
            <a:r>
              <a:rPr lang="en-US" noProof="0"/>
              <a:t>Click to edit Master text styles</a:t>
            </a:r>
          </a:p>
        </p:txBody>
      </p:sp>
      <p:sp>
        <p:nvSpPr>
          <p:cNvPr id="12" name="Text Placeholder 7"/>
          <p:cNvSpPr>
            <a:spLocks noGrp="1"/>
          </p:cNvSpPr>
          <p:nvPr>
            <p:ph type="body" sz="quarter" idx="23"/>
          </p:nvPr>
        </p:nvSpPr>
        <p:spPr>
          <a:xfrm>
            <a:off x="501649" y="6121017"/>
            <a:ext cx="11165419" cy="260737"/>
          </a:xfrm>
        </p:spPr>
        <p:txBody>
          <a:bodyPr>
            <a:noAutofit/>
          </a:bodyPr>
          <a:lstStyle>
            <a:lvl1pPr>
              <a:spcAft>
                <a:spcPts val="0"/>
              </a:spcAft>
              <a:defRPr sz="1141"/>
            </a:lvl1pPr>
          </a:lstStyle>
          <a:p>
            <a:pPr lvl="0"/>
            <a:r>
              <a:rPr lang="en-US" noProof="0"/>
              <a:t>Click to edit Master text styles</a:t>
            </a:r>
          </a:p>
        </p:txBody>
      </p:sp>
    </p:spTree>
    <p:extLst>
      <p:ext uri="{BB962C8B-B14F-4D97-AF65-F5344CB8AC3E}">
        <p14:creationId xmlns:p14="http://schemas.microsoft.com/office/powerpoint/2010/main" val="2661346540"/>
      </p:ext>
    </p:extLst>
  </p:cSld>
  <p:clrMapOvr>
    <a:masterClrMapping/>
  </p:clrMapOvr>
  <p:transition>
    <p:fade/>
  </p:transition>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501653" y="317502"/>
            <a:ext cx="1120266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9" name="Text Placeholder 8"/>
          <p:cNvSpPr>
            <a:spLocks noGrp="1"/>
          </p:cNvSpPr>
          <p:nvPr>
            <p:ph type="body" sz="quarter" idx="13" hasCustomPrompt="1"/>
          </p:nvPr>
        </p:nvSpPr>
        <p:spPr>
          <a:xfrm>
            <a:off x="501653" y="651601"/>
            <a:ext cx="1120266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81539" y="1665288"/>
            <a:ext cx="5322781"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740892604"/>
      </p:ext>
    </p:extLst>
  </p:cSld>
  <p:clrMapOvr>
    <a:masterClrMapping/>
  </p:clrMapOvr>
  <p:transition>
    <p:fade/>
  </p:transition>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8"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1" name="Content Placeholder 3"/>
          <p:cNvSpPr>
            <a:spLocks noGrp="1"/>
          </p:cNvSpPr>
          <p:nvPr>
            <p:ph sz="quarter" idx="10"/>
          </p:nvPr>
        </p:nvSpPr>
        <p:spPr>
          <a:xfrm>
            <a:off x="501650" y="1665288"/>
            <a:ext cx="530558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84002" y="1665288"/>
            <a:ext cx="530635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131768503"/>
      </p:ext>
    </p:extLst>
  </p:cSld>
  <p:clrMapOvr>
    <a:masterClrMapping/>
  </p:clrMapOvr>
  <p:transition>
    <p:fade/>
  </p:transition>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3" y="1665292"/>
            <a:ext cx="5355166" cy="4455725"/>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hart Placeholder 2"/>
          <p:cNvSpPr>
            <a:spLocks noGrp="1"/>
          </p:cNvSpPr>
          <p:nvPr>
            <p:ph type="chart" sz="quarter" idx="21"/>
          </p:nvPr>
        </p:nvSpPr>
        <p:spPr>
          <a:xfrm>
            <a:off x="6341222" y="2125013"/>
            <a:ext cx="5349128" cy="3996000"/>
          </a:xfrm>
        </p:spPr>
        <p:txBody>
          <a:bodyPr/>
          <a:lstStyle/>
          <a:p>
            <a:r>
              <a:rPr lang="en-US" noProof="0"/>
              <a:t>Click icon to add chart</a:t>
            </a:r>
          </a:p>
        </p:txBody>
      </p:sp>
      <p:sp>
        <p:nvSpPr>
          <p:cNvPr id="6" name="Text Placeholder 5"/>
          <p:cNvSpPr>
            <a:spLocks noGrp="1"/>
          </p:cNvSpPr>
          <p:nvPr>
            <p:ph type="body" sz="quarter" idx="22"/>
          </p:nvPr>
        </p:nvSpPr>
        <p:spPr>
          <a:xfrm>
            <a:off x="6341222" y="1665288"/>
            <a:ext cx="5349128" cy="420687"/>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5" name="Text Placeholder 7"/>
          <p:cNvSpPr>
            <a:spLocks noGrp="1"/>
          </p:cNvSpPr>
          <p:nvPr>
            <p:ph type="body" sz="quarter" idx="23"/>
          </p:nvPr>
        </p:nvSpPr>
        <p:spPr>
          <a:xfrm>
            <a:off x="501651" y="6121017"/>
            <a:ext cx="11188699" cy="260737"/>
          </a:xfrm>
        </p:spPr>
        <p:txBody>
          <a:bodyPr>
            <a:normAutofit/>
          </a:bodyPr>
          <a:lstStyle>
            <a:lvl1pPr>
              <a:spcAft>
                <a:spcPts val="0"/>
              </a:spcAft>
              <a:defRPr sz="1141"/>
            </a:lvl1pPr>
          </a:lstStyle>
          <a:p>
            <a:pPr lvl="0"/>
            <a:r>
              <a:rPr lang="en-US" noProof="0"/>
              <a:t>Click to edit Master text styles</a:t>
            </a:r>
          </a:p>
        </p:txBody>
      </p:sp>
    </p:spTree>
    <p:extLst>
      <p:ext uri="{BB962C8B-B14F-4D97-AF65-F5344CB8AC3E}">
        <p14:creationId xmlns:p14="http://schemas.microsoft.com/office/powerpoint/2010/main" val="1111685075"/>
      </p:ext>
    </p:extLst>
  </p:cSld>
  <p:clrMapOvr>
    <a:masterClrMapping/>
  </p:clrMapOvr>
  <p:transition>
    <p:fade/>
  </p:transition>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3" y="2125013"/>
            <a:ext cx="5349129" cy="3996000"/>
          </a:xfrm>
        </p:spPr>
        <p:txBody>
          <a:bodyPr/>
          <a:lstStyle/>
          <a:p>
            <a:r>
              <a:rPr lang="en-US" noProof="0"/>
              <a:t>Click icon to add chart</a:t>
            </a:r>
          </a:p>
        </p:txBody>
      </p:sp>
      <p:sp>
        <p:nvSpPr>
          <p:cNvPr id="6" name="Text Placeholder 5"/>
          <p:cNvSpPr>
            <a:spLocks noGrp="1"/>
          </p:cNvSpPr>
          <p:nvPr>
            <p:ph type="body" sz="quarter" idx="22"/>
          </p:nvPr>
        </p:nvSpPr>
        <p:spPr>
          <a:xfrm>
            <a:off x="6341224" y="1665288"/>
            <a:ext cx="5349129" cy="420687"/>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5" name="Text Placeholder 7"/>
          <p:cNvSpPr>
            <a:spLocks noGrp="1"/>
          </p:cNvSpPr>
          <p:nvPr>
            <p:ph type="body" sz="quarter" idx="23"/>
          </p:nvPr>
        </p:nvSpPr>
        <p:spPr>
          <a:xfrm>
            <a:off x="501649" y="6121017"/>
            <a:ext cx="11165419" cy="260737"/>
          </a:xfrm>
        </p:spPr>
        <p:txBody>
          <a:bodyPr>
            <a:normAutofit/>
          </a:bodyPr>
          <a:lstStyle>
            <a:lvl1pPr>
              <a:spcAft>
                <a:spcPts val="0"/>
              </a:spcAft>
              <a:defRPr sz="1141"/>
            </a:lvl1pPr>
          </a:lstStyle>
          <a:p>
            <a:pPr lvl="0"/>
            <a:r>
              <a:rPr lang="en-US" noProof="0"/>
              <a:t>Click to edit Master text styles</a:t>
            </a:r>
          </a:p>
        </p:txBody>
      </p:sp>
      <p:sp>
        <p:nvSpPr>
          <p:cNvPr id="9" name="Chart Placeholder 2"/>
          <p:cNvSpPr>
            <a:spLocks noGrp="1"/>
          </p:cNvSpPr>
          <p:nvPr>
            <p:ph type="chart" sz="quarter" idx="24"/>
          </p:nvPr>
        </p:nvSpPr>
        <p:spPr>
          <a:xfrm>
            <a:off x="501652" y="2125013"/>
            <a:ext cx="5339063" cy="3996000"/>
          </a:xfrm>
        </p:spPr>
        <p:txBody>
          <a:bodyPr/>
          <a:lstStyle/>
          <a:p>
            <a:r>
              <a:rPr lang="en-US" noProof="0"/>
              <a:t>Click icon to add chart</a:t>
            </a:r>
          </a:p>
        </p:txBody>
      </p:sp>
      <p:sp>
        <p:nvSpPr>
          <p:cNvPr id="12" name="Text Placeholder 5"/>
          <p:cNvSpPr>
            <a:spLocks noGrp="1"/>
          </p:cNvSpPr>
          <p:nvPr>
            <p:ph type="body" sz="quarter" idx="25"/>
          </p:nvPr>
        </p:nvSpPr>
        <p:spPr>
          <a:xfrm>
            <a:off x="501650" y="1665288"/>
            <a:ext cx="5339064" cy="420687"/>
          </a:xfrm>
        </p:spPr>
        <p:txBody>
          <a:bodyPr/>
          <a:lstStyle/>
          <a:p>
            <a:pPr lvl="0"/>
            <a:r>
              <a:rPr lang="en-US" noProof="0"/>
              <a:t>Click to edit Master text styles</a:t>
            </a:r>
          </a:p>
        </p:txBody>
      </p:sp>
    </p:spTree>
    <p:extLst>
      <p:ext uri="{BB962C8B-B14F-4D97-AF65-F5344CB8AC3E}">
        <p14:creationId xmlns:p14="http://schemas.microsoft.com/office/powerpoint/2010/main" val="3417506900"/>
      </p:ext>
    </p:extLst>
  </p:cSld>
  <p:clrMapOvr>
    <a:masterClrMapping/>
  </p:clrMapOvr>
  <p:transition>
    <p:fade/>
  </p:transition>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4"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6" name="Content Placeholder 3"/>
          <p:cNvSpPr>
            <a:spLocks noGrp="1"/>
          </p:cNvSpPr>
          <p:nvPr>
            <p:ph sz="quarter" idx="10"/>
          </p:nvPr>
        </p:nvSpPr>
        <p:spPr>
          <a:xfrm>
            <a:off x="501652" y="1665292"/>
            <a:ext cx="4431857"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50352" y="1700217"/>
            <a:ext cx="6240000" cy="4681537"/>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2547883469"/>
      </p:ext>
    </p:extLst>
  </p:cSld>
  <p:clrMapOvr>
    <a:masterClrMapping/>
  </p:clrMapOvr>
  <p:transition>
    <p:fade/>
  </p:transition>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6" name="Content Placeholder 3"/>
          <p:cNvSpPr>
            <a:spLocks noGrp="1"/>
          </p:cNvSpPr>
          <p:nvPr>
            <p:ph sz="quarter" idx="10"/>
          </p:nvPr>
        </p:nvSpPr>
        <p:spPr>
          <a:xfrm>
            <a:off x="7577884" y="1658683"/>
            <a:ext cx="4112468" cy="4723072"/>
          </a:xfrm>
          <a:prstGeom prst="rect">
            <a:avLst/>
          </a:prstGeom>
        </p:spPr>
        <p:txBody>
          <a:bodyPr>
            <a:noAutofit/>
          </a:bodyPr>
          <a:lstStyle>
            <a:lvl1pPr>
              <a:tabLst>
                <a:tab pos="6325849" algn="r"/>
              </a:tabLst>
              <a:defRPr sz="3019">
                <a:solidFill>
                  <a:schemeClr val="accent3"/>
                </a:solidFill>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501651" y="1665291"/>
            <a:ext cx="6506348" cy="4716462"/>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4"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4104031465"/>
      </p:ext>
    </p:extLst>
  </p:cSld>
  <p:clrMapOvr>
    <a:masterClrMapping/>
  </p:clrMapOvr>
  <p:transition>
    <p:fade/>
  </p:transition>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p>
        </p:txBody>
      </p:sp>
      <p:sp>
        <p:nvSpPr>
          <p:cNvPr id="4" name="Picture Placeholder 6"/>
          <p:cNvSpPr>
            <a:spLocks noGrp="1"/>
          </p:cNvSpPr>
          <p:nvPr>
            <p:ph type="pic" sz="quarter" idx="13"/>
          </p:nvPr>
        </p:nvSpPr>
        <p:spPr>
          <a:xfrm>
            <a:off x="501649" y="1700213"/>
            <a:ext cx="2712000" cy="1260000"/>
          </a:xfrm>
        </p:spPr>
        <p:txBody>
          <a:bodyPr lIns="0" tIns="0" rIns="0" bIns="0">
            <a:noAutofit/>
          </a:bodyPr>
          <a:lstStyle/>
          <a:p>
            <a:r>
              <a:rPr lang="en-US" noProof="0"/>
              <a:t>Click icon to add picture</a:t>
            </a:r>
          </a:p>
        </p:txBody>
      </p:sp>
      <p:sp>
        <p:nvSpPr>
          <p:cNvPr id="5" name="Picture Placeholder 6"/>
          <p:cNvSpPr>
            <a:spLocks noGrp="1"/>
          </p:cNvSpPr>
          <p:nvPr>
            <p:ph type="pic" sz="quarter" idx="14"/>
          </p:nvPr>
        </p:nvSpPr>
        <p:spPr>
          <a:xfrm>
            <a:off x="3327216" y="1700213"/>
            <a:ext cx="2712000" cy="1260000"/>
          </a:xfrm>
        </p:spPr>
        <p:txBody>
          <a:bodyPr lIns="0" tIns="0" rIns="0" bIns="0">
            <a:noAutofit/>
          </a:bodyPr>
          <a:lstStyle/>
          <a:p>
            <a:r>
              <a:rPr lang="en-US" noProof="0"/>
              <a:t>Click icon to add picture</a:t>
            </a:r>
          </a:p>
        </p:txBody>
      </p:sp>
      <p:sp>
        <p:nvSpPr>
          <p:cNvPr id="6" name="Picture Placeholder 6"/>
          <p:cNvSpPr>
            <a:spLocks noGrp="1"/>
          </p:cNvSpPr>
          <p:nvPr>
            <p:ph type="pic" sz="quarter" idx="15"/>
          </p:nvPr>
        </p:nvSpPr>
        <p:spPr>
          <a:xfrm>
            <a:off x="6152784" y="1700213"/>
            <a:ext cx="2712000" cy="1260000"/>
          </a:xfrm>
        </p:spPr>
        <p:txBody>
          <a:bodyPr lIns="0" tIns="0" rIns="0" bIns="0">
            <a:noAutofit/>
          </a:bodyPr>
          <a:lstStyle/>
          <a:p>
            <a:r>
              <a:rPr lang="en-US" noProof="0"/>
              <a:t>Click icon to add picture</a:t>
            </a:r>
          </a:p>
        </p:txBody>
      </p:sp>
      <p:sp>
        <p:nvSpPr>
          <p:cNvPr id="7" name="Picture Placeholder 6"/>
          <p:cNvSpPr>
            <a:spLocks noGrp="1"/>
          </p:cNvSpPr>
          <p:nvPr>
            <p:ph type="pic" sz="quarter" idx="16"/>
          </p:nvPr>
        </p:nvSpPr>
        <p:spPr>
          <a:xfrm>
            <a:off x="8978351" y="1700213"/>
            <a:ext cx="2712000" cy="1260000"/>
          </a:xfrm>
        </p:spPr>
        <p:txBody>
          <a:bodyPr lIns="0" tIns="0" rIns="0" bIns="0">
            <a:noAutofit/>
          </a:bodyPr>
          <a:lstStyle/>
          <a:p>
            <a:r>
              <a:rPr lang="en-US" noProof="0"/>
              <a:t>Click icon to add picture</a:t>
            </a:r>
          </a:p>
        </p:txBody>
      </p:sp>
      <p:sp>
        <p:nvSpPr>
          <p:cNvPr id="9" name="Text Placeholder 8"/>
          <p:cNvSpPr>
            <a:spLocks noGrp="1"/>
          </p:cNvSpPr>
          <p:nvPr>
            <p:ph type="body" sz="quarter" idx="17"/>
          </p:nvPr>
        </p:nvSpPr>
        <p:spPr>
          <a:xfrm>
            <a:off x="501652" y="3124200"/>
            <a:ext cx="2720468" cy="3257548"/>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p:nvPr>
        </p:nvSpPr>
        <p:spPr>
          <a:xfrm>
            <a:off x="6149965" y="3120551"/>
            <a:ext cx="2712000" cy="3261199"/>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9"/>
          </p:nvPr>
        </p:nvSpPr>
        <p:spPr>
          <a:xfrm>
            <a:off x="3330040" y="3124203"/>
            <a:ext cx="2712000" cy="3257549"/>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p:cNvSpPr>
            <a:spLocks noGrp="1"/>
          </p:cNvSpPr>
          <p:nvPr>
            <p:ph type="body" sz="quarter" idx="20"/>
          </p:nvPr>
        </p:nvSpPr>
        <p:spPr>
          <a:xfrm>
            <a:off x="8993169" y="3108508"/>
            <a:ext cx="2697183" cy="3273240"/>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8"/>
          <p:cNvSpPr>
            <a:spLocks noGrp="1"/>
          </p:cNvSpPr>
          <p:nvPr>
            <p:ph type="body" sz="quarter" idx="21" hasCustomPrompt="1"/>
          </p:nvPr>
        </p:nvSpPr>
        <p:spPr>
          <a:xfrm>
            <a:off x="501650" y="651601"/>
            <a:ext cx="111887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714345247"/>
      </p:ext>
    </p:extLst>
  </p:cSld>
  <p:clrMapOvr>
    <a:masterClrMapping/>
  </p:clrMapOvr>
  <p:transition>
    <p:fade/>
  </p:transition>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p>
        </p:txBody>
      </p:sp>
      <p:sp>
        <p:nvSpPr>
          <p:cNvPr id="4" name="Rectangle 3"/>
          <p:cNvSpPr/>
          <p:nvPr userDrawn="1"/>
        </p:nvSpPr>
        <p:spPr>
          <a:xfrm>
            <a:off x="504002"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5" name="Rectangle 4"/>
          <p:cNvSpPr/>
          <p:nvPr userDrawn="1"/>
        </p:nvSpPr>
        <p:spPr>
          <a:xfrm>
            <a:off x="6224086" y="1700216"/>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6" name="Rectangle 5"/>
          <p:cNvSpPr/>
          <p:nvPr userDrawn="1"/>
        </p:nvSpPr>
        <p:spPr>
          <a:xfrm>
            <a:off x="504002"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7" name="Rectangle 6"/>
          <p:cNvSpPr/>
          <p:nvPr userDrawn="1"/>
        </p:nvSpPr>
        <p:spPr>
          <a:xfrm>
            <a:off x="6224086"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8" name="Picture Placeholder 11"/>
          <p:cNvSpPr>
            <a:spLocks noGrp="1"/>
          </p:cNvSpPr>
          <p:nvPr>
            <p:ph type="pic" sz="quarter" idx="25"/>
          </p:nvPr>
        </p:nvSpPr>
        <p:spPr>
          <a:xfrm>
            <a:off x="504002" y="1880213"/>
            <a:ext cx="1968000" cy="1476000"/>
          </a:xfrm>
        </p:spPr>
        <p:txBody>
          <a:bodyPr/>
          <a:lstStyle>
            <a:lvl1pPr algn="ctr">
              <a:defRPr/>
            </a:lvl1pPr>
          </a:lstStyle>
          <a:p>
            <a:r>
              <a:rPr lang="en-US" noProof="0"/>
              <a:t>Click icon to add picture</a:t>
            </a:r>
          </a:p>
        </p:txBody>
      </p:sp>
      <p:sp>
        <p:nvSpPr>
          <p:cNvPr id="9" name="Picture Placeholder 11"/>
          <p:cNvSpPr>
            <a:spLocks noGrp="1"/>
          </p:cNvSpPr>
          <p:nvPr>
            <p:ph type="pic" sz="quarter" idx="27"/>
          </p:nvPr>
        </p:nvSpPr>
        <p:spPr>
          <a:xfrm>
            <a:off x="6224088" y="1880213"/>
            <a:ext cx="1968000" cy="1476000"/>
          </a:xfrm>
        </p:spPr>
        <p:txBody>
          <a:bodyPr/>
          <a:lstStyle>
            <a:lvl1pPr algn="ctr">
              <a:defRPr/>
            </a:lvl1pPr>
          </a:lstStyle>
          <a:p>
            <a:r>
              <a:rPr lang="en-US" noProof="0"/>
              <a:t>Click icon to add picture</a:t>
            </a:r>
          </a:p>
        </p:txBody>
      </p:sp>
      <p:sp>
        <p:nvSpPr>
          <p:cNvPr id="10" name="Picture Placeholder 11"/>
          <p:cNvSpPr>
            <a:spLocks noGrp="1"/>
          </p:cNvSpPr>
          <p:nvPr>
            <p:ph type="pic" sz="quarter" idx="29"/>
          </p:nvPr>
        </p:nvSpPr>
        <p:spPr>
          <a:xfrm>
            <a:off x="504002" y="4256213"/>
            <a:ext cx="1968000" cy="1476000"/>
          </a:xfrm>
        </p:spPr>
        <p:txBody>
          <a:bodyPr/>
          <a:lstStyle>
            <a:lvl1pPr algn="ctr">
              <a:defRPr/>
            </a:lvl1pPr>
          </a:lstStyle>
          <a:p>
            <a:r>
              <a:rPr lang="en-US" noProof="0"/>
              <a:t>Click icon to add picture</a:t>
            </a:r>
          </a:p>
        </p:txBody>
      </p:sp>
      <p:sp>
        <p:nvSpPr>
          <p:cNvPr id="11" name="Picture Placeholder 11"/>
          <p:cNvSpPr>
            <a:spLocks noGrp="1"/>
          </p:cNvSpPr>
          <p:nvPr>
            <p:ph type="pic" sz="quarter" idx="31"/>
          </p:nvPr>
        </p:nvSpPr>
        <p:spPr>
          <a:xfrm>
            <a:off x="6224088" y="4256213"/>
            <a:ext cx="1968000" cy="1476000"/>
          </a:xfrm>
        </p:spPr>
        <p:txBody>
          <a:bodyPr/>
          <a:lstStyle>
            <a:lvl1pPr algn="ctr">
              <a:defRPr/>
            </a:lvl1pPr>
          </a:lstStyle>
          <a:p>
            <a:r>
              <a:rPr lang="en-US" noProof="0"/>
              <a:t>Click icon to add picture</a:t>
            </a:r>
          </a:p>
        </p:txBody>
      </p:sp>
      <p:sp>
        <p:nvSpPr>
          <p:cNvPr id="13" name="Text Placeholder 12"/>
          <p:cNvSpPr>
            <a:spLocks noGrp="1"/>
          </p:cNvSpPr>
          <p:nvPr>
            <p:ph type="body" sz="quarter" idx="32"/>
          </p:nvPr>
        </p:nvSpPr>
        <p:spPr>
          <a:xfrm>
            <a:off x="2683484" y="1880213"/>
            <a:ext cx="32880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4" name="Text Placeholder 12"/>
          <p:cNvSpPr>
            <a:spLocks noGrp="1"/>
          </p:cNvSpPr>
          <p:nvPr>
            <p:ph type="body" sz="quarter" idx="33"/>
          </p:nvPr>
        </p:nvSpPr>
        <p:spPr>
          <a:xfrm>
            <a:off x="8396563" y="1880213"/>
            <a:ext cx="3302591"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5" name="Text Placeholder 12"/>
          <p:cNvSpPr>
            <a:spLocks noGrp="1"/>
          </p:cNvSpPr>
          <p:nvPr>
            <p:ph type="body" sz="quarter" idx="34"/>
          </p:nvPr>
        </p:nvSpPr>
        <p:spPr>
          <a:xfrm>
            <a:off x="2683484" y="4256213"/>
            <a:ext cx="32880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6" name="Text Placeholder 12"/>
          <p:cNvSpPr>
            <a:spLocks noGrp="1"/>
          </p:cNvSpPr>
          <p:nvPr>
            <p:ph type="body" sz="quarter" idx="35"/>
          </p:nvPr>
        </p:nvSpPr>
        <p:spPr>
          <a:xfrm>
            <a:off x="8396563" y="4256213"/>
            <a:ext cx="3302591"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7"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2684389439"/>
      </p:ext>
    </p:extLst>
  </p:cSld>
  <p:clrMapOvr>
    <a:masterClrMapping/>
  </p:clrMapOvr>
  <p:transition>
    <p:fade/>
  </p:transition>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Picture Placeholder 7"/>
          <p:cNvSpPr>
            <a:spLocks noGrp="1"/>
          </p:cNvSpPr>
          <p:nvPr>
            <p:ph type="pic" sz="quarter" idx="13"/>
          </p:nvPr>
        </p:nvSpPr>
        <p:spPr>
          <a:xfrm>
            <a:off x="501654" y="1700217"/>
            <a:ext cx="3695699" cy="1971675"/>
          </a:xfrm>
        </p:spPr>
        <p:txBody>
          <a:bodyPr/>
          <a:lstStyle/>
          <a:p>
            <a:r>
              <a:rPr lang="en-US" noProof="0"/>
              <a:t>Click icon to add picture</a:t>
            </a:r>
          </a:p>
        </p:txBody>
      </p:sp>
      <p:sp>
        <p:nvSpPr>
          <p:cNvPr id="5" name="Picture Placeholder 7"/>
          <p:cNvSpPr>
            <a:spLocks noGrp="1"/>
          </p:cNvSpPr>
          <p:nvPr>
            <p:ph type="pic" sz="quarter" idx="14"/>
          </p:nvPr>
        </p:nvSpPr>
        <p:spPr>
          <a:xfrm>
            <a:off x="8006398" y="1700217"/>
            <a:ext cx="3683953" cy="1971675"/>
          </a:xfrm>
        </p:spPr>
        <p:txBody>
          <a:bodyPr/>
          <a:lstStyle/>
          <a:p>
            <a:r>
              <a:rPr lang="en-US" noProof="0"/>
              <a:t>Click icon to add picture</a:t>
            </a:r>
          </a:p>
        </p:txBody>
      </p:sp>
      <p:sp>
        <p:nvSpPr>
          <p:cNvPr id="6" name="Picture Placeholder 7"/>
          <p:cNvSpPr>
            <a:spLocks noGrp="1"/>
          </p:cNvSpPr>
          <p:nvPr>
            <p:ph type="pic" sz="quarter" idx="15"/>
          </p:nvPr>
        </p:nvSpPr>
        <p:spPr>
          <a:xfrm>
            <a:off x="4273077" y="1700217"/>
            <a:ext cx="3657600" cy="1971675"/>
          </a:xfrm>
        </p:spPr>
        <p:txBody>
          <a:bodyPr/>
          <a:lstStyle/>
          <a:p>
            <a:r>
              <a:rPr lang="en-US" noProof="0"/>
              <a:t>Click icon to add picture</a:t>
            </a:r>
          </a:p>
        </p:txBody>
      </p:sp>
      <p:sp>
        <p:nvSpPr>
          <p:cNvPr id="9" name="Text Placeholder 18"/>
          <p:cNvSpPr>
            <a:spLocks noGrp="1"/>
          </p:cNvSpPr>
          <p:nvPr>
            <p:ph idx="1" hasCustomPrompt="1"/>
          </p:nvPr>
        </p:nvSpPr>
        <p:spPr>
          <a:xfrm>
            <a:off x="501650" y="3832225"/>
            <a:ext cx="3683950"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18"/>
          <p:cNvSpPr>
            <a:spLocks noGrp="1"/>
          </p:cNvSpPr>
          <p:nvPr>
            <p:ph idx="16" hasCustomPrompt="1"/>
          </p:nvPr>
        </p:nvSpPr>
        <p:spPr>
          <a:xfrm>
            <a:off x="4267203" y="3832225"/>
            <a:ext cx="3657600"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18"/>
          <p:cNvSpPr>
            <a:spLocks noGrp="1"/>
          </p:cNvSpPr>
          <p:nvPr>
            <p:ph idx="17" hasCustomPrompt="1"/>
          </p:nvPr>
        </p:nvSpPr>
        <p:spPr>
          <a:xfrm>
            <a:off x="8006398" y="3832225"/>
            <a:ext cx="3683953"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63054399"/>
      </p:ext>
    </p:extLst>
  </p:cSld>
  <p:clrMapOvr>
    <a:masterClrMapping/>
  </p:clrMapOvr>
  <p:transition>
    <p:fade/>
  </p:transition>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1"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2281177851"/>
      </p:ext>
    </p:extLst>
  </p:cSld>
  <p:clrMapOvr>
    <a:masterClrMapping/>
  </p:clrMapOvr>
  <p:transition>
    <p:fade/>
  </p:transition>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2" y="185789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44156"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6"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284456625"/>
      </p:ext>
    </p:extLst>
  </p:cSld>
  <p:clrMapOvr>
    <a:masterClrMapping/>
  </p:clrMapOvr>
  <p:transition>
    <p:fade/>
  </p:transition>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5"/>
            <a:ext cx="5468941"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5466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0" name="Text Placeholder 8"/>
          <p:cNvSpPr>
            <a:spLocks noGrp="1"/>
          </p:cNvSpPr>
          <p:nvPr>
            <p:ph type="body" sz="quarter" idx="22"/>
          </p:nvPr>
        </p:nvSpPr>
        <p:spPr>
          <a:xfrm>
            <a:off x="504002" y="424968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23"/>
          </p:nvPr>
        </p:nvSpPr>
        <p:spPr>
          <a:xfrm>
            <a:off x="6246196" y="4249685"/>
            <a:ext cx="545295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Rectangle 11"/>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13" name="Rectangle 12"/>
          <p:cNvSpPr/>
          <p:nvPr userDrawn="1"/>
        </p:nvSpPr>
        <p:spPr>
          <a:xfrm>
            <a:off x="6246196"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14" name="Picture Placeholder 29"/>
          <p:cNvSpPr>
            <a:spLocks noGrp="1"/>
          </p:cNvSpPr>
          <p:nvPr>
            <p:ph type="pic" sz="quarter" idx="24" hasCustomPrompt="1"/>
          </p:nvPr>
        </p:nvSpPr>
        <p:spPr>
          <a:xfrm>
            <a:off x="4754495" y="4255707"/>
            <a:ext cx="1239382"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975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7"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Tree>
    <p:extLst>
      <p:ext uri="{BB962C8B-B14F-4D97-AF65-F5344CB8AC3E}">
        <p14:creationId xmlns:p14="http://schemas.microsoft.com/office/powerpoint/2010/main" val="3193930231"/>
      </p:ext>
    </p:extLst>
  </p:cSld>
  <p:clrMapOvr>
    <a:masterClrMapping/>
  </p:clrMapOvr>
  <p:transition>
    <p:fade/>
  </p:transition>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4320001"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5" name="Rectangle 4"/>
          <p:cNvSpPr/>
          <p:nvPr userDrawn="1"/>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128001" y="1851441"/>
            <a:ext cx="3571153"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4093728670"/>
      </p:ext>
    </p:extLst>
  </p:cSld>
  <p:clrMapOvr>
    <a:masterClrMapping/>
  </p:clrMapOvr>
  <p:transition>
    <p:fade/>
  </p:transition>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096836"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8278"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2558"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868934169"/>
      </p:ext>
    </p:extLst>
  </p:cSld>
  <p:clrMapOvr>
    <a:masterClrMapping/>
  </p:clrMapOvr>
  <p:transition>
    <p:fade/>
  </p:transition>
</p:sldLayout>
</file>

<file path=ppt/slideLayouts/slideLayout204.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0" y="317503"/>
            <a:ext cx="11188701" cy="370193"/>
          </a:xfrm>
        </p:spPr>
        <p:txBody>
          <a:bodyPr/>
          <a:lstStyle>
            <a:lvl1pPr>
              <a:defRPr>
                <a:solidFill>
                  <a:schemeClr val="bg1"/>
                </a:solidFill>
              </a:defRPr>
            </a:lvl1p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0" y="687694"/>
            <a:ext cx="11188701" cy="757255"/>
          </a:xfrm>
          <a:prstGeom prst="rect">
            <a:avLst/>
          </a:prstGeom>
        </p:spPr>
        <p:txBody>
          <a:bodyPr lIns="0" tIns="0" rIns="0" bIns="0">
            <a:noAutofit/>
          </a:bodyPr>
          <a:lstStyle>
            <a:lvl1pPr marL="0" indent="0">
              <a:buNone/>
              <a:defRPr sz="2282" b="0">
                <a:solidFill>
                  <a:schemeClr val="bg1"/>
                </a:solidFill>
              </a:defRPr>
            </a:lvl1pPr>
          </a:lstStyle>
          <a:p>
            <a:pPr lvl="0"/>
            <a:r>
              <a:rPr lang="en-US" noProof="0"/>
              <a:t>Click to add subtitle</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2019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2454823888"/>
      </p:ext>
    </p:extLst>
  </p:cSld>
  <p:clrMapOvr>
    <a:masterClrMapping/>
  </p:clrMapOvr>
  <p:transition>
    <p:fade/>
  </p:transition>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9"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0" name="Text Placeholder 18"/>
          <p:cNvSpPr>
            <a:spLocks noGrp="1"/>
          </p:cNvSpPr>
          <p:nvPr>
            <p:ph idx="1"/>
          </p:nvPr>
        </p:nvSpPr>
        <p:spPr>
          <a:xfrm>
            <a:off x="501652" y="1665292"/>
            <a:ext cx="5594351" cy="471646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405293371"/>
      </p:ext>
    </p:extLst>
  </p:cSld>
  <p:clrMapOvr>
    <a:masterClrMapping/>
  </p:clrMapOvr>
  <p:transition>
    <p:fade/>
  </p:transition>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4279473397"/>
      </p:ext>
    </p:extLst>
  </p:cSld>
  <p:clrMapOvr>
    <a:masterClrMapping/>
  </p:clrMapOvr>
  <p:transition>
    <p:fade/>
  </p:transition>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9451332"/>
      </p:ext>
    </p:extLst>
  </p:cSld>
  <p:clrMapOvr>
    <a:masterClrMapping/>
  </p:clrMapOvr>
  <p:transition>
    <p:fade/>
  </p:transition>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preserve="1" userDrawn="1">
  <p:cSld name="1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bg1"/>
                </a:solidFill>
              </a:defRPr>
            </a:lvl1pPr>
            <a:lvl2pPr marL="0" marR="0" indent="0" algn="l" defTabSz="1150154" rtl="0" eaLnBrk="1" fontAlgn="auto" latinLnBrk="0" hangingPunct="1">
              <a:lnSpc>
                <a:spcPct val="100000"/>
              </a:lnSpc>
              <a:spcBef>
                <a:spcPts val="0"/>
              </a:spcBef>
              <a:spcAft>
                <a:spcPts val="0"/>
              </a:spcAft>
              <a:buClrTx/>
              <a:buSzPct val="100000"/>
              <a:buFont typeface="Arial"/>
              <a:buNone/>
              <a:tabLst/>
              <a:defRPr sz="2012" b="0">
                <a:solidFill>
                  <a:schemeClr val="bg1"/>
                </a:solidFill>
              </a:defRPr>
            </a:lvl2pPr>
            <a:lvl3pPr marL="0" indent="0" algn="l">
              <a:spcAft>
                <a:spcPts val="0"/>
              </a:spcAft>
              <a:buNone/>
              <a:defRPr sz="2012">
                <a:solidFill>
                  <a:schemeClr val="bg1"/>
                </a:solidFill>
              </a:defRPr>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marL="0" marR="0" lvl="1" indent="0" algn="l" defTabSz="1150154"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292895830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209.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4" y="727200"/>
            <a:ext cx="7200000" cy="5400000"/>
          </a:xfrm>
          <a:prstGeom prst="rect">
            <a:avLst/>
          </a:prstGeom>
        </p:spPr>
        <p:txBody>
          <a:bodyPr/>
          <a:lstStyle/>
          <a:p>
            <a:r>
              <a:rPr lang="en-US" noProof="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tx1"/>
                </a:solidFill>
              </a:defRPr>
            </a:lvl1pPr>
            <a:lvl2pPr marL="0" indent="0" algn="l">
              <a:buNone/>
              <a:defRPr sz="2012" b="0"/>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2143164399"/>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210.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bg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302707449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tx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4" name="Group 3"/>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1018188565"/>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212.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5" name="TextBox 4"/>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7" name="TextBox 6"/>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2019 Deloitte Touche Tohmatsu India LLP</a:t>
            </a:r>
          </a:p>
        </p:txBody>
      </p:sp>
      <p:sp>
        <p:nvSpPr>
          <p:cNvPr id="8" name="TextBox 7"/>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2576731318"/>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213.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3" y="3429003"/>
            <a:ext cx="10544066"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2019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943116681"/>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214.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1364519078"/>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215.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2745185985"/>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216.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1328266419"/>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217.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7"/>
            <a:ext cx="915237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834710234"/>
      </p:ext>
    </p:extLst>
  </p:cSld>
  <p:clrMapOvr>
    <a:masterClrMapping/>
  </p:clrMapOvr>
  <p:transition>
    <p:fade/>
  </p:transition>
</p:sldLayout>
</file>

<file path=ppt/slideLayouts/slideLayout218.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7203"/>
            <a:ext cx="9277350" cy="4759584"/>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2580754091"/>
      </p:ext>
    </p:extLst>
  </p:cSld>
  <p:clrMapOvr>
    <a:masterClrMapping/>
  </p:clrMapOvr>
  <p:transition>
    <p:fade/>
  </p:transition>
</p:sldLayout>
</file>

<file path=ppt/slideLayouts/slideLayout219.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630504024"/>
      </p:ext>
    </p:extLst>
  </p:cSld>
  <p:clrMapOvr>
    <a:masterClrMapping/>
  </p:clrMapOvr>
  <p:transition>
    <p:fade/>
  </p:transition>
</p:sldLayout>
</file>

<file path=ppt/slideLayouts/slideLayout220.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1522126916"/>
      </p:ext>
    </p:extLst>
  </p:cSld>
  <p:clrMapOvr>
    <a:masterClrMapping/>
  </p:clrMapOvr>
  <p:transition>
    <p:fade/>
  </p:transition>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1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498584" y="1143708"/>
            <a:ext cx="11165416" cy="471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473270102"/>
      </p:ext>
    </p:extLst>
  </p:cSld>
  <p:clrMapOvr>
    <a:masterClrMapping/>
  </p:clrMapOvr>
  <p:transition>
    <p:fade/>
  </p:transition>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1_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p>
        </p:txBody>
      </p:sp>
      <p:sp>
        <p:nvSpPr>
          <p:cNvPr id="4" name="Rectangle 3"/>
          <p:cNvSpPr/>
          <p:nvPr userDrawn="1"/>
        </p:nvSpPr>
        <p:spPr>
          <a:xfrm>
            <a:off x="504002"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5" name="Rectangle 4"/>
          <p:cNvSpPr/>
          <p:nvPr userDrawn="1"/>
        </p:nvSpPr>
        <p:spPr>
          <a:xfrm>
            <a:off x="6224086" y="1700216"/>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6" name="Rectangle 5"/>
          <p:cNvSpPr/>
          <p:nvPr userDrawn="1"/>
        </p:nvSpPr>
        <p:spPr>
          <a:xfrm>
            <a:off x="504002"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7" name="Rectangle 6"/>
          <p:cNvSpPr/>
          <p:nvPr userDrawn="1"/>
        </p:nvSpPr>
        <p:spPr>
          <a:xfrm>
            <a:off x="6224086"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8" name="Picture Placeholder 11"/>
          <p:cNvSpPr>
            <a:spLocks noGrp="1"/>
          </p:cNvSpPr>
          <p:nvPr>
            <p:ph type="pic" sz="quarter" idx="25"/>
          </p:nvPr>
        </p:nvSpPr>
        <p:spPr>
          <a:xfrm>
            <a:off x="504002" y="1880213"/>
            <a:ext cx="1968000" cy="1476000"/>
          </a:xfrm>
        </p:spPr>
        <p:txBody>
          <a:bodyPr/>
          <a:lstStyle>
            <a:lvl1pPr algn="ctr">
              <a:defRPr/>
            </a:lvl1pPr>
          </a:lstStyle>
          <a:p>
            <a:r>
              <a:rPr lang="en-US" noProof="0"/>
              <a:t>Click icon to add picture</a:t>
            </a:r>
          </a:p>
        </p:txBody>
      </p:sp>
      <p:sp>
        <p:nvSpPr>
          <p:cNvPr id="9" name="Picture Placeholder 11"/>
          <p:cNvSpPr>
            <a:spLocks noGrp="1"/>
          </p:cNvSpPr>
          <p:nvPr>
            <p:ph type="pic" sz="quarter" idx="27"/>
          </p:nvPr>
        </p:nvSpPr>
        <p:spPr>
          <a:xfrm>
            <a:off x="6224088" y="1880213"/>
            <a:ext cx="1968000" cy="1476000"/>
          </a:xfrm>
        </p:spPr>
        <p:txBody>
          <a:bodyPr/>
          <a:lstStyle>
            <a:lvl1pPr algn="ctr">
              <a:defRPr/>
            </a:lvl1pPr>
          </a:lstStyle>
          <a:p>
            <a:r>
              <a:rPr lang="en-US" noProof="0"/>
              <a:t>Click icon to add picture</a:t>
            </a:r>
          </a:p>
        </p:txBody>
      </p:sp>
      <p:sp>
        <p:nvSpPr>
          <p:cNvPr id="10" name="Picture Placeholder 11"/>
          <p:cNvSpPr>
            <a:spLocks noGrp="1"/>
          </p:cNvSpPr>
          <p:nvPr>
            <p:ph type="pic" sz="quarter" idx="29"/>
          </p:nvPr>
        </p:nvSpPr>
        <p:spPr>
          <a:xfrm>
            <a:off x="504002" y="4256213"/>
            <a:ext cx="1968000" cy="1476000"/>
          </a:xfrm>
        </p:spPr>
        <p:txBody>
          <a:bodyPr/>
          <a:lstStyle>
            <a:lvl1pPr algn="ctr">
              <a:defRPr/>
            </a:lvl1pPr>
          </a:lstStyle>
          <a:p>
            <a:r>
              <a:rPr lang="en-US" noProof="0"/>
              <a:t>Click icon to add picture</a:t>
            </a:r>
          </a:p>
        </p:txBody>
      </p:sp>
      <p:sp>
        <p:nvSpPr>
          <p:cNvPr id="11" name="Picture Placeholder 11"/>
          <p:cNvSpPr>
            <a:spLocks noGrp="1"/>
          </p:cNvSpPr>
          <p:nvPr>
            <p:ph type="pic" sz="quarter" idx="31"/>
          </p:nvPr>
        </p:nvSpPr>
        <p:spPr>
          <a:xfrm>
            <a:off x="6224088" y="4256213"/>
            <a:ext cx="1968000" cy="1476000"/>
          </a:xfrm>
        </p:spPr>
        <p:txBody>
          <a:bodyPr/>
          <a:lstStyle>
            <a:lvl1pPr algn="ctr">
              <a:defRPr/>
            </a:lvl1pPr>
          </a:lstStyle>
          <a:p>
            <a:r>
              <a:rPr lang="en-US" noProof="0"/>
              <a:t>Click icon to add picture</a:t>
            </a:r>
          </a:p>
        </p:txBody>
      </p:sp>
      <p:sp>
        <p:nvSpPr>
          <p:cNvPr id="13" name="Text Placeholder 12"/>
          <p:cNvSpPr>
            <a:spLocks noGrp="1"/>
          </p:cNvSpPr>
          <p:nvPr>
            <p:ph type="body" sz="quarter" idx="32"/>
          </p:nvPr>
        </p:nvSpPr>
        <p:spPr>
          <a:xfrm>
            <a:off x="2683484" y="1880213"/>
            <a:ext cx="32880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4" name="Text Placeholder 12"/>
          <p:cNvSpPr>
            <a:spLocks noGrp="1"/>
          </p:cNvSpPr>
          <p:nvPr>
            <p:ph type="body" sz="quarter" idx="33"/>
          </p:nvPr>
        </p:nvSpPr>
        <p:spPr>
          <a:xfrm>
            <a:off x="8396563" y="1880213"/>
            <a:ext cx="3302591"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5" name="Text Placeholder 12"/>
          <p:cNvSpPr>
            <a:spLocks noGrp="1"/>
          </p:cNvSpPr>
          <p:nvPr>
            <p:ph type="body" sz="quarter" idx="34"/>
          </p:nvPr>
        </p:nvSpPr>
        <p:spPr>
          <a:xfrm>
            <a:off x="2683484" y="4256213"/>
            <a:ext cx="32880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6" name="Text Placeholder 12"/>
          <p:cNvSpPr>
            <a:spLocks noGrp="1"/>
          </p:cNvSpPr>
          <p:nvPr>
            <p:ph type="body" sz="quarter" idx="35"/>
          </p:nvPr>
        </p:nvSpPr>
        <p:spPr>
          <a:xfrm>
            <a:off x="8396563" y="4256213"/>
            <a:ext cx="3302591"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7"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485759341"/>
      </p:ext>
    </p:extLst>
  </p:cSld>
  <p:clrMapOvr>
    <a:masterClrMapping/>
  </p:clrMapOvr>
  <p:transition>
    <p:fade/>
  </p:transition>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1_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2" y="185789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44156"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6"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181825493"/>
      </p:ext>
    </p:extLst>
  </p:cSld>
  <p:clrMapOvr>
    <a:masterClrMapping/>
  </p:clrMapOvr>
  <p:transition>
    <p:fade/>
  </p:transition>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1_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5"/>
            <a:ext cx="5468941"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5466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0" name="Text Placeholder 8"/>
          <p:cNvSpPr>
            <a:spLocks noGrp="1"/>
          </p:cNvSpPr>
          <p:nvPr>
            <p:ph type="body" sz="quarter" idx="22"/>
          </p:nvPr>
        </p:nvSpPr>
        <p:spPr>
          <a:xfrm>
            <a:off x="504002" y="424968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23"/>
          </p:nvPr>
        </p:nvSpPr>
        <p:spPr>
          <a:xfrm>
            <a:off x="6246196" y="4249685"/>
            <a:ext cx="545295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Rectangle 11"/>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13" name="Rectangle 12"/>
          <p:cNvSpPr/>
          <p:nvPr userDrawn="1"/>
        </p:nvSpPr>
        <p:spPr>
          <a:xfrm>
            <a:off x="6246196"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14" name="Picture Placeholder 29"/>
          <p:cNvSpPr>
            <a:spLocks noGrp="1"/>
          </p:cNvSpPr>
          <p:nvPr>
            <p:ph type="pic" sz="quarter" idx="24" hasCustomPrompt="1"/>
          </p:nvPr>
        </p:nvSpPr>
        <p:spPr>
          <a:xfrm>
            <a:off x="4754495" y="4255707"/>
            <a:ext cx="1239382"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975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7"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Tree>
    <p:extLst>
      <p:ext uri="{BB962C8B-B14F-4D97-AF65-F5344CB8AC3E}">
        <p14:creationId xmlns:p14="http://schemas.microsoft.com/office/powerpoint/2010/main" val="425336875"/>
      </p:ext>
    </p:extLst>
  </p:cSld>
  <p:clrMapOvr>
    <a:masterClrMapping/>
  </p:clrMapOvr>
  <p:transition>
    <p:fade/>
  </p:transition>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4320001"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5" name="Rectangle 4"/>
          <p:cNvSpPr/>
          <p:nvPr userDrawn="1"/>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128001" y="1851441"/>
            <a:ext cx="3571153"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2106794244"/>
      </p:ext>
    </p:extLst>
  </p:cSld>
  <p:clrMapOvr>
    <a:masterClrMapping/>
  </p:clrMapOvr>
  <p:transition>
    <p:fade/>
  </p:transition>
</p:sldLayout>
</file>

<file path=ppt/slideLayouts/slideLayout226.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0" y="317503"/>
            <a:ext cx="11188701" cy="370193"/>
          </a:xfrm>
        </p:spPr>
        <p:txBody>
          <a:bodyPr/>
          <a:lstStyle>
            <a:lvl1pPr>
              <a:defRPr>
                <a:solidFill>
                  <a:schemeClr val="bg1"/>
                </a:solidFill>
              </a:defRPr>
            </a:lvl1p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0" y="687694"/>
            <a:ext cx="11188701" cy="757255"/>
          </a:xfrm>
          <a:prstGeom prst="rect">
            <a:avLst/>
          </a:prstGeom>
        </p:spPr>
        <p:txBody>
          <a:bodyPr lIns="0" tIns="0" rIns="0" bIns="0">
            <a:noAutofit/>
          </a:bodyPr>
          <a:lstStyle>
            <a:lvl1pPr marL="0" indent="0">
              <a:buNone/>
              <a:defRPr sz="2282" b="0">
                <a:solidFill>
                  <a:schemeClr val="bg1"/>
                </a:solidFill>
              </a:defRPr>
            </a:lvl1pPr>
          </a:lstStyle>
          <a:p>
            <a:pPr lvl="0"/>
            <a:r>
              <a:rPr lang="en-US" noProof="0"/>
              <a:t>Click to add subtitle</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2019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1897228950"/>
      </p:ext>
    </p:extLst>
  </p:cSld>
  <p:clrMapOvr>
    <a:masterClrMapping/>
  </p:clrMapOvr>
  <p:transition>
    <p:fade/>
  </p:transition>
</p:sldLayout>
</file>

<file path=ppt/slideLayouts/slideLayout22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478DAED-02DF-4594-AA6B-B69C134E1DCE}" type="datetimeFigureOut">
              <a:rPr lang="en-IN" smtClean="0"/>
              <a:t>28-08-2022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FFF56FF-37B2-4834-A611-C4F9A851F94F}" type="slidenum">
              <a:rPr lang="en-IN" smtClean="0"/>
              <a:t>‹#›</a:t>
            </a:fld>
            <a:endParaRPr lang="en-IN"/>
          </a:p>
        </p:txBody>
      </p:sp>
    </p:spTree>
    <p:extLst>
      <p:ext uri="{BB962C8B-B14F-4D97-AF65-F5344CB8AC3E}">
        <p14:creationId xmlns:p14="http://schemas.microsoft.com/office/powerpoint/2010/main" val="3741486286"/>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Text Placeholder 8"/>
          <p:cNvSpPr>
            <a:spLocks noGrp="1"/>
          </p:cNvSpPr>
          <p:nvPr>
            <p:ph type="body" sz="quarter" idx="13" hasCustomPrompt="1"/>
          </p:nvPr>
        </p:nvSpPr>
        <p:spPr>
          <a:xfrm>
            <a:off x="501651" y="651601"/>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4" name="Chart Placeholder 3"/>
          <p:cNvSpPr>
            <a:spLocks noGrp="1"/>
          </p:cNvSpPr>
          <p:nvPr>
            <p:ph type="chart" sz="quarter" idx="15"/>
          </p:nvPr>
        </p:nvSpPr>
        <p:spPr>
          <a:xfrm>
            <a:off x="501653" y="2052001"/>
            <a:ext cx="11188699" cy="4069013"/>
          </a:xfrm>
          <a:prstGeom prst="rect">
            <a:avLst/>
          </a:prstGeom>
        </p:spPr>
        <p:txBody>
          <a:bodyPr/>
          <a:lstStyle/>
          <a:p>
            <a:r>
              <a:rPr lang="en-US"/>
              <a:t>Click icon to add chart</a:t>
            </a:r>
            <a:endParaRPr lang="en-GB"/>
          </a:p>
        </p:txBody>
      </p:sp>
      <p:sp>
        <p:nvSpPr>
          <p:cNvPr id="5" name="Text Placeholder 8"/>
          <p:cNvSpPr>
            <a:spLocks noGrp="1"/>
          </p:cNvSpPr>
          <p:nvPr>
            <p:ph type="body" sz="quarter" idx="18"/>
          </p:nvPr>
        </p:nvSpPr>
        <p:spPr>
          <a:xfrm>
            <a:off x="501653" y="1674087"/>
            <a:ext cx="11188699" cy="357187"/>
          </a:xfrm>
        </p:spPr>
        <p:txBody>
          <a:bodyPr/>
          <a:lstStyle/>
          <a:p>
            <a:pPr lvl="0"/>
            <a:r>
              <a:rPr lang="en-US" noProof="0"/>
              <a:t>Edit Master text styles</a:t>
            </a:r>
          </a:p>
        </p:txBody>
      </p:sp>
      <p:sp>
        <p:nvSpPr>
          <p:cNvPr id="6" name="Text Placeholder 7"/>
          <p:cNvSpPr>
            <a:spLocks noGrp="1"/>
          </p:cNvSpPr>
          <p:nvPr>
            <p:ph type="body" sz="quarter" idx="23"/>
          </p:nvPr>
        </p:nvSpPr>
        <p:spPr>
          <a:xfrm>
            <a:off x="501651" y="6380256"/>
            <a:ext cx="11188700" cy="160245"/>
          </a:xfrm>
        </p:spPr>
        <p:txBody>
          <a:bodyPr>
            <a:normAutofit/>
          </a:bodyPr>
          <a:lstStyle>
            <a:lvl1pPr>
              <a:spcAft>
                <a:spcPts val="0"/>
              </a:spcAft>
              <a:defRPr sz="900"/>
            </a:lvl1pPr>
          </a:lstStyle>
          <a:p>
            <a:pPr lvl="0"/>
            <a:r>
              <a:rPr lang="en-US"/>
              <a:t>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1" y="317501"/>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1620148776"/>
      </p:ext>
    </p:extLst>
  </p:cSld>
  <p:clrMapOvr>
    <a:masterClrMapping/>
  </p:clrMapOvr>
  <p:transition>
    <p:fade/>
  </p:transition>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1_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7" name="Chart Placeholder 3"/>
          <p:cNvSpPr>
            <a:spLocks noGrp="1"/>
          </p:cNvSpPr>
          <p:nvPr>
            <p:ph type="chart" sz="quarter" idx="15"/>
          </p:nvPr>
        </p:nvSpPr>
        <p:spPr>
          <a:xfrm>
            <a:off x="501653" y="2052001"/>
            <a:ext cx="11188699" cy="4069013"/>
          </a:xfrm>
          <a:prstGeom prst="rect">
            <a:avLst/>
          </a:prstGeom>
        </p:spPr>
        <p:txBody>
          <a:bodyPr/>
          <a:lstStyle/>
          <a:p>
            <a:r>
              <a:rPr lang="en-US"/>
              <a:t>Click icon to add chart</a:t>
            </a:r>
            <a:endParaRPr lang="en-GB"/>
          </a:p>
        </p:txBody>
      </p:sp>
      <p:sp>
        <p:nvSpPr>
          <p:cNvPr id="18" name="Text Placeholder 8"/>
          <p:cNvSpPr>
            <a:spLocks noGrp="1"/>
          </p:cNvSpPr>
          <p:nvPr>
            <p:ph type="body" sz="quarter" idx="18"/>
          </p:nvPr>
        </p:nvSpPr>
        <p:spPr>
          <a:xfrm>
            <a:off x="501653" y="1674087"/>
            <a:ext cx="11188699" cy="357187"/>
          </a:xfrm>
        </p:spPr>
        <p:txBody>
          <a:bodyPr/>
          <a:lstStyle/>
          <a:p>
            <a:pPr lvl="0"/>
            <a:r>
              <a:rPr lang="en-US" noProof="0"/>
              <a:t>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1" y="317501"/>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
        <p:nvSpPr>
          <p:cNvPr id="9" name="Text Placeholder 7"/>
          <p:cNvSpPr>
            <a:spLocks noGrp="1"/>
          </p:cNvSpPr>
          <p:nvPr>
            <p:ph type="body" sz="quarter" idx="23"/>
          </p:nvPr>
        </p:nvSpPr>
        <p:spPr>
          <a:xfrm>
            <a:off x="501652" y="6311157"/>
            <a:ext cx="11188700" cy="160245"/>
          </a:xfrm>
        </p:spPr>
        <p:txBody>
          <a:bodyPr>
            <a:normAutofit/>
          </a:bodyPr>
          <a:lstStyle>
            <a:lvl1pPr>
              <a:spcAft>
                <a:spcPts val="0"/>
              </a:spcAft>
              <a:defRPr sz="900"/>
            </a:lvl1pPr>
          </a:lstStyle>
          <a:p>
            <a:pPr lvl="0"/>
            <a:r>
              <a:rPr lang="en-US"/>
              <a:t>Edit Master text styles</a:t>
            </a:r>
          </a:p>
        </p:txBody>
      </p:sp>
    </p:spTree>
    <p:extLst>
      <p:ext uri="{BB962C8B-B14F-4D97-AF65-F5344CB8AC3E}">
        <p14:creationId xmlns:p14="http://schemas.microsoft.com/office/powerpoint/2010/main" val="1671353080"/>
      </p:ext>
    </p:extLst>
  </p:cSld>
  <p:clrMapOvr>
    <a:masterClrMapping/>
  </p:clrMapOvr>
  <p:transition>
    <p:fade/>
  </p:transition>
  <p:hf hdr="0" dt="0"/>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Sp="0" userDrawn="1">
  <p:cSld name="1_End slide">
    <p:bg>
      <p:bgPr>
        <a:solidFill>
          <a:schemeClr val="tx1"/>
        </a:solidFill>
        <a:effectLst/>
      </p:bgPr>
    </p:bg>
    <p:spTree>
      <p:nvGrpSpPr>
        <p:cNvPr id="1" name=""/>
        <p:cNvGrpSpPr/>
        <p:nvPr/>
      </p:nvGrpSpPr>
      <p:grpSpPr>
        <a:xfrm>
          <a:off x="0" y="0"/>
          <a:ext cx="0" cy="0"/>
          <a:chOff x="0" y="0"/>
          <a:chExt cx="0" cy="0"/>
        </a:xfrm>
      </p:grpSpPr>
      <p:grpSp>
        <p:nvGrpSpPr>
          <p:cNvPr id="38" name="Group 37"/>
          <p:cNvGrpSpPr>
            <a:grpSpLocks noChangeAspect="1"/>
          </p:cNvGrpSpPr>
          <p:nvPr userDrawn="1"/>
        </p:nvGrpSpPr>
        <p:grpSpPr>
          <a:xfrm>
            <a:off x="475325" y="457761"/>
            <a:ext cx="1998000" cy="374400"/>
            <a:chOff x="398463" y="404813"/>
            <a:chExt cx="1627187" cy="307976"/>
          </a:xfrm>
          <a:solidFill>
            <a:schemeClr val="tx1"/>
          </a:solidFill>
        </p:grpSpPr>
        <p:sp>
          <p:nvSpPr>
            <p:cNvPr id="39"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0"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1"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2"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3"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4"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5"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6"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7"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8"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846235760"/>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userDrawn="1">
  <p:cSld name="MAIN DTTILLP TEMPLAT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2"/>
            <a:ext cx="11162350" cy="757255"/>
          </a:xfrm>
          <a:prstGeom prst="rect">
            <a:avLst/>
          </a:prstGeom>
        </p:spPr>
        <p:txBody>
          <a:bodyPr lIns="0" tIns="0" rIns="0" bIns="0">
            <a:noAutofit/>
          </a:bodyPr>
          <a:lstStyle>
            <a:lvl1pPr marL="0" indent="0">
              <a:buNone/>
              <a:defRPr sz="1632" b="0">
                <a:solidFill>
                  <a:schemeClr val="tx2">
                    <a:lumMod val="60000"/>
                    <a:lumOff val="40000"/>
                  </a:schemeClr>
                </a:solidFill>
                <a:latin typeface="+mj-lt"/>
              </a:defRPr>
            </a:lvl1pPr>
          </a:lstStyle>
          <a:p>
            <a:pPr lvl="0"/>
            <a:r>
              <a:rPr lang="en-US" noProof="0"/>
              <a:t>Click to add subtitle</a:t>
            </a:r>
          </a:p>
        </p:txBody>
      </p:sp>
      <p:sp>
        <p:nvSpPr>
          <p:cNvPr id="14" name="Title Placeholder 1"/>
          <p:cNvSpPr>
            <a:spLocks noGrp="1"/>
          </p:cNvSpPr>
          <p:nvPr>
            <p:ph type="title"/>
          </p:nvPr>
        </p:nvSpPr>
        <p:spPr>
          <a:xfrm>
            <a:off x="501651" y="317501"/>
            <a:ext cx="11162350" cy="334101"/>
          </a:xfrm>
          <a:prstGeom prst="rect">
            <a:avLst/>
          </a:prstGeom>
        </p:spPr>
        <p:txBody>
          <a:bodyPr vert="horz" lIns="0" tIns="0" rIns="0" bIns="0" rtlCol="0" anchor="t" anchorCtr="0">
            <a:noAutofit/>
          </a:bodyPr>
          <a:lstStyle>
            <a:lvl1pPr>
              <a:defRPr>
                <a:latin typeface="+mj-lt"/>
              </a:defRPr>
            </a:lvl1pPr>
          </a:lstStyle>
          <a:p>
            <a:r>
              <a:rPr lang="en-US" noProof="0"/>
              <a:t>Click to edit Master title style</a:t>
            </a:r>
          </a:p>
        </p:txBody>
      </p:sp>
      <p:sp>
        <p:nvSpPr>
          <p:cNvPr id="8" name="Text Placeholder 18"/>
          <p:cNvSpPr>
            <a:spLocks noGrp="1"/>
          </p:cNvSpPr>
          <p:nvPr>
            <p:ph idx="1"/>
          </p:nvPr>
        </p:nvSpPr>
        <p:spPr>
          <a:xfrm>
            <a:off x="501651" y="1528798"/>
            <a:ext cx="11165416" cy="4850401"/>
          </a:xfrm>
          <a:prstGeom prst="rect">
            <a:avLst/>
          </a:prstGeom>
        </p:spPr>
        <p:txBody>
          <a:bodyPr vert="horz" lIns="0" tIns="0" rIns="0" bIns="0" rtlCol="0">
            <a:noAutofit/>
          </a:bodyPr>
          <a:lstStyle>
            <a:lvl1pPr>
              <a:spcAft>
                <a:spcPts val="907"/>
              </a:spcAft>
              <a:defRPr sz="997"/>
            </a:lvl1pPr>
            <a:lvl2pPr>
              <a:spcAft>
                <a:spcPts val="907"/>
              </a:spcAft>
              <a:defRPr sz="997"/>
            </a:lvl2pPr>
            <a:lvl3pPr>
              <a:spcAft>
                <a:spcPts val="907"/>
              </a:spcAft>
              <a:defRPr sz="997"/>
            </a:lvl3pPr>
            <a:lvl4pPr>
              <a:spcAft>
                <a:spcPts val="907"/>
              </a:spcAft>
              <a:defRPr sz="997"/>
            </a:lvl4pPr>
            <a:lvl5pPr>
              <a:spcAft>
                <a:spcPts val="907"/>
              </a:spcAft>
              <a:defRPr sz="997"/>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435656237"/>
      </p:ext>
    </p:extLst>
  </p:cSld>
  <p:clrMapOvr>
    <a:masterClrMapping/>
  </p:clrMapOvr>
  <p:transition>
    <p:fade/>
  </p:transition>
  <p:extLst>
    <p:ext uri="{DCECCB84-F9BA-43D5-87BE-67443E8EF086}">
      <p15:sldGuideLst xmlns:p15="http://schemas.microsoft.com/office/powerpoint/2012/main">
        <p15:guide id="1" orient="horz" pos="980">
          <p15:clr>
            <a:srgbClr val="FBAE40"/>
          </p15:clr>
        </p15:guide>
      </p15:sldGuideLst>
    </p:ext>
  </p:extLst>
</p:sldLayout>
</file>

<file path=ppt/slideLayouts/slideLayout232.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bg1"/>
                </a:solidFill>
              </a:defRPr>
            </a:lvl1pPr>
            <a:lvl2pPr marL="0" marR="0" indent="0" algn="l" defTabSz="1150072" rtl="0" eaLnBrk="1" fontAlgn="auto" latinLnBrk="0" hangingPunct="1">
              <a:lnSpc>
                <a:spcPct val="100000"/>
              </a:lnSpc>
              <a:spcBef>
                <a:spcPts val="0"/>
              </a:spcBef>
              <a:spcAft>
                <a:spcPts val="0"/>
              </a:spcAft>
              <a:buClrTx/>
              <a:buSzPct val="100000"/>
              <a:buFont typeface="Arial"/>
              <a:buNone/>
              <a:tabLst/>
              <a:defRPr sz="2012" b="0">
                <a:solidFill>
                  <a:schemeClr val="bg1"/>
                </a:solidFill>
              </a:defRPr>
            </a:lvl2pPr>
            <a:lvl3pPr marL="0" indent="0" algn="l">
              <a:spcAft>
                <a:spcPts val="0"/>
              </a:spcAft>
              <a:buNone/>
              <a:defRPr sz="2012">
                <a:solidFill>
                  <a:schemeClr val="bg1"/>
                </a:solidFill>
              </a:defRPr>
            </a:lvl3pPr>
            <a:lvl4pPr marL="1725107" indent="0" algn="ctr">
              <a:buNone/>
              <a:defRPr sz="2012"/>
            </a:lvl4pPr>
            <a:lvl5pPr marL="2300144" indent="0" algn="ctr">
              <a:buNone/>
              <a:defRPr sz="2012"/>
            </a:lvl5pPr>
            <a:lvl6pPr marL="2875180" indent="0" algn="ctr">
              <a:buNone/>
              <a:defRPr sz="2012"/>
            </a:lvl6pPr>
            <a:lvl7pPr marL="3450216" indent="0" algn="ctr">
              <a:buNone/>
              <a:defRPr sz="2012"/>
            </a:lvl7pPr>
            <a:lvl8pPr marL="4025252" indent="0" algn="ctr">
              <a:buNone/>
              <a:defRPr sz="2012"/>
            </a:lvl8pPr>
            <a:lvl9pPr marL="4600286" indent="0" algn="ctr">
              <a:buNone/>
              <a:defRPr sz="2012"/>
            </a:lvl9pPr>
          </a:lstStyle>
          <a:p>
            <a:r>
              <a:rPr lang="en-US" noProof="0"/>
              <a:t>Click to edit Master title style</a:t>
            </a:r>
          </a:p>
          <a:p>
            <a:pPr marL="0" marR="0" lvl="1" indent="0" algn="l" defTabSz="1150072"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4"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3" y="400898"/>
            <a:ext cx="2004206"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grpSp>
    </p:spTree>
    <p:extLst>
      <p:ext uri="{BB962C8B-B14F-4D97-AF65-F5344CB8AC3E}">
        <p14:creationId xmlns:p14="http://schemas.microsoft.com/office/powerpoint/2010/main" val="542354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4" y="727200"/>
            <a:ext cx="7200000" cy="5400000"/>
          </a:xfrm>
          <a:prstGeom prst="rect">
            <a:avLst/>
          </a:prstGeom>
        </p:spPr>
        <p:txBody>
          <a:bodyPr/>
          <a:lstStyle/>
          <a:p>
            <a:r>
              <a:rPr lang="en-US" noProof="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tx1"/>
                </a:solidFill>
              </a:defRPr>
            </a:lvl1pPr>
            <a:lvl2pPr marL="0" indent="0" algn="l">
              <a:buNone/>
              <a:defRPr sz="2012" b="0"/>
            </a:lvl2pPr>
            <a:lvl3pPr marL="1150072" indent="0" algn="ctr">
              <a:buNone/>
              <a:defRPr sz="2264"/>
            </a:lvl3pPr>
            <a:lvl4pPr marL="1725107" indent="0" algn="ctr">
              <a:buNone/>
              <a:defRPr sz="2012"/>
            </a:lvl4pPr>
            <a:lvl5pPr marL="2300144" indent="0" algn="ctr">
              <a:buNone/>
              <a:defRPr sz="2012"/>
            </a:lvl5pPr>
            <a:lvl6pPr marL="2875180" indent="0" algn="ctr">
              <a:buNone/>
              <a:defRPr sz="2012"/>
            </a:lvl6pPr>
            <a:lvl7pPr marL="3450216" indent="0" algn="ctr">
              <a:buNone/>
              <a:defRPr sz="2012"/>
            </a:lvl7pPr>
            <a:lvl8pPr marL="4025252" indent="0" algn="ctr">
              <a:buNone/>
              <a:defRPr sz="2012"/>
            </a:lvl8pPr>
            <a:lvl9pPr marL="4600286" indent="0" algn="ctr">
              <a:buNone/>
              <a:defRPr sz="2012"/>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4"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6" name="Group 5"/>
          <p:cNvGrpSpPr>
            <a:grpSpLocks noChangeAspect="1"/>
          </p:cNvGrpSpPr>
          <p:nvPr userDrawn="1"/>
        </p:nvGrpSpPr>
        <p:grpSpPr>
          <a:xfrm>
            <a:off x="501653" y="400898"/>
            <a:ext cx="2004206" cy="326302"/>
            <a:chOff x="398463" y="404813"/>
            <a:chExt cx="1627187" cy="307976"/>
          </a:xfrm>
          <a:solidFill>
            <a:schemeClr val="bg1"/>
          </a:solidFill>
        </p:grpSpPr>
        <p:sp>
          <p:nvSpPr>
            <p:cNvPr id="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1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1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1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1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1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1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1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1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grpSp>
    </p:spTree>
    <p:extLst>
      <p:ext uri="{BB962C8B-B14F-4D97-AF65-F5344CB8AC3E}">
        <p14:creationId xmlns:p14="http://schemas.microsoft.com/office/powerpoint/2010/main" val="1606803339"/>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bg1"/>
                </a:solidFill>
              </a:defRPr>
            </a:lvl1pPr>
            <a:lvl2pPr marL="575035" indent="0" algn="ctr">
              <a:buNone/>
              <a:defRPr sz="2515"/>
            </a:lvl2pPr>
            <a:lvl3pPr marL="1150072" indent="0" algn="ctr">
              <a:buNone/>
              <a:defRPr sz="2264"/>
            </a:lvl3pPr>
            <a:lvl4pPr marL="1725107" indent="0" algn="ctr">
              <a:buNone/>
              <a:defRPr sz="2012"/>
            </a:lvl4pPr>
            <a:lvl5pPr marL="2300144" indent="0" algn="ctr">
              <a:buNone/>
              <a:defRPr sz="2012"/>
            </a:lvl5pPr>
            <a:lvl6pPr marL="2875180" indent="0" algn="ctr">
              <a:buNone/>
              <a:defRPr sz="2012"/>
            </a:lvl6pPr>
            <a:lvl7pPr marL="3450216" indent="0" algn="ctr">
              <a:buNone/>
              <a:defRPr sz="2012"/>
            </a:lvl7pPr>
            <a:lvl8pPr marL="4025252" indent="0" algn="ctr">
              <a:buNone/>
              <a:defRPr sz="2012"/>
            </a:lvl8pPr>
            <a:lvl9pPr marL="460028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4"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2"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grpSp>
    </p:spTree>
    <p:extLst>
      <p:ext uri="{BB962C8B-B14F-4D97-AF65-F5344CB8AC3E}">
        <p14:creationId xmlns:p14="http://schemas.microsoft.com/office/powerpoint/2010/main" val="150500971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235.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tx1"/>
                </a:solidFill>
              </a:defRPr>
            </a:lvl1pPr>
            <a:lvl2pPr marL="575035" indent="0" algn="ctr">
              <a:buNone/>
              <a:defRPr sz="2515"/>
            </a:lvl2pPr>
            <a:lvl3pPr marL="1150072" indent="0" algn="ctr">
              <a:buNone/>
              <a:defRPr sz="2264"/>
            </a:lvl3pPr>
            <a:lvl4pPr marL="1725107" indent="0" algn="ctr">
              <a:buNone/>
              <a:defRPr sz="2012"/>
            </a:lvl4pPr>
            <a:lvl5pPr marL="2300144" indent="0" algn="ctr">
              <a:buNone/>
              <a:defRPr sz="2012"/>
            </a:lvl5pPr>
            <a:lvl6pPr marL="2875180" indent="0" algn="ctr">
              <a:buNone/>
              <a:defRPr sz="2012"/>
            </a:lvl6pPr>
            <a:lvl7pPr marL="3450216" indent="0" algn="ctr">
              <a:buNone/>
              <a:defRPr sz="2012"/>
            </a:lvl7pPr>
            <a:lvl8pPr marL="4025252" indent="0" algn="ctr">
              <a:buNone/>
              <a:defRPr sz="2012"/>
            </a:lvl8pPr>
            <a:lvl9pPr marL="460028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4"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4" name="Group 3"/>
          <p:cNvGrpSpPr/>
          <p:nvPr userDrawn="1"/>
        </p:nvGrpSpPr>
        <p:grpSpPr>
          <a:xfrm>
            <a:off x="501652"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grpSp>
    </p:spTree>
    <p:extLst>
      <p:ext uri="{BB962C8B-B14F-4D97-AF65-F5344CB8AC3E}">
        <p14:creationId xmlns:p14="http://schemas.microsoft.com/office/powerpoint/2010/main" val="1493352307"/>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23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3"/>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35" indent="0">
              <a:buNone/>
              <a:defRPr sz="2515">
                <a:solidFill>
                  <a:schemeClr val="tx1">
                    <a:tint val="75000"/>
                  </a:schemeClr>
                </a:solidFill>
              </a:defRPr>
            </a:lvl2pPr>
            <a:lvl3pPr marL="1150072" indent="0">
              <a:buNone/>
              <a:defRPr sz="2264">
                <a:solidFill>
                  <a:schemeClr val="tx1">
                    <a:tint val="75000"/>
                  </a:schemeClr>
                </a:solidFill>
              </a:defRPr>
            </a:lvl3pPr>
            <a:lvl4pPr marL="1725107" indent="0">
              <a:buNone/>
              <a:defRPr sz="2012">
                <a:solidFill>
                  <a:schemeClr val="tx1">
                    <a:tint val="75000"/>
                  </a:schemeClr>
                </a:solidFill>
              </a:defRPr>
            </a:lvl4pPr>
            <a:lvl5pPr marL="2300144" indent="0">
              <a:buNone/>
              <a:defRPr sz="2012">
                <a:solidFill>
                  <a:schemeClr val="tx1">
                    <a:tint val="75000"/>
                  </a:schemeClr>
                </a:solidFill>
              </a:defRPr>
            </a:lvl5pPr>
            <a:lvl6pPr marL="2875180" indent="0">
              <a:buNone/>
              <a:defRPr sz="2012">
                <a:solidFill>
                  <a:schemeClr val="tx1">
                    <a:tint val="75000"/>
                  </a:schemeClr>
                </a:solidFill>
              </a:defRPr>
            </a:lvl6pPr>
            <a:lvl7pPr marL="3450216" indent="0">
              <a:buNone/>
              <a:defRPr sz="2012">
                <a:solidFill>
                  <a:schemeClr val="tx1">
                    <a:tint val="75000"/>
                  </a:schemeClr>
                </a:solidFill>
              </a:defRPr>
            </a:lvl7pPr>
            <a:lvl8pPr marL="4025252" indent="0">
              <a:buNone/>
              <a:defRPr sz="2012">
                <a:solidFill>
                  <a:schemeClr val="tx1">
                    <a:tint val="75000"/>
                  </a:schemeClr>
                </a:solidFill>
              </a:defRPr>
            </a:lvl8pPr>
            <a:lvl9pPr marL="4600286" indent="0">
              <a:buNone/>
              <a:defRPr sz="2012">
                <a:solidFill>
                  <a:schemeClr val="tx1">
                    <a:tint val="75000"/>
                  </a:schemeClr>
                </a:solidFill>
              </a:defRPr>
            </a:lvl9pPr>
          </a:lstStyle>
          <a:p>
            <a:pPr lvl="0"/>
            <a:r>
              <a:rPr lang="en-US" noProof="0"/>
              <a:t>Edit Master text styles</a:t>
            </a:r>
          </a:p>
        </p:txBody>
      </p:sp>
      <p:sp>
        <p:nvSpPr>
          <p:cNvPr id="5" name="TextBox 4"/>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7" name="TextBox 6"/>
          <p:cNvSpPr txBox="1"/>
          <p:nvPr userDrawn="1"/>
        </p:nvSpPr>
        <p:spPr>
          <a:xfrm>
            <a:off x="501653"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8" name="TextBox 7"/>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3673924086"/>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23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3"/>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3" y="3429003"/>
            <a:ext cx="10544066" cy="1566532"/>
          </a:xfrm>
        </p:spPr>
        <p:txBody>
          <a:bodyPr lIns="0" tIns="0" rIns="0" bIns="0">
            <a:noAutofit/>
          </a:bodyPr>
          <a:lstStyle>
            <a:lvl1pPr marL="0" indent="0">
              <a:lnSpc>
                <a:spcPct val="95000"/>
              </a:lnSpc>
              <a:spcAft>
                <a:spcPts val="0"/>
              </a:spcAft>
              <a:buNone/>
              <a:defRPr sz="4448">
                <a:solidFill>
                  <a:schemeClr val="bg1"/>
                </a:solidFill>
              </a:defRPr>
            </a:lvl1pPr>
            <a:lvl2pPr marL="575035" indent="0">
              <a:buNone/>
              <a:defRPr sz="2515">
                <a:solidFill>
                  <a:schemeClr val="tx1">
                    <a:tint val="75000"/>
                  </a:schemeClr>
                </a:solidFill>
              </a:defRPr>
            </a:lvl2pPr>
            <a:lvl3pPr marL="1150072" indent="0">
              <a:buNone/>
              <a:defRPr sz="2264">
                <a:solidFill>
                  <a:schemeClr val="tx1">
                    <a:tint val="75000"/>
                  </a:schemeClr>
                </a:solidFill>
              </a:defRPr>
            </a:lvl3pPr>
            <a:lvl4pPr marL="1725107" indent="0">
              <a:buNone/>
              <a:defRPr sz="2012">
                <a:solidFill>
                  <a:schemeClr val="tx1">
                    <a:tint val="75000"/>
                  </a:schemeClr>
                </a:solidFill>
              </a:defRPr>
            </a:lvl4pPr>
            <a:lvl5pPr marL="2300144" indent="0">
              <a:buNone/>
              <a:defRPr sz="2012">
                <a:solidFill>
                  <a:schemeClr val="tx1">
                    <a:tint val="75000"/>
                  </a:schemeClr>
                </a:solidFill>
              </a:defRPr>
            </a:lvl5pPr>
            <a:lvl6pPr marL="2875180" indent="0">
              <a:buNone/>
              <a:defRPr sz="2012">
                <a:solidFill>
                  <a:schemeClr val="tx1">
                    <a:tint val="75000"/>
                  </a:schemeClr>
                </a:solidFill>
              </a:defRPr>
            </a:lvl6pPr>
            <a:lvl7pPr marL="3450216" indent="0">
              <a:buNone/>
              <a:defRPr sz="2012">
                <a:solidFill>
                  <a:schemeClr val="tx1">
                    <a:tint val="75000"/>
                  </a:schemeClr>
                </a:solidFill>
              </a:defRPr>
            </a:lvl7pPr>
            <a:lvl8pPr marL="4025252" indent="0">
              <a:buNone/>
              <a:defRPr sz="2012">
                <a:solidFill>
                  <a:schemeClr val="tx1">
                    <a:tint val="75000"/>
                  </a:schemeClr>
                </a:solidFill>
              </a:defRPr>
            </a:lvl8pPr>
            <a:lvl9pPr marL="4600286" indent="0">
              <a:buNone/>
              <a:defRPr sz="2012">
                <a:solidFill>
                  <a:schemeClr val="tx1">
                    <a:tint val="75000"/>
                  </a:schemeClr>
                </a:solidFill>
              </a:defRPr>
            </a:lvl9pPr>
          </a:lstStyle>
          <a:p>
            <a:pPr lvl="0"/>
            <a:r>
              <a:rPr lang="en-US" noProof="0"/>
              <a:t>Edit Master text styles</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4" name="TextBox 13"/>
          <p:cNvSpPr txBox="1"/>
          <p:nvPr userDrawn="1"/>
        </p:nvSpPr>
        <p:spPr>
          <a:xfrm>
            <a:off x="501653"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550023281"/>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23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3"/>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35" indent="0">
              <a:buNone/>
              <a:defRPr sz="2515">
                <a:solidFill>
                  <a:schemeClr val="tx1">
                    <a:tint val="75000"/>
                  </a:schemeClr>
                </a:solidFill>
              </a:defRPr>
            </a:lvl2pPr>
            <a:lvl3pPr marL="1150072" indent="0">
              <a:buNone/>
              <a:defRPr sz="2264">
                <a:solidFill>
                  <a:schemeClr val="tx1">
                    <a:tint val="75000"/>
                  </a:schemeClr>
                </a:solidFill>
              </a:defRPr>
            </a:lvl3pPr>
            <a:lvl4pPr marL="1725107" indent="0">
              <a:buNone/>
              <a:defRPr sz="2012">
                <a:solidFill>
                  <a:schemeClr val="tx1">
                    <a:tint val="75000"/>
                  </a:schemeClr>
                </a:solidFill>
              </a:defRPr>
            </a:lvl4pPr>
            <a:lvl5pPr marL="2300144" indent="0">
              <a:buNone/>
              <a:defRPr sz="2012">
                <a:solidFill>
                  <a:schemeClr val="tx1">
                    <a:tint val="75000"/>
                  </a:schemeClr>
                </a:solidFill>
              </a:defRPr>
            </a:lvl5pPr>
            <a:lvl6pPr marL="2875180" indent="0">
              <a:buNone/>
              <a:defRPr sz="2012">
                <a:solidFill>
                  <a:schemeClr val="tx1">
                    <a:tint val="75000"/>
                  </a:schemeClr>
                </a:solidFill>
              </a:defRPr>
            </a:lvl6pPr>
            <a:lvl7pPr marL="3450216" indent="0">
              <a:buNone/>
              <a:defRPr sz="2012">
                <a:solidFill>
                  <a:schemeClr val="tx1">
                    <a:tint val="75000"/>
                  </a:schemeClr>
                </a:solidFill>
              </a:defRPr>
            </a:lvl7pPr>
            <a:lvl8pPr marL="4025252" indent="0">
              <a:buNone/>
              <a:defRPr sz="2012">
                <a:solidFill>
                  <a:schemeClr val="tx1">
                    <a:tint val="75000"/>
                  </a:schemeClr>
                </a:solidFill>
              </a:defRPr>
            </a:lvl8pPr>
            <a:lvl9pPr marL="460028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3"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2983323255"/>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239.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3"/>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35" indent="0">
              <a:buNone/>
              <a:defRPr sz="2515">
                <a:solidFill>
                  <a:schemeClr val="tx1">
                    <a:tint val="75000"/>
                  </a:schemeClr>
                </a:solidFill>
              </a:defRPr>
            </a:lvl2pPr>
            <a:lvl3pPr marL="1150072" indent="0">
              <a:buNone/>
              <a:defRPr sz="2264">
                <a:solidFill>
                  <a:schemeClr val="tx1">
                    <a:tint val="75000"/>
                  </a:schemeClr>
                </a:solidFill>
              </a:defRPr>
            </a:lvl3pPr>
            <a:lvl4pPr marL="1725107" indent="0">
              <a:buNone/>
              <a:defRPr sz="2012">
                <a:solidFill>
                  <a:schemeClr val="tx1">
                    <a:tint val="75000"/>
                  </a:schemeClr>
                </a:solidFill>
              </a:defRPr>
            </a:lvl4pPr>
            <a:lvl5pPr marL="2300144" indent="0">
              <a:buNone/>
              <a:defRPr sz="2012">
                <a:solidFill>
                  <a:schemeClr val="tx1">
                    <a:tint val="75000"/>
                  </a:schemeClr>
                </a:solidFill>
              </a:defRPr>
            </a:lvl5pPr>
            <a:lvl6pPr marL="2875180" indent="0">
              <a:buNone/>
              <a:defRPr sz="2012">
                <a:solidFill>
                  <a:schemeClr val="tx1">
                    <a:tint val="75000"/>
                  </a:schemeClr>
                </a:solidFill>
              </a:defRPr>
            </a:lvl6pPr>
            <a:lvl7pPr marL="3450216" indent="0">
              <a:buNone/>
              <a:defRPr sz="2012">
                <a:solidFill>
                  <a:schemeClr val="tx1">
                    <a:tint val="75000"/>
                  </a:schemeClr>
                </a:solidFill>
              </a:defRPr>
            </a:lvl7pPr>
            <a:lvl8pPr marL="4025252" indent="0">
              <a:buNone/>
              <a:defRPr sz="2012">
                <a:solidFill>
                  <a:schemeClr val="tx1">
                    <a:tint val="75000"/>
                  </a:schemeClr>
                </a:solidFill>
              </a:defRPr>
            </a:lvl8pPr>
            <a:lvl9pPr marL="460028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3"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446988145"/>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240.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3"/>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35" indent="0">
              <a:buNone/>
              <a:defRPr sz="2515">
                <a:solidFill>
                  <a:schemeClr val="tx1">
                    <a:tint val="75000"/>
                  </a:schemeClr>
                </a:solidFill>
              </a:defRPr>
            </a:lvl2pPr>
            <a:lvl3pPr marL="1150072" indent="0">
              <a:buNone/>
              <a:defRPr sz="2264">
                <a:solidFill>
                  <a:schemeClr val="tx1">
                    <a:tint val="75000"/>
                  </a:schemeClr>
                </a:solidFill>
              </a:defRPr>
            </a:lvl3pPr>
            <a:lvl4pPr marL="1725107" indent="0">
              <a:buNone/>
              <a:defRPr sz="2012">
                <a:solidFill>
                  <a:schemeClr val="tx1">
                    <a:tint val="75000"/>
                  </a:schemeClr>
                </a:solidFill>
              </a:defRPr>
            </a:lvl4pPr>
            <a:lvl5pPr marL="2300144" indent="0">
              <a:buNone/>
              <a:defRPr sz="2012">
                <a:solidFill>
                  <a:schemeClr val="tx1">
                    <a:tint val="75000"/>
                  </a:schemeClr>
                </a:solidFill>
              </a:defRPr>
            </a:lvl5pPr>
            <a:lvl6pPr marL="2875180" indent="0">
              <a:buNone/>
              <a:defRPr sz="2012">
                <a:solidFill>
                  <a:schemeClr val="tx1">
                    <a:tint val="75000"/>
                  </a:schemeClr>
                </a:solidFill>
              </a:defRPr>
            </a:lvl6pPr>
            <a:lvl7pPr marL="3450216" indent="0">
              <a:buNone/>
              <a:defRPr sz="2012">
                <a:solidFill>
                  <a:schemeClr val="tx1">
                    <a:tint val="75000"/>
                  </a:schemeClr>
                </a:solidFill>
              </a:defRPr>
            </a:lvl7pPr>
            <a:lvl8pPr marL="4025252" indent="0">
              <a:buNone/>
              <a:defRPr sz="2012">
                <a:solidFill>
                  <a:schemeClr val="tx1">
                    <a:tint val="75000"/>
                  </a:schemeClr>
                </a:solidFill>
              </a:defRPr>
            </a:lvl8pPr>
            <a:lvl9pPr marL="460028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3"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3682914874"/>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3"/>
            <a:ext cx="10541000" cy="1592403"/>
          </a:xfrm>
        </p:spPr>
        <p:txBody>
          <a:bodyPr anchor="b"/>
          <a:lstStyle>
            <a:lvl1pPr>
              <a:lnSpc>
                <a:spcPct val="95000"/>
              </a:lnSpc>
              <a:defRPr sz="4448"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tx1"/>
                </a:solidFill>
              </a:defRPr>
            </a:lvl1pPr>
            <a:lvl2pPr marL="575035" indent="0">
              <a:buNone/>
              <a:defRPr sz="2515">
                <a:solidFill>
                  <a:schemeClr val="tx1">
                    <a:tint val="75000"/>
                  </a:schemeClr>
                </a:solidFill>
              </a:defRPr>
            </a:lvl2pPr>
            <a:lvl3pPr marL="1150072" indent="0">
              <a:buNone/>
              <a:defRPr sz="2264">
                <a:solidFill>
                  <a:schemeClr val="tx1">
                    <a:tint val="75000"/>
                  </a:schemeClr>
                </a:solidFill>
              </a:defRPr>
            </a:lvl3pPr>
            <a:lvl4pPr marL="1725107" indent="0">
              <a:buNone/>
              <a:defRPr sz="2012">
                <a:solidFill>
                  <a:schemeClr val="tx1">
                    <a:tint val="75000"/>
                  </a:schemeClr>
                </a:solidFill>
              </a:defRPr>
            </a:lvl4pPr>
            <a:lvl5pPr marL="2300144" indent="0">
              <a:buNone/>
              <a:defRPr sz="2012">
                <a:solidFill>
                  <a:schemeClr val="tx1">
                    <a:tint val="75000"/>
                  </a:schemeClr>
                </a:solidFill>
              </a:defRPr>
            </a:lvl5pPr>
            <a:lvl6pPr marL="2875180" indent="0">
              <a:buNone/>
              <a:defRPr sz="2012">
                <a:solidFill>
                  <a:schemeClr val="tx1">
                    <a:tint val="75000"/>
                  </a:schemeClr>
                </a:solidFill>
              </a:defRPr>
            </a:lvl6pPr>
            <a:lvl7pPr marL="3450216" indent="0">
              <a:buNone/>
              <a:defRPr sz="2012">
                <a:solidFill>
                  <a:schemeClr val="tx1">
                    <a:tint val="75000"/>
                  </a:schemeClr>
                </a:solidFill>
              </a:defRPr>
            </a:lvl7pPr>
            <a:lvl8pPr marL="4025252" indent="0">
              <a:buNone/>
              <a:defRPr sz="2012">
                <a:solidFill>
                  <a:schemeClr val="tx1">
                    <a:tint val="75000"/>
                  </a:schemeClr>
                </a:solidFill>
              </a:defRPr>
            </a:lvl8pPr>
            <a:lvl9pPr marL="4600286" indent="0">
              <a:buNone/>
              <a:defRPr sz="2012">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2708222637"/>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242.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8"/>
            <a:ext cx="9152370" cy="4752975"/>
          </a:xfrm>
          <a:prstGeom prst="rect">
            <a:avLst/>
          </a:prstGeom>
        </p:spPr>
        <p:txBody>
          <a:bodyPr>
            <a:noAutofit/>
          </a:bodyPr>
          <a:lstStyle>
            <a:lvl1pPr>
              <a:spcBef>
                <a:spcPts val="4528"/>
              </a:spcBef>
              <a:defRPr sz="3420">
                <a:solidFill>
                  <a:schemeClr val="bg1"/>
                </a:solidFill>
              </a:defRPr>
            </a:lvl1pPr>
            <a:lvl2pPr marL="575035" indent="-575035">
              <a:defRPr sz="3772">
                <a:solidFill>
                  <a:schemeClr val="bg2"/>
                </a:solidFill>
              </a:defRPr>
            </a:lvl2pPr>
            <a:lvl3pPr>
              <a:defRPr sz="3772">
                <a:solidFill>
                  <a:schemeClr val="bg2"/>
                </a:solidFill>
              </a:defRPr>
            </a:lvl3pPr>
            <a:lvl4pPr>
              <a:defRPr sz="3772">
                <a:solidFill>
                  <a:schemeClr val="bg2"/>
                </a:solidFill>
              </a:defRPr>
            </a:lvl4pPr>
            <a:lvl5pPr>
              <a:defRPr sz="3772">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3"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3434192579"/>
      </p:ext>
    </p:extLst>
  </p:cSld>
  <p:clrMapOvr>
    <a:masterClrMapping/>
  </p:clrMapOvr>
  <p:transition>
    <p:fade/>
  </p:transition>
</p:sldLayout>
</file>

<file path=ppt/slideLayouts/slideLayout243.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7204"/>
            <a:ext cx="9277350" cy="4759584"/>
          </a:xfrm>
          <a:prstGeom prst="rect">
            <a:avLst/>
          </a:prstGeom>
        </p:spPr>
        <p:txBody>
          <a:bodyPr>
            <a:noAutofit/>
          </a:bodyPr>
          <a:lstStyle>
            <a:lvl1pPr>
              <a:spcBef>
                <a:spcPts val="4528"/>
              </a:spcBef>
              <a:defRPr sz="3420">
                <a:solidFill>
                  <a:schemeClr val="bg1"/>
                </a:solidFill>
              </a:defRPr>
            </a:lvl1pPr>
            <a:lvl2pPr marL="575035" indent="-575035">
              <a:defRPr sz="3772">
                <a:solidFill>
                  <a:schemeClr val="bg2"/>
                </a:solidFill>
              </a:defRPr>
            </a:lvl2pPr>
            <a:lvl3pPr>
              <a:defRPr sz="3772">
                <a:solidFill>
                  <a:schemeClr val="bg2"/>
                </a:solidFill>
              </a:defRPr>
            </a:lvl3pPr>
            <a:lvl4pPr>
              <a:defRPr sz="3772">
                <a:solidFill>
                  <a:schemeClr val="bg2"/>
                </a:solidFill>
              </a:defRPr>
            </a:lvl4pPr>
            <a:lvl5pPr>
              <a:defRPr sz="3772">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3"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887007966"/>
      </p:ext>
    </p:extLst>
  </p:cSld>
  <p:clrMapOvr>
    <a:masterClrMapping/>
  </p:clrMapOvr>
  <p:transition>
    <p:fade/>
  </p:transition>
</p:sldLayout>
</file>

<file path=ppt/slideLayouts/slideLayout244.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8"/>
            <a:ext cx="9277350" cy="4752975"/>
          </a:xfrm>
          <a:prstGeom prst="rect">
            <a:avLst/>
          </a:prstGeom>
        </p:spPr>
        <p:txBody>
          <a:bodyPr>
            <a:noAutofit/>
          </a:bodyPr>
          <a:lstStyle>
            <a:lvl1pPr>
              <a:spcBef>
                <a:spcPts val="4528"/>
              </a:spcBef>
              <a:defRPr sz="3420">
                <a:solidFill>
                  <a:schemeClr val="bg1"/>
                </a:solidFill>
              </a:defRPr>
            </a:lvl1pPr>
            <a:lvl2pPr marL="575035" indent="-575035">
              <a:defRPr sz="3772">
                <a:solidFill>
                  <a:schemeClr val="bg2"/>
                </a:solidFill>
              </a:defRPr>
            </a:lvl2pPr>
            <a:lvl3pPr>
              <a:defRPr sz="3772">
                <a:solidFill>
                  <a:schemeClr val="bg2"/>
                </a:solidFill>
              </a:defRPr>
            </a:lvl3pPr>
            <a:lvl4pPr>
              <a:defRPr sz="3772">
                <a:solidFill>
                  <a:schemeClr val="bg2"/>
                </a:solidFill>
              </a:defRPr>
            </a:lvl4pPr>
            <a:lvl5pPr>
              <a:defRPr sz="3772">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3"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533608632"/>
      </p:ext>
    </p:extLst>
  </p:cSld>
  <p:clrMapOvr>
    <a:masterClrMapping/>
  </p:clrMapOvr>
  <p:transition>
    <p:fade/>
  </p:transition>
</p:sldLayout>
</file>

<file path=ppt/slideLayouts/slideLayout245.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8"/>
            <a:ext cx="9277350" cy="4752975"/>
          </a:xfrm>
          <a:prstGeom prst="rect">
            <a:avLst/>
          </a:prstGeom>
        </p:spPr>
        <p:txBody>
          <a:bodyPr>
            <a:noAutofit/>
          </a:bodyPr>
          <a:lstStyle>
            <a:lvl1pPr>
              <a:spcBef>
                <a:spcPts val="4528"/>
              </a:spcBef>
              <a:defRPr sz="3420">
                <a:solidFill>
                  <a:schemeClr val="bg1"/>
                </a:solidFill>
              </a:defRPr>
            </a:lvl1pPr>
            <a:lvl2pPr marL="575035" indent="-575035">
              <a:defRPr sz="3772">
                <a:solidFill>
                  <a:schemeClr val="bg2"/>
                </a:solidFill>
              </a:defRPr>
            </a:lvl2pPr>
            <a:lvl3pPr>
              <a:defRPr sz="3772">
                <a:solidFill>
                  <a:schemeClr val="bg2"/>
                </a:solidFill>
              </a:defRPr>
            </a:lvl3pPr>
            <a:lvl4pPr>
              <a:defRPr sz="3772">
                <a:solidFill>
                  <a:schemeClr val="bg2"/>
                </a:solidFill>
              </a:defRPr>
            </a:lvl4pPr>
            <a:lvl5pPr>
              <a:defRPr sz="3772">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3"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076125747"/>
      </p:ext>
    </p:extLst>
  </p:cSld>
  <p:clrMapOvr>
    <a:masterClrMapping/>
  </p:clrMapOvr>
  <p:transition>
    <p:fade/>
  </p:transition>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8"/>
            <a:ext cx="9277350" cy="4752975"/>
          </a:xfrm>
          <a:prstGeom prst="rect">
            <a:avLst/>
          </a:prstGeom>
        </p:spPr>
        <p:txBody>
          <a:bodyPr>
            <a:noAutofit/>
          </a:bodyPr>
          <a:lstStyle>
            <a:lvl1pPr>
              <a:spcBef>
                <a:spcPts val="4528"/>
              </a:spcBef>
              <a:defRPr sz="3420">
                <a:solidFill>
                  <a:schemeClr val="tx1"/>
                </a:solidFill>
              </a:defRPr>
            </a:lvl1pPr>
            <a:lvl2pPr marL="575035" indent="-575035">
              <a:defRPr sz="3772">
                <a:solidFill>
                  <a:schemeClr val="bg2"/>
                </a:solidFill>
              </a:defRPr>
            </a:lvl2pPr>
            <a:lvl3pPr>
              <a:defRPr sz="3772">
                <a:solidFill>
                  <a:schemeClr val="bg2"/>
                </a:solidFill>
              </a:defRPr>
            </a:lvl3pPr>
            <a:lvl4pPr>
              <a:defRPr sz="3772">
                <a:solidFill>
                  <a:schemeClr val="bg2"/>
                </a:solidFill>
              </a:defRPr>
            </a:lvl4pPr>
            <a:lvl5pPr>
              <a:defRPr sz="3772">
                <a:solidFill>
                  <a:schemeClr val="bg2"/>
                </a:solidFill>
              </a:defRPr>
            </a:lvl5pPr>
          </a:lstStyle>
          <a:p>
            <a:pPr lvl="0"/>
            <a:r>
              <a:rPr lang="en-US" noProof="0"/>
              <a:t>Edit Master text styles</a:t>
            </a:r>
          </a:p>
        </p:txBody>
      </p:sp>
    </p:spTree>
    <p:extLst>
      <p:ext uri="{BB962C8B-B14F-4D97-AF65-F5344CB8AC3E}">
        <p14:creationId xmlns:p14="http://schemas.microsoft.com/office/powerpoint/2010/main" val="295616132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2247405918"/>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spid="_x0000_s18491" name="think-cell Slide" r:id="rId5" imgW="530" imgH="531" progId="TCLayout.ActiveDocument.1">
                  <p:embed/>
                </p:oleObj>
              </mc:Choice>
              <mc:Fallback>
                <p:oleObj name="think-cell Slide" r:id="rId5" imgW="530" imgH="531" progId="TCLayout.ActiveDocument.1">
                  <p:embed/>
                  <p:pic>
                    <p:nvPicPr>
                      <p:cNvPr id="3" name="Object 2" hidden="1"/>
                      <p:cNvPicPr/>
                      <p:nvPr/>
                    </p:nvPicPr>
                    <p:blipFill>
                      <a:blip r:embed="rId6"/>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3"/>
            </p:custDataLst>
          </p:nvPr>
        </p:nvSpPr>
        <p:spPr bwMode="gray">
          <a:xfrm>
            <a:off x="0" y="1"/>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5"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4" name="Content Placeholder 3"/>
          <p:cNvSpPr>
            <a:spLocks noGrp="1"/>
          </p:cNvSpPr>
          <p:nvPr>
            <p:ph sz="quarter" idx="10"/>
          </p:nvPr>
        </p:nvSpPr>
        <p:spPr>
          <a:xfrm>
            <a:off x="501652" y="1665293"/>
            <a:ext cx="9277350" cy="4716463"/>
          </a:xfrm>
          <a:prstGeom prst="rect">
            <a:avLst/>
          </a:prstGeom>
        </p:spPr>
        <p:txBody>
          <a:bodyPr/>
          <a:lstStyle>
            <a:lvl1pPr>
              <a:tabLst>
                <a:tab pos="8463812" algn="r"/>
              </a:tabLst>
              <a:defRPr/>
            </a:lvl1pPr>
            <a:lvl2pPr>
              <a:tabLst>
                <a:tab pos="8463812" algn="r"/>
              </a:tabLst>
              <a:defRPr/>
            </a:lvl2pPr>
            <a:lvl3pPr>
              <a:tabLst>
                <a:tab pos="8463812" algn="r"/>
              </a:tabLst>
              <a:defRPr/>
            </a:lvl3pPr>
            <a:lvl4pPr>
              <a:tabLst>
                <a:tab pos="8463812" algn="r"/>
              </a:tabLst>
              <a:defRPr/>
            </a:lvl4pPr>
            <a:lvl5pPr>
              <a:tabLst>
                <a:tab pos="6325396" algn="r"/>
              </a:tabLst>
              <a:defRPr baseline="0"/>
            </a:lvl5pPr>
            <a:lvl6pPr>
              <a:tabLst>
                <a:tab pos="8463812" algn="r"/>
              </a:tabLst>
              <a:defRPr/>
            </a:lvl6pPr>
            <a:lvl7pPr>
              <a:tabLst>
                <a:tab pos="8463812" algn="r"/>
              </a:tabLst>
              <a:defRPr/>
            </a:lvl7pPr>
            <a:lvl8pPr>
              <a:tabLst>
                <a:tab pos="8463812" algn="r"/>
              </a:tabLst>
              <a:defRPr/>
            </a:lvl8pPr>
            <a:lvl9pPr>
              <a:tabLst>
                <a:tab pos="8463812"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1"/>
          <p:cNvSpPr>
            <a:spLocks noGrp="1"/>
          </p:cNvSpPr>
          <p:nvPr>
            <p:ph type="title" hasCustomPrompt="1"/>
          </p:nvPr>
        </p:nvSpPr>
        <p:spPr>
          <a:xfrm>
            <a:off x="501652" y="317504"/>
            <a:ext cx="11180231" cy="698501"/>
          </a:xfrm>
          <a:prstGeom prst="rect">
            <a:avLst/>
          </a:prstGeom>
        </p:spPr>
        <p:txBody>
          <a:bodyPr vert="horz" lIns="0" tIns="0" rIns="0" bIns="0" rtlCol="0" anchor="t" anchorCtr="0">
            <a:noAutofit/>
          </a:bodyPr>
          <a:lstStyle>
            <a:lvl1pPr>
              <a:defRPr sz="2175"/>
            </a:lvl1pPr>
          </a:lstStyle>
          <a:p>
            <a:r>
              <a:rPr lang="en-US"/>
              <a:t>Click to add title</a:t>
            </a:r>
          </a:p>
        </p:txBody>
      </p:sp>
    </p:spTree>
    <p:extLst>
      <p:ext uri="{BB962C8B-B14F-4D97-AF65-F5344CB8AC3E}">
        <p14:creationId xmlns:p14="http://schemas.microsoft.com/office/powerpoint/2010/main" val="471152112"/>
      </p:ext>
    </p:extLst>
  </p:cSld>
  <p:clrMapOvr>
    <a:masterClrMapping/>
  </p:clrMapOvr>
  <p:transition>
    <p:fade/>
  </p:transition>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1000376552"/>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spid="_x0000_s19515" name="think-cell Slide" r:id="rId5" imgW="530" imgH="531" progId="TCLayout.ActiveDocument.1">
                  <p:embed/>
                </p:oleObj>
              </mc:Choice>
              <mc:Fallback>
                <p:oleObj name="think-cell Slide" r:id="rId5" imgW="530" imgH="531" progId="TCLayout.ActiveDocument.1">
                  <p:embed/>
                  <p:pic>
                    <p:nvPicPr>
                      <p:cNvPr id="3" name="Object 2" hidden="1"/>
                      <p:cNvPicPr/>
                      <p:nvPr/>
                    </p:nvPicPr>
                    <p:blipFill>
                      <a:blip r:embed="rId6"/>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3"/>
            </p:custDataLst>
          </p:nvPr>
        </p:nvSpPr>
        <p:spPr bwMode="gray">
          <a:xfrm>
            <a:off x="0" y="1"/>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5"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7" name="Title Placeholder 1"/>
          <p:cNvSpPr>
            <a:spLocks noGrp="1"/>
          </p:cNvSpPr>
          <p:nvPr>
            <p:ph type="title" hasCustomPrompt="1"/>
          </p:nvPr>
        </p:nvSpPr>
        <p:spPr>
          <a:xfrm>
            <a:off x="501652" y="286790"/>
            <a:ext cx="11188699" cy="698500"/>
          </a:xfrm>
          <a:prstGeom prst="rect">
            <a:avLst/>
          </a:prstGeom>
        </p:spPr>
        <p:txBody>
          <a:bodyPr vert="horz" lIns="0" tIns="0" rIns="0" bIns="0" rtlCol="0" anchor="t" anchorCtr="0">
            <a:noAutofit/>
          </a:bodyPr>
          <a:lstStyle>
            <a:lvl1pPr>
              <a:defRPr sz="2175"/>
            </a:lvl1pPr>
          </a:lstStyle>
          <a:p>
            <a:r>
              <a:rPr lang="en-US" noProof="0"/>
              <a:t>Click to add title</a:t>
            </a:r>
          </a:p>
        </p:txBody>
      </p:sp>
      <p:sp>
        <p:nvSpPr>
          <p:cNvPr id="5" name="Picture Placeholder 9"/>
          <p:cNvSpPr>
            <a:spLocks noGrp="1"/>
          </p:cNvSpPr>
          <p:nvPr>
            <p:ph type="pic" sz="quarter" idx="15"/>
          </p:nvPr>
        </p:nvSpPr>
        <p:spPr>
          <a:xfrm>
            <a:off x="5450354" y="1701805"/>
            <a:ext cx="6240000" cy="4679950"/>
          </a:xfrm>
        </p:spPr>
        <p:txBody>
          <a:bodyPr/>
          <a:lstStyle/>
          <a:p>
            <a:r>
              <a:rPr lang="en-US" noProof="0"/>
              <a:t>Click icon to add picture</a:t>
            </a:r>
          </a:p>
        </p:txBody>
      </p:sp>
      <p:sp>
        <p:nvSpPr>
          <p:cNvPr id="6" name="Content Placeholder 3"/>
          <p:cNvSpPr>
            <a:spLocks noGrp="1"/>
          </p:cNvSpPr>
          <p:nvPr>
            <p:ph sz="quarter" idx="10"/>
          </p:nvPr>
        </p:nvSpPr>
        <p:spPr>
          <a:xfrm>
            <a:off x="501653" y="1665293"/>
            <a:ext cx="4456429" cy="4716463"/>
          </a:xfrm>
          <a:prstGeom prst="rect">
            <a:avLst/>
          </a:prstGeom>
        </p:spPr>
        <p:txBody>
          <a:bodyPr/>
          <a:lstStyle>
            <a:lvl1pPr>
              <a:tabLst>
                <a:tab pos="6325396" algn="r"/>
              </a:tabLst>
              <a:defRPr/>
            </a:lvl1pPr>
            <a:lvl2pPr>
              <a:tabLst>
                <a:tab pos="6325396" algn="r"/>
              </a:tabLst>
              <a:defRPr/>
            </a:lvl2pPr>
            <a:lvl3pPr>
              <a:tabLst>
                <a:tab pos="6325396" algn="r"/>
              </a:tabLst>
              <a:defRPr/>
            </a:lvl3pPr>
            <a:lvl4pPr>
              <a:tabLst>
                <a:tab pos="6325396" algn="r"/>
              </a:tabLst>
              <a:defRPr/>
            </a:lvl4pPr>
            <a:lvl5pPr>
              <a:tabLst>
                <a:tab pos="6325396"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4681402"/>
      </p:ext>
    </p:extLst>
  </p:cSld>
  <p:clrMapOvr>
    <a:masterClrMapping/>
  </p:clrMapOvr>
  <p:transition>
    <p:fade/>
  </p:transition>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extLst>
              <p:ext uri="{D42A27DB-BD31-4B8C-83A1-F6EECF244321}">
                <p14:modId xmlns:p14="http://schemas.microsoft.com/office/powerpoint/2010/main" val="3868444482"/>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spid="_x0000_s20539" name="think-cell Slide" r:id="rId5" imgW="530" imgH="531" progId="TCLayout.ActiveDocument.1">
                  <p:embed/>
                </p:oleObj>
              </mc:Choice>
              <mc:Fallback>
                <p:oleObj name="think-cell Slide" r:id="rId5" imgW="530" imgH="531" progId="TCLayout.ActiveDocument.1">
                  <p:embed/>
                  <p:pic>
                    <p:nvPicPr>
                      <p:cNvPr id="4" name="Object 3" hidden="1"/>
                      <p:cNvPicPr/>
                      <p:nvPr/>
                    </p:nvPicPr>
                    <p:blipFill>
                      <a:blip r:embed="rId6"/>
                      <a:stretch>
                        <a:fillRect/>
                      </a:stretch>
                    </p:blipFill>
                    <p:spPr>
                      <a:xfrm>
                        <a:off x="1440" y="1440"/>
                        <a:ext cx="1440" cy="1440"/>
                      </a:xfrm>
                      <a:prstGeom prst="rect">
                        <a:avLst/>
                      </a:prstGeom>
                    </p:spPr>
                  </p:pic>
                </p:oleObj>
              </mc:Fallback>
            </mc:AlternateContent>
          </a:graphicData>
        </a:graphic>
      </p:graphicFrame>
      <p:sp>
        <p:nvSpPr>
          <p:cNvPr id="3" name="Rectangle 2" hidden="1"/>
          <p:cNvSpPr/>
          <p:nvPr userDrawn="1">
            <p:custDataLst>
              <p:tags r:id="rId3"/>
            </p:custDataLst>
          </p:nvPr>
        </p:nvSpPr>
        <p:spPr bwMode="gray">
          <a:xfrm>
            <a:off x="0" y="1"/>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5"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1"/>
          <p:cNvSpPr>
            <a:spLocks noGrp="1"/>
          </p:cNvSpPr>
          <p:nvPr>
            <p:ph type="title"/>
          </p:nvPr>
        </p:nvSpPr>
        <p:spPr>
          <a:xfrm>
            <a:off x="501652" y="317501"/>
            <a:ext cx="11188699" cy="698500"/>
          </a:xfrm>
        </p:spPr>
        <p:txBody>
          <a:bodyPr vert="horz"/>
          <a:lstStyle>
            <a:lvl1pPr>
              <a:defRPr sz="2175"/>
            </a:lvl1pPr>
          </a:lstStyle>
          <a:p>
            <a:r>
              <a:rPr lang="en-US" noProof="0"/>
              <a:t>Click to edit Master title style</a:t>
            </a:r>
          </a:p>
        </p:txBody>
      </p:sp>
      <p:sp>
        <p:nvSpPr>
          <p:cNvPr id="14" name="Text Placeholder 18"/>
          <p:cNvSpPr>
            <a:spLocks noGrp="1"/>
          </p:cNvSpPr>
          <p:nvPr>
            <p:ph idx="1"/>
          </p:nvPr>
        </p:nvSpPr>
        <p:spPr>
          <a:xfrm>
            <a:off x="501653" y="1665293"/>
            <a:ext cx="11165416"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510233156"/>
      </p:ext>
    </p:extLst>
  </p:cSld>
  <p:clrMapOvr>
    <a:masterClrMapping/>
  </p:clrMapOvr>
  <p:transition>
    <p:fade/>
  </p:transition>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1695737826"/>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spid="_x0000_s21563" name="think-cell Slide" r:id="rId5" imgW="530" imgH="531" progId="TCLayout.ActiveDocument.1">
                  <p:embed/>
                </p:oleObj>
              </mc:Choice>
              <mc:Fallback>
                <p:oleObj name="think-cell Slide" r:id="rId5" imgW="530" imgH="531" progId="TCLayout.ActiveDocument.1">
                  <p:embed/>
                  <p:pic>
                    <p:nvPicPr>
                      <p:cNvPr id="3" name="Object 2" hidden="1"/>
                      <p:cNvPicPr/>
                      <p:nvPr/>
                    </p:nvPicPr>
                    <p:blipFill>
                      <a:blip r:embed="rId6"/>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3"/>
            </p:custDataLst>
          </p:nvPr>
        </p:nvSpPr>
        <p:spPr bwMode="gray">
          <a:xfrm>
            <a:off x="0" y="1"/>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5"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9" name="Text Placeholder 8"/>
          <p:cNvSpPr>
            <a:spLocks noGrp="1"/>
          </p:cNvSpPr>
          <p:nvPr>
            <p:ph type="body" sz="quarter" idx="13" hasCustomPrompt="1"/>
          </p:nvPr>
        </p:nvSpPr>
        <p:spPr>
          <a:xfrm>
            <a:off x="501652" y="651602"/>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3"/>
            <a:ext cx="11162350" cy="334101"/>
          </a:xfrm>
          <a:prstGeom prst="rect">
            <a:avLst/>
          </a:prstGeom>
        </p:spPr>
        <p:txBody>
          <a:bodyPr vert="horz" lIns="0" tIns="0" rIns="0" bIns="0" rtlCol="0" anchor="t" anchorCtr="0">
            <a:noAutofit/>
          </a:bodyPr>
          <a:lstStyle>
            <a:lvl1pPr>
              <a:defRPr sz="2175"/>
            </a:lvl1pPr>
          </a:lstStyle>
          <a:p>
            <a:r>
              <a:rPr lang="en-US" noProof="0"/>
              <a:t>Click to edit Master title style</a:t>
            </a:r>
          </a:p>
        </p:txBody>
      </p:sp>
      <p:sp>
        <p:nvSpPr>
          <p:cNvPr id="8" name="Text Placeholder 18"/>
          <p:cNvSpPr>
            <a:spLocks noGrp="1"/>
          </p:cNvSpPr>
          <p:nvPr>
            <p:ph idx="1"/>
          </p:nvPr>
        </p:nvSpPr>
        <p:spPr>
          <a:xfrm>
            <a:off x="498584" y="1174420"/>
            <a:ext cx="11165416" cy="471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899435858"/>
      </p:ext>
    </p:extLst>
  </p:cSld>
  <p:clrMapOvr>
    <a:masterClrMapping/>
  </p:clrMapOvr>
  <p:transition>
    <p:fade/>
  </p:transition>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extLst>
              <p:ext uri="{D42A27DB-BD31-4B8C-83A1-F6EECF244321}">
                <p14:modId xmlns:p14="http://schemas.microsoft.com/office/powerpoint/2010/main" val="892177158"/>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spid="_x0000_s22587" name="think-cell Slide" r:id="rId5" imgW="530" imgH="531" progId="TCLayout.ActiveDocument.1">
                  <p:embed/>
                </p:oleObj>
              </mc:Choice>
              <mc:Fallback>
                <p:oleObj name="think-cell Slide" r:id="rId5" imgW="530" imgH="531" progId="TCLayout.ActiveDocument.1">
                  <p:embed/>
                  <p:pic>
                    <p:nvPicPr>
                      <p:cNvPr id="5" name="Object 4" hidden="1"/>
                      <p:cNvPicPr/>
                      <p:nvPr/>
                    </p:nvPicPr>
                    <p:blipFill>
                      <a:blip r:embed="rId6"/>
                      <a:stretch>
                        <a:fillRect/>
                      </a:stretch>
                    </p:blipFill>
                    <p:spPr>
                      <a:xfrm>
                        <a:off x="1440" y="1440"/>
                        <a:ext cx="1440" cy="1440"/>
                      </a:xfrm>
                      <a:prstGeom prst="rect">
                        <a:avLst/>
                      </a:prstGeom>
                    </p:spPr>
                  </p:pic>
                </p:oleObj>
              </mc:Fallback>
            </mc:AlternateContent>
          </a:graphicData>
        </a:graphic>
      </p:graphicFrame>
      <p:sp>
        <p:nvSpPr>
          <p:cNvPr id="4" name="Rectangle 3" hidden="1"/>
          <p:cNvSpPr/>
          <p:nvPr userDrawn="1">
            <p:custDataLst>
              <p:tags r:id="rId3"/>
            </p:custDataLst>
          </p:nvPr>
        </p:nvSpPr>
        <p:spPr bwMode="gray">
          <a:xfrm>
            <a:off x="0" y="1"/>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5"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9" name="Text Placeholder 8"/>
          <p:cNvSpPr>
            <a:spLocks noGrp="1"/>
          </p:cNvSpPr>
          <p:nvPr>
            <p:ph type="body" sz="quarter" idx="13" hasCustomPrompt="1"/>
          </p:nvPr>
        </p:nvSpPr>
        <p:spPr>
          <a:xfrm>
            <a:off x="501652" y="651602"/>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3"/>
            <a:ext cx="11162350" cy="334101"/>
          </a:xfrm>
          <a:prstGeom prst="rect">
            <a:avLst/>
          </a:prstGeom>
        </p:spPr>
        <p:txBody>
          <a:bodyPr vert="horz" lIns="0" tIns="0" rIns="0" bIns="0" rtlCol="0" anchor="t" anchorCtr="0">
            <a:noAutofit/>
          </a:bodyPr>
          <a:lstStyle>
            <a:lvl1pPr>
              <a:defRPr sz="2175"/>
            </a:lvl1pPr>
          </a:lstStyle>
          <a:p>
            <a:r>
              <a:rPr lang="en-US" noProof="0"/>
              <a:t>Click to edit Master title style</a:t>
            </a:r>
          </a:p>
        </p:txBody>
      </p:sp>
      <p:sp>
        <p:nvSpPr>
          <p:cNvPr id="8" name="Text Placeholder 18"/>
          <p:cNvSpPr>
            <a:spLocks noGrp="1"/>
          </p:cNvSpPr>
          <p:nvPr>
            <p:ph idx="1"/>
          </p:nvPr>
        </p:nvSpPr>
        <p:spPr>
          <a:xfrm>
            <a:off x="501653" y="1700213"/>
            <a:ext cx="11165416" cy="4678986"/>
          </a:xfrm>
          <a:prstGeom prst="rect">
            <a:avLst/>
          </a:prstGeom>
        </p:spPr>
        <p:txBody>
          <a:bodyPr vert="horz" lIns="0" tIns="0" rIns="0" bIns="0" rtlCol="0">
            <a:noAutofit/>
          </a:bodyPr>
          <a:lstStyle>
            <a:lvl1pPr>
              <a:defRPr sz="2012"/>
            </a:lvl1pPr>
            <a:lvl2pPr>
              <a:defRPr sz="2012"/>
            </a:lvl2pPr>
            <a:lvl3pPr>
              <a:defRPr sz="2012"/>
            </a:lvl3pPr>
            <a:lvl4pPr>
              <a:defRPr sz="2012"/>
            </a:lvl4pPr>
            <a:lvl5pPr>
              <a:defRPr sz="2012"/>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040163458"/>
      </p:ext>
    </p:extLst>
  </p:cSld>
  <p:clrMapOvr>
    <a:masterClrMapping/>
  </p:clrMapOvr>
  <p:transition>
    <p:fade/>
  </p:transition>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2" y="651602"/>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6" name="Title Placeholder 1"/>
          <p:cNvSpPr>
            <a:spLocks noGrp="1"/>
          </p:cNvSpPr>
          <p:nvPr>
            <p:ph type="title" hasCustomPrompt="1"/>
          </p:nvPr>
        </p:nvSpPr>
        <p:spPr>
          <a:xfrm>
            <a:off x="501652" y="317503"/>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7" name="Chart Placeholder 3"/>
          <p:cNvSpPr>
            <a:spLocks noGrp="1"/>
          </p:cNvSpPr>
          <p:nvPr>
            <p:ph type="chart" sz="quarter" idx="15"/>
          </p:nvPr>
        </p:nvSpPr>
        <p:spPr>
          <a:xfrm>
            <a:off x="501655" y="2052004"/>
            <a:ext cx="11188699" cy="4069013"/>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5" y="1665289"/>
            <a:ext cx="11188699" cy="392112"/>
          </a:xfrm>
        </p:spPr>
        <p:txBody>
          <a:bodyPr/>
          <a:lstStyle/>
          <a:p>
            <a:pPr lvl="0"/>
            <a:r>
              <a:rPr lang="en-US" noProof="0"/>
              <a:t>Edit Master text styles</a:t>
            </a:r>
          </a:p>
        </p:txBody>
      </p:sp>
      <p:sp>
        <p:nvSpPr>
          <p:cNvPr id="19" name="Text Placeholder 7"/>
          <p:cNvSpPr>
            <a:spLocks noGrp="1"/>
          </p:cNvSpPr>
          <p:nvPr>
            <p:ph type="body" sz="quarter" idx="23"/>
          </p:nvPr>
        </p:nvSpPr>
        <p:spPr>
          <a:xfrm>
            <a:off x="501652" y="6121018"/>
            <a:ext cx="11188699" cy="260737"/>
          </a:xfrm>
        </p:spPr>
        <p:txBody>
          <a:bodyPr>
            <a:no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202143053"/>
      </p:ext>
    </p:extLst>
  </p:cSld>
  <p:clrMapOvr>
    <a:masterClrMapping/>
  </p:clrMapOvr>
  <p:transition>
    <p:fade/>
  </p:transition>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2" y="651602"/>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6" name="Title Placeholder 1"/>
          <p:cNvSpPr>
            <a:spLocks noGrp="1"/>
          </p:cNvSpPr>
          <p:nvPr>
            <p:ph type="title" hasCustomPrompt="1"/>
          </p:nvPr>
        </p:nvSpPr>
        <p:spPr>
          <a:xfrm>
            <a:off x="501652" y="317503"/>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7" name="Chart Placeholder 3"/>
          <p:cNvSpPr>
            <a:spLocks noGrp="1"/>
          </p:cNvSpPr>
          <p:nvPr>
            <p:ph type="chart" sz="quarter" idx="15"/>
          </p:nvPr>
        </p:nvSpPr>
        <p:spPr>
          <a:xfrm>
            <a:off x="504001" y="2051999"/>
            <a:ext cx="3549549" cy="4069014"/>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3" y="1665289"/>
            <a:ext cx="3562351" cy="392112"/>
          </a:xfrm>
        </p:spPr>
        <p:txBody>
          <a:bodyPr/>
          <a:lstStyle/>
          <a:p>
            <a:pPr lvl="0"/>
            <a:r>
              <a:rPr lang="en-US" noProof="0"/>
              <a:t>Edit Master text styles</a:t>
            </a:r>
          </a:p>
        </p:txBody>
      </p:sp>
      <p:sp>
        <p:nvSpPr>
          <p:cNvPr id="7" name="Chart Placeholder 3"/>
          <p:cNvSpPr>
            <a:spLocks noGrp="1"/>
          </p:cNvSpPr>
          <p:nvPr>
            <p:ph type="chart" sz="quarter" idx="19"/>
          </p:nvPr>
        </p:nvSpPr>
        <p:spPr>
          <a:xfrm>
            <a:off x="4303186" y="2051999"/>
            <a:ext cx="3561616" cy="4069014"/>
          </a:xfrm>
          <a:prstGeom prst="rect">
            <a:avLst/>
          </a:prstGeom>
        </p:spPr>
        <p:txBody>
          <a:bodyPr/>
          <a:lstStyle/>
          <a:p>
            <a:r>
              <a:rPr lang="en-US" noProof="0"/>
              <a:t>Click icon to add chart</a:t>
            </a:r>
          </a:p>
        </p:txBody>
      </p:sp>
      <p:sp>
        <p:nvSpPr>
          <p:cNvPr id="8" name="Text Placeholder 8"/>
          <p:cNvSpPr>
            <a:spLocks noGrp="1"/>
          </p:cNvSpPr>
          <p:nvPr>
            <p:ph type="body" sz="quarter" idx="20"/>
          </p:nvPr>
        </p:nvSpPr>
        <p:spPr>
          <a:xfrm>
            <a:off x="4303186" y="1665289"/>
            <a:ext cx="3561615" cy="392112"/>
          </a:xfrm>
        </p:spPr>
        <p:txBody>
          <a:bodyPr/>
          <a:lstStyle/>
          <a:p>
            <a:pPr lvl="0"/>
            <a:r>
              <a:rPr lang="en-US" noProof="0"/>
              <a:t>Edit Master text styles</a:t>
            </a:r>
          </a:p>
        </p:txBody>
      </p:sp>
      <p:sp>
        <p:nvSpPr>
          <p:cNvPr id="9" name="Chart Placeholder 3"/>
          <p:cNvSpPr>
            <a:spLocks noGrp="1"/>
          </p:cNvSpPr>
          <p:nvPr>
            <p:ph type="chart" sz="quarter" idx="21"/>
          </p:nvPr>
        </p:nvSpPr>
        <p:spPr>
          <a:xfrm>
            <a:off x="8126397" y="2051999"/>
            <a:ext cx="3563953" cy="4069014"/>
          </a:xfrm>
          <a:prstGeom prst="rect">
            <a:avLst/>
          </a:prstGeom>
        </p:spPr>
        <p:txBody>
          <a:bodyPr/>
          <a:lstStyle/>
          <a:p>
            <a:r>
              <a:rPr lang="en-US" noProof="0"/>
              <a:t>Click icon to add chart</a:t>
            </a:r>
          </a:p>
        </p:txBody>
      </p:sp>
      <p:sp>
        <p:nvSpPr>
          <p:cNvPr id="10" name="Text Placeholder 8"/>
          <p:cNvSpPr>
            <a:spLocks noGrp="1"/>
          </p:cNvSpPr>
          <p:nvPr>
            <p:ph type="body" sz="quarter" idx="22"/>
          </p:nvPr>
        </p:nvSpPr>
        <p:spPr>
          <a:xfrm>
            <a:off x="8126400" y="1659145"/>
            <a:ext cx="3563954" cy="398256"/>
          </a:xfrm>
        </p:spPr>
        <p:txBody>
          <a:bodyPr/>
          <a:lstStyle/>
          <a:p>
            <a:pPr lvl="0"/>
            <a:r>
              <a:rPr lang="en-US" noProof="0"/>
              <a:t>Edit Master text styles</a:t>
            </a:r>
          </a:p>
        </p:txBody>
      </p:sp>
      <p:sp>
        <p:nvSpPr>
          <p:cNvPr id="12" name="Text Placeholder 7"/>
          <p:cNvSpPr>
            <a:spLocks noGrp="1"/>
          </p:cNvSpPr>
          <p:nvPr>
            <p:ph type="body" sz="quarter" idx="23"/>
          </p:nvPr>
        </p:nvSpPr>
        <p:spPr>
          <a:xfrm>
            <a:off x="501649" y="6121018"/>
            <a:ext cx="11165419" cy="260737"/>
          </a:xfrm>
        </p:spPr>
        <p:txBody>
          <a:bodyPr>
            <a:no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2932605899"/>
      </p:ext>
    </p:extLst>
  </p:cSld>
  <p:clrMapOvr>
    <a:masterClrMapping/>
  </p:clrMapOvr>
  <p:transition>
    <p:fade/>
  </p:transition>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1545897631"/>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spid="_x0000_s23611" name="think-cell Slide" r:id="rId5" imgW="530" imgH="531" progId="TCLayout.ActiveDocument.1">
                  <p:embed/>
                </p:oleObj>
              </mc:Choice>
              <mc:Fallback>
                <p:oleObj name="think-cell Slide" r:id="rId5" imgW="530" imgH="531" progId="TCLayout.ActiveDocument.1">
                  <p:embed/>
                  <p:pic>
                    <p:nvPicPr>
                      <p:cNvPr id="3" name="Object 2" hidden="1"/>
                      <p:cNvPicPr/>
                      <p:nvPr/>
                    </p:nvPicPr>
                    <p:blipFill>
                      <a:blip r:embed="rId6"/>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3"/>
            </p:custDataLst>
          </p:nvPr>
        </p:nvSpPr>
        <p:spPr bwMode="gray">
          <a:xfrm>
            <a:off x="0" y="1"/>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539"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14" name="Title Placeholder 1"/>
          <p:cNvSpPr>
            <a:spLocks noGrp="1"/>
          </p:cNvSpPr>
          <p:nvPr>
            <p:ph type="title" hasCustomPrompt="1"/>
          </p:nvPr>
        </p:nvSpPr>
        <p:spPr>
          <a:xfrm>
            <a:off x="501654" y="317503"/>
            <a:ext cx="11202669" cy="334101"/>
          </a:xfrm>
          <a:prstGeom prst="rect">
            <a:avLst/>
          </a:prstGeom>
        </p:spPr>
        <p:txBody>
          <a:bodyPr vert="horz" lIns="0" tIns="0" rIns="0" bIns="0" rtlCol="0" anchor="t" anchorCtr="0">
            <a:noAutofit/>
          </a:bodyPr>
          <a:lstStyle>
            <a:lvl1pPr>
              <a:defRPr sz="2539"/>
            </a:lvl1pPr>
          </a:lstStyle>
          <a:p>
            <a:r>
              <a:rPr lang="en-US" noProof="0"/>
              <a:t>Click to add title</a:t>
            </a:r>
          </a:p>
        </p:txBody>
      </p:sp>
      <p:sp>
        <p:nvSpPr>
          <p:cNvPr id="9" name="Text Placeholder 8"/>
          <p:cNvSpPr>
            <a:spLocks noGrp="1"/>
          </p:cNvSpPr>
          <p:nvPr>
            <p:ph type="body" sz="quarter" idx="13" hasCustomPrompt="1"/>
          </p:nvPr>
        </p:nvSpPr>
        <p:spPr>
          <a:xfrm>
            <a:off x="501654" y="651602"/>
            <a:ext cx="11202669" cy="757255"/>
          </a:xfrm>
          <a:prstGeom prst="rect">
            <a:avLst/>
          </a:prstGeom>
        </p:spPr>
        <p:txBody>
          <a:bodyPr lIns="0" tIns="0" rIns="0" bIns="0">
            <a:noAutofit/>
          </a:bodyPr>
          <a:lstStyle>
            <a:lvl1pPr marL="0" indent="0">
              <a:buNone/>
              <a:defRPr sz="2175" b="0">
                <a:solidFill>
                  <a:srgbClr val="575757"/>
                </a:solidFill>
              </a:defRPr>
            </a:lvl1pPr>
          </a:lstStyle>
          <a:p>
            <a:pPr lvl="0"/>
            <a:r>
              <a:rPr lang="en-US" noProof="0"/>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6325396" algn="r"/>
              </a:tabLst>
              <a:defRPr/>
            </a:lvl1pPr>
            <a:lvl2pPr>
              <a:tabLst>
                <a:tab pos="6325396" algn="r"/>
              </a:tabLst>
              <a:defRPr/>
            </a:lvl2pPr>
            <a:lvl3pPr>
              <a:tabLst>
                <a:tab pos="6325396" algn="r"/>
              </a:tabLst>
              <a:defRPr/>
            </a:lvl3pPr>
            <a:lvl4pPr>
              <a:tabLst>
                <a:tab pos="6325396" algn="r"/>
              </a:tabLst>
              <a:defRPr/>
            </a:lvl4pPr>
            <a:lvl5pPr>
              <a:tabLst>
                <a:tab pos="6325396"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81539" y="1665288"/>
            <a:ext cx="5322781" cy="4716461"/>
          </a:xfrm>
          <a:prstGeom prst="rect">
            <a:avLst/>
          </a:prstGeom>
        </p:spPr>
        <p:txBody>
          <a:bodyPr/>
          <a:lstStyle>
            <a:lvl1pPr>
              <a:tabLst>
                <a:tab pos="6325396" algn="r"/>
              </a:tabLst>
              <a:defRPr/>
            </a:lvl1pPr>
            <a:lvl2pPr>
              <a:tabLst>
                <a:tab pos="6325396" algn="r"/>
              </a:tabLst>
              <a:defRPr/>
            </a:lvl2pPr>
            <a:lvl3pPr>
              <a:tabLst>
                <a:tab pos="6325396" algn="r"/>
              </a:tabLst>
              <a:defRPr/>
            </a:lvl3pPr>
            <a:lvl4pPr>
              <a:tabLst>
                <a:tab pos="6325396" algn="r"/>
              </a:tabLst>
              <a:defRPr/>
            </a:lvl4pPr>
            <a:lvl5pPr>
              <a:tabLst>
                <a:tab pos="6325396"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180331027"/>
      </p:ext>
    </p:extLst>
  </p:cSld>
  <p:clrMapOvr>
    <a:masterClrMapping/>
  </p:clrMapOvr>
  <p:transition>
    <p:fade/>
  </p:transition>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4260724560"/>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spid="_x0000_s24635" name="think-cell Slide" r:id="rId5" imgW="530" imgH="531" progId="TCLayout.ActiveDocument.1">
                  <p:embed/>
                </p:oleObj>
              </mc:Choice>
              <mc:Fallback>
                <p:oleObj name="think-cell Slide" r:id="rId5" imgW="530" imgH="531" progId="TCLayout.ActiveDocument.1">
                  <p:embed/>
                  <p:pic>
                    <p:nvPicPr>
                      <p:cNvPr id="3" name="Object 2" hidden="1"/>
                      <p:cNvPicPr/>
                      <p:nvPr/>
                    </p:nvPicPr>
                    <p:blipFill>
                      <a:blip r:embed="rId6"/>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3"/>
            </p:custDataLst>
          </p:nvPr>
        </p:nvSpPr>
        <p:spPr bwMode="gray">
          <a:xfrm>
            <a:off x="0" y="1"/>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5"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7" name="Text Placeholder 8"/>
          <p:cNvSpPr>
            <a:spLocks noGrp="1"/>
          </p:cNvSpPr>
          <p:nvPr>
            <p:ph type="body" sz="quarter" idx="13" hasCustomPrompt="1"/>
          </p:nvPr>
        </p:nvSpPr>
        <p:spPr>
          <a:xfrm>
            <a:off x="501652" y="651602"/>
            <a:ext cx="11188699"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8" name="Title Placeholder 1"/>
          <p:cNvSpPr>
            <a:spLocks noGrp="1"/>
          </p:cNvSpPr>
          <p:nvPr>
            <p:ph type="title" hasCustomPrompt="1"/>
          </p:nvPr>
        </p:nvSpPr>
        <p:spPr>
          <a:xfrm>
            <a:off x="501652" y="317500"/>
            <a:ext cx="11188699" cy="334100"/>
          </a:xfrm>
          <a:prstGeom prst="rect">
            <a:avLst/>
          </a:prstGeom>
        </p:spPr>
        <p:txBody>
          <a:bodyPr vert="horz" lIns="0" tIns="0" rIns="0" bIns="0" rtlCol="0" anchor="t" anchorCtr="0">
            <a:noAutofit/>
          </a:bodyPr>
          <a:lstStyle>
            <a:lvl1pPr>
              <a:defRPr sz="2175"/>
            </a:lvl1pPr>
          </a:lstStyle>
          <a:p>
            <a:r>
              <a:rPr lang="en-US" noProof="0"/>
              <a:t>Click to add title</a:t>
            </a:r>
          </a:p>
        </p:txBody>
      </p:sp>
      <p:sp>
        <p:nvSpPr>
          <p:cNvPr id="11" name="Content Placeholder 3"/>
          <p:cNvSpPr>
            <a:spLocks noGrp="1"/>
          </p:cNvSpPr>
          <p:nvPr>
            <p:ph sz="quarter" idx="10"/>
          </p:nvPr>
        </p:nvSpPr>
        <p:spPr>
          <a:xfrm>
            <a:off x="501650" y="1665288"/>
            <a:ext cx="5305580" cy="4716461"/>
          </a:xfrm>
          <a:prstGeom prst="rect">
            <a:avLst/>
          </a:prstGeom>
        </p:spPr>
        <p:txBody>
          <a:bodyPr>
            <a:noAutofit/>
          </a:bodyPr>
          <a:lstStyle>
            <a:lvl1pPr>
              <a:tabLst>
                <a:tab pos="6325396" algn="r"/>
              </a:tabLst>
              <a:defRPr sz="2012"/>
            </a:lvl1pPr>
            <a:lvl2pPr>
              <a:tabLst>
                <a:tab pos="6325396" algn="r"/>
              </a:tabLst>
              <a:defRPr sz="2012"/>
            </a:lvl2pPr>
            <a:lvl3pPr>
              <a:tabLst>
                <a:tab pos="6325396" algn="r"/>
              </a:tabLst>
              <a:defRPr sz="2012"/>
            </a:lvl3pPr>
            <a:lvl4pPr>
              <a:tabLst>
                <a:tab pos="6325396" algn="r"/>
              </a:tabLst>
              <a:defRPr sz="2012"/>
            </a:lvl4pPr>
            <a:lvl5pPr>
              <a:tabLst>
                <a:tab pos="6325396"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84003" y="1665288"/>
            <a:ext cx="5306350" cy="4716461"/>
          </a:xfrm>
          <a:prstGeom prst="rect">
            <a:avLst/>
          </a:prstGeom>
        </p:spPr>
        <p:txBody>
          <a:bodyPr>
            <a:noAutofit/>
          </a:bodyPr>
          <a:lstStyle>
            <a:lvl1pPr>
              <a:tabLst>
                <a:tab pos="6325396" algn="r"/>
              </a:tabLst>
              <a:defRPr sz="2012"/>
            </a:lvl1pPr>
            <a:lvl2pPr>
              <a:tabLst>
                <a:tab pos="6325396" algn="r"/>
              </a:tabLst>
              <a:defRPr sz="2012"/>
            </a:lvl2pPr>
            <a:lvl3pPr>
              <a:tabLst>
                <a:tab pos="6325396" algn="r"/>
              </a:tabLst>
              <a:defRPr sz="2012"/>
            </a:lvl3pPr>
            <a:lvl4pPr>
              <a:tabLst>
                <a:tab pos="6325396" algn="r"/>
              </a:tabLst>
              <a:defRPr sz="2012"/>
            </a:lvl4pPr>
            <a:lvl5pPr>
              <a:tabLst>
                <a:tab pos="6325396"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536774475"/>
      </p:ext>
    </p:extLst>
  </p:cSld>
  <p:clrMapOvr>
    <a:masterClrMapping/>
  </p:clrMapOvr>
  <p:transition>
    <p:fade/>
  </p:transition>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3" y="1665293"/>
            <a:ext cx="5355166" cy="4455725"/>
          </a:xfrm>
          <a:prstGeom prst="rect">
            <a:avLst/>
          </a:prstGeom>
        </p:spPr>
        <p:txBody>
          <a:bodyPr/>
          <a:lstStyle>
            <a:lvl1pPr>
              <a:tabLst>
                <a:tab pos="6325396" algn="r"/>
              </a:tabLst>
              <a:defRPr/>
            </a:lvl1pPr>
            <a:lvl2pPr>
              <a:tabLst>
                <a:tab pos="6325396" algn="r"/>
              </a:tabLst>
              <a:defRPr/>
            </a:lvl2pPr>
            <a:lvl3pPr>
              <a:tabLst>
                <a:tab pos="6325396" algn="r"/>
              </a:tabLst>
              <a:defRPr/>
            </a:lvl3pPr>
            <a:lvl4pPr>
              <a:tabLst>
                <a:tab pos="6325396" algn="r"/>
              </a:tabLst>
              <a:defRPr/>
            </a:lvl4pPr>
            <a:lvl5pPr>
              <a:tabLst>
                <a:tab pos="6325396"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hart Placeholder 2"/>
          <p:cNvSpPr>
            <a:spLocks noGrp="1"/>
          </p:cNvSpPr>
          <p:nvPr>
            <p:ph type="chart" sz="quarter" idx="21"/>
          </p:nvPr>
        </p:nvSpPr>
        <p:spPr>
          <a:xfrm>
            <a:off x="6341222" y="2125013"/>
            <a:ext cx="5349128" cy="3996000"/>
          </a:xfrm>
        </p:spPr>
        <p:txBody>
          <a:bodyPr/>
          <a:lstStyle/>
          <a:p>
            <a:r>
              <a:rPr lang="en-US" noProof="0"/>
              <a:t>Click icon to add chart</a:t>
            </a:r>
          </a:p>
        </p:txBody>
      </p:sp>
      <p:sp>
        <p:nvSpPr>
          <p:cNvPr id="6" name="Text Placeholder 5"/>
          <p:cNvSpPr>
            <a:spLocks noGrp="1"/>
          </p:cNvSpPr>
          <p:nvPr>
            <p:ph type="body" sz="quarter" idx="22"/>
          </p:nvPr>
        </p:nvSpPr>
        <p:spPr>
          <a:xfrm>
            <a:off x="6341222" y="1665288"/>
            <a:ext cx="5349128"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501652" y="651602"/>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Title Placeholder 1"/>
          <p:cNvSpPr>
            <a:spLocks noGrp="1"/>
          </p:cNvSpPr>
          <p:nvPr>
            <p:ph type="title" hasCustomPrompt="1"/>
          </p:nvPr>
        </p:nvSpPr>
        <p:spPr>
          <a:xfrm>
            <a:off x="501652" y="317503"/>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5" name="Text Placeholder 7"/>
          <p:cNvSpPr>
            <a:spLocks noGrp="1"/>
          </p:cNvSpPr>
          <p:nvPr>
            <p:ph type="body" sz="quarter" idx="23"/>
          </p:nvPr>
        </p:nvSpPr>
        <p:spPr>
          <a:xfrm>
            <a:off x="501652" y="6121018"/>
            <a:ext cx="11188699" cy="260737"/>
          </a:xfrm>
        </p:spPr>
        <p:txBody>
          <a:bodyPr>
            <a:norm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1752983254"/>
      </p:ext>
    </p:extLst>
  </p:cSld>
  <p:clrMapOvr>
    <a:masterClrMapping/>
  </p:clrMapOvr>
  <p:transition>
    <p:fade/>
  </p:transition>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4" y="2125013"/>
            <a:ext cx="5349129" cy="3996000"/>
          </a:xfrm>
        </p:spPr>
        <p:txBody>
          <a:bodyPr/>
          <a:lstStyle/>
          <a:p>
            <a:r>
              <a:rPr lang="en-US" noProof="0"/>
              <a:t>Click icon to add chart</a:t>
            </a:r>
          </a:p>
        </p:txBody>
      </p:sp>
      <p:sp>
        <p:nvSpPr>
          <p:cNvPr id="6" name="Text Placeholder 5"/>
          <p:cNvSpPr>
            <a:spLocks noGrp="1"/>
          </p:cNvSpPr>
          <p:nvPr>
            <p:ph type="body" sz="quarter" idx="22"/>
          </p:nvPr>
        </p:nvSpPr>
        <p:spPr>
          <a:xfrm>
            <a:off x="6341225" y="1665288"/>
            <a:ext cx="5349129"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501652" y="651602"/>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Title Placeholder 1"/>
          <p:cNvSpPr>
            <a:spLocks noGrp="1"/>
          </p:cNvSpPr>
          <p:nvPr>
            <p:ph type="title" hasCustomPrompt="1"/>
          </p:nvPr>
        </p:nvSpPr>
        <p:spPr>
          <a:xfrm>
            <a:off x="501652" y="317503"/>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5" name="Text Placeholder 7"/>
          <p:cNvSpPr>
            <a:spLocks noGrp="1"/>
          </p:cNvSpPr>
          <p:nvPr>
            <p:ph type="body" sz="quarter" idx="23"/>
          </p:nvPr>
        </p:nvSpPr>
        <p:spPr>
          <a:xfrm>
            <a:off x="501649" y="6121018"/>
            <a:ext cx="11165419" cy="260737"/>
          </a:xfrm>
        </p:spPr>
        <p:txBody>
          <a:bodyPr>
            <a:normAutofit/>
          </a:bodyPr>
          <a:lstStyle>
            <a:lvl1pPr>
              <a:spcAft>
                <a:spcPts val="0"/>
              </a:spcAft>
              <a:defRPr sz="1141"/>
            </a:lvl1pPr>
          </a:lstStyle>
          <a:p>
            <a:pPr lvl="0"/>
            <a:r>
              <a:rPr lang="en-US" noProof="0"/>
              <a:t>Edit Master text styles</a:t>
            </a:r>
          </a:p>
        </p:txBody>
      </p:sp>
      <p:sp>
        <p:nvSpPr>
          <p:cNvPr id="9" name="Chart Placeholder 2"/>
          <p:cNvSpPr>
            <a:spLocks noGrp="1"/>
          </p:cNvSpPr>
          <p:nvPr>
            <p:ph type="chart" sz="quarter" idx="24"/>
          </p:nvPr>
        </p:nvSpPr>
        <p:spPr>
          <a:xfrm>
            <a:off x="501653" y="2125013"/>
            <a:ext cx="5339063" cy="3996000"/>
          </a:xfrm>
        </p:spPr>
        <p:txBody>
          <a:bodyPr/>
          <a:lstStyle/>
          <a:p>
            <a:r>
              <a:rPr lang="en-US" noProof="0"/>
              <a:t>Click icon to add chart</a:t>
            </a:r>
          </a:p>
        </p:txBody>
      </p:sp>
      <p:sp>
        <p:nvSpPr>
          <p:cNvPr id="12" name="Text Placeholder 5"/>
          <p:cNvSpPr>
            <a:spLocks noGrp="1"/>
          </p:cNvSpPr>
          <p:nvPr>
            <p:ph type="body" sz="quarter" idx="25"/>
          </p:nvPr>
        </p:nvSpPr>
        <p:spPr>
          <a:xfrm>
            <a:off x="501650" y="1665288"/>
            <a:ext cx="5339064" cy="420687"/>
          </a:xfrm>
        </p:spPr>
        <p:txBody>
          <a:bodyPr/>
          <a:lstStyle/>
          <a:p>
            <a:pPr lvl="0"/>
            <a:r>
              <a:rPr lang="en-US" noProof="0"/>
              <a:t>Edit Master text styles</a:t>
            </a:r>
          </a:p>
        </p:txBody>
      </p:sp>
    </p:spTree>
    <p:extLst>
      <p:ext uri="{BB962C8B-B14F-4D97-AF65-F5344CB8AC3E}">
        <p14:creationId xmlns:p14="http://schemas.microsoft.com/office/powerpoint/2010/main" val="585349149"/>
      </p:ext>
    </p:extLst>
  </p:cSld>
  <p:clrMapOvr>
    <a:masterClrMapping/>
  </p:clrMapOvr>
  <p:transition>
    <p:fade/>
  </p:transition>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5" y="317503"/>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6" name="Content Placeholder 3"/>
          <p:cNvSpPr>
            <a:spLocks noGrp="1"/>
          </p:cNvSpPr>
          <p:nvPr>
            <p:ph sz="quarter" idx="10"/>
          </p:nvPr>
        </p:nvSpPr>
        <p:spPr>
          <a:xfrm>
            <a:off x="501653" y="1665293"/>
            <a:ext cx="4431857" cy="4716463"/>
          </a:xfrm>
          <a:prstGeom prst="rect">
            <a:avLst/>
          </a:prstGeom>
        </p:spPr>
        <p:txBody>
          <a:bodyPr/>
          <a:lstStyle>
            <a:lvl1pPr>
              <a:tabLst>
                <a:tab pos="6325396" algn="r"/>
              </a:tabLst>
              <a:defRPr/>
            </a:lvl1pPr>
            <a:lvl2pPr>
              <a:tabLst>
                <a:tab pos="6325396" algn="r"/>
              </a:tabLst>
              <a:defRPr/>
            </a:lvl2pPr>
            <a:lvl3pPr>
              <a:tabLst>
                <a:tab pos="6325396" algn="r"/>
              </a:tabLst>
              <a:defRPr/>
            </a:lvl3pPr>
            <a:lvl4pPr>
              <a:tabLst>
                <a:tab pos="6325396" algn="r"/>
              </a:tabLst>
              <a:defRPr/>
            </a:lvl4pPr>
            <a:lvl5pPr>
              <a:tabLst>
                <a:tab pos="6325396"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50353" y="1700218"/>
            <a:ext cx="6240000" cy="4681537"/>
          </a:xfrm>
          <a:prstGeom prst="rect">
            <a:avLst/>
          </a:prstGeom>
        </p:spPr>
        <p:txBody>
          <a:bodyPr/>
          <a:lstStyle>
            <a:lvl1pPr>
              <a:tabLst>
                <a:tab pos="6325396" algn="r"/>
              </a:tabLst>
              <a:defRPr/>
            </a:lvl1pPr>
            <a:lvl2pPr>
              <a:tabLst>
                <a:tab pos="6325396" algn="r"/>
              </a:tabLst>
              <a:defRPr/>
            </a:lvl2pPr>
            <a:lvl3pPr>
              <a:tabLst>
                <a:tab pos="6325396" algn="r"/>
              </a:tabLst>
              <a:defRPr/>
            </a:lvl3pPr>
            <a:lvl4pPr>
              <a:tabLst>
                <a:tab pos="6325396" algn="r"/>
              </a:tabLst>
              <a:defRPr/>
            </a:lvl4pPr>
            <a:lvl5pPr>
              <a:tabLst>
                <a:tab pos="6325396"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2" y="651602"/>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098841203"/>
      </p:ext>
    </p:extLst>
  </p:cSld>
  <p:clrMapOvr>
    <a:masterClrMapping/>
  </p:clrMapOvr>
  <p:transition>
    <p:fade/>
  </p:transition>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2" y="317500"/>
            <a:ext cx="11188699" cy="3341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6" name="Content Placeholder 3"/>
          <p:cNvSpPr>
            <a:spLocks noGrp="1"/>
          </p:cNvSpPr>
          <p:nvPr>
            <p:ph sz="quarter" idx="10"/>
          </p:nvPr>
        </p:nvSpPr>
        <p:spPr>
          <a:xfrm>
            <a:off x="7577884" y="1658684"/>
            <a:ext cx="4112468" cy="4723072"/>
          </a:xfrm>
          <a:prstGeom prst="rect">
            <a:avLst/>
          </a:prstGeom>
        </p:spPr>
        <p:txBody>
          <a:bodyPr>
            <a:noAutofit/>
          </a:bodyPr>
          <a:lstStyle>
            <a:lvl1pPr>
              <a:tabLst>
                <a:tab pos="6325396" algn="r"/>
              </a:tabLst>
              <a:defRPr sz="3019">
                <a:solidFill>
                  <a:schemeClr val="accent3"/>
                </a:solidFill>
              </a:defRPr>
            </a:lvl1pPr>
            <a:lvl2pPr>
              <a:tabLst>
                <a:tab pos="6325396" algn="r"/>
              </a:tabLst>
              <a:defRPr/>
            </a:lvl2pPr>
            <a:lvl3pPr>
              <a:tabLst>
                <a:tab pos="6325396" algn="r"/>
              </a:tabLst>
              <a:defRPr/>
            </a:lvl3pPr>
            <a:lvl4pPr>
              <a:tabLst>
                <a:tab pos="6325396" algn="r"/>
              </a:tabLst>
              <a:defRPr/>
            </a:lvl4pPr>
            <a:lvl5pPr>
              <a:tabLst>
                <a:tab pos="6325396" algn="r"/>
              </a:tabLst>
              <a:defRPr baseline="0"/>
            </a:lvl5pPr>
          </a:lstStyle>
          <a:p>
            <a:pPr lvl="0"/>
            <a:r>
              <a:rPr lang="en-US" noProof="0"/>
              <a:t>Edit Master text styles</a:t>
            </a:r>
          </a:p>
        </p:txBody>
      </p:sp>
      <p:sp>
        <p:nvSpPr>
          <p:cNvPr id="8" name="Content Placeholder 3"/>
          <p:cNvSpPr>
            <a:spLocks noGrp="1"/>
          </p:cNvSpPr>
          <p:nvPr>
            <p:ph sz="quarter" idx="16"/>
          </p:nvPr>
        </p:nvSpPr>
        <p:spPr>
          <a:xfrm>
            <a:off x="501651" y="1665291"/>
            <a:ext cx="6506348" cy="4716462"/>
          </a:xfrm>
          <a:prstGeom prst="rect">
            <a:avLst/>
          </a:prstGeom>
        </p:spPr>
        <p:txBody>
          <a:bodyPr/>
          <a:lstStyle>
            <a:lvl1pPr>
              <a:tabLst>
                <a:tab pos="6325396" algn="r"/>
              </a:tabLst>
              <a:defRPr/>
            </a:lvl1pPr>
            <a:lvl2pPr>
              <a:tabLst>
                <a:tab pos="6325396" algn="r"/>
              </a:tabLst>
              <a:defRPr/>
            </a:lvl2pPr>
            <a:lvl3pPr>
              <a:tabLst>
                <a:tab pos="6325396" algn="r"/>
              </a:tabLst>
              <a:defRPr/>
            </a:lvl3pPr>
            <a:lvl4pPr>
              <a:tabLst>
                <a:tab pos="6325396" algn="r"/>
              </a:tabLst>
              <a:defRPr/>
            </a:lvl4pPr>
            <a:lvl5pPr>
              <a:tabLst>
                <a:tab pos="6325396"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5" y="651602"/>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4145764985"/>
      </p:ext>
    </p:extLst>
  </p:cSld>
  <p:clrMapOvr>
    <a:masterClrMapping/>
  </p:clrMapOvr>
  <p:transition>
    <p:fade/>
  </p:transition>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501652" y="317500"/>
            <a:ext cx="11188699" cy="334100"/>
          </a:xfrm>
        </p:spPr>
        <p:txBody>
          <a:bodyPr/>
          <a:lstStyle/>
          <a:p>
            <a:r>
              <a:rPr lang="en-US" noProof="0"/>
              <a:t>Click to edit Master title style</a:t>
            </a:r>
          </a:p>
        </p:txBody>
      </p:sp>
      <p:sp>
        <p:nvSpPr>
          <p:cNvPr id="4" name="Picture Placeholder 6"/>
          <p:cNvSpPr>
            <a:spLocks noGrp="1"/>
          </p:cNvSpPr>
          <p:nvPr>
            <p:ph type="pic" sz="quarter" idx="13"/>
          </p:nvPr>
        </p:nvSpPr>
        <p:spPr>
          <a:xfrm>
            <a:off x="501649" y="1700213"/>
            <a:ext cx="2712000" cy="1260000"/>
          </a:xfrm>
        </p:spPr>
        <p:txBody>
          <a:bodyPr lIns="0" tIns="0" rIns="0" bIns="0">
            <a:noAutofit/>
          </a:bodyPr>
          <a:lstStyle/>
          <a:p>
            <a:r>
              <a:rPr lang="en-US" noProof="0"/>
              <a:t>Click icon to add picture</a:t>
            </a:r>
          </a:p>
        </p:txBody>
      </p:sp>
      <p:sp>
        <p:nvSpPr>
          <p:cNvPr id="5" name="Picture Placeholder 6"/>
          <p:cNvSpPr>
            <a:spLocks noGrp="1"/>
          </p:cNvSpPr>
          <p:nvPr>
            <p:ph type="pic" sz="quarter" idx="14"/>
          </p:nvPr>
        </p:nvSpPr>
        <p:spPr>
          <a:xfrm>
            <a:off x="3327216" y="1700213"/>
            <a:ext cx="2712000" cy="1260000"/>
          </a:xfrm>
        </p:spPr>
        <p:txBody>
          <a:bodyPr lIns="0" tIns="0" rIns="0" bIns="0">
            <a:noAutofit/>
          </a:bodyPr>
          <a:lstStyle/>
          <a:p>
            <a:r>
              <a:rPr lang="en-US" noProof="0"/>
              <a:t>Click icon to add picture</a:t>
            </a:r>
          </a:p>
        </p:txBody>
      </p:sp>
      <p:sp>
        <p:nvSpPr>
          <p:cNvPr id="6" name="Picture Placeholder 6"/>
          <p:cNvSpPr>
            <a:spLocks noGrp="1"/>
          </p:cNvSpPr>
          <p:nvPr>
            <p:ph type="pic" sz="quarter" idx="15"/>
          </p:nvPr>
        </p:nvSpPr>
        <p:spPr>
          <a:xfrm>
            <a:off x="6152784" y="1700213"/>
            <a:ext cx="2712000" cy="1260000"/>
          </a:xfrm>
        </p:spPr>
        <p:txBody>
          <a:bodyPr lIns="0" tIns="0" rIns="0" bIns="0">
            <a:noAutofit/>
          </a:bodyPr>
          <a:lstStyle/>
          <a:p>
            <a:r>
              <a:rPr lang="en-US" noProof="0"/>
              <a:t>Click icon to add picture</a:t>
            </a:r>
          </a:p>
        </p:txBody>
      </p:sp>
      <p:sp>
        <p:nvSpPr>
          <p:cNvPr id="7" name="Picture Placeholder 6"/>
          <p:cNvSpPr>
            <a:spLocks noGrp="1"/>
          </p:cNvSpPr>
          <p:nvPr>
            <p:ph type="pic" sz="quarter" idx="16"/>
          </p:nvPr>
        </p:nvSpPr>
        <p:spPr>
          <a:xfrm>
            <a:off x="8978351" y="1700213"/>
            <a:ext cx="2712000" cy="1260000"/>
          </a:xfrm>
        </p:spPr>
        <p:txBody>
          <a:bodyPr lIns="0" tIns="0" rIns="0" bIns="0">
            <a:noAutofit/>
          </a:bodyPr>
          <a:lstStyle/>
          <a:p>
            <a:r>
              <a:rPr lang="en-US" noProof="0"/>
              <a:t>Click icon to add picture</a:t>
            </a:r>
          </a:p>
        </p:txBody>
      </p:sp>
      <p:sp>
        <p:nvSpPr>
          <p:cNvPr id="9" name="Text Placeholder 8"/>
          <p:cNvSpPr>
            <a:spLocks noGrp="1"/>
          </p:cNvSpPr>
          <p:nvPr>
            <p:ph type="body" sz="quarter" idx="17"/>
          </p:nvPr>
        </p:nvSpPr>
        <p:spPr>
          <a:xfrm>
            <a:off x="501652" y="3124200"/>
            <a:ext cx="2720468" cy="3257548"/>
          </a:xfrm>
        </p:spPr>
        <p:txBody>
          <a:bodyPr/>
          <a:lstStyle>
            <a:lvl1pPr>
              <a:defRPr b="1">
                <a:solidFill>
                  <a:schemeClr val="accent1"/>
                </a:solidFill>
              </a:defRPr>
            </a:lvl1pPr>
            <a:lvl2pPr>
              <a:spcAft>
                <a:spcPts val="0"/>
              </a:spcAft>
              <a:defRPr/>
            </a:lvl2pPr>
            <a:lvl3pPr marL="0" indent="0">
              <a:spcAft>
                <a:spcPts val="0"/>
              </a:spcAft>
              <a:buNone/>
              <a:defRPr/>
            </a:lvl3pPr>
            <a:lvl4pPr marL="221864" indent="-221864">
              <a:spcAft>
                <a:spcPts val="0"/>
              </a:spcAft>
              <a:buFont typeface="Arial" panose="020B0604020202020204" pitchFamily="34" charset="0"/>
              <a:buChar char="•"/>
              <a:defRPr/>
            </a:lvl4pPr>
            <a:lvl5pPr marL="448256" indent="-221864">
              <a:spcAft>
                <a:spcPts val="0"/>
              </a:spcAft>
              <a:defRPr baseline="0"/>
            </a:lvl5pPr>
            <a:lvl6pPr marL="448256" indent="-221864">
              <a:spcAft>
                <a:spcPts val="0"/>
              </a:spcAft>
              <a:buFont typeface="Verdana" panose="020B0604030504040204" pitchFamily="34" charset="0"/>
              <a:buChar char="−"/>
              <a:defRPr/>
            </a:lvl6pPr>
            <a:lvl7pPr marL="448256" indent="-221864">
              <a:spcAft>
                <a:spcPts val="0"/>
              </a:spcAft>
              <a:defRPr/>
            </a:lvl7pPr>
            <a:lvl8pPr marL="448256" indent="-221864">
              <a:spcAft>
                <a:spcPts val="0"/>
              </a:spcAft>
              <a:defRPr/>
            </a:lvl8pPr>
            <a:lvl9pPr marL="448256" indent="-221864">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p:nvPr>
        </p:nvSpPr>
        <p:spPr>
          <a:xfrm>
            <a:off x="6149965" y="3120552"/>
            <a:ext cx="2712000" cy="3261199"/>
          </a:xfrm>
        </p:spPr>
        <p:txBody>
          <a:bodyPr/>
          <a:lstStyle>
            <a:lvl1pPr>
              <a:defRPr b="1">
                <a:solidFill>
                  <a:schemeClr val="accent1"/>
                </a:solidFill>
              </a:defRPr>
            </a:lvl1pPr>
            <a:lvl2pPr>
              <a:spcAft>
                <a:spcPts val="0"/>
              </a:spcAft>
              <a:defRPr/>
            </a:lvl2pPr>
            <a:lvl3pPr marL="0" indent="0">
              <a:spcAft>
                <a:spcPts val="0"/>
              </a:spcAft>
              <a:buNone/>
              <a:defRPr/>
            </a:lvl3pPr>
            <a:lvl4pPr marL="221864" indent="-221864">
              <a:spcAft>
                <a:spcPts val="0"/>
              </a:spcAft>
              <a:buFont typeface="Arial" panose="020B0604020202020204" pitchFamily="34" charset="0"/>
              <a:buChar char="•"/>
              <a:defRPr/>
            </a:lvl4pPr>
            <a:lvl5pPr marL="448256" indent="-221864">
              <a:spcAft>
                <a:spcPts val="0"/>
              </a:spcAft>
              <a:defRPr baseline="0"/>
            </a:lvl5pPr>
            <a:lvl6pPr marL="448256" indent="-221864">
              <a:spcAft>
                <a:spcPts val="0"/>
              </a:spcAft>
              <a:buFont typeface="Verdana" panose="020B0604030504040204" pitchFamily="34" charset="0"/>
              <a:buChar char="−"/>
              <a:defRPr/>
            </a:lvl6pPr>
            <a:lvl7pPr marL="448256" indent="-221864">
              <a:spcAft>
                <a:spcPts val="0"/>
              </a:spcAft>
              <a:defRPr/>
            </a:lvl7pPr>
            <a:lvl8pPr marL="448256" indent="-221864">
              <a:spcAft>
                <a:spcPts val="0"/>
              </a:spcAft>
              <a:defRPr/>
            </a:lvl8pPr>
            <a:lvl9pPr marL="448256" indent="-221864">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9"/>
          </p:nvPr>
        </p:nvSpPr>
        <p:spPr>
          <a:xfrm>
            <a:off x="3330040" y="3124204"/>
            <a:ext cx="2712000" cy="3257549"/>
          </a:xfrm>
        </p:spPr>
        <p:txBody>
          <a:bodyPr/>
          <a:lstStyle>
            <a:lvl1pPr>
              <a:defRPr b="1">
                <a:solidFill>
                  <a:schemeClr val="accent1"/>
                </a:solidFill>
              </a:defRPr>
            </a:lvl1pPr>
            <a:lvl2pPr>
              <a:spcAft>
                <a:spcPts val="0"/>
              </a:spcAft>
              <a:defRPr/>
            </a:lvl2pPr>
            <a:lvl3pPr marL="0" indent="0">
              <a:spcAft>
                <a:spcPts val="0"/>
              </a:spcAft>
              <a:buNone/>
              <a:defRPr/>
            </a:lvl3pPr>
            <a:lvl4pPr marL="221864" indent="-221864">
              <a:spcAft>
                <a:spcPts val="0"/>
              </a:spcAft>
              <a:buFont typeface="Arial" panose="020B0604020202020204" pitchFamily="34" charset="0"/>
              <a:buChar char="•"/>
              <a:defRPr/>
            </a:lvl4pPr>
            <a:lvl5pPr marL="448256" indent="-221864">
              <a:spcAft>
                <a:spcPts val="0"/>
              </a:spcAft>
              <a:defRPr baseline="0"/>
            </a:lvl5pPr>
            <a:lvl6pPr marL="448256" indent="-221864">
              <a:spcAft>
                <a:spcPts val="0"/>
              </a:spcAft>
              <a:buFont typeface="Verdana" panose="020B0604030504040204" pitchFamily="34" charset="0"/>
              <a:buChar char="−"/>
              <a:defRPr/>
            </a:lvl6pPr>
            <a:lvl7pPr marL="448256" indent="-221864">
              <a:spcAft>
                <a:spcPts val="0"/>
              </a:spcAft>
              <a:defRPr/>
            </a:lvl7pPr>
            <a:lvl8pPr marL="448256" indent="-221864">
              <a:spcAft>
                <a:spcPts val="0"/>
              </a:spcAft>
              <a:defRPr/>
            </a:lvl8pPr>
            <a:lvl9pPr marL="448256" indent="-221864">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p:cNvSpPr>
            <a:spLocks noGrp="1"/>
          </p:cNvSpPr>
          <p:nvPr>
            <p:ph type="body" sz="quarter" idx="20"/>
          </p:nvPr>
        </p:nvSpPr>
        <p:spPr>
          <a:xfrm>
            <a:off x="8993170" y="3108508"/>
            <a:ext cx="2697183" cy="3273240"/>
          </a:xfrm>
        </p:spPr>
        <p:txBody>
          <a:bodyPr/>
          <a:lstStyle>
            <a:lvl1pPr>
              <a:defRPr b="1">
                <a:solidFill>
                  <a:schemeClr val="accent1"/>
                </a:solidFill>
              </a:defRPr>
            </a:lvl1pPr>
            <a:lvl2pPr>
              <a:spcAft>
                <a:spcPts val="0"/>
              </a:spcAft>
              <a:defRPr/>
            </a:lvl2pPr>
            <a:lvl3pPr marL="0" indent="0">
              <a:spcAft>
                <a:spcPts val="0"/>
              </a:spcAft>
              <a:buNone/>
              <a:defRPr/>
            </a:lvl3pPr>
            <a:lvl4pPr marL="221864" indent="-221864">
              <a:spcAft>
                <a:spcPts val="0"/>
              </a:spcAft>
              <a:buFont typeface="Arial" panose="020B0604020202020204" pitchFamily="34" charset="0"/>
              <a:buChar char="•"/>
              <a:defRPr/>
            </a:lvl4pPr>
            <a:lvl5pPr marL="448256" indent="-221864">
              <a:spcAft>
                <a:spcPts val="0"/>
              </a:spcAft>
              <a:defRPr baseline="0"/>
            </a:lvl5pPr>
            <a:lvl6pPr marL="448256" indent="-221864">
              <a:spcAft>
                <a:spcPts val="0"/>
              </a:spcAft>
              <a:buFont typeface="Verdana" panose="020B0604030504040204" pitchFamily="34" charset="0"/>
              <a:buChar char="−"/>
              <a:defRPr/>
            </a:lvl6pPr>
            <a:lvl7pPr marL="448256" indent="-221864">
              <a:spcAft>
                <a:spcPts val="0"/>
              </a:spcAft>
              <a:defRPr/>
            </a:lvl7pPr>
            <a:lvl8pPr marL="448256" indent="-221864">
              <a:spcAft>
                <a:spcPts val="0"/>
              </a:spcAft>
              <a:defRPr/>
            </a:lvl8pPr>
            <a:lvl9pPr marL="448256" indent="-221864">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8"/>
          <p:cNvSpPr>
            <a:spLocks noGrp="1"/>
          </p:cNvSpPr>
          <p:nvPr>
            <p:ph type="body" sz="quarter" idx="21" hasCustomPrompt="1"/>
          </p:nvPr>
        </p:nvSpPr>
        <p:spPr>
          <a:xfrm>
            <a:off x="501650" y="651602"/>
            <a:ext cx="111887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2616036204"/>
      </p:ext>
    </p:extLst>
  </p:cSld>
  <p:clrMapOvr>
    <a:masterClrMapping/>
  </p:clrMapOvr>
  <p:transition>
    <p:fade/>
  </p:transition>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2" y="317500"/>
            <a:ext cx="11188699" cy="334100"/>
          </a:xfrm>
        </p:spPr>
        <p:txBody>
          <a:bodyPr/>
          <a:lstStyle/>
          <a:p>
            <a:r>
              <a:rPr lang="en-US" noProof="0"/>
              <a:t>Click to edit Master title style</a:t>
            </a:r>
          </a:p>
        </p:txBody>
      </p:sp>
      <p:sp>
        <p:nvSpPr>
          <p:cNvPr id="4" name="Rectangle 3"/>
          <p:cNvSpPr/>
          <p:nvPr userDrawn="1"/>
        </p:nvSpPr>
        <p:spPr>
          <a:xfrm>
            <a:off x="504002"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5" name="Rectangle 4"/>
          <p:cNvSpPr/>
          <p:nvPr userDrawn="1"/>
        </p:nvSpPr>
        <p:spPr>
          <a:xfrm>
            <a:off x="6224086" y="1700217"/>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6" name="Rectangle 5"/>
          <p:cNvSpPr/>
          <p:nvPr userDrawn="1"/>
        </p:nvSpPr>
        <p:spPr>
          <a:xfrm>
            <a:off x="504002"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7" name="Rectangle 6"/>
          <p:cNvSpPr/>
          <p:nvPr userDrawn="1"/>
        </p:nvSpPr>
        <p:spPr>
          <a:xfrm>
            <a:off x="6224086"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8" name="Picture Placeholder 11"/>
          <p:cNvSpPr>
            <a:spLocks noGrp="1"/>
          </p:cNvSpPr>
          <p:nvPr>
            <p:ph type="pic" sz="quarter" idx="25"/>
          </p:nvPr>
        </p:nvSpPr>
        <p:spPr>
          <a:xfrm>
            <a:off x="504003" y="1880213"/>
            <a:ext cx="1968000" cy="1476000"/>
          </a:xfrm>
        </p:spPr>
        <p:txBody>
          <a:bodyPr/>
          <a:lstStyle>
            <a:lvl1pPr algn="ctr">
              <a:defRPr/>
            </a:lvl1pPr>
          </a:lstStyle>
          <a:p>
            <a:r>
              <a:rPr lang="en-US" noProof="0"/>
              <a:t>Click icon to add picture</a:t>
            </a:r>
          </a:p>
        </p:txBody>
      </p:sp>
      <p:sp>
        <p:nvSpPr>
          <p:cNvPr id="9" name="Picture Placeholder 11"/>
          <p:cNvSpPr>
            <a:spLocks noGrp="1"/>
          </p:cNvSpPr>
          <p:nvPr>
            <p:ph type="pic" sz="quarter" idx="27"/>
          </p:nvPr>
        </p:nvSpPr>
        <p:spPr>
          <a:xfrm>
            <a:off x="6224088" y="1880213"/>
            <a:ext cx="1968000" cy="1476000"/>
          </a:xfrm>
        </p:spPr>
        <p:txBody>
          <a:bodyPr/>
          <a:lstStyle>
            <a:lvl1pPr algn="ctr">
              <a:defRPr/>
            </a:lvl1pPr>
          </a:lstStyle>
          <a:p>
            <a:r>
              <a:rPr lang="en-US" noProof="0"/>
              <a:t>Click icon to add picture</a:t>
            </a:r>
          </a:p>
        </p:txBody>
      </p:sp>
      <p:sp>
        <p:nvSpPr>
          <p:cNvPr id="10" name="Picture Placeholder 11"/>
          <p:cNvSpPr>
            <a:spLocks noGrp="1"/>
          </p:cNvSpPr>
          <p:nvPr>
            <p:ph type="pic" sz="quarter" idx="29"/>
          </p:nvPr>
        </p:nvSpPr>
        <p:spPr>
          <a:xfrm>
            <a:off x="504003" y="4256213"/>
            <a:ext cx="1968000" cy="1476000"/>
          </a:xfrm>
        </p:spPr>
        <p:txBody>
          <a:bodyPr/>
          <a:lstStyle>
            <a:lvl1pPr algn="ctr">
              <a:defRPr/>
            </a:lvl1pPr>
          </a:lstStyle>
          <a:p>
            <a:r>
              <a:rPr lang="en-US" noProof="0"/>
              <a:t>Click icon to add picture</a:t>
            </a:r>
          </a:p>
        </p:txBody>
      </p:sp>
      <p:sp>
        <p:nvSpPr>
          <p:cNvPr id="11" name="Picture Placeholder 11"/>
          <p:cNvSpPr>
            <a:spLocks noGrp="1"/>
          </p:cNvSpPr>
          <p:nvPr>
            <p:ph type="pic" sz="quarter" idx="31"/>
          </p:nvPr>
        </p:nvSpPr>
        <p:spPr>
          <a:xfrm>
            <a:off x="6224088" y="4256213"/>
            <a:ext cx="1968000" cy="1476000"/>
          </a:xfrm>
        </p:spPr>
        <p:txBody>
          <a:bodyPr/>
          <a:lstStyle>
            <a:lvl1pPr algn="ctr">
              <a:defRPr/>
            </a:lvl1pPr>
          </a:lstStyle>
          <a:p>
            <a:r>
              <a:rPr lang="en-US" noProof="0"/>
              <a:t>Click icon to add picture</a:t>
            </a:r>
          </a:p>
        </p:txBody>
      </p:sp>
      <p:sp>
        <p:nvSpPr>
          <p:cNvPr id="13" name="Text Placeholder 12"/>
          <p:cNvSpPr>
            <a:spLocks noGrp="1"/>
          </p:cNvSpPr>
          <p:nvPr>
            <p:ph type="body" sz="quarter" idx="32"/>
          </p:nvPr>
        </p:nvSpPr>
        <p:spPr>
          <a:xfrm>
            <a:off x="2683484" y="1880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4" name="Text Placeholder 12"/>
          <p:cNvSpPr>
            <a:spLocks noGrp="1"/>
          </p:cNvSpPr>
          <p:nvPr>
            <p:ph type="body" sz="quarter" idx="33"/>
          </p:nvPr>
        </p:nvSpPr>
        <p:spPr>
          <a:xfrm>
            <a:off x="8396564" y="1880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5" name="Text Placeholder 12"/>
          <p:cNvSpPr>
            <a:spLocks noGrp="1"/>
          </p:cNvSpPr>
          <p:nvPr>
            <p:ph type="body" sz="quarter" idx="34"/>
          </p:nvPr>
        </p:nvSpPr>
        <p:spPr>
          <a:xfrm>
            <a:off x="2683484" y="4256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6" name="Text Placeholder 12"/>
          <p:cNvSpPr>
            <a:spLocks noGrp="1"/>
          </p:cNvSpPr>
          <p:nvPr>
            <p:ph type="body" sz="quarter" idx="35"/>
          </p:nvPr>
        </p:nvSpPr>
        <p:spPr>
          <a:xfrm>
            <a:off x="8396564" y="4256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7" name="Text Placeholder 8"/>
          <p:cNvSpPr>
            <a:spLocks noGrp="1"/>
          </p:cNvSpPr>
          <p:nvPr>
            <p:ph type="body" sz="quarter" idx="13" hasCustomPrompt="1"/>
          </p:nvPr>
        </p:nvSpPr>
        <p:spPr>
          <a:xfrm>
            <a:off x="501652" y="651602"/>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2870734176"/>
      </p:ext>
    </p:extLst>
  </p:cSld>
  <p:clrMapOvr>
    <a:masterClrMapping/>
  </p:clrMapOvr>
  <p:transition>
    <p:fade/>
  </p:transition>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501652" y="317506"/>
            <a:ext cx="11188699" cy="334099"/>
          </a:xfrm>
        </p:spPr>
        <p:txBody>
          <a:bodyPr/>
          <a:lstStyle/>
          <a:p>
            <a:r>
              <a:rPr lang="en-US" noProof="0"/>
              <a:t>Click to edit Master title style</a:t>
            </a:r>
          </a:p>
        </p:txBody>
      </p:sp>
      <p:sp>
        <p:nvSpPr>
          <p:cNvPr id="4" name="Picture Placeholder 7"/>
          <p:cNvSpPr>
            <a:spLocks noGrp="1"/>
          </p:cNvSpPr>
          <p:nvPr>
            <p:ph type="pic" sz="quarter" idx="13"/>
          </p:nvPr>
        </p:nvSpPr>
        <p:spPr>
          <a:xfrm>
            <a:off x="501655" y="1700218"/>
            <a:ext cx="3695699" cy="1971675"/>
          </a:xfrm>
        </p:spPr>
        <p:txBody>
          <a:bodyPr/>
          <a:lstStyle/>
          <a:p>
            <a:r>
              <a:rPr lang="en-US" noProof="0"/>
              <a:t>Click icon to add picture</a:t>
            </a:r>
          </a:p>
        </p:txBody>
      </p:sp>
      <p:sp>
        <p:nvSpPr>
          <p:cNvPr id="5" name="Picture Placeholder 7"/>
          <p:cNvSpPr>
            <a:spLocks noGrp="1"/>
          </p:cNvSpPr>
          <p:nvPr>
            <p:ph type="pic" sz="quarter" idx="14"/>
          </p:nvPr>
        </p:nvSpPr>
        <p:spPr>
          <a:xfrm>
            <a:off x="8006398" y="1700218"/>
            <a:ext cx="3683953" cy="1971675"/>
          </a:xfrm>
        </p:spPr>
        <p:txBody>
          <a:bodyPr/>
          <a:lstStyle/>
          <a:p>
            <a:r>
              <a:rPr lang="en-US" noProof="0"/>
              <a:t>Click icon to add picture</a:t>
            </a:r>
          </a:p>
        </p:txBody>
      </p:sp>
      <p:sp>
        <p:nvSpPr>
          <p:cNvPr id="6" name="Picture Placeholder 7"/>
          <p:cNvSpPr>
            <a:spLocks noGrp="1"/>
          </p:cNvSpPr>
          <p:nvPr>
            <p:ph type="pic" sz="quarter" idx="15"/>
          </p:nvPr>
        </p:nvSpPr>
        <p:spPr>
          <a:xfrm>
            <a:off x="4273077" y="1700218"/>
            <a:ext cx="3657600" cy="1971675"/>
          </a:xfrm>
        </p:spPr>
        <p:txBody>
          <a:bodyPr/>
          <a:lstStyle/>
          <a:p>
            <a:r>
              <a:rPr lang="en-US" noProof="0"/>
              <a:t>Click icon to add picture</a:t>
            </a:r>
          </a:p>
        </p:txBody>
      </p:sp>
      <p:sp>
        <p:nvSpPr>
          <p:cNvPr id="9" name="Text Placeholder 18"/>
          <p:cNvSpPr>
            <a:spLocks noGrp="1"/>
          </p:cNvSpPr>
          <p:nvPr>
            <p:ph idx="1" hasCustomPrompt="1"/>
          </p:nvPr>
        </p:nvSpPr>
        <p:spPr>
          <a:xfrm>
            <a:off x="501650" y="3832225"/>
            <a:ext cx="3683950"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18"/>
          <p:cNvSpPr>
            <a:spLocks noGrp="1"/>
          </p:cNvSpPr>
          <p:nvPr>
            <p:ph idx="16" hasCustomPrompt="1"/>
          </p:nvPr>
        </p:nvSpPr>
        <p:spPr>
          <a:xfrm>
            <a:off x="4267204" y="3832225"/>
            <a:ext cx="3657600"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18"/>
          <p:cNvSpPr>
            <a:spLocks noGrp="1"/>
          </p:cNvSpPr>
          <p:nvPr>
            <p:ph idx="17" hasCustomPrompt="1"/>
          </p:nvPr>
        </p:nvSpPr>
        <p:spPr>
          <a:xfrm>
            <a:off x="8006398" y="3832225"/>
            <a:ext cx="3683953"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hasCustomPrompt="1"/>
          </p:nvPr>
        </p:nvSpPr>
        <p:spPr>
          <a:xfrm>
            <a:off x="501652" y="651602"/>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640908935"/>
      </p:ext>
    </p:extLst>
  </p:cSld>
  <p:clrMapOvr>
    <a:masterClrMapping/>
  </p:clrMapOvr>
  <p:transition>
    <p:fade/>
  </p:transition>
</p:sldLayout>
</file>

<file path=ppt/slideLayouts/slideLayout263.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01652" y="651602"/>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1" name="Title Placeholder 1"/>
          <p:cNvSpPr>
            <a:spLocks noGrp="1"/>
          </p:cNvSpPr>
          <p:nvPr>
            <p:ph type="title" hasCustomPrompt="1"/>
          </p:nvPr>
        </p:nvSpPr>
        <p:spPr>
          <a:xfrm>
            <a:off x="501652" y="317503"/>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4138873826"/>
      </p:ext>
    </p:extLst>
  </p:cSld>
  <p:clrMapOvr>
    <a:masterClrMapping/>
  </p:clrMapOvr>
  <p:transition>
    <p:fade/>
  </p:transition>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2" y="185789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44156"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2" y="317506"/>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6" name="Picture Placeholder 29"/>
          <p:cNvSpPr>
            <a:spLocks noGrp="1"/>
          </p:cNvSpPr>
          <p:nvPr>
            <p:ph type="pic" sz="quarter" idx="19" hasCustomPrompt="1"/>
          </p:nvPr>
        </p:nvSpPr>
        <p:spPr>
          <a:xfrm>
            <a:off x="4769494" y="1863918"/>
            <a:ext cx="1210206" cy="549275"/>
          </a:xfrm>
        </p:spPr>
        <p:txBody>
          <a:bodyPr/>
          <a:lstStyle>
            <a:lvl1pPr marL="0" marR="0" indent="0" algn="l" defTabSz="1150072"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24620" y="1857894"/>
            <a:ext cx="1244161" cy="549275"/>
          </a:xfrm>
        </p:spPr>
        <p:txBody>
          <a:bodyPr/>
          <a:lstStyle>
            <a:lvl1pPr marL="0" marR="0" indent="0" algn="l" defTabSz="1150072"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2" y="651602"/>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760666087"/>
      </p:ext>
    </p:extLst>
  </p:cSld>
  <p:clrMapOvr>
    <a:masterClrMapping/>
  </p:clrMapOvr>
  <p:transition>
    <p:fade/>
  </p:transition>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1" y="1857895"/>
            <a:ext cx="5468941"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5466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2" y="317506"/>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7" name="Picture Placeholder 29"/>
          <p:cNvSpPr>
            <a:spLocks noGrp="1"/>
          </p:cNvSpPr>
          <p:nvPr>
            <p:ph type="pic" sz="quarter" idx="20" hasCustomPrompt="1"/>
          </p:nvPr>
        </p:nvSpPr>
        <p:spPr>
          <a:xfrm>
            <a:off x="10424620" y="1857894"/>
            <a:ext cx="1244161" cy="549275"/>
          </a:xfrm>
        </p:spPr>
        <p:txBody>
          <a:bodyPr/>
          <a:lstStyle>
            <a:lvl1pPr marL="0" marR="0" indent="0" algn="l" defTabSz="1150072"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0" name="Text Placeholder 8"/>
          <p:cNvSpPr>
            <a:spLocks noGrp="1"/>
          </p:cNvSpPr>
          <p:nvPr>
            <p:ph type="body" sz="quarter" idx="22"/>
          </p:nvPr>
        </p:nvSpPr>
        <p:spPr>
          <a:xfrm>
            <a:off x="504002" y="424968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23"/>
          </p:nvPr>
        </p:nvSpPr>
        <p:spPr>
          <a:xfrm>
            <a:off x="6246196" y="4249685"/>
            <a:ext cx="545295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Rectangle 11"/>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13" name="Rectangle 12"/>
          <p:cNvSpPr/>
          <p:nvPr userDrawn="1"/>
        </p:nvSpPr>
        <p:spPr>
          <a:xfrm>
            <a:off x="6246196"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14" name="Picture Placeholder 29"/>
          <p:cNvSpPr>
            <a:spLocks noGrp="1"/>
          </p:cNvSpPr>
          <p:nvPr>
            <p:ph type="pic" sz="quarter" idx="24" hasCustomPrompt="1"/>
          </p:nvPr>
        </p:nvSpPr>
        <p:spPr>
          <a:xfrm>
            <a:off x="4754495" y="4255708"/>
            <a:ext cx="1239382" cy="549275"/>
          </a:xfrm>
        </p:spPr>
        <p:txBody>
          <a:bodyPr/>
          <a:lstStyle>
            <a:lvl1pPr marL="0" marR="0" indent="0" algn="l" defTabSz="1150072"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5" name="Picture Placeholder 29"/>
          <p:cNvSpPr>
            <a:spLocks noGrp="1"/>
          </p:cNvSpPr>
          <p:nvPr>
            <p:ph type="pic" sz="quarter" idx="25" hasCustomPrompt="1"/>
          </p:nvPr>
        </p:nvSpPr>
        <p:spPr>
          <a:xfrm>
            <a:off x="10424617" y="4249684"/>
            <a:ext cx="1244160" cy="549275"/>
          </a:xfrm>
        </p:spPr>
        <p:txBody>
          <a:bodyPr/>
          <a:lstStyle>
            <a:lvl1pPr marL="0" marR="0" indent="0" algn="l" defTabSz="1150072"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2"/>
            <a:ext cx="111975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7" name="Picture Placeholder 29"/>
          <p:cNvSpPr>
            <a:spLocks noGrp="1"/>
          </p:cNvSpPr>
          <p:nvPr>
            <p:ph type="pic" sz="quarter" idx="19" hasCustomPrompt="1"/>
          </p:nvPr>
        </p:nvSpPr>
        <p:spPr>
          <a:xfrm>
            <a:off x="4769494" y="1863918"/>
            <a:ext cx="1210206" cy="549275"/>
          </a:xfrm>
        </p:spPr>
        <p:txBody>
          <a:bodyPr/>
          <a:lstStyle>
            <a:lvl1pPr marL="0" marR="0" indent="0" algn="l" defTabSz="1150072"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Tree>
    <p:extLst>
      <p:ext uri="{BB962C8B-B14F-4D97-AF65-F5344CB8AC3E}">
        <p14:creationId xmlns:p14="http://schemas.microsoft.com/office/powerpoint/2010/main" val="3341279786"/>
      </p:ext>
    </p:extLst>
  </p:cSld>
  <p:clrMapOvr>
    <a:masterClrMapping/>
  </p:clrMapOvr>
  <p:transition>
    <p:fade/>
  </p:transition>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2" y="317506"/>
            <a:ext cx="11188699" cy="334099"/>
          </a:xfrm>
        </p:spPr>
        <p:txBody>
          <a:bodyPr/>
          <a:lstStyle/>
          <a:p>
            <a:r>
              <a:rPr lang="en-US" noProof="0"/>
              <a:t>Click to edit Master title style</a:t>
            </a:r>
          </a:p>
        </p:txBody>
      </p:sp>
      <p:sp>
        <p:nvSpPr>
          <p:cNvPr id="4" name="Rectangle 3"/>
          <p:cNvSpPr/>
          <p:nvPr userDrawn="1"/>
        </p:nvSpPr>
        <p:spPr>
          <a:xfrm>
            <a:off x="4320002"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5" name="Rectangle 4"/>
          <p:cNvSpPr/>
          <p:nvPr userDrawn="1"/>
        </p:nvSpPr>
        <p:spPr>
          <a:xfrm>
            <a:off x="504001"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504001" y="1851441"/>
            <a:ext cx="3560000"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128002" y="1851441"/>
            <a:ext cx="3571153"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501652" y="651602"/>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484936499"/>
      </p:ext>
    </p:extLst>
  </p:cSld>
  <p:clrMapOvr>
    <a:masterClrMapping/>
  </p:clrMapOvr>
  <p:transition>
    <p:fade/>
  </p:transition>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501652" y="317506"/>
            <a:ext cx="11188699" cy="334099"/>
          </a:xfrm>
        </p:spPr>
        <p:txBody>
          <a:body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096836"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8278"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2558"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2" y="651602"/>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69209335"/>
      </p:ext>
    </p:extLst>
  </p:cSld>
  <p:clrMapOvr>
    <a:masterClrMapping/>
  </p:clrMapOvr>
  <p:transition>
    <p:fade/>
  </p:transition>
</p:sldLayout>
</file>

<file path=ppt/slideLayouts/slideLayout268.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0" y="317504"/>
            <a:ext cx="11188701" cy="370193"/>
          </a:xfrm>
        </p:spPr>
        <p:txBody>
          <a:bodyPr/>
          <a:lstStyle>
            <a:lvl1pPr>
              <a:defRPr>
                <a:solidFill>
                  <a:schemeClr val="bg1"/>
                </a:solidFill>
              </a:defRPr>
            </a:lvl1p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64" indent="-221864">
              <a:spcAft>
                <a:spcPts val="1258"/>
              </a:spcAft>
              <a:buFont typeface="Arial" panose="020B0604020202020204" pitchFamily="34" charset="0"/>
              <a:buChar char="•"/>
              <a:defRPr>
                <a:solidFill>
                  <a:schemeClr val="bg1"/>
                </a:solidFill>
              </a:defRPr>
            </a:lvl4pPr>
            <a:lvl5pPr marL="448256" indent="-221864">
              <a:spcAft>
                <a:spcPts val="1258"/>
              </a:spcAft>
              <a:defRPr baseline="0">
                <a:solidFill>
                  <a:schemeClr val="bg1"/>
                </a:solidFill>
              </a:defRPr>
            </a:lvl5pPr>
            <a:lvl6pPr marL="448256" indent="-221864">
              <a:spcAft>
                <a:spcPts val="1258"/>
              </a:spcAft>
              <a:buFont typeface="Verdana" panose="020B0604030504040204" pitchFamily="34" charset="0"/>
              <a:buChar char="−"/>
              <a:defRPr>
                <a:solidFill>
                  <a:schemeClr val="bg1"/>
                </a:solidFill>
              </a:defRPr>
            </a:lvl6pPr>
            <a:lvl7pPr marL="448256" indent="-221864">
              <a:spcAft>
                <a:spcPts val="1258"/>
              </a:spcAft>
              <a:defRPr>
                <a:solidFill>
                  <a:schemeClr val="bg1"/>
                </a:solidFill>
              </a:defRPr>
            </a:lvl7pPr>
            <a:lvl8pPr marL="448256" indent="-221864">
              <a:spcAft>
                <a:spcPts val="1258"/>
              </a:spcAft>
              <a:defRPr>
                <a:solidFill>
                  <a:schemeClr val="bg1"/>
                </a:solidFill>
              </a:defRPr>
            </a:lvl8pPr>
            <a:lvl9pPr marL="448256" indent="-221864">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64" indent="-221864">
              <a:spcAft>
                <a:spcPts val="1258"/>
              </a:spcAft>
              <a:buFont typeface="Arial" panose="020B0604020202020204" pitchFamily="34" charset="0"/>
              <a:buChar char="•"/>
              <a:defRPr>
                <a:solidFill>
                  <a:schemeClr val="bg1"/>
                </a:solidFill>
              </a:defRPr>
            </a:lvl4pPr>
            <a:lvl5pPr marL="448256" indent="-221864">
              <a:spcAft>
                <a:spcPts val="1258"/>
              </a:spcAft>
              <a:defRPr baseline="0">
                <a:solidFill>
                  <a:schemeClr val="bg1"/>
                </a:solidFill>
              </a:defRPr>
            </a:lvl5pPr>
            <a:lvl6pPr marL="448256" indent="-221864">
              <a:spcAft>
                <a:spcPts val="1258"/>
              </a:spcAft>
              <a:buFont typeface="Verdana" panose="020B0604030504040204" pitchFamily="34" charset="0"/>
              <a:buChar char="−"/>
              <a:defRPr>
                <a:solidFill>
                  <a:schemeClr val="bg1"/>
                </a:solidFill>
              </a:defRPr>
            </a:lvl6pPr>
            <a:lvl7pPr marL="448256" indent="-221864">
              <a:spcAft>
                <a:spcPts val="1258"/>
              </a:spcAft>
              <a:defRPr>
                <a:solidFill>
                  <a:schemeClr val="bg1"/>
                </a:solidFill>
              </a:defRPr>
            </a:lvl7pPr>
            <a:lvl8pPr marL="448256" indent="-221864">
              <a:spcAft>
                <a:spcPts val="1258"/>
              </a:spcAft>
              <a:defRPr>
                <a:solidFill>
                  <a:schemeClr val="bg1"/>
                </a:solidFill>
              </a:defRPr>
            </a:lvl8pPr>
            <a:lvl9pPr marL="448256" indent="-221864">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64" indent="-221864">
              <a:spcAft>
                <a:spcPts val="1258"/>
              </a:spcAft>
              <a:buFont typeface="Arial" panose="020B0604020202020204" pitchFamily="34" charset="0"/>
              <a:buChar char="•"/>
              <a:defRPr>
                <a:solidFill>
                  <a:schemeClr val="bg1"/>
                </a:solidFill>
              </a:defRPr>
            </a:lvl4pPr>
            <a:lvl5pPr marL="448256" indent="-221864">
              <a:spcAft>
                <a:spcPts val="1258"/>
              </a:spcAft>
              <a:defRPr baseline="0">
                <a:solidFill>
                  <a:schemeClr val="bg1"/>
                </a:solidFill>
              </a:defRPr>
            </a:lvl5pPr>
            <a:lvl6pPr marL="448256" indent="-221864">
              <a:spcAft>
                <a:spcPts val="1258"/>
              </a:spcAft>
              <a:buFont typeface="Verdana" panose="020B0604030504040204" pitchFamily="34" charset="0"/>
              <a:buChar char="−"/>
              <a:defRPr>
                <a:solidFill>
                  <a:schemeClr val="bg1"/>
                </a:solidFill>
              </a:defRPr>
            </a:lvl6pPr>
            <a:lvl7pPr marL="448256" indent="-221864">
              <a:spcAft>
                <a:spcPts val="1258"/>
              </a:spcAft>
              <a:defRPr>
                <a:solidFill>
                  <a:schemeClr val="bg1"/>
                </a:solidFill>
              </a:defRPr>
            </a:lvl7pPr>
            <a:lvl8pPr marL="448256" indent="-221864">
              <a:spcAft>
                <a:spcPts val="1258"/>
              </a:spcAft>
              <a:defRPr>
                <a:solidFill>
                  <a:schemeClr val="bg1"/>
                </a:solidFill>
              </a:defRPr>
            </a:lvl8pPr>
            <a:lvl9pPr marL="448256" indent="-221864">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64" indent="-221864">
              <a:spcAft>
                <a:spcPts val="1258"/>
              </a:spcAft>
              <a:buFont typeface="Arial" panose="020B0604020202020204" pitchFamily="34" charset="0"/>
              <a:buChar char="•"/>
              <a:defRPr>
                <a:solidFill>
                  <a:schemeClr val="bg1"/>
                </a:solidFill>
              </a:defRPr>
            </a:lvl4pPr>
            <a:lvl5pPr marL="448256" indent="-221864">
              <a:spcAft>
                <a:spcPts val="1258"/>
              </a:spcAft>
              <a:defRPr baseline="0">
                <a:solidFill>
                  <a:schemeClr val="bg1"/>
                </a:solidFill>
              </a:defRPr>
            </a:lvl5pPr>
            <a:lvl6pPr marL="448256" indent="-221864">
              <a:spcAft>
                <a:spcPts val="1258"/>
              </a:spcAft>
              <a:buFont typeface="Verdana" panose="020B0604030504040204" pitchFamily="34" charset="0"/>
              <a:buChar char="−"/>
              <a:defRPr>
                <a:solidFill>
                  <a:schemeClr val="bg1"/>
                </a:solidFill>
              </a:defRPr>
            </a:lvl6pPr>
            <a:lvl7pPr marL="448256" indent="-221864">
              <a:spcAft>
                <a:spcPts val="1258"/>
              </a:spcAft>
              <a:defRPr>
                <a:solidFill>
                  <a:schemeClr val="bg1"/>
                </a:solidFill>
              </a:defRPr>
            </a:lvl7pPr>
            <a:lvl8pPr marL="448256" indent="-221864">
              <a:spcAft>
                <a:spcPts val="1258"/>
              </a:spcAft>
              <a:defRPr>
                <a:solidFill>
                  <a:schemeClr val="bg1"/>
                </a:solidFill>
              </a:defRPr>
            </a:lvl8pPr>
            <a:lvl9pPr marL="448256" indent="-221864">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0" y="687694"/>
            <a:ext cx="11188701" cy="757255"/>
          </a:xfrm>
          <a:prstGeom prst="rect">
            <a:avLst/>
          </a:prstGeom>
        </p:spPr>
        <p:txBody>
          <a:bodyPr lIns="0" tIns="0" rIns="0" bIns="0">
            <a:noAutofit/>
          </a:bodyPr>
          <a:lstStyle>
            <a:lvl1pPr marL="0" indent="0">
              <a:buNone/>
              <a:defRPr sz="2282" b="0">
                <a:solidFill>
                  <a:schemeClr val="bg1"/>
                </a:solidFill>
              </a:defRPr>
            </a:lvl1pPr>
          </a:lstStyle>
          <a:p>
            <a:pPr lvl="0"/>
            <a:r>
              <a:rPr lang="en-US" noProof="0"/>
              <a:t>Click to add subtitle</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4" name="TextBox 13"/>
          <p:cNvSpPr txBox="1"/>
          <p:nvPr userDrawn="1"/>
        </p:nvSpPr>
        <p:spPr>
          <a:xfrm>
            <a:off x="501653"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599944049"/>
      </p:ext>
    </p:extLst>
  </p:cSld>
  <p:clrMapOvr>
    <a:masterClrMapping/>
  </p:clrMapOvr>
  <p:transition>
    <p:fade/>
  </p:transition>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501652" y="651602"/>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9" name="Title Placeholder 1"/>
          <p:cNvSpPr>
            <a:spLocks noGrp="1"/>
          </p:cNvSpPr>
          <p:nvPr>
            <p:ph type="title" hasCustomPrompt="1"/>
          </p:nvPr>
        </p:nvSpPr>
        <p:spPr>
          <a:xfrm>
            <a:off x="501652" y="317503"/>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0" name="Text Placeholder 18"/>
          <p:cNvSpPr>
            <a:spLocks noGrp="1"/>
          </p:cNvSpPr>
          <p:nvPr>
            <p:ph idx="1"/>
          </p:nvPr>
        </p:nvSpPr>
        <p:spPr>
          <a:xfrm>
            <a:off x="501653" y="1665293"/>
            <a:ext cx="5594351"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354008475"/>
      </p:ext>
    </p:extLst>
  </p:cSld>
  <p:clrMapOvr>
    <a:masterClrMapping/>
  </p:clrMapOvr>
  <p:transition>
    <p:fade/>
  </p:transition>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1843950912"/>
      </p:ext>
    </p:extLst>
  </p:cSld>
  <p:clrMapOvr>
    <a:masterClrMapping/>
  </p:clrMapOvr>
  <p:transition>
    <p:fade/>
  </p:transition>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2218450"/>
      </p:ext>
    </p:extLst>
  </p:cSld>
  <p:clrMapOvr>
    <a:masterClrMapping/>
  </p:clrMapOvr>
  <p:transition>
    <p:fade/>
  </p:transition>
</p:sldLayout>
</file>

<file path=ppt/slideLayouts/slideLayout272.xml><?xml version="1.0" encoding="utf-8"?>
<p:sldLayout xmlns:a="http://schemas.openxmlformats.org/drawingml/2006/main" xmlns:r="http://schemas.openxmlformats.org/officeDocument/2006/relationships" xmlns:p="http://schemas.openxmlformats.org/presentationml/2006/main" showMasterSp="0" preserve="1" userDrawn="1">
  <p:cSld name="2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bg1"/>
                </a:solidFill>
              </a:defRPr>
            </a:lvl1pPr>
            <a:lvl2pPr marL="0" marR="0" indent="0" algn="l" defTabSz="1150072" rtl="0" eaLnBrk="1" fontAlgn="auto" latinLnBrk="0" hangingPunct="1">
              <a:lnSpc>
                <a:spcPct val="100000"/>
              </a:lnSpc>
              <a:spcBef>
                <a:spcPts val="0"/>
              </a:spcBef>
              <a:spcAft>
                <a:spcPts val="0"/>
              </a:spcAft>
              <a:buClrTx/>
              <a:buSzPct val="100000"/>
              <a:buFont typeface="Arial"/>
              <a:buNone/>
              <a:tabLst/>
              <a:defRPr sz="2012" b="0">
                <a:solidFill>
                  <a:schemeClr val="bg1"/>
                </a:solidFill>
              </a:defRPr>
            </a:lvl2pPr>
            <a:lvl3pPr marL="0" indent="0" algn="l">
              <a:spcAft>
                <a:spcPts val="0"/>
              </a:spcAft>
              <a:buNone/>
              <a:defRPr sz="2012">
                <a:solidFill>
                  <a:schemeClr val="bg1"/>
                </a:solidFill>
              </a:defRPr>
            </a:lvl3pPr>
            <a:lvl4pPr marL="1725107" indent="0" algn="ctr">
              <a:buNone/>
              <a:defRPr sz="2012"/>
            </a:lvl4pPr>
            <a:lvl5pPr marL="2300144" indent="0" algn="ctr">
              <a:buNone/>
              <a:defRPr sz="2012"/>
            </a:lvl5pPr>
            <a:lvl6pPr marL="2875180" indent="0" algn="ctr">
              <a:buNone/>
              <a:defRPr sz="2012"/>
            </a:lvl6pPr>
            <a:lvl7pPr marL="3450216" indent="0" algn="ctr">
              <a:buNone/>
              <a:defRPr sz="2012"/>
            </a:lvl7pPr>
            <a:lvl8pPr marL="4025252" indent="0" algn="ctr">
              <a:buNone/>
              <a:defRPr sz="2012"/>
            </a:lvl8pPr>
            <a:lvl9pPr marL="4600286" indent="0" algn="ctr">
              <a:buNone/>
              <a:defRPr sz="2012"/>
            </a:lvl9pPr>
          </a:lstStyle>
          <a:p>
            <a:r>
              <a:rPr lang="en-US" noProof="0"/>
              <a:t>Click to edit Master title style</a:t>
            </a:r>
          </a:p>
          <a:p>
            <a:pPr marL="0" marR="0" lvl="1" indent="0" algn="l" defTabSz="1150072"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4"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2"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grpSp>
    </p:spTree>
    <p:extLst>
      <p:ext uri="{BB962C8B-B14F-4D97-AF65-F5344CB8AC3E}">
        <p14:creationId xmlns:p14="http://schemas.microsoft.com/office/powerpoint/2010/main" val="23936691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273.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4" y="727200"/>
            <a:ext cx="7200000" cy="5400000"/>
          </a:xfrm>
          <a:prstGeom prst="rect">
            <a:avLst/>
          </a:prstGeom>
        </p:spPr>
        <p:txBody>
          <a:bodyPr/>
          <a:lstStyle/>
          <a:p>
            <a:r>
              <a:rPr lang="en-US" noProof="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tx1"/>
                </a:solidFill>
              </a:defRPr>
            </a:lvl1pPr>
            <a:lvl2pPr marL="0" indent="0" algn="l">
              <a:buNone/>
              <a:defRPr sz="2012" b="0"/>
            </a:lvl2pPr>
            <a:lvl3pPr marL="1150072" indent="0" algn="ctr">
              <a:buNone/>
              <a:defRPr sz="2264"/>
            </a:lvl3pPr>
            <a:lvl4pPr marL="1725107" indent="0" algn="ctr">
              <a:buNone/>
              <a:defRPr sz="2012"/>
            </a:lvl4pPr>
            <a:lvl5pPr marL="2300144" indent="0" algn="ctr">
              <a:buNone/>
              <a:defRPr sz="2012"/>
            </a:lvl5pPr>
            <a:lvl6pPr marL="2875180" indent="0" algn="ctr">
              <a:buNone/>
              <a:defRPr sz="2012"/>
            </a:lvl6pPr>
            <a:lvl7pPr marL="3450216" indent="0" algn="ctr">
              <a:buNone/>
              <a:defRPr sz="2012"/>
            </a:lvl7pPr>
            <a:lvl8pPr marL="4025252" indent="0" algn="ctr">
              <a:buNone/>
              <a:defRPr sz="2012"/>
            </a:lvl8pPr>
            <a:lvl9pPr marL="4600286" indent="0" algn="ctr">
              <a:buNone/>
              <a:defRPr sz="2012"/>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4"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p:nvPr userDrawn="1"/>
        </p:nvGrpSpPr>
        <p:grpSpPr>
          <a:xfrm>
            <a:off x="501652"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grpSp>
    </p:spTree>
    <p:extLst>
      <p:ext uri="{BB962C8B-B14F-4D97-AF65-F5344CB8AC3E}">
        <p14:creationId xmlns:p14="http://schemas.microsoft.com/office/powerpoint/2010/main" val="3695521430"/>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274.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bg1"/>
                </a:solidFill>
              </a:defRPr>
            </a:lvl1pPr>
            <a:lvl2pPr marL="575035" indent="0" algn="ctr">
              <a:buNone/>
              <a:defRPr sz="2515"/>
            </a:lvl2pPr>
            <a:lvl3pPr marL="1150072" indent="0" algn="ctr">
              <a:buNone/>
              <a:defRPr sz="2264"/>
            </a:lvl3pPr>
            <a:lvl4pPr marL="1725107" indent="0" algn="ctr">
              <a:buNone/>
              <a:defRPr sz="2012"/>
            </a:lvl4pPr>
            <a:lvl5pPr marL="2300144" indent="0" algn="ctr">
              <a:buNone/>
              <a:defRPr sz="2012"/>
            </a:lvl5pPr>
            <a:lvl6pPr marL="2875180" indent="0" algn="ctr">
              <a:buNone/>
              <a:defRPr sz="2012"/>
            </a:lvl6pPr>
            <a:lvl7pPr marL="3450216" indent="0" algn="ctr">
              <a:buNone/>
              <a:defRPr sz="2012"/>
            </a:lvl7pPr>
            <a:lvl8pPr marL="4025252" indent="0" algn="ctr">
              <a:buNone/>
              <a:defRPr sz="2012"/>
            </a:lvl8pPr>
            <a:lvl9pPr marL="460028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4"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2"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grpSp>
    </p:spTree>
    <p:extLst>
      <p:ext uri="{BB962C8B-B14F-4D97-AF65-F5344CB8AC3E}">
        <p14:creationId xmlns:p14="http://schemas.microsoft.com/office/powerpoint/2010/main" val="212428994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275.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tx1"/>
                </a:solidFill>
              </a:defRPr>
            </a:lvl1pPr>
            <a:lvl2pPr marL="575035" indent="0" algn="ctr">
              <a:buNone/>
              <a:defRPr sz="2515"/>
            </a:lvl2pPr>
            <a:lvl3pPr marL="1150072" indent="0" algn="ctr">
              <a:buNone/>
              <a:defRPr sz="2264"/>
            </a:lvl3pPr>
            <a:lvl4pPr marL="1725107" indent="0" algn="ctr">
              <a:buNone/>
              <a:defRPr sz="2012"/>
            </a:lvl4pPr>
            <a:lvl5pPr marL="2300144" indent="0" algn="ctr">
              <a:buNone/>
              <a:defRPr sz="2012"/>
            </a:lvl5pPr>
            <a:lvl6pPr marL="2875180" indent="0" algn="ctr">
              <a:buNone/>
              <a:defRPr sz="2012"/>
            </a:lvl6pPr>
            <a:lvl7pPr marL="3450216" indent="0" algn="ctr">
              <a:buNone/>
              <a:defRPr sz="2012"/>
            </a:lvl7pPr>
            <a:lvl8pPr marL="4025252" indent="0" algn="ctr">
              <a:buNone/>
              <a:defRPr sz="2012"/>
            </a:lvl8pPr>
            <a:lvl9pPr marL="460028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4"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4" name="Group 3"/>
          <p:cNvGrpSpPr/>
          <p:nvPr userDrawn="1"/>
        </p:nvGrpSpPr>
        <p:grpSpPr>
          <a:xfrm>
            <a:off x="501652"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grpSp>
    </p:spTree>
    <p:extLst>
      <p:ext uri="{BB962C8B-B14F-4D97-AF65-F5344CB8AC3E}">
        <p14:creationId xmlns:p14="http://schemas.microsoft.com/office/powerpoint/2010/main" val="2025650854"/>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276.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3"/>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35" indent="0">
              <a:buNone/>
              <a:defRPr sz="2515">
                <a:solidFill>
                  <a:schemeClr val="tx1">
                    <a:tint val="75000"/>
                  </a:schemeClr>
                </a:solidFill>
              </a:defRPr>
            </a:lvl2pPr>
            <a:lvl3pPr marL="1150072" indent="0">
              <a:buNone/>
              <a:defRPr sz="2264">
                <a:solidFill>
                  <a:schemeClr val="tx1">
                    <a:tint val="75000"/>
                  </a:schemeClr>
                </a:solidFill>
              </a:defRPr>
            </a:lvl3pPr>
            <a:lvl4pPr marL="1725107" indent="0">
              <a:buNone/>
              <a:defRPr sz="2012">
                <a:solidFill>
                  <a:schemeClr val="tx1">
                    <a:tint val="75000"/>
                  </a:schemeClr>
                </a:solidFill>
              </a:defRPr>
            </a:lvl4pPr>
            <a:lvl5pPr marL="2300144" indent="0">
              <a:buNone/>
              <a:defRPr sz="2012">
                <a:solidFill>
                  <a:schemeClr val="tx1">
                    <a:tint val="75000"/>
                  </a:schemeClr>
                </a:solidFill>
              </a:defRPr>
            </a:lvl5pPr>
            <a:lvl6pPr marL="2875180" indent="0">
              <a:buNone/>
              <a:defRPr sz="2012">
                <a:solidFill>
                  <a:schemeClr val="tx1">
                    <a:tint val="75000"/>
                  </a:schemeClr>
                </a:solidFill>
              </a:defRPr>
            </a:lvl6pPr>
            <a:lvl7pPr marL="3450216" indent="0">
              <a:buNone/>
              <a:defRPr sz="2012">
                <a:solidFill>
                  <a:schemeClr val="tx1">
                    <a:tint val="75000"/>
                  </a:schemeClr>
                </a:solidFill>
              </a:defRPr>
            </a:lvl7pPr>
            <a:lvl8pPr marL="4025252" indent="0">
              <a:buNone/>
              <a:defRPr sz="2012">
                <a:solidFill>
                  <a:schemeClr val="tx1">
                    <a:tint val="75000"/>
                  </a:schemeClr>
                </a:solidFill>
              </a:defRPr>
            </a:lvl8pPr>
            <a:lvl9pPr marL="4600286" indent="0">
              <a:buNone/>
              <a:defRPr sz="2012">
                <a:solidFill>
                  <a:schemeClr val="tx1">
                    <a:tint val="75000"/>
                  </a:schemeClr>
                </a:solidFill>
              </a:defRPr>
            </a:lvl9pPr>
          </a:lstStyle>
          <a:p>
            <a:pPr lvl="0"/>
            <a:r>
              <a:rPr lang="en-US" noProof="0"/>
              <a:t>Edit Master text styles</a:t>
            </a:r>
          </a:p>
        </p:txBody>
      </p:sp>
      <p:sp>
        <p:nvSpPr>
          <p:cNvPr id="5" name="TextBox 4"/>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7" name="TextBox 6"/>
          <p:cNvSpPr txBox="1"/>
          <p:nvPr userDrawn="1"/>
        </p:nvSpPr>
        <p:spPr>
          <a:xfrm>
            <a:off x="501653"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8" name="TextBox 7"/>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2987535463"/>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277.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3"/>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3" y="3429003"/>
            <a:ext cx="10544066" cy="1566532"/>
          </a:xfrm>
        </p:spPr>
        <p:txBody>
          <a:bodyPr lIns="0" tIns="0" rIns="0" bIns="0">
            <a:noAutofit/>
          </a:bodyPr>
          <a:lstStyle>
            <a:lvl1pPr marL="0" indent="0">
              <a:lnSpc>
                <a:spcPct val="95000"/>
              </a:lnSpc>
              <a:spcAft>
                <a:spcPts val="0"/>
              </a:spcAft>
              <a:buNone/>
              <a:defRPr sz="4448">
                <a:solidFill>
                  <a:schemeClr val="bg1"/>
                </a:solidFill>
              </a:defRPr>
            </a:lvl1pPr>
            <a:lvl2pPr marL="575035" indent="0">
              <a:buNone/>
              <a:defRPr sz="2515">
                <a:solidFill>
                  <a:schemeClr val="tx1">
                    <a:tint val="75000"/>
                  </a:schemeClr>
                </a:solidFill>
              </a:defRPr>
            </a:lvl2pPr>
            <a:lvl3pPr marL="1150072" indent="0">
              <a:buNone/>
              <a:defRPr sz="2264">
                <a:solidFill>
                  <a:schemeClr val="tx1">
                    <a:tint val="75000"/>
                  </a:schemeClr>
                </a:solidFill>
              </a:defRPr>
            </a:lvl3pPr>
            <a:lvl4pPr marL="1725107" indent="0">
              <a:buNone/>
              <a:defRPr sz="2012">
                <a:solidFill>
                  <a:schemeClr val="tx1">
                    <a:tint val="75000"/>
                  </a:schemeClr>
                </a:solidFill>
              </a:defRPr>
            </a:lvl4pPr>
            <a:lvl5pPr marL="2300144" indent="0">
              <a:buNone/>
              <a:defRPr sz="2012">
                <a:solidFill>
                  <a:schemeClr val="tx1">
                    <a:tint val="75000"/>
                  </a:schemeClr>
                </a:solidFill>
              </a:defRPr>
            </a:lvl5pPr>
            <a:lvl6pPr marL="2875180" indent="0">
              <a:buNone/>
              <a:defRPr sz="2012">
                <a:solidFill>
                  <a:schemeClr val="tx1">
                    <a:tint val="75000"/>
                  </a:schemeClr>
                </a:solidFill>
              </a:defRPr>
            </a:lvl6pPr>
            <a:lvl7pPr marL="3450216" indent="0">
              <a:buNone/>
              <a:defRPr sz="2012">
                <a:solidFill>
                  <a:schemeClr val="tx1">
                    <a:tint val="75000"/>
                  </a:schemeClr>
                </a:solidFill>
              </a:defRPr>
            </a:lvl7pPr>
            <a:lvl8pPr marL="4025252" indent="0">
              <a:buNone/>
              <a:defRPr sz="2012">
                <a:solidFill>
                  <a:schemeClr val="tx1">
                    <a:tint val="75000"/>
                  </a:schemeClr>
                </a:solidFill>
              </a:defRPr>
            </a:lvl8pPr>
            <a:lvl9pPr marL="4600286" indent="0">
              <a:buNone/>
              <a:defRPr sz="2012">
                <a:solidFill>
                  <a:schemeClr val="tx1">
                    <a:tint val="75000"/>
                  </a:schemeClr>
                </a:solidFill>
              </a:defRPr>
            </a:lvl9pPr>
          </a:lstStyle>
          <a:p>
            <a:pPr lvl="0"/>
            <a:r>
              <a:rPr lang="en-US" noProof="0"/>
              <a:t>Edit Master text styles</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4" name="TextBox 13"/>
          <p:cNvSpPr txBox="1"/>
          <p:nvPr userDrawn="1"/>
        </p:nvSpPr>
        <p:spPr>
          <a:xfrm>
            <a:off x="501653"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2202985727"/>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278.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3"/>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35" indent="0">
              <a:buNone/>
              <a:defRPr sz="2515">
                <a:solidFill>
                  <a:schemeClr val="tx1">
                    <a:tint val="75000"/>
                  </a:schemeClr>
                </a:solidFill>
              </a:defRPr>
            </a:lvl2pPr>
            <a:lvl3pPr marL="1150072" indent="0">
              <a:buNone/>
              <a:defRPr sz="2264">
                <a:solidFill>
                  <a:schemeClr val="tx1">
                    <a:tint val="75000"/>
                  </a:schemeClr>
                </a:solidFill>
              </a:defRPr>
            </a:lvl3pPr>
            <a:lvl4pPr marL="1725107" indent="0">
              <a:buNone/>
              <a:defRPr sz="2012">
                <a:solidFill>
                  <a:schemeClr val="tx1">
                    <a:tint val="75000"/>
                  </a:schemeClr>
                </a:solidFill>
              </a:defRPr>
            </a:lvl4pPr>
            <a:lvl5pPr marL="2300144" indent="0">
              <a:buNone/>
              <a:defRPr sz="2012">
                <a:solidFill>
                  <a:schemeClr val="tx1">
                    <a:tint val="75000"/>
                  </a:schemeClr>
                </a:solidFill>
              </a:defRPr>
            </a:lvl5pPr>
            <a:lvl6pPr marL="2875180" indent="0">
              <a:buNone/>
              <a:defRPr sz="2012">
                <a:solidFill>
                  <a:schemeClr val="tx1">
                    <a:tint val="75000"/>
                  </a:schemeClr>
                </a:solidFill>
              </a:defRPr>
            </a:lvl6pPr>
            <a:lvl7pPr marL="3450216" indent="0">
              <a:buNone/>
              <a:defRPr sz="2012">
                <a:solidFill>
                  <a:schemeClr val="tx1">
                    <a:tint val="75000"/>
                  </a:schemeClr>
                </a:solidFill>
              </a:defRPr>
            </a:lvl7pPr>
            <a:lvl8pPr marL="4025252" indent="0">
              <a:buNone/>
              <a:defRPr sz="2012">
                <a:solidFill>
                  <a:schemeClr val="tx1">
                    <a:tint val="75000"/>
                  </a:schemeClr>
                </a:solidFill>
              </a:defRPr>
            </a:lvl8pPr>
            <a:lvl9pPr marL="460028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3"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2314388689"/>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279.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3"/>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35" indent="0">
              <a:buNone/>
              <a:defRPr sz="2515">
                <a:solidFill>
                  <a:schemeClr val="tx1">
                    <a:tint val="75000"/>
                  </a:schemeClr>
                </a:solidFill>
              </a:defRPr>
            </a:lvl2pPr>
            <a:lvl3pPr marL="1150072" indent="0">
              <a:buNone/>
              <a:defRPr sz="2264">
                <a:solidFill>
                  <a:schemeClr val="tx1">
                    <a:tint val="75000"/>
                  </a:schemeClr>
                </a:solidFill>
              </a:defRPr>
            </a:lvl3pPr>
            <a:lvl4pPr marL="1725107" indent="0">
              <a:buNone/>
              <a:defRPr sz="2012">
                <a:solidFill>
                  <a:schemeClr val="tx1">
                    <a:tint val="75000"/>
                  </a:schemeClr>
                </a:solidFill>
              </a:defRPr>
            </a:lvl4pPr>
            <a:lvl5pPr marL="2300144" indent="0">
              <a:buNone/>
              <a:defRPr sz="2012">
                <a:solidFill>
                  <a:schemeClr val="tx1">
                    <a:tint val="75000"/>
                  </a:schemeClr>
                </a:solidFill>
              </a:defRPr>
            </a:lvl5pPr>
            <a:lvl6pPr marL="2875180" indent="0">
              <a:buNone/>
              <a:defRPr sz="2012">
                <a:solidFill>
                  <a:schemeClr val="tx1">
                    <a:tint val="75000"/>
                  </a:schemeClr>
                </a:solidFill>
              </a:defRPr>
            </a:lvl6pPr>
            <a:lvl7pPr marL="3450216" indent="0">
              <a:buNone/>
              <a:defRPr sz="2012">
                <a:solidFill>
                  <a:schemeClr val="tx1">
                    <a:tint val="75000"/>
                  </a:schemeClr>
                </a:solidFill>
              </a:defRPr>
            </a:lvl7pPr>
            <a:lvl8pPr marL="4025252" indent="0">
              <a:buNone/>
              <a:defRPr sz="2012">
                <a:solidFill>
                  <a:schemeClr val="tx1">
                    <a:tint val="75000"/>
                  </a:schemeClr>
                </a:solidFill>
              </a:defRPr>
            </a:lvl8pPr>
            <a:lvl9pPr marL="460028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3"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2412626096"/>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280.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3"/>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35" indent="0">
              <a:buNone/>
              <a:defRPr sz="2515">
                <a:solidFill>
                  <a:schemeClr val="tx1">
                    <a:tint val="75000"/>
                  </a:schemeClr>
                </a:solidFill>
              </a:defRPr>
            </a:lvl2pPr>
            <a:lvl3pPr marL="1150072" indent="0">
              <a:buNone/>
              <a:defRPr sz="2264">
                <a:solidFill>
                  <a:schemeClr val="tx1">
                    <a:tint val="75000"/>
                  </a:schemeClr>
                </a:solidFill>
              </a:defRPr>
            </a:lvl3pPr>
            <a:lvl4pPr marL="1725107" indent="0">
              <a:buNone/>
              <a:defRPr sz="2012">
                <a:solidFill>
                  <a:schemeClr val="tx1">
                    <a:tint val="75000"/>
                  </a:schemeClr>
                </a:solidFill>
              </a:defRPr>
            </a:lvl4pPr>
            <a:lvl5pPr marL="2300144" indent="0">
              <a:buNone/>
              <a:defRPr sz="2012">
                <a:solidFill>
                  <a:schemeClr val="tx1">
                    <a:tint val="75000"/>
                  </a:schemeClr>
                </a:solidFill>
              </a:defRPr>
            </a:lvl5pPr>
            <a:lvl6pPr marL="2875180" indent="0">
              <a:buNone/>
              <a:defRPr sz="2012">
                <a:solidFill>
                  <a:schemeClr val="tx1">
                    <a:tint val="75000"/>
                  </a:schemeClr>
                </a:solidFill>
              </a:defRPr>
            </a:lvl6pPr>
            <a:lvl7pPr marL="3450216" indent="0">
              <a:buNone/>
              <a:defRPr sz="2012">
                <a:solidFill>
                  <a:schemeClr val="tx1">
                    <a:tint val="75000"/>
                  </a:schemeClr>
                </a:solidFill>
              </a:defRPr>
            </a:lvl7pPr>
            <a:lvl8pPr marL="4025252" indent="0">
              <a:buNone/>
              <a:defRPr sz="2012">
                <a:solidFill>
                  <a:schemeClr val="tx1">
                    <a:tint val="75000"/>
                  </a:schemeClr>
                </a:solidFill>
              </a:defRPr>
            </a:lvl8pPr>
            <a:lvl9pPr marL="460028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3"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1153922950"/>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281.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8"/>
            <a:ext cx="9152370" cy="4752975"/>
          </a:xfrm>
          <a:prstGeom prst="rect">
            <a:avLst/>
          </a:prstGeom>
        </p:spPr>
        <p:txBody>
          <a:bodyPr>
            <a:noAutofit/>
          </a:bodyPr>
          <a:lstStyle>
            <a:lvl1pPr>
              <a:spcBef>
                <a:spcPts val="4528"/>
              </a:spcBef>
              <a:defRPr sz="3420">
                <a:solidFill>
                  <a:schemeClr val="bg1"/>
                </a:solidFill>
              </a:defRPr>
            </a:lvl1pPr>
            <a:lvl2pPr marL="575035" indent="-575035">
              <a:defRPr sz="3772">
                <a:solidFill>
                  <a:schemeClr val="bg2"/>
                </a:solidFill>
              </a:defRPr>
            </a:lvl2pPr>
            <a:lvl3pPr>
              <a:defRPr sz="3772">
                <a:solidFill>
                  <a:schemeClr val="bg2"/>
                </a:solidFill>
              </a:defRPr>
            </a:lvl3pPr>
            <a:lvl4pPr>
              <a:defRPr sz="3772">
                <a:solidFill>
                  <a:schemeClr val="bg2"/>
                </a:solidFill>
              </a:defRPr>
            </a:lvl4pPr>
            <a:lvl5pPr>
              <a:defRPr sz="3772">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3"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486704906"/>
      </p:ext>
    </p:extLst>
  </p:cSld>
  <p:clrMapOvr>
    <a:masterClrMapping/>
  </p:clrMapOvr>
  <p:transition>
    <p:fade/>
  </p:transition>
</p:sldLayout>
</file>

<file path=ppt/slideLayouts/slideLayout282.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7204"/>
            <a:ext cx="9277350" cy="4759584"/>
          </a:xfrm>
          <a:prstGeom prst="rect">
            <a:avLst/>
          </a:prstGeom>
        </p:spPr>
        <p:txBody>
          <a:bodyPr>
            <a:noAutofit/>
          </a:bodyPr>
          <a:lstStyle>
            <a:lvl1pPr>
              <a:spcBef>
                <a:spcPts val="4528"/>
              </a:spcBef>
              <a:defRPr sz="3420">
                <a:solidFill>
                  <a:schemeClr val="bg1"/>
                </a:solidFill>
              </a:defRPr>
            </a:lvl1pPr>
            <a:lvl2pPr marL="575035" indent="-575035">
              <a:defRPr sz="3772">
                <a:solidFill>
                  <a:schemeClr val="bg2"/>
                </a:solidFill>
              </a:defRPr>
            </a:lvl2pPr>
            <a:lvl3pPr>
              <a:defRPr sz="3772">
                <a:solidFill>
                  <a:schemeClr val="bg2"/>
                </a:solidFill>
              </a:defRPr>
            </a:lvl3pPr>
            <a:lvl4pPr>
              <a:defRPr sz="3772">
                <a:solidFill>
                  <a:schemeClr val="bg2"/>
                </a:solidFill>
              </a:defRPr>
            </a:lvl4pPr>
            <a:lvl5pPr>
              <a:defRPr sz="3772">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3"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2064312434"/>
      </p:ext>
    </p:extLst>
  </p:cSld>
  <p:clrMapOvr>
    <a:masterClrMapping/>
  </p:clrMapOvr>
  <p:transition>
    <p:fade/>
  </p:transition>
</p:sldLayout>
</file>

<file path=ppt/slideLayouts/slideLayout283.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8"/>
            <a:ext cx="9277350" cy="4752975"/>
          </a:xfrm>
          <a:prstGeom prst="rect">
            <a:avLst/>
          </a:prstGeom>
        </p:spPr>
        <p:txBody>
          <a:bodyPr>
            <a:noAutofit/>
          </a:bodyPr>
          <a:lstStyle>
            <a:lvl1pPr>
              <a:spcBef>
                <a:spcPts val="4528"/>
              </a:spcBef>
              <a:defRPr sz="3420">
                <a:solidFill>
                  <a:schemeClr val="bg1"/>
                </a:solidFill>
              </a:defRPr>
            </a:lvl1pPr>
            <a:lvl2pPr marL="575035" indent="-575035">
              <a:defRPr sz="3772">
                <a:solidFill>
                  <a:schemeClr val="bg2"/>
                </a:solidFill>
              </a:defRPr>
            </a:lvl2pPr>
            <a:lvl3pPr>
              <a:defRPr sz="3772">
                <a:solidFill>
                  <a:schemeClr val="bg2"/>
                </a:solidFill>
              </a:defRPr>
            </a:lvl3pPr>
            <a:lvl4pPr>
              <a:defRPr sz="3772">
                <a:solidFill>
                  <a:schemeClr val="bg2"/>
                </a:solidFill>
              </a:defRPr>
            </a:lvl4pPr>
            <a:lvl5pPr>
              <a:defRPr sz="3772">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3"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578525711"/>
      </p:ext>
    </p:extLst>
  </p:cSld>
  <p:clrMapOvr>
    <a:masterClrMapping/>
  </p:clrMapOvr>
  <p:transition>
    <p:fade/>
  </p:transition>
</p:sldLayout>
</file>

<file path=ppt/slideLayouts/slideLayout284.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8"/>
            <a:ext cx="9277350" cy="4752975"/>
          </a:xfrm>
          <a:prstGeom prst="rect">
            <a:avLst/>
          </a:prstGeom>
        </p:spPr>
        <p:txBody>
          <a:bodyPr>
            <a:noAutofit/>
          </a:bodyPr>
          <a:lstStyle>
            <a:lvl1pPr>
              <a:spcBef>
                <a:spcPts val="4528"/>
              </a:spcBef>
              <a:defRPr sz="3420">
                <a:solidFill>
                  <a:schemeClr val="bg1"/>
                </a:solidFill>
              </a:defRPr>
            </a:lvl1pPr>
            <a:lvl2pPr marL="575035" indent="-575035">
              <a:defRPr sz="3772">
                <a:solidFill>
                  <a:schemeClr val="bg2"/>
                </a:solidFill>
              </a:defRPr>
            </a:lvl2pPr>
            <a:lvl3pPr>
              <a:defRPr sz="3772">
                <a:solidFill>
                  <a:schemeClr val="bg2"/>
                </a:solidFill>
              </a:defRPr>
            </a:lvl3pPr>
            <a:lvl4pPr>
              <a:defRPr sz="3772">
                <a:solidFill>
                  <a:schemeClr val="bg2"/>
                </a:solidFill>
              </a:defRPr>
            </a:lvl4pPr>
            <a:lvl5pPr>
              <a:defRPr sz="3772">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3"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4227797198"/>
      </p:ext>
    </p:extLst>
  </p:cSld>
  <p:clrMapOvr>
    <a:masterClrMapping/>
  </p:clrMapOvr>
  <p:transition>
    <p:fade/>
  </p:transition>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1_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2" y="1665293"/>
            <a:ext cx="9277350" cy="4716463"/>
          </a:xfrm>
          <a:prstGeom prst="rect">
            <a:avLst/>
          </a:prstGeom>
        </p:spPr>
        <p:txBody>
          <a:bodyPr/>
          <a:lstStyle>
            <a:lvl1pPr>
              <a:tabLst>
                <a:tab pos="8463812" algn="r"/>
              </a:tabLst>
              <a:defRPr/>
            </a:lvl1pPr>
            <a:lvl2pPr>
              <a:tabLst>
                <a:tab pos="8463812" algn="r"/>
              </a:tabLst>
              <a:defRPr/>
            </a:lvl2pPr>
            <a:lvl3pPr>
              <a:tabLst>
                <a:tab pos="8463812" algn="r"/>
              </a:tabLst>
              <a:defRPr/>
            </a:lvl3pPr>
            <a:lvl4pPr>
              <a:tabLst>
                <a:tab pos="8463812" algn="r"/>
              </a:tabLst>
              <a:defRPr/>
            </a:lvl4pPr>
            <a:lvl5pPr>
              <a:tabLst>
                <a:tab pos="6325396" algn="r"/>
              </a:tabLst>
              <a:defRPr baseline="0"/>
            </a:lvl5pPr>
            <a:lvl6pPr>
              <a:tabLst>
                <a:tab pos="8463812" algn="r"/>
              </a:tabLst>
              <a:defRPr/>
            </a:lvl6pPr>
            <a:lvl7pPr>
              <a:tabLst>
                <a:tab pos="8463812" algn="r"/>
              </a:tabLst>
              <a:defRPr/>
            </a:lvl7pPr>
            <a:lvl8pPr>
              <a:tabLst>
                <a:tab pos="8463812" algn="r"/>
              </a:tabLst>
              <a:defRPr/>
            </a:lvl8pPr>
            <a:lvl9pPr>
              <a:tabLst>
                <a:tab pos="8463812"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1"/>
          <p:cNvSpPr>
            <a:spLocks noGrp="1"/>
          </p:cNvSpPr>
          <p:nvPr>
            <p:ph type="title" hasCustomPrompt="1"/>
          </p:nvPr>
        </p:nvSpPr>
        <p:spPr>
          <a:xfrm>
            <a:off x="501652" y="317504"/>
            <a:ext cx="11180231" cy="698501"/>
          </a:xfrm>
          <a:prstGeom prst="rect">
            <a:avLst/>
          </a:prstGeom>
        </p:spPr>
        <p:txBody>
          <a:bodyPr vert="horz" lIns="0" tIns="0" rIns="0" bIns="0" rtlCol="0" anchor="t" anchorCtr="0">
            <a:noAutofit/>
          </a:bodyPr>
          <a:lstStyle>
            <a:lvl1pPr>
              <a:defRPr/>
            </a:lvl1pPr>
          </a:lstStyle>
          <a:p>
            <a:r>
              <a:rPr lang="en-US"/>
              <a:t>Click to add title</a:t>
            </a:r>
          </a:p>
        </p:txBody>
      </p:sp>
    </p:spTree>
    <p:extLst>
      <p:ext uri="{BB962C8B-B14F-4D97-AF65-F5344CB8AC3E}">
        <p14:creationId xmlns:p14="http://schemas.microsoft.com/office/powerpoint/2010/main" val="2135676624"/>
      </p:ext>
    </p:extLst>
  </p:cSld>
  <p:clrMapOvr>
    <a:masterClrMapping/>
  </p:clrMapOvr>
  <p:transition>
    <p:fade/>
  </p:transition>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1_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2" y="317501"/>
            <a:ext cx="11188699" cy="6985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5" name="Picture Placeholder 9"/>
          <p:cNvSpPr>
            <a:spLocks noGrp="1"/>
          </p:cNvSpPr>
          <p:nvPr>
            <p:ph type="pic" sz="quarter" idx="15"/>
          </p:nvPr>
        </p:nvSpPr>
        <p:spPr>
          <a:xfrm>
            <a:off x="5450354" y="1701805"/>
            <a:ext cx="6240000" cy="4679950"/>
          </a:xfrm>
        </p:spPr>
        <p:txBody>
          <a:bodyPr/>
          <a:lstStyle/>
          <a:p>
            <a:r>
              <a:rPr lang="en-US" noProof="0"/>
              <a:t>Click icon to add picture</a:t>
            </a:r>
          </a:p>
        </p:txBody>
      </p:sp>
      <p:sp>
        <p:nvSpPr>
          <p:cNvPr id="6" name="Content Placeholder 3"/>
          <p:cNvSpPr>
            <a:spLocks noGrp="1"/>
          </p:cNvSpPr>
          <p:nvPr>
            <p:ph sz="quarter" idx="10"/>
          </p:nvPr>
        </p:nvSpPr>
        <p:spPr>
          <a:xfrm>
            <a:off x="501653" y="1665293"/>
            <a:ext cx="4456429" cy="4716463"/>
          </a:xfrm>
          <a:prstGeom prst="rect">
            <a:avLst/>
          </a:prstGeom>
        </p:spPr>
        <p:txBody>
          <a:bodyPr/>
          <a:lstStyle>
            <a:lvl1pPr>
              <a:tabLst>
                <a:tab pos="6325396" algn="r"/>
              </a:tabLst>
              <a:defRPr/>
            </a:lvl1pPr>
            <a:lvl2pPr>
              <a:tabLst>
                <a:tab pos="6325396" algn="r"/>
              </a:tabLst>
              <a:defRPr/>
            </a:lvl2pPr>
            <a:lvl3pPr>
              <a:tabLst>
                <a:tab pos="6325396" algn="r"/>
              </a:tabLst>
              <a:defRPr/>
            </a:lvl3pPr>
            <a:lvl4pPr>
              <a:tabLst>
                <a:tab pos="6325396" algn="r"/>
              </a:tabLst>
              <a:defRPr/>
            </a:lvl4pPr>
            <a:lvl5pPr>
              <a:tabLst>
                <a:tab pos="6325396"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132541387"/>
      </p:ext>
    </p:extLst>
  </p:cSld>
  <p:clrMapOvr>
    <a:masterClrMapping/>
  </p:clrMapOvr>
  <p:transition>
    <p:fade/>
  </p:transition>
</p:sldLayout>
</file>

<file path=ppt/slideLayouts/slideLayout287.xml><?xml version="1.0" encoding="utf-8"?>
<p:sldLayout xmlns:a="http://schemas.openxmlformats.org/drawingml/2006/main" xmlns:r="http://schemas.openxmlformats.org/officeDocument/2006/relationships" xmlns:p="http://schemas.openxmlformats.org/presentationml/2006/main" preserve="1" userDrawn="1">
  <p:cSld name="1_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01652" y="317501"/>
            <a:ext cx="11188699" cy="698500"/>
          </a:xfrm>
        </p:spPr>
        <p:txBody>
          <a:bodyPr/>
          <a:lstStyle/>
          <a:p>
            <a:r>
              <a:rPr lang="en-US" noProof="0"/>
              <a:t>Click to edit Master title style</a:t>
            </a:r>
          </a:p>
        </p:txBody>
      </p:sp>
      <p:sp>
        <p:nvSpPr>
          <p:cNvPr id="14" name="Text Placeholder 18"/>
          <p:cNvSpPr>
            <a:spLocks noGrp="1"/>
          </p:cNvSpPr>
          <p:nvPr>
            <p:ph idx="1"/>
          </p:nvPr>
        </p:nvSpPr>
        <p:spPr>
          <a:xfrm>
            <a:off x="501653" y="1665293"/>
            <a:ext cx="11165416"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274981522"/>
      </p:ext>
    </p:extLst>
  </p:cSld>
  <p:clrMapOvr>
    <a:masterClrMapping/>
  </p:clrMapOvr>
  <p:transition>
    <p:fade/>
  </p:transition>
</p:sldLayout>
</file>

<file path=ppt/slideLayouts/slideLayout288.xml><?xml version="1.0" encoding="utf-8"?>
<p:sldLayout xmlns:a="http://schemas.openxmlformats.org/drawingml/2006/main" xmlns:r="http://schemas.openxmlformats.org/officeDocument/2006/relationships" xmlns:p="http://schemas.openxmlformats.org/presentationml/2006/main" preserve="1" userDrawn="1">
  <p:cSld name="1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2"/>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3"/>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498584" y="1143708"/>
            <a:ext cx="11165416" cy="471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832585804"/>
      </p:ext>
    </p:extLst>
  </p:cSld>
  <p:clrMapOvr>
    <a:masterClrMapping/>
  </p:clrMapOvr>
  <p:transition>
    <p:fade/>
  </p:transition>
</p:sldLayout>
</file>

<file path=ppt/slideLayouts/slideLayout289.xml><?xml version="1.0" encoding="utf-8"?>
<p:sldLayout xmlns:a="http://schemas.openxmlformats.org/drawingml/2006/main" xmlns:r="http://schemas.openxmlformats.org/officeDocument/2006/relationships" xmlns:p="http://schemas.openxmlformats.org/presentationml/2006/main" preserve="1" userDrawn="1">
  <p:cSld name="1_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2"/>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3"/>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501653" y="1700213"/>
            <a:ext cx="11165416" cy="4678986"/>
          </a:xfrm>
          <a:prstGeom prst="rect">
            <a:avLst/>
          </a:prstGeom>
        </p:spPr>
        <p:txBody>
          <a:bodyPr vert="horz" lIns="0" tIns="0" rIns="0" bIns="0" rtlCol="0">
            <a:noAutofit/>
          </a:bodyPr>
          <a:lstStyle>
            <a:lvl1pPr>
              <a:defRPr sz="2012"/>
            </a:lvl1pPr>
            <a:lvl2pPr>
              <a:defRPr sz="2012"/>
            </a:lvl2pPr>
            <a:lvl3pPr>
              <a:defRPr sz="2012"/>
            </a:lvl3pPr>
            <a:lvl4pPr>
              <a:defRPr sz="2012"/>
            </a:lvl4pPr>
            <a:lvl5pPr>
              <a:defRPr sz="2012"/>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817750460"/>
      </p:ext>
    </p:extLst>
  </p:cSld>
  <p:clrMapOvr>
    <a:masterClrMapping/>
  </p:clrMapOvr>
  <p:transition>
    <p:fade/>
  </p:transition>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userDrawn="1">
  <p:cSld name="1_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501654" y="317503"/>
            <a:ext cx="1120266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9" name="Text Placeholder 8"/>
          <p:cNvSpPr>
            <a:spLocks noGrp="1"/>
          </p:cNvSpPr>
          <p:nvPr>
            <p:ph type="body" sz="quarter" idx="13" hasCustomPrompt="1"/>
          </p:nvPr>
        </p:nvSpPr>
        <p:spPr>
          <a:xfrm>
            <a:off x="501654" y="651602"/>
            <a:ext cx="1120266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6325396" algn="r"/>
              </a:tabLst>
              <a:defRPr/>
            </a:lvl1pPr>
            <a:lvl2pPr>
              <a:tabLst>
                <a:tab pos="6325396" algn="r"/>
              </a:tabLst>
              <a:defRPr/>
            </a:lvl2pPr>
            <a:lvl3pPr>
              <a:tabLst>
                <a:tab pos="6325396" algn="r"/>
              </a:tabLst>
              <a:defRPr/>
            </a:lvl3pPr>
            <a:lvl4pPr>
              <a:tabLst>
                <a:tab pos="6325396" algn="r"/>
              </a:tabLst>
              <a:defRPr/>
            </a:lvl4pPr>
            <a:lvl5pPr>
              <a:tabLst>
                <a:tab pos="6325396"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81539" y="1665288"/>
            <a:ext cx="5322781" cy="4716461"/>
          </a:xfrm>
          <a:prstGeom prst="rect">
            <a:avLst/>
          </a:prstGeom>
        </p:spPr>
        <p:txBody>
          <a:bodyPr/>
          <a:lstStyle>
            <a:lvl1pPr>
              <a:tabLst>
                <a:tab pos="6325396" algn="r"/>
              </a:tabLst>
              <a:defRPr/>
            </a:lvl1pPr>
            <a:lvl2pPr>
              <a:tabLst>
                <a:tab pos="6325396" algn="r"/>
              </a:tabLst>
              <a:defRPr/>
            </a:lvl2pPr>
            <a:lvl3pPr>
              <a:tabLst>
                <a:tab pos="6325396" algn="r"/>
              </a:tabLst>
              <a:defRPr/>
            </a:lvl3pPr>
            <a:lvl4pPr>
              <a:tabLst>
                <a:tab pos="6325396" algn="r"/>
              </a:tabLst>
              <a:defRPr/>
            </a:lvl4pPr>
            <a:lvl5pPr>
              <a:tabLst>
                <a:tab pos="6325396"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089178177"/>
      </p:ext>
    </p:extLst>
  </p:cSld>
  <p:clrMapOvr>
    <a:masterClrMapping/>
  </p:clrMapOvr>
  <p:transition>
    <p:fade/>
  </p:transition>
</p:sldLayout>
</file>

<file path=ppt/slideLayouts/slideLayout291.xml><?xml version="1.0" encoding="utf-8"?>
<p:sldLayout xmlns:a="http://schemas.openxmlformats.org/drawingml/2006/main" xmlns:r="http://schemas.openxmlformats.org/officeDocument/2006/relationships" xmlns:p="http://schemas.openxmlformats.org/presentationml/2006/main" preserve="1" userDrawn="1">
  <p:cSld name="1_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501652" y="651602"/>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8" name="Title Placeholder 1"/>
          <p:cNvSpPr>
            <a:spLocks noGrp="1"/>
          </p:cNvSpPr>
          <p:nvPr>
            <p:ph type="title" hasCustomPrompt="1"/>
          </p:nvPr>
        </p:nvSpPr>
        <p:spPr>
          <a:xfrm>
            <a:off x="501652" y="317500"/>
            <a:ext cx="11188699" cy="3341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1" name="Content Placeholder 3"/>
          <p:cNvSpPr>
            <a:spLocks noGrp="1"/>
          </p:cNvSpPr>
          <p:nvPr>
            <p:ph sz="quarter" idx="10"/>
          </p:nvPr>
        </p:nvSpPr>
        <p:spPr>
          <a:xfrm>
            <a:off x="501650" y="1665288"/>
            <a:ext cx="5305580" cy="4716461"/>
          </a:xfrm>
          <a:prstGeom prst="rect">
            <a:avLst/>
          </a:prstGeom>
        </p:spPr>
        <p:txBody>
          <a:bodyPr>
            <a:noAutofit/>
          </a:bodyPr>
          <a:lstStyle>
            <a:lvl1pPr>
              <a:tabLst>
                <a:tab pos="6325396" algn="r"/>
              </a:tabLst>
              <a:defRPr sz="2012"/>
            </a:lvl1pPr>
            <a:lvl2pPr>
              <a:tabLst>
                <a:tab pos="6325396" algn="r"/>
              </a:tabLst>
              <a:defRPr sz="2012"/>
            </a:lvl2pPr>
            <a:lvl3pPr>
              <a:tabLst>
                <a:tab pos="6325396" algn="r"/>
              </a:tabLst>
              <a:defRPr sz="2012"/>
            </a:lvl3pPr>
            <a:lvl4pPr>
              <a:tabLst>
                <a:tab pos="6325396" algn="r"/>
              </a:tabLst>
              <a:defRPr sz="2012"/>
            </a:lvl4pPr>
            <a:lvl5pPr>
              <a:tabLst>
                <a:tab pos="6325396"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84003" y="1665288"/>
            <a:ext cx="5306350" cy="4716461"/>
          </a:xfrm>
          <a:prstGeom prst="rect">
            <a:avLst/>
          </a:prstGeom>
        </p:spPr>
        <p:txBody>
          <a:bodyPr>
            <a:noAutofit/>
          </a:bodyPr>
          <a:lstStyle>
            <a:lvl1pPr>
              <a:tabLst>
                <a:tab pos="6325396" algn="r"/>
              </a:tabLst>
              <a:defRPr sz="2012"/>
            </a:lvl1pPr>
            <a:lvl2pPr>
              <a:tabLst>
                <a:tab pos="6325396" algn="r"/>
              </a:tabLst>
              <a:defRPr sz="2012"/>
            </a:lvl2pPr>
            <a:lvl3pPr>
              <a:tabLst>
                <a:tab pos="6325396" algn="r"/>
              </a:tabLst>
              <a:defRPr sz="2012"/>
            </a:lvl3pPr>
            <a:lvl4pPr>
              <a:tabLst>
                <a:tab pos="6325396" algn="r"/>
              </a:tabLst>
              <a:defRPr sz="2012"/>
            </a:lvl4pPr>
            <a:lvl5pPr>
              <a:tabLst>
                <a:tab pos="6325396"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237027708"/>
      </p:ext>
    </p:extLst>
  </p:cSld>
  <p:clrMapOvr>
    <a:masterClrMapping/>
  </p:clrMapOvr>
  <p:transition>
    <p:fade/>
  </p:transition>
</p:sldLayout>
</file>

<file path=ppt/slideLayouts/slideLayout292.xml><?xml version="1.0" encoding="utf-8"?>
<p:sldLayout xmlns:a="http://schemas.openxmlformats.org/drawingml/2006/main" xmlns:r="http://schemas.openxmlformats.org/officeDocument/2006/relationships" xmlns:p="http://schemas.openxmlformats.org/presentationml/2006/main" preserve="1" userDrawn="1">
  <p:cSld name="1_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2" y="317500"/>
            <a:ext cx="11188699" cy="334100"/>
          </a:xfrm>
        </p:spPr>
        <p:txBody>
          <a:bodyPr/>
          <a:lstStyle/>
          <a:p>
            <a:r>
              <a:rPr lang="en-US" noProof="0"/>
              <a:t>Click to edit Master title style</a:t>
            </a:r>
          </a:p>
        </p:txBody>
      </p:sp>
      <p:sp>
        <p:nvSpPr>
          <p:cNvPr id="4" name="Rectangle 3"/>
          <p:cNvSpPr/>
          <p:nvPr userDrawn="1"/>
        </p:nvSpPr>
        <p:spPr>
          <a:xfrm>
            <a:off x="504002"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5" name="Rectangle 4"/>
          <p:cNvSpPr/>
          <p:nvPr userDrawn="1"/>
        </p:nvSpPr>
        <p:spPr>
          <a:xfrm>
            <a:off x="6224086" y="1700217"/>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6" name="Rectangle 5"/>
          <p:cNvSpPr/>
          <p:nvPr userDrawn="1"/>
        </p:nvSpPr>
        <p:spPr>
          <a:xfrm>
            <a:off x="504002"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7" name="Rectangle 6"/>
          <p:cNvSpPr/>
          <p:nvPr userDrawn="1"/>
        </p:nvSpPr>
        <p:spPr>
          <a:xfrm>
            <a:off x="6224086"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8" name="Picture Placeholder 11"/>
          <p:cNvSpPr>
            <a:spLocks noGrp="1"/>
          </p:cNvSpPr>
          <p:nvPr>
            <p:ph type="pic" sz="quarter" idx="25"/>
          </p:nvPr>
        </p:nvSpPr>
        <p:spPr>
          <a:xfrm>
            <a:off x="504003" y="1880213"/>
            <a:ext cx="1968000" cy="1476000"/>
          </a:xfrm>
        </p:spPr>
        <p:txBody>
          <a:bodyPr/>
          <a:lstStyle>
            <a:lvl1pPr algn="ctr">
              <a:defRPr/>
            </a:lvl1pPr>
          </a:lstStyle>
          <a:p>
            <a:r>
              <a:rPr lang="en-US" noProof="0"/>
              <a:t>Click icon to add picture</a:t>
            </a:r>
          </a:p>
        </p:txBody>
      </p:sp>
      <p:sp>
        <p:nvSpPr>
          <p:cNvPr id="9" name="Picture Placeholder 11"/>
          <p:cNvSpPr>
            <a:spLocks noGrp="1"/>
          </p:cNvSpPr>
          <p:nvPr>
            <p:ph type="pic" sz="quarter" idx="27"/>
          </p:nvPr>
        </p:nvSpPr>
        <p:spPr>
          <a:xfrm>
            <a:off x="6224088" y="1880213"/>
            <a:ext cx="1968000" cy="1476000"/>
          </a:xfrm>
        </p:spPr>
        <p:txBody>
          <a:bodyPr/>
          <a:lstStyle>
            <a:lvl1pPr algn="ctr">
              <a:defRPr/>
            </a:lvl1pPr>
          </a:lstStyle>
          <a:p>
            <a:r>
              <a:rPr lang="en-US" noProof="0"/>
              <a:t>Click icon to add picture</a:t>
            </a:r>
          </a:p>
        </p:txBody>
      </p:sp>
      <p:sp>
        <p:nvSpPr>
          <p:cNvPr id="10" name="Picture Placeholder 11"/>
          <p:cNvSpPr>
            <a:spLocks noGrp="1"/>
          </p:cNvSpPr>
          <p:nvPr>
            <p:ph type="pic" sz="quarter" idx="29"/>
          </p:nvPr>
        </p:nvSpPr>
        <p:spPr>
          <a:xfrm>
            <a:off x="504003" y="4256213"/>
            <a:ext cx="1968000" cy="1476000"/>
          </a:xfrm>
        </p:spPr>
        <p:txBody>
          <a:bodyPr/>
          <a:lstStyle>
            <a:lvl1pPr algn="ctr">
              <a:defRPr/>
            </a:lvl1pPr>
          </a:lstStyle>
          <a:p>
            <a:r>
              <a:rPr lang="en-US" noProof="0"/>
              <a:t>Click icon to add picture</a:t>
            </a:r>
          </a:p>
        </p:txBody>
      </p:sp>
      <p:sp>
        <p:nvSpPr>
          <p:cNvPr id="11" name="Picture Placeholder 11"/>
          <p:cNvSpPr>
            <a:spLocks noGrp="1"/>
          </p:cNvSpPr>
          <p:nvPr>
            <p:ph type="pic" sz="quarter" idx="31"/>
          </p:nvPr>
        </p:nvSpPr>
        <p:spPr>
          <a:xfrm>
            <a:off x="6224088" y="4256213"/>
            <a:ext cx="1968000" cy="1476000"/>
          </a:xfrm>
        </p:spPr>
        <p:txBody>
          <a:bodyPr/>
          <a:lstStyle>
            <a:lvl1pPr algn="ctr">
              <a:defRPr/>
            </a:lvl1pPr>
          </a:lstStyle>
          <a:p>
            <a:r>
              <a:rPr lang="en-US" noProof="0"/>
              <a:t>Click icon to add picture</a:t>
            </a:r>
          </a:p>
        </p:txBody>
      </p:sp>
      <p:sp>
        <p:nvSpPr>
          <p:cNvPr id="13" name="Text Placeholder 12"/>
          <p:cNvSpPr>
            <a:spLocks noGrp="1"/>
          </p:cNvSpPr>
          <p:nvPr>
            <p:ph type="body" sz="quarter" idx="32"/>
          </p:nvPr>
        </p:nvSpPr>
        <p:spPr>
          <a:xfrm>
            <a:off x="2683484" y="1880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4" name="Text Placeholder 12"/>
          <p:cNvSpPr>
            <a:spLocks noGrp="1"/>
          </p:cNvSpPr>
          <p:nvPr>
            <p:ph type="body" sz="quarter" idx="33"/>
          </p:nvPr>
        </p:nvSpPr>
        <p:spPr>
          <a:xfrm>
            <a:off x="8396564" y="1880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5" name="Text Placeholder 12"/>
          <p:cNvSpPr>
            <a:spLocks noGrp="1"/>
          </p:cNvSpPr>
          <p:nvPr>
            <p:ph type="body" sz="quarter" idx="34"/>
          </p:nvPr>
        </p:nvSpPr>
        <p:spPr>
          <a:xfrm>
            <a:off x="2683484" y="4256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6" name="Text Placeholder 12"/>
          <p:cNvSpPr>
            <a:spLocks noGrp="1"/>
          </p:cNvSpPr>
          <p:nvPr>
            <p:ph type="body" sz="quarter" idx="35"/>
          </p:nvPr>
        </p:nvSpPr>
        <p:spPr>
          <a:xfrm>
            <a:off x="8396564" y="4256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7" name="Text Placeholder 8"/>
          <p:cNvSpPr>
            <a:spLocks noGrp="1"/>
          </p:cNvSpPr>
          <p:nvPr>
            <p:ph type="body" sz="quarter" idx="13" hasCustomPrompt="1"/>
          </p:nvPr>
        </p:nvSpPr>
        <p:spPr>
          <a:xfrm>
            <a:off x="501652" y="651602"/>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405103501"/>
      </p:ext>
    </p:extLst>
  </p:cSld>
  <p:clrMapOvr>
    <a:masterClrMapping/>
  </p:clrMapOvr>
  <p:transition>
    <p:fade/>
  </p:transition>
</p:sldLayout>
</file>

<file path=ppt/slideLayouts/slideLayout293.xml><?xml version="1.0" encoding="utf-8"?>
<p:sldLayout xmlns:a="http://schemas.openxmlformats.org/drawingml/2006/main" xmlns:r="http://schemas.openxmlformats.org/officeDocument/2006/relationships" xmlns:p="http://schemas.openxmlformats.org/presentationml/2006/main" preserve="1" userDrawn="1">
  <p:cSld name="1_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2" y="185789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44156"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2" y="317506"/>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6" name="Picture Placeholder 29"/>
          <p:cNvSpPr>
            <a:spLocks noGrp="1"/>
          </p:cNvSpPr>
          <p:nvPr>
            <p:ph type="pic" sz="quarter" idx="19" hasCustomPrompt="1"/>
          </p:nvPr>
        </p:nvSpPr>
        <p:spPr>
          <a:xfrm>
            <a:off x="4769494" y="1863918"/>
            <a:ext cx="1210206" cy="549275"/>
          </a:xfrm>
        </p:spPr>
        <p:txBody>
          <a:bodyPr/>
          <a:lstStyle>
            <a:lvl1pPr marL="0" marR="0" indent="0" algn="l" defTabSz="1150072"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24620" y="1857894"/>
            <a:ext cx="1244161" cy="549275"/>
          </a:xfrm>
        </p:spPr>
        <p:txBody>
          <a:bodyPr/>
          <a:lstStyle>
            <a:lvl1pPr marL="0" marR="0" indent="0" algn="l" defTabSz="1150072"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2" y="651602"/>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221316757"/>
      </p:ext>
    </p:extLst>
  </p:cSld>
  <p:clrMapOvr>
    <a:masterClrMapping/>
  </p:clrMapOvr>
  <p:transition>
    <p:fade/>
  </p:transition>
</p:sldLayout>
</file>

<file path=ppt/slideLayouts/slideLayout294.xml><?xml version="1.0" encoding="utf-8"?>
<p:sldLayout xmlns:a="http://schemas.openxmlformats.org/drawingml/2006/main" xmlns:r="http://schemas.openxmlformats.org/officeDocument/2006/relationships" xmlns:p="http://schemas.openxmlformats.org/presentationml/2006/main" preserve="1" userDrawn="1">
  <p:cSld name="1_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1" y="1857895"/>
            <a:ext cx="5468941"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5466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2" y="317506"/>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7" name="Picture Placeholder 29"/>
          <p:cNvSpPr>
            <a:spLocks noGrp="1"/>
          </p:cNvSpPr>
          <p:nvPr>
            <p:ph type="pic" sz="quarter" idx="20" hasCustomPrompt="1"/>
          </p:nvPr>
        </p:nvSpPr>
        <p:spPr>
          <a:xfrm>
            <a:off x="10424620" y="1857894"/>
            <a:ext cx="1244161" cy="549275"/>
          </a:xfrm>
        </p:spPr>
        <p:txBody>
          <a:bodyPr/>
          <a:lstStyle>
            <a:lvl1pPr marL="0" marR="0" indent="0" algn="l" defTabSz="1150072"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0" name="Text Placeholder 8"/>
          <p:cNvSpPr>
            <a:spLocks noGrp="1"/>
          </p:cNvSpPr>
          <p:nvPr>
            <p:ph type="body" sz="quarter" idx="22"/>
          </p:nvPr>
        </p:nvSpPr>
        <p:spPr>
          <a:xfrm>
            <a:off x="504002" y="424968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23"/>
          </p:nvPr>
        </p:nvSpPr>
        <p:spPr>
          <a:xfrm>
            <a:off x="6246196" y="4249685"/>
            <a:ext cx="545295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Rectangle 11"/>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13" name="Rectangle 12"/>
          <p:cNvSpPr/>
          <p:nvPr userDrawn="1"/>
        </p:nvSpPr>
        <p:spPr>
          <a:xfrm>
            <a:off x="6246196"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14" name="Picture Placeholder 29"/>
          <p:cNvSpPr>
            <a:spLocks noGrp="1"/>
          </p:cNvSpPr>
          <p:nvPr>
            <p:ph type="pic" sz="quarter" idx="24" hasCustomPrompt="1"/>
          </p:nvPr>
        </p:nvSpPr>
        <p:spPr>
          <a:xfrm>
            <a:off x="4754495" y="4255708"/>
            <a:ext cx="1239382" cy="549275"/>
          </a:xfrm>
        </p:spPr>
        <p:txBody>
          <a:bodyPr/>
          <a:lstStyle>
            <a:lvl1pPr marL="0" marR="0" indent="0" algn="l" defTabSz="1150072"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5" name="Picture Placeholder 29"/>
          <p:cNvSpPr>
            <a:spLocks noGrp="1"/>
          </p:cNvSpPr>
          <p:nvPr>
            <p:ph type="pic" sz="quarter" idx="25" hasCustomPrompt="1"/>
          </p:nvPr>
        </p:nvSpPr>
        <p:spPr>
          <a:xfrm>
            <a:off x="10424617" y="4249684"/>
            <a:ext cx="1244160" cy="549275"/>
          </a:xfrm>
        </p:spPr>
        <p:txBody>
          <a:bodyPr/>
          <a:lstStyle>
            <a:lvl1pPr marL="0" marR="0" indent="0" algn="l" defTabSz="1150072"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2"/>
            <a:ext cx="111975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7" name="Picture Placeholder 29"/>
          <p:cNvSpPr>
            <a:spLocks noGrp="1"/>
          </p:cNvSpPr>
          <p:nvPr>
            <p:ph type="pic" sz="quarter" idx="19" hasCustomPrompt="1"/>
          </p:nvPr>
        </p:nvSpPr>
        <p:spPr>
          <a:xfrm>
            <a:off x="4769494" y="1863918"/>
            <a:ext cx="1210206" cy="549275"/>
          </a:xfrm>
        </p:spPr>
        <p:txBody>
          <a:bodyPr/>
          <a:lstStyle>
            <a:lvl1pPr marL="0" marR="0" indent="0" algn="l" defTabSz="1150072"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Tree>
    <p:extLst>
      <p:ext uri="{BB962C8B-B14F-4D97-AF65-F5344CB8AC3E}">
        <p14:creationId xmlns:p14="http://schemas.microsoft.com/office/powerpoint/2010/main" val="3979829714"/>
      </p:ext>
    </p:extLst>
  </p:cSld>
  <p:clrMapOvr>
    <a:masterClrMapping/>
  </p:clrMapOvr>
  <p:transition>
    <p:fade/>
  </p:transition>
</p:sldLayout>
</file>

<file path=ppt/slideLayouts/slideLayout295.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2" y="317506"/>
            <a:ext cx="11188699" cy="334099"/>
          </a:xfrm>
        </p:spPr>
        <p:txBody>
          <a:bodyPr/>
          <a:lstStyle/>
          <a:p>
            <a:r>
              <a:rPr lang="en-US" noProof="0"/>
              <a:t>Click to edit Master title style</a:t>
            </a:r>
          </a:p>
        </p:txBody>
      </p:sp>
      <p:sp>
        <p:nvSpPr>
          <p:cNvPr id="4" name="Rectangle 3"/>
          <p:cNvSpPr/>
          <p:nvPr userDrawn="1"/>
        </p:nvSpPr>
        <p:spPr>
          <a:xfrm>
            <a:off x="4320002"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5" name="Rectangle 4"/>
          <p:cNvSpPr/>
          <p:nvPr userDrawn="1"/>
        </p:nvSpPr>
        <p:spPr>
          <a:xfrm>
            <a:off x="504001"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504001" y="1851441"/>
            <a:ext cx="3560000"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128002" y="1851441"/>
            <a:ext cx="3571153"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501652" y="651602"/>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816421529"/>
      </p:ext>
    </p:extLst>
  </p:cSld>
  <p:clrMapOvr>
    <a:masterClrMapping/>
  </p:clrMapOvr>
  <p:transition>
    <p:fade/>
  </p:transition>
</p:sldLayout>
</file>

<file path=ppt/slideLayouts/slideLayout296.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0" y="317504"/>
            <a:ext cx="11188701" cy="370193"/>
          </a:xfrm>
        </p:spPr>
        <p:txBody>
          <a:bodyPr/>
          <a:lstStyle>
            <a:lvl1pPr>
              <a:defRPr>
                <a:solidFill>
                  <a:schemeClr val="bg1"/>
                </a:solidFill>
              </a:defRPr>
            </a:lvl1p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64" indent="-221864">
              <a:spcAft>
                <a:spcPts val="1258"/>
              </a:spcAft>
              <a:buFont typeface="Arial" panose="020B0604020202020204" pitchFamily="34" charset="0"/>
              <a:buChar char="•"/>
              <a:defRPr>
                <a:solidFill>
                  <a:schemeClr val="bg1"/>
                </a:solidFill>
              </a:defRPr>
            </a:lvl4pPr>
            <a:lvl5pPr marL="448256" indent="-221864">
              <a:spcAft>
                <a:spcPts val="1258"/>
              </a:spcAft>
              <a:defRPr baseline="0">
                <a:solidFill>
                  <a:schemeClr val="bg1"/>
                </a:solidFill>
              </a:defRPr>
            </a:lvl5pPr>
            <a:lvl6pPr marL="448256" indent="-221864">
              <a:spcAft>
                <a:spcPts val="1258"/>
              </a:spcAft>
              <a:buFont typeface="Verdana" panose="020B0604030504040204" pitchFamily="34" charset="0"/>
              <a:buChar char="−"/>
              <a:defRPr>
                <a:solidFill>
                  <a:schemeClr val="bg1"/>
                </a:solidFill>
              </a:defRPr>
            </a:lvl6pPr>
            <a:lvl7pPr marL="448256" indent="-221864">
              <a:spcAft>
                <a:spcPts val="1258"/>
              </a:spcAft>
              <a:defRPr>
                <a:solidFill>
                  <a:schemeClr val="bg1"/>
                </a:solidFill>
              </a:defRPr>
            </a:lvl7pPr>
            <a:lvl8pPr marL="448256" indent="-221864">
              <a:spcAft>
                <a:spcPts val="1258"/>
              </a:spcAft>
              <a:defRPr>
                <a:solidFill>
                  <a:schemeClr val="bg1"/>
                </a:solidFill>
              </a:defRPr>
            </a:lvl8pPr>
            <a:lvl9pPr marL="448256" indent="-221864">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64" indent="-221864">
              <a:spcAft>
                <a:spcPts val="1258"/>
              </a:spcAft>
              <a:buFont typeface="Arial" panose="020B0604020202020204" pitchFamily="34" charset="0"/>
              <a:buChar char="•"/>
              <a:defRPr>
                <a:solidFill>
                  <a:schemeClr val="bg1"/>
                </a:solidFill>
              </a:defRPr>
            </a:lvl4pPr>
            <a:lvl5pPr marL="448256" indent="-221864">
              <a:spcAft>
                <a:spcPts val="1258"/>
              </a:spcAft>
              <a:defRPr baseline="0">
                <a:solidFill>
                  <a:schemeClr val="bg1"/>
                </a:solidFill>
              </a:defRPr>
            </a:lvl5pPr>
            <a:lvl6pPr marL="448256" indent="-221864">
              <a:spcAft>
                <a:spcPts val="1258"/>
              </a:spcAft>
              <a:buFont typeface="Verdana" panose="020B0604030504040204" pitchFamily="34" charset="0"/>
              <a:buChar char="−"/>
              <a:defRPr>
                <a:solidFill>
                  <a:schemeClr val="bg1"/>
                </a:solidFill>
              </a:defRPr>
            </a:lvl6pPr>
            <a:lvl7pPr marL="448256" indent="-221864">
              <a:spcAft>
                <a:spcPts val="1258"/>
              </a:spcAft>
              <a:defRPr>
                <a:solidFill>
                  <a:schemeClr val="bg1"/>
                </a:solidFill>
              </a:defRPr>
            </a:lvl7pPr>
            <a:lvl8pPr marL="448256" indent="-221864">
              <a:spcAft>
                <a:spcPts val="1258"/>
              </a:spcAft>
              <a:defRPr>
                <a:solidFill>
                  <a:schemeClr val="bg1"/>
                </a:solidFill>
              </a:defRPr>
            </a:lvl8pPr>
            <a:lvl9pPr marL="448256" indent="-221864">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64" indent="-221864">
              <a:spcAft>
                <a:spcPts val="1258"/>
              </a:spcAft>
              <a:buFont typeface="Arial" panose="020B0604020202020204" pitchFamily="34" charset="0"/>
              <a:buChar char="•"/>
              <a:defRPr>
                <a:solidFill>
                  <a:schemeClr val="bg1"/>
                </a:solidFill>
              </a:defRPr>
            </a:lvl4pPr>
            <a:lvl5pPr marL="448256" indent="-221864">
              <a:spcAft>
                <a:spcPts val="1258"/>
              </a:spcAft>
              <a:defRPr baseline="0">
                <a:solidFill>
                  <a:schemeClr val="bg1"/>
                </a:solidFill>
              </a:defRPr>
            </a:lvl5pPr>
            <a:lvl6pPr marL="448256" indent="-221864">
              <a:spcAft>
                <a:spcPts val="1258"/>
              </a:spcAft>
              <a:buFont typeface="Verdana" panose="020B0604030504040204" pitchFamily="34" charset="0"/>
              <a:buChar char="−"/>
              <a:defRPr>
                <a:solidFill>
                  <a:schemeClr val="bg1"/>
                </a:solidFill>
              </a:defRPr>
            </a:lvl6pPr>
            <a:lvl7pPr marL="448256" indent="-221864">
              <a:spcAft>
                <a:spcPts val="1258"/>
              </a:spcAft>
              <a:defRPr>
                <a:solidFill>
                  <a:schemeClr val="bg1"/>
                </a:solidFill>
              </a:defRPr>
            </a:lvl7pPr>
            <a:lvl8pPr marL="448256" indent="-221864">
              <a:spcAft>
                <a:spcPts val="1258"/>
              </a:spcAft>
              <a:defRPr>
                <a:solidFill>
                  <a:schemeClr val="bg1"/>
                </a:solidFill>
              </a:defRPr>
            </a:lvl8pPr>
            <a:lvl9pPr marL="448256" indent="-221864">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64" indent="-221864">
              <a:spcAft>
                <a:spcPts val="1258"/>
              </a:spcAft>
              <a:buFont typeface="Arial" panose="020B0604020202020204" pitchFamily="34" charset="0"/>
              <a:buChar char="•"/>
              <a:defRPr>
                <a:solidFill>
                  <a:schemeClr val="bg1"/>
                </a:solidFill>
              </a:defRPr>
            </a:lvl4pPr>
            <a:lvl5pPr marL="448256" indent="-221864">
              <a:spcAft>
                <a:spcPts val="1258"/>
              </a:spcAft>
              <a:defRPr baseline="0">
                <a:solidFill>
                  <a:schemeClr val="bg1"/>
                </a:solidFill>
              </a:defRPr>
            </a:lvl5pPr>
            <a:lvl6pPr marL="448256" indent="-221864">
              <a:spcAft>
                <a:spcPts val="1258"/>
              </a:spcAft>
              <a:buFont typeface="Verdana" panose="020B0604030504040204" pitchFamily="34" charset="0"/>
              <a:buChar char="−"/>
              <a:defRPr>
                <a:solidFill>
                  <a:schemeClr val="bg1"/>
                </a:solidFill>
              </a:defRPr>
            </a:lvl6pPr>
            <a:lvl7pPr marL="448256" indent="-221864">
              <a:spcAft>
                <a:spcPts val="1258"/>
              </a:spcAft>
              <a:defRPr>
                <a:solidFill>
                  <a:schemeClr val="bg1"/>
                </a:solidFill>
              </a:defRPr>
            </a:lvl7pPr>
            <a:lvl8pPr marL="448256" indent="-221864">
              <a:spcAft>
                <a:spcPts val="1258"/>
              </a:spcAft>
              <a:defRPr>
                <a:solidFill>
                  <a:schemeClr val="bg1"/>
                </a:solidFill>
              </a:defRPr>
            </a:lvl8pPr>
            <a:lvl9pPr marL="448256" indent="-221864">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0" y="687694"/>
            <a:ext cx="11188701" cy="757255"/>
          </a:xfrm>
          <a:prstGeom prst="rect">
            <a:avLst/>
          </a:prstGeom>
        </p:spPr>
        <p:txBody>
          <a:bodyPr lIns="0" tIns="0" rIns="0" bIns="0">
            <a:noAutofit/>
          </a:bodyPr>
          <a:lstStyle>
            <a:lvl1pPr marL="0" indent="0">
              <a:buNone/>
              <a:defRPr sz="2282" b="0">
                <a:solidFill>
                  <a:schemeClr val="bg1"/>
                </a:solidFill>
              </a:defRPr>
            </a:lvl1pPr>
          </a:lstStyle>
          <a:p>
            <a:pPr lvl="0"/>
            <a:r>
              <a:rPr lang="en-US" noProof="0"/>
              <a:t>Click to add subtitle</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4" name="TextBox 13"/>
          <p:cNvSpPr txBox="1"/>
          <p:nvPr userDrawn="1"/>
        </p:nvSpPr>
        <p:spPr>
          <a:xfrm>
            <a:off x="501653"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921598089"/>
      </p:ext>
    </p:extLst>
  </p:cSld>
  <p:clrMapOvr>
    <a:masterClrMapping/>
  </p:clrMapOvr>
  <p:transition>
    <p:fade/>
  </p:transition>
</p:sldLayout>
</file>

<file path=ppt/slideLayouts/slideLayout297.xml><?xml version="1.0" encoding="utf-8"?>
<p:sldLayout xmlns:a="http://schemas.openxmlformats.org/drawingml/2006/main" xmlns:r="http://schemas.openxmlformats.org/officeDocument/2006/relationships" xmlns:p="http://schemas.openxmlformats.org/presentationml/2006/main" showMasterSp="0" userDrawn="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27050" y="4211959"/>
            <a:ext cx="8503538" cy="2169796"/>
          </a:xfrm>
        </p:spPr>
        <p:txBody>
          <a:bodyPr anchor="b" anchorCtr="0"/>
          <a:lstStyle>
            <a:lvl1pPr>
              <a:lnSpc>
                <a:spcPct val="100000"/>
              </a:lnSpc>
              <a:spcAft>
                <a:spcPts val="755"/>
              </a:spcAft>
              <a:defRPr sz="1133"/>
            </a:lvl1pPr>
          </a:lstStyle>
          <a:p>
            <a:pPr lvl="0"/>
            <a:r>
              <a:rPr lang="en-US"/>
              <a:t>Edit Master text styles</a:t>
            </a:r>
          </a:p>
        </p:txBody>
      </p:sp>
      <p:sp>
        <p:nvSpPr>
          <p:cNvPr id="3" name="Picture Placeholder 2"/>
          <p:cNvSpPr>
            <a:spLocks noGrp="1"/>
          </p:cNvSpPr>
          <p:nvPr>
            <p:ph type="pic" sz="quarter" idx="14" hasCustomPrompt="1"/>
          </p:nvPr>
        </p:nvSpPr>
        <p:spPr>
          <a:xfrm>
            <a:off x="9370850" y="4535908"/>
            <a:ext cx="2012854" cy="1401498"/>
          </a:xfrm>
        </p:spPr>
        <p:txBody>
          <a:bodyPr anchor="ctr" anchorCtr="0"/>
          <a:lstStyle>
            <a:lvl1pPr algn="ctr">
              <a:defRPr sz="1133"/>
            </a:lvl1pPr>
          </a:lstStyle>
          <a:p>
            <a:r>
              <a:rPr lang="en-GB" sz="1133"/>
              <a:t>Insert sponsorship mark here</a:t>
            </a:r>
            <a:endParaRPr lang="en-GB"/>
          </a:p>
        </p:txBody>
      </p:sp>
      <p:sp>
        <p:nvSpPr>
          <p:cNvPr id="8" name="Text Placeholder 7"/>
          <p:cNvSpPr>
            <a:spLocks noGrp="1"/>
          </p:cNvSpPr>
          <p:nvPr>
            <p:ph type="body" sz="quarter" idx="15"/>
          </p:nvPr>
        </p:nvSpPr>
        <p:spPr>
          <a:xfrm>
            <a:off x="9370852" y="6018032"/>
            <a:ext cx="2012852" cy="363722"/>
          </a:xfrm>
        </p:spPr>
        <p:txBody>
          <a:bodyPr anchor="b" anchorCtr="0"/>
          <a:lstStyle>
            <a:lvl1pPr>
              <a:lnSpc>
                <a:spcPct val="100000"/>
              </a:lnSpc>
              <a:defRPr sz="1195"/>
            </a:lvl1pPr>
          </a:lstStyle>
          <a:p>
            <a:pPr lvl="0"/>
            <a:r>
              <a:rPr lang="en-US"/>
              <a:t>Edit Master text styles</a:t>
            </a:r>
          </a:p>
        </p:txBody>
      </p:sp>
      <p:pic>
        <p:nvPicPr>
          <p:cNvPr id="9" name="LogoDisclaimerPage"/>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30930" y="421118"/>
            <a:ext cx="2141721" cy="938735"/>
          </a:xfrm>
          <a:prstGeom prst="rect">
            <a:avLst/>
          </a:prstGeom>
        </p:spPr>
      </p:pic>
    </p:spTree>
    <p:extLst>
      <p:ext uri="{BB962C8B-B14F-4D97-AF65-F5344CB8AC3E}">
        <p14:creationId xmlns:p14="http://schemas.microsoft.com/office/powerpoint/2010/main" val="217987109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47" Type="http://schemas.openxmlformats.org/officeDocument/2006/relationships/image" Target="../media/image1.emf"/><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ags" Target="../tags/tag3.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vmlDrawing" Target="../drawings/vmlDrawing1.v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oleObject" Target="../embeddings/oleObject1.bin"/><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67.xml"/><Relationship Id="rId21" Type="http://schemas.openxmlformats.org/officeDocument/2006/relationships/slideLayout" Target="../slideLayouts/slideLayout62.xml"/><Relationship Id="rId42" Type="http://schemas.openxmlformats.org/officeDocument/2006/relationships/slideLayout" Target="../slideLayouts/slideLayout83.xml"/><Relationship Id="rId47" Type="http://schemas.openxmlformats.org/officeDocument/2006/relationships/slideLayout" Target="../slideLayouts/slideLayout88.xml"/><Relationship Id="rId63" Type="http://schemas.openxmlformats.org/officeDocument/2006/relationships/slideLayout" Target="../slideLayouts/slideLayout104.xml"/><Relationship Id="rId68" Type="http://schemas.openxmlformats.org/officeDocument/2006/relationships/vmlDrawing" Target="../drawings/vmlDrawing3.vml"/><Relationship Id="rId7" Type="http://schemas.openxmlformats.org/officeDocument/2006/relationships/slideLayout" Target="../slideLayouts/slideLayout48.xml"/><Relationship Id="rId71" Type="http://schemas.openxmlformats.org/officeDocument/2006/relationships/oleObject" Target="../embeddings/oleObject3.bin"/><Relationship Id="rId2" Type="http://schemas.openxmlformats.org/officeDocument/2006/relationships/slideLayout" Target="../slideLayouts/slideLayout43.xml"/><Relationship Id="rId16" Type="http://schemas.openxmlformats.org/officeDocument/2006/relationships/slideLayout" Target="../slideLayouts/slideLayout57.xml"/><Relationship Id="rId29" Type="http://schemas.openxmlformats.org/officeDocument/2006/relationships/slideLayout" Target="../slideLayouts/slideLayout70.xml"/><Relationship Id="rId11" Type="http://schemas.openxmlformats.org/officeDocument/2006/relationships/slideLayout" Target="../slideLayouts/slideLayout52.xml"/><Relationship Id="rId24" Type="http://schemas.openxmlformats.org/officeDocument/2006/relationships/slideLayout" Target="../slideLayouts/slideLayout65.xml"/><Relationship Id="rId32" Type="http://schemas.openxmlformats.org/officeDocument/2006/relationships/slideLayout" Target="../slideLayouts/slideLayout73.xml"/><Relationship Id="rId37" Type="http://schemas.openxmlformats.org/officeDocument/2006/relationships/slideLayout" Target="../slideLayouts/slideLayout78.xml"/><Relationship Id="rId40" Type="http://schemas.openxmlformats.org/officeDocument/2006/relationships/slideLayout" Target="../slideLayouts/slideLayout81.xml"/><Relationship Id="rId45" Type="http://schemas.openxmlformats.org/officeDocument/2006/relationships/slideLayout" Target="../slideLayouts/slideLayout86.xml"/><Relationship Id="rId53" Type="http://schemas.openxmlformats.org/officeDocument/2006/relationships/slideLayout" Target="../slideLayouts/slideLayout94.xml"/><Relationship Id="rId58" Type="http://schemas.openxmlformats.org/officeDocument/2006/relationships/slideLayout" Target="../slideLayouts/slideLayout99.xml"/><Relationship Id="rId66" Type="http://schemas.openxmlformats.org/officeDocument/2006/relationships/slideLayout" Target="../slideLayouts/slideLayout107.xml"/><Relationship Id="rId5" Type="http://schemas.openxmlformats.org/officeDocument/2006/relationships/slideLayout" Target="../slideLayouts/slideLayout46.xml"/><Relationship Id="rId61" Type="http://schemas.openxmlformats.org/officeDocument/2006/relationships/slideLayout" Target="../slideLayouts/slideLayout102.xml"/><Relationship Id="rId19" Type="http://schemas.openxmlformats.org/officeDocument/2006/relationships/slideLayout" Target="../slideLayouts/slideLayout60.xml"/><Relationship Id="rId14" Type="http://schemas.openxmlformats.org/officeDocument/2006/relationships/slideLayout" Target="../slideLayouts/slideLayout55.xml"/><Relationship Id="rId22" Type="http://schemas.openxmlformats.org/officeDocument/2006/relationships/slideLayout" Target="../slideLayouts/slideLayout63.xml"/><Relationship Id="rId27" Type="http://schemas.openxmlformats.org/officeDocument/2006/relationships/slideLayout" Target="../slideLayouts/slideLayout68.xml"/><Relationship Id="rId30" Type="http://schemas.openxmlformats.org/officeDocument/2006/relationships/slideLayout" Target="../slideLayouts/slideLayout71.xml"/><Relationship Id="rId35" Type="http://schemas.openxmlformats.org/officeDocument/2006/relationships/slideLayout" Target="../slideLayouts/slideLayout76.xml"/><Relationship Id="rId43" Type="http://schemas.openxmlformats.org/officeDocument/2006/relationships/slideLayout" Target="../slideLayouts/slideLayout84.xml"/><Relationship Id="rId48" Type="http://schemas.openxmlformats.org/officeDocument/2006/relationships/slideLayout" Target="../slideLayouts/slideLayout89.xml"/><Relationship Id="rId56" Type="http://schemas.openxmlformats.org/officeDocument/2006/relationships/slideLayout" Target="../slideLayouts/slideLayout97.xml"/><Relationship Id="rId64" Type="http://schemas.openxmlformats.org/officeDocument/2006/relationships/slideLayout" Target="../slideLayouts/slideLayout105.xml"/><Relationship Id="rId69" Type="http://schemas.openxmlformats.org/officeDocument/2006/relationships/tags" Target="../tags/tag6.xml"/><Relationship Id="rId8" Type="http://schemas.openxmlformats.org/officeDocument/2006/relationships/slideLayout" Target="../slideLayouts/slideLayout49.xml"/><Relationship Id="rId51" Type="http://schemas.openxmlformats.org/officeDocument/2006/relationships/slideLayout" Target="../slideLayouts/slideLayout92.xml"/><Relationship Id="rId72" Type="http://schemas.openxmlformats.org/officeDocument/2006/relationships/image" Target="../media/image1.emf"/><Relationship Id="rId3" Type="http://schemas.openxmlformats.org/officeDocument/2006/relationships/slideLayout" Target="../slideLayouts/slideLayout44.xml"/><Relationship Id="rId12" Type="http://schemas.openxmlformats.org/officeDocument/2006/relationships/slideLayout" Target="../slideLayouts/slideLayout53.xml"/><Relationship Id="rId17" Type="http://schemas.openxmlformats.org/officeDocument/2006/relationships/slideLayout" Target="../slideLayouts/slideLayout58.xml"/><Relationship Id="rId25" Type="http://schemas.openxmlformats.org/officeDocument/2006/relationships/slideLayout" Target="../slideLayouts/slideLayout66.xml"/><Relationship Id="rId33" Type="http://schemas.openxmlformats.org/officeDocument/2006/relationships/slideLayout" Target="../slideLayouts/slideLayout74.xml"/><Relationship Id="rId38" Type="http://schemas.openxmlformats.org/officeDocument/2006/relationships/slideLayout" Target="../slideLayouts/slideLayout79.xml"/><Relationship Id="rId46" Type="http://schemas.openxmlformats.org/officeDocument/2006/relationships/slideLayout" Target="../slideLayouts/slideLayout87.xml"/><Relationship Id="rId59" Type="http://schemas.openxmlformats.org/officeDocument/2006/relationships/slideLayout" Target="../slideLayouts/slideLayout100.xml"/><Relationship Id="rId67" Type="http://schemas.openxmlformats.org/officeDocument/2006/relationships/theme" Target="../theme/theme2.xml"/><Relationship Id="rId20" Type="http://schemas.openxmlformats.org/officeDocument/2006/relationships/slideLayout" Target="../slideLayouts/slideLayout61.xml"/><Relationship Id="rId41" Type="http://schemas.openxmlformats.org/officeDocument/2006/relationships/slideLayout" Target="../slideLayouts/slideLayout82.xml"/><Relationship Id="rId54" Type="http://schemas.openxmlformats.org/officeDocument/2006/relationships/slideLayout" Target="../slideLayouts/slideLayout95.xml"/><Relationship Id="rId62" Type="http://schemas.openxmlformats.org/officeDocument/2006/relationships/slideLayout" Target="../slideLayouts/slideLayout103.xml"/><Relationship Id="rId70" Type="http://schemas.openxmlformats.org/officeDocument/2006/relationships/tags" Target="../tags/tag7.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5" Type="http://schemas.openxmlformats.org/officeDocument/2006/relationships/slideLayout" Target="../slideLayouts/slideLayout56.xml"/><Relationship Id="rId23" Type="http://schemas.openxmlformats.org/officeDocument/2006/relationships/slideLayout" Target="../slideLayouts/slideLayout64.xml"/><Relationship Id="rId28" Type="http://schemas.openxmlformats.org/officeDocument/2006/relationships/slideLayout" Target="../slideLayouts/slideLayout69.xml"/><Relationship Id="rId36" Type="http://schemas.openxmlformats.org/officeDocument/2006/relationships/slideLayout" Target="../slideLayouts/slideLayout77.xml"/><Relationship Id="rId49" Type="http://schemas.openxmlformats.org/officeDocument/2006/relationships/slideLayout" Target="../slideLayouts/slideLayout90.xml"/><Relationship Id="rId57" Type="http://schemas.openxmlformats.org/officeDocument/2006/relationships/slideLayout" Target="../slideLayouts/slideLayout98.xml"/><Relationship Id="rId10" Type="http://schemas.openxmlformats.org/officeDocument/2006/relationships/slideLayout" Target="../slideLayouts/slideLayout51.xml"/><Relationship Id="rId31" Type="http://schemas.openxmlformats.org/officeDocument/2006/relationships/slideLayout" Target="../slideLayouts/slideLayout72.xml"/><Relationship Id="rId44" Type="http://schemas.openxmlformats.org/officeDocument/2006/relationships/slideLayout" Target="../slideLayouts/slideLayout85.xml"/><Relationship Id="rId52" Type="http://schemas.openxmlformats.org/officeDocument/2006/relationships/slideLayout" Target="../slideLayouts/slideLayout93.xml"/><Relationship Id="rId60" Type="http://schemas.openxmlformats.org/officeDocument/2006/relationships/slideLayout" Target="../slideLayouts/slideLayout101.xml"/><Relationship Id="rId65" Type="http://schemas.openxmlformats.org/officeDocument/2006/relationships/slideLayout" Target="../slideLayouts/slideLayout106.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3" Type="http://schemas.openxmlformats.org/officeDocument/2006/relationships/slideLayout" Target="../slideLayouts/slideLayout54.xml"/><Relationship Id="rId18" Type="http://schemas.openxmlformats.org/officeDocument/2006/relationships/slideLayout" Target="../slideLayouts/slideLayout59.xml"/><Relationship Id="rId39" Type="http://schemas.openxmlformats.org/officeDocument/2006/relationships/slideLayout" Target="../slideLayouts/slideLayout80.xml"/><Relationship Id="rId34" Type="http://schemas.openxmlformats.org/officeDocument/2006/relationships/slideLayout" Target="../slideLayouts/slideLayout75.xml"/><Relationship Id="rId50" Type="http://schemas.openxmlformats.org/officeDocument/2006/relationships/slideLayout" Target="../slideLayouts/slideLayout91.xml"/><Relationship Id="rId55" Type="http://schemas.openxmlformats.org/officeDocument/2006/relationships/slideLayout" Target="../slideLayouts/slideLayout96.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133.xml"/><Relationship Id="rId21" Type="http://schemas.openxmlformats.org/officeDocument/2006/relationships/slideLayout" Target="../slideLayouts/slideLayout128.xml"/><Relationship Id="rId34" Type="http://schemas.openxmlformats.org/officeDocument/2006/relationships/slideLayout" Target="../slideLayouts/slideLayout141.xml"/><Relationship Id="rId42" Type="http://schemas.openxmlformats.org/officeDocument/2006/relationships/slideLayout" Target="../slideLayouts/slideLayout149.xml"/><Relationship Id="rId47" Type="http://schemas.openxmlformats.org/officeDocument/2006/relationships/slideLayout" Target="../slideLayouts/slideLayout154.xml"/><Relationship Id="rId50" Type="http://schemas.openxmlformats.org/officeDocument/2006/relationships/slideLayout" Target="../slideLayouts/slideLayout157.xml"/><Relationship Id="rId55" Type="http://schemas.openxmlformats.org/officeDocument/2006/relationships/slideLayout" Target="../slideLayouts/slideLayout162.xml"/><Relationship Id="rId63" Type="http://schemas.openxmlformats.org/officeDocument/2006/relationships/tags" Target="../tags/tag22.xml"/><Relationship Id="rId7" Type="http://schemas.openxmlformats.org/officeDocument/2006/relationships/slideLayout" Target="../slideLayouts/slideLayout114.xml"/><Relationship Id="rId2" Type="http://schemas.openxmlformats.org/officeDocument/2006/relationships/slideLayout" Target="../slideLayouts/slideLayout109.xml"/><Relationship Id="rId16" Type="http://schemas.openxmlformats.org/officeDocument/2006/relationships/slideLayout" Target="../slideLayouts/slideLayout123.xml"/><Relationship Id="rId29" Type="http://schemas.openxmlformats.org/officeDocument/2006/relationships/slideLayout" Target="../slideLayouts/slideLayout136.xml"/><Relationship Id="rId11" Type="http://schemas.openxmlformats.org/officeDocument/2006/relationships/slideLayout" Target="../slideLayouts/slideLayout118.xml"/><Relationship Id="rId24" Type="http://schemas.openxmlformats.org/officeDocument/2006/relationships/slideLayout" Target="../slideLayouts/slideLayout131.xml"/><Relationship Id="rId32" Type="http://schemas.openxmlformats.org/officeDocument/2006/relationships/slideLayout" Target="../slideLayouts/slideLayout139.xml"/><Relationship Id="rId37" Type="http://schemas.openxmlformats.org/officeDocument/2006/relationships/slideLayout" Target="../slideLayouts/slideLayout144.xml"/><Relationship Id="rId40" Type="http://schemas.openxmlformats.org/officeDocument/2006/relationships/slideLayout" Target="../slideLayouts/slideLayout147.xml"/><Relationship Id="rId45" Type="http://schemas.openxmlformats.org/officeDocument/2006/relationships/slideLayout" Target="../slideLayouts/slideLayout152.xml"/><Relationship Id="rId53" Type="http://schemas.openxmlformats.org/officeDocument/2006/relationships/slideLayout" Target="../slideLayouts/slideLayout160.xml"/><Relationship Id="rId58" Type="http://schemas.openxmlformats.org/officeDocument/2006/relationships/slideLayout" Target="../slideLayouts/slideLayout165.xml"/><Relationship Id="rId66" Type="http://schemas.openxmlformats.org/officeDocument/2006/relationships/image" Target="../media/image1.emf"/><Relationship Id="rId5" Type="http://schemas.openxmlformats.org/officeDocument/2006/relationships/slideLayout" Target="../slideLayouts/slideLayout112.xml"/><Relationship Id="rId61" Type="http://schemas.openxmlformats.org/officeDocument/2006/relationships/theme" Target="../theme/theme3.xml"/><Relationship Id="rId19" Type="http://schemas.openxmlformats.org/officeDocument/2006/relationships/slideLayout" Target="../slideLayouts/slideLayout126.xml"/><Relationship Id="rId14" Type="http://schemas.openxmlformats.org/officeDocument/2006/relationships/slideLayout" Target="../slideLayouts/slideLayout121.xml"/><Relationship Id="rId22" Type="http://schemas.openxmlformats.org/officeDocument/2006/relationships/slideLayout" Target="../slideLayouts/slideLayout129.xml"/><Relationship Id="rId27" Type="http://schemas.openxmlformats.org/officeDocument/2006/relationships/slideLayout" Target="../slideLayouts/slideLayout134.xml"/><Relationship Id="rId30" Type="http://schemas.openxmlformats.org/officeDocument/2006/relationships/slideLayout" Target="../slideLayouts/slideLayout137.xml"/><Relationship Id="rId35" Type="http://schemas.openxmlformats.org/officeDocument/2006/relationships/slideLayout" Target="../slideLayouts/slideLayout142.xml"/><Relationship Id="rId43" Type="http://schemas.openxmlformats.org/officeDocument/2006/relationships/slideLayout" Target="../slideLayouts/slideLayout150.xml"/><Relationship Id="rId48" Type="http://schemas.openxmlformats.org/officeDocument/2006/relationships/slideLayout" Target="../slideLayouts/slideLayout155.xml"/><Relationship Id="rId56" Type="http://schemas.openxmlformats.org/officeDocument/2006/relationships/slideLayout" Target="../slideLayouts/slideLayout163.xml"/><Relationship Id="rId64" Type="http://schemas.openxmlformats.org/officeDocument/2006/relationships/tags" Target="../tags/tag23.xml"/><Relationship Id="rId8" Type="http://schemas.openxmlformats.org/officeDocument/2006/relationships/slideLayout" Target="../slideLayouts/slideLayout115.xml"/><Relationship Id="rId51" Type="http://schemas.openxmlformats.org/officeDocument/2006/relationships/slideLayout" Target="../slideLayouts/slideLayout158.xml"/><Relationship Id="rId3" Type="http://schemas.openxmlformats.org/officeDocument/2006/relationships/slideLayout" Target="../slideLayouts/slideLayout110.xml"/><Relationship Id="rId12" Type="http://schemas.openxmlformats.org/officeDocument/2006/relationships/slideLayout" Target="../slideLayouts/slideLayout119.xml"/><Relationship Id="rId17" Type="http://schemas.openxmlformats.org/officeDocument/2006/relationships/slideLayout" Target="../slideLayouts/slideLayout124.xml"/><Relationship Id="rId25" Type="http://schemas.openxmlformats.org/officeDocument/2006/relationships/slideLayout" Target="../slideLayouts/slideLayout132.xml"/><Relationship Id="rId33" Type="http://schemas.openxmlformats.org/officeDocument/2006/relationships/slideLayout" Target="../slideLayouts/slideLayout140.xml"/><Relationship Id="rId38" Type="http://schemas.openxmlformats.org/officeDocument/2006/relationships/slideLayout" Target="../slideLayouts/slideLayout145.xml"/><Relationship Id="rId46" Type="http://schemas.openxmlformats.org/officeDocument/2006/relationships/slideLayout" Target="../slideLayouts/slideLayout153.xml"/><Relationship Id="rId59" Type="http://schemas.openxmlformats.org/officeDocument/2006/relationships/slideLayout" Target="../slideLayouts/slideLayout166.xml"/><Relationship Id="rId20" Type="http://schemas.openxmlformats.org/officeDocument/2006/relationships/slideLayout" Target="../slideLayouts/slideLayout127.xml"/><Relationship Id="rId41" Type="http://schemas.openxmlformats.org/officeDocument/2006/relationships/slideLayout" Target="../slideLayouts/slideLayout148.xml"/><Relationship Id="rId54" Type="http://schemas.openxmlformats.org/officeDocument/2006/relationships/slideLayout" Target="../slideLayouts/slideLayout161.xml"/><Relationship Id="rId62" Type="http://schemas.openxmlformats.org/officeDocument/2006/relationships/vmlDrawing" Target="../drawings/vmlDrawing11.vml"/><Relationship Id="rId1" Type="http://schemas.openxmlformats.org/officeDocument/2006/relationships/slideLayout" Target="../slideLayouts/slideLayout108.xml"/><Relationship Id="rId6" Type="http://schemas.openxmlformats.org/officeDocument/2006/relationships/slideLayout" Target="../slideLayouts/slideLayout113.xml"/><Relationship Id="rId15" Type="http://schemas.openxmlformats.org/officeDocument/2006/relationships/slideLayout" Target="../slideLayouts/slideLayout122.xml"/><Relationship Id="rId23" Type="http://schemas.openxmlformats.org/officeDocument/2006/relationships/slideLayout" Target="../slideLayouts/slideLayout130.xml"/><Relationship Id="rId28" Type="http://schemas.openxmlformats.org/officeDocument/2006/relationships/slideLayout" Target="../slideLayouts/slideLayout135.xml"/><Relationship Id="rId36" Type="http://schemas.openxmlformats.org/officeDocument/2006/relationships/slideLayout" Target="../slideLayouts/slideLayout143.xml"/><Relationship Id="rId49" Type="http://schemas.openxmlformats.org/officeDocument/2006/relationships/slideLayout" Target="../slideLayouts/slideLayout156.xml"/><Relationship Id="rId57" Type="http://schemas.openxmlformats.org/officeDocument/2006/relationships/slideLayout" Target="../slideLayouts/slideLayout164.xml"/><Relationship Id="rId10" Type="http://schemas.openxmlformats.org/officeDocument/2006/relationships/slideLayout" Target="../slideLayouts/slideLayout117.xml"/><Relationship Id="rId31" Type="http://schemas.openxmlformats.org/officeDocument/2006/relationships/slideLayout" Target="../slideLayouts/slideLayout138.xml"/><Relationship Id="rId44" Type="http://schemas.openxmlformats.org/officeDocument/2006/relationships/slideLayout" Target="../slideLayouts/slideLayout151.xml"/><Relationship Id="rId52" Type="http://schemas.openxmlformats.org/officeDocument/2006/relationships/slideLayout" Target="../slideLayouts/slideLayout159.xml"/><Relationship Id="rId60" Type="http://schemas.openxmlformats.org/officeDocument/2006/relationships/slideLayout" Target="../slideLayouts/slideLayout167.xml"/><Relationship Id="rId65" Type="http://schemas.openxmlformats.org/officeDocument/2006/relationships/oleObject" Target="../embeddings/oleObject11.bin"/><Relationship Id="rId4" Type="http://schemas.openxmlformats.org/officeDocument/2006/relationships/slideLayout" Target="../slideLayouts/slideLayout111.xml"/><Relationship Id="rId9" Type="http://schemas.openxmlformats.org/officeDocument/2006/relationships/slideLayout" Target="../slideLayouts/slideLayout116.xml"/><Relationship Id="rId13" Type="http://schemas.openxmlformats.org/officeDocument/2006/relationships/slideLayout" Target="../slideLayouts/slideLayout120.xml"/><Relationship Id="rId18" Type="http://schemas.openxmlformats.org/officeDocument/2006/relationships/slideLayout" Target="../slideLayouts/slideLayout125.xml"/><Relationship Id="rId39" Type="http://schemas.openxmlformats.org/officeDocument/2006/relationships/slideLayout" Target="../slideLayouts/slideLayout146.xml"/></Relationships>
</file>

<file path=ppt/slideMasters/_rels/slideMaster4.xml.rels><?xml version="1.0" encoding="UTF-8" standalone="yes"?>
<Relationships xmlns="http://schemas.openxmlformats.org/package/2006/relationships"><Relationship Id="rId26" Type="http://schemas.openxmlformats.org/officeDocument/2006/relationships/slideLayout" Target="../slideLayouts/slideLayout193.xml"/><Relationship Id="rId21" Type="http://schemas.openxmlformats.org/officeDocument/2006/relationships/slideLayout" Target="../slideLayouts/slideLayout188.xml"/><Relationship Id="rId34" Type="http://schemas.openxmlformats.org/officeDocument/2006/relationships/slideLayout" Target="../slideLayouts/slideLayout201.xml"/><Relationship Id="rId42" Type="http://schemas.openxmlformats.org/officeDocument/2006/relationships/slideLayout" Target="../slideLayouts/slideLayout209.xml"/><Relationship Id="rId47" Type="http://schemas.openxmlformats.org/officeDocument/2006/relationships/slideLayout" Target="../slideLayouts/slideLayout214.xml"/><Relationship Id="rId50" Type="http://schemas.openxmlformats.org/officeDocument/2006/relationships/slideLayout" Target="../slideLayouts/slideLayout217.xml"/><Relationship Id="rId55" Type="http://schemas.openxmlformats.org/officeDocument/2006/relationships/slideLayout" Target="../slideLayouts/slideLayout222.xml"/><Relationship Id="rId63" Type="http://schemas.openxmlformats.org/officeDocument/2006/relationships/tags" Target="../tags/tag24.xml"/><Relationship Id="rId7" Type="http://schemas.openxmlformats.org/officeDocument/2006/relationships/slideLayout" Target="../slideLayouts/slideLayout174.xml"/><Relationship Id="rId2" Type="http://schemas.openxmlformats.org/officeDocument/2006/relationships/slideLayout" Target="../slideLayouts/slideLayout169.xml"/><Relationship Id="rId16" Type="http://schemas.openxmlformats.org/officeDocument/2006/relationships/slideLayout" Target="../slideLayouts/slideLayout183.xml"/><Relationship Id="rId29" Type="http://schemas.openxmlformats.org/officeDocument/2006/relationships/slideLayout" Target="../slideLayouts/slideLayout196.xml"/><Relationship Id="rId11" Type="http://schemas.openxmlformats.org/officeDocument/2006/relationships/slideLayout" Target="../slideLayouts/slideLayout178.xml"/><Relationship Id="rId24" Type="http://schemas.openxmlformats.org/officeDocument/2006/relationships/slideLayout" Target="../slideLayouts/slideLayout191.xml"/><Relationship Id="rId32" Type="http://schemas.openxmlformats.org/officeDocument/2006/relationships/slideLayout" Target="../slideLayouts/slideLayout199.xml"/><Relationship Id="rId37" Type="http://schemas.openxmlformats.org/officeDocument/2006/relationships/slideLayout" Target="../slideLayouts/slideLayout204.xml"/><Relationship Id="rId40" Type="http://schemas.openxmlformats.org/officeDocument/2006/relationships/slideLayout" Target="../slideLayouts/slideLayout207.xml"/><Relationship Id="rId45" Type="http://schemas.openxmlformats.org/officeDocument/2006/relationships/slideLayout" Target="../slideLayouts/slideLayout212.xml"/><Relationship Id="rId53" Type="http://schemas.openxmlformats.org/officeDocument/2006/relationships/slideLayout" Target="../slideLayouts/slideLayout220.xml"/><Relationship Id="rId58" Type="http://schemas.openxmlformats.org/officeDocument/2006/relationships/slideLayout" Target="../slideLayouts/slideLayout225.xml"/><Relationship Id="rId66" Type="http://schemas.openxmlformats.org/officeDocument/2006/relationships/image" Target="../media/image1.emf"/><Relationship Id="rId5" Type="http://schemas.openxmlformats.org/officeDocument/2006/relationships/slideLayout" Target="../slideLayouts/slideLayout172.xml"/><Relationship Id="rId61" Type="http://schemas.openxmlformats.org/officeDocument/2006/relationships/theme" Target="../theme/theme4.xml"/><Relationship Id="rId19" Type="http://schemas.openxmlformats.org/officeDocument/2006/relationships/slideLayout" Target="../slideLayouts/slideLayout186.xml"/><Relationship Id="rId14" Type="http://schemas.openxmlformats.org/officeDocument/2006/relationships/slideLayout" Target="../slideLayouts/slideLayout181.xml"/><Relationship Id="rId22" Type="http://schemas.openxmlformats.org/officeDocument/2006/relationships/slideLayout" Target="../slideLayouts/slideLayout189.xml"/><Relationship Id="rId27" Type="http://schemas.openxmlformats.org/officeDocument/2006/relationships/slideLayout" Target="../slideLayouts/slideLayout194.xml"/><Relationship Id="rId30" Type="http://schemas.openxmlformats.org/officeDocument/2006/relationships/slideLayout" Target="../slideLayouts/slideLayout197.xml"/><Relationship Id="rId35" Type="http://schemas.openxmlformats.org/officeDocument/2006/relationships/slideLayout" Target="../slideLayouts/slideLayout202.xml"/><Relationship Id="rId43" Type="http://schemas.openxmlformats.org/officeDocument/2006/relationships/slideLayout" Target="../slideLayouts/slideLayout210.xml"/><Relationship Id="rId48" Type="http://schemas.openxmlformats.org/officeDocument/2006/relationships/slideLayout" Target="../slideLayouts/slideLayout215.xml"/><Relationship Id="rId56" Type="http://schemas.openxmlformats.org/officeDocument/2006/relationships/slideLayout" Target="../slideLayouts/slideLayout223.xml"/><Relationship Id="rId64" Type="http://schemas.openxmlformats.org/officeDocument/2006/relationships/tags" Target="../tags/tag25.xml"/><Relationship Id="rId8" Type="http://schemas.openxmlformats.org/officeDocument/2006/relationships/slideLayout" Target="../slideLayouts/slideLayout175.xml"/><Relationship Id="rId51" Type="http://schemas.openxmlformats.org/officeDocument/2006/relationships/slideLayout" Target="../slideLayouts/slideLayout218.xml"/><Relationship Id="rId3" Type="http://schemas.openxmlformats.org/officeDocument/2006/relationships/slideLayout" Target="../slideLayouts/slideLayout170.xml"/><Relationship Id="rId12" Type="http://schemas.openxmlformats.org/officeDocument/2006/relationships/slideLayout" Target="../slideLayouts/slideLayout179.xml"/><Relationship Id="rId17" Type="http://schemas.openxmlformats.org/officeDocument/2006/relationships/slideLayout" Target="../slideLayouts/slideLayout184.xml"/><Relationship Id="rId25" Type="http://schemas.openxmlformats.org/officeDocument/2006/relationships/slideLayout" Target="../slideLayouts/slideLayout192.xml"/><Relationship Id="rId33" Type="http://schemas.openxmlformats.org/officeDocument/2006/relationships/slideLayout" Target="../slideLayouts/slideLayout200.xml"/><Relationship Id="rId38" Type="http://schemas.openxmlformats.org/officeDocument/2006/relationships/slideLayout" Target="../slideLayouts/slideLayout205.xml"/><Relationship Id="rId46" Type="http://schemas.openxmlformats.org/officeDocument/2006/relationships/slideLayout" Target="../slideLayouts/slideLayout213.xml"/><Relationship Id="rId59" Type="http://schemas.openxmlformats.org/officeDocument/2006/relationships/slideLayout" Target="../slideLayouts/slideLayout226.xml"/><Relationship Id="rId20" Type="http://schemas.openxmlformats.org/officeDocument/2006/relationships/slideLayout" Target="../slideLayouts/slideLayout187.xml"/><Relationship Id="rId41" Type="http://schemas.openxmlformats.org/officeDocument/2006/relationships/slideLayout" Target="../slideLayouts/slideLayout208.xml"/><Relationship Id="rId54" Type="http://schemas.openxmlformats.org/officeDocument/2006/relationships/slideLayout" Target="../slideLayouts/slideLayout221.xml"/><Relationship Id="rId62" Type="http://schemas.openxmlformats.org/officeDocument/2006/relationships/vmlDrawing" Target="../drawings/vmlDrawing12.vml"/><Relationship Id="rId1" Type="http://schemas.openxmlformats.org/officeDocument/2006/relationships/slideLayout" Target="../slideLayouts/slideLayout168.xml"/><Relationship Id="rId6" Type="http://schemas.openxmlformats.org/officeDocument/2006/relationships/slideLayout" Target="../slideLayouts/slideLayout173.xml"/><Relationship Id="rId15" Type="http://schemas.openxmlformats.org/officeDocument/2006/relationships/slideLayout" Target="../slideLayouts/slideLayout182.xml"/><Relationship Id="rId23" Type="http://schemas.openxmlformats.org/officeDocument/2006/relationships/slideLayout" Target="../slideLayouts/slideLayout190.xml"/><Relationship Id="rId28" Type="http://schemas.openxmlformats.org/officeDocument/2006/relationships/slideLayout" Target="../slideLayouts/slideLayout195.xml"/><Relationship Id="rId36" Type="http://schemas.openxmlformats.org/officeDocument/2006/relationships/slideLayout" Target="../slideLayouts/slideLayout203.xml"/><Relationship Id="rId49" Type="http://schemas.openxmlformats.org/officeDocument/2006/relationships/slideLayout" Target="../slideLayouts/slideLayout216.xml"/><Relationship Id="rId57" Type="http://schemas.openxmlformats.org/officeDocument/2006/relationships/slideLayout" Target="../slideLayouts/slideLayout224.xml"/><Relationship Id="rId10" Type="http://schemas.openxmlformats.org/officeDocument/2006/relationships/slideLayout" Target="../slideLayouts/slideLayout177.xml"/><Relationship Id="rId31" Type="http://schemas.openxmlformats.org/officeDocument/2006/relationships/slideLayout" Target="../slideLayouts/slideLayout198.xml"/><Relationship Id="rId44" Type="http://schemas.openxmlformats.org/officeDocument/2006/relationships/slideLayout" Target="../slideLayouts/slideLayout211.xml"/><Relationship Id="rId52" Type="http://schemas.openxmlformats.org/officeDocument/2006/relationships/slideLayout" Target="../slideLayouts/slideLayout219.xml"/><Relationship Id="rId60" Type="http://schemas.openxmlformats.org/officeDocument/2006/relationships/slideLayout" Target="../slideLayouts/slideLayout227.xml"/><Relationship Id="rId65" Type="http://schemas.openxmlformats.org/officeDocument/2006/relationships/oleObject" Target="../embeddings/oleObject12.bin"/><Relationship Id="rId4" Type="http://schemas.openxmlformats.org/officeDocument/2006/relationships/slideLayout" Target="../slideLayouts/slideLayout171.xml"/><Relationship Id="rId9" Type="http://schemas.openxmlformats.org/officeDocument/2006/relationships/slideLayout" Target="../slideLayouts/slideLayout176.xml"/><Relationship Id="rId13" Type="http://schemas.openxmlformats.org/officeDocument/2006/relationships/slideLayout" Target="../slideLayouts/slideLayout180.xml"/><Relationship Id="rId18" Type="http://schemas.openxmlformats.org/officeDocument/2006/relationships/slideLayout" Target="../slideLayouts/slideLayout185.xml"/><Relationship Id="rId39" Type="http://schemas.openxmlformats.org/officeDocument/2006/relationships/slideLayout" Target="../slideLayouts/slideLayout206.xml"/></Relationships>
</file>

<file path=ppt/slideMasters/_rels/slideMaster5.xml.rels><?xml version="1.0" encoding="UTF-8" standalone="yes"?>
<Relationships xmlns="http://schemas.openxmlformats.org/package/2006/relationships"><Relationship Id="rId26" Type="http://schemas.openxmlformats.org/officeDocument/2006/relationships/slideLayout" Target="../slideLayouts/slideLayout253.xml"/><Relationship Id="rId21" Type="http://schemas.openxmlformats.org/officeDocument/2006/relationships/slideLayout" Target="../slideLayouts/slideLayout248.xml"/><Relationship Id="rId42" Type="http://schemas.openxmlformats.org/officeDocument/2006/relationships/slideLayout" Target="../slideLayouts/slideLayout269.xml"/><Relationship Id="rId47" Type="http://schemas.openxmlformats.org/officeDocument/2006/relationships/slideLayout" Target="../slideLayouts/slideLayout274.xml"/><Relationship Id="rId63" Type="http://schemas.openxmlformats.org/officeDocument/2006/relationships/slideLayout" Target="../slideLayouts/slideLayout290.xml"/><Relationship Id="rId68" Type="http://schemas.openxmlformats.org/officeDocument/2006/relationships/slideLayout" Target="../slideLayouts/slideLayout295.xml"/><Relationship Id="rId2" Type="http://schemas.openxmlformats.org/officeDocument/2006/relationships/slideLayout" Target="../slideLayouts/slideLayout229.xml"/><Relationship Id="rId16" Type="http://schemas.openxmlformats.org/officeDocument/2006/relationships/slideLayout" Target="../slideLayouts/slideLayout243.xml"/><Relationship Id="rId29" Type="http://schemas.openxmlformats.org/officeDocument/2006/relationships/slideLayout" Target="../slideLayouts/slideLayout256.xml"/><Relationship Id="rId11" Type="http://schemas.openxmlformats.org/officeDocument/2006/relationships/slideLayout" Target="../slideLayouts/slideLayout238.xml"/><Relationship Id="rId24" Type="http://schemas.openxmlformats.org/officeDocument/2006/relationships/slideLayout" Target="../slideLayouts/slideLayout251.xml"/><Relationship Id="rId32" Type="http://schemas.openxmlformats.org/officeDocument/2006/relationships/slideLayout" Target="../slideLayouts/slideLayout259.xml"/><Relationship Id="rId37" Type="http://schemas.openxmlformats.org/officeDocument/2006/relationships/slideLayout" Target="../slideLayouts/slideLayout264.xml"/><Relationship Id="rId40" Type="http://schemas.openxmlformats.org/officeDocument/2006/relationships/slideLayout" Target="../slideLayouts/slideLayout267.xml"/><Relationship Id="rId45" Type="http://schemas.openxmlformats.org/officeDocument/2006/relationships/slideLayout" Target="../slideLayouts/slideLayout272.xml"/><Relationship Id="rId53" Type="http://schemas.openxmlformats.org/officeDocument/2006/relationships/slideLayout" Target="../slideLayouts/slideLayout280.xml"/><Relationship Id="rId58" Type="http://schemas.openxmlformats.org/officeDocument/2006/relationships/slideLayout" Target="../slideLayouts/slideLayout285.xml"/><Relationship Id="rId66" Type="http://schemas.openxmlformats.org/officeDocument/2006/relationships/slideLayout" Target="../slideLayouts/slideLayout293.xml"/><Relationship Id="rId74" Type="http://schemas.openxmlformats.org/officeDocument/2006/relationships/tags" Target="../tags/tag27.xml"/><Relationship Id="rId5" Type="http://schemas.openxmlformats.org/officeDocument/2006/relationships/slideLayout" Target="../slideLayouts/slideLayout232.xml"/><Relationship Id="rId61" Type="http://schemas.openxmlformats.org/officeDocument/2006/relationships/slideLayout" Target="../slideLayouts/slideLayout288.xml"/><Relationship Id="rId19" Type="http://schemas.openxmlformats.org/officeDocument/2006/relationships/slideLayout" Target="../slideLayouts/slideLayout246.xml"/><Relationship Id="rId14" Type="http://schemas.openxmlformats.org/officeDocument/2006/relationships/slideLayout" Target="../slideLayouts/slideLayout241.xml"/><Relationship Id="rId22" Type="http://schemas.openxmlformats.org/officeDocument/2006/relationships/slideLayout" Target="../slideLayouts/slideLayout249.xml"/><Relationship Id="rId27" Type="http://schemas.openxmlformats.org/officeDocument/2006/relationships/slideLayout" Target="../slideLayouts/slideLayout254.xml"/><Relationship Id="rId30" Type="http://schemas.openxmlformats.org/officeDocument/2006/relationships/slideLayout" Target="../slideLayouts/slideLayout257.xml"/><Relationship Id="rId35" Type="http://schemas.openxmlformats.org/officeDocument/2006/relationships/slideLayout" Target="../slideLayouts/slideLayout262.xml"/><Relationship Id="rId43" Type="http://schemas.openxmlformats.org/officeDocument/2006/relationships/slideLayout" Target="../slideLayouts/slideLayout270.xml"/><Relationship Id="rId48" Type="http://schemas.openxmlformats.org/officeDocument/2006/relationships/slideLayout" Target="../slideLayouts/slideLayout275.xml"/><Relationship Id="rId56" Type="http://schemas.openxmlformats.org/officeDocument/2006/relationships/slideLayout" Target="../slideLayouts/slideLayout283.xml"/><Relationship Id="rId64" Type="http://schemas.openxmlformats.org/officeDocument/2006/relationships/slideLayout" Target="../slideLayouts/slideLayout291.xml"/><Relationship Id="rId69" Type="http://schemas.openxmlformats.org/officeDocument/2006/relationships/slideLayout" Target="../slideLayouts/slideLayout296.xml"/><Relationship Id="rId8" Type="http://schemas.openxmlformats.org/officeDocument/2006/relationships/slideLayout" Target="../slideLayouts/slideLayout235.xml"/><Relationship Id="rId51" Type="http://schemas.openxmlformats.org/officeDocument/2006/relationships/slideLayout" Target="../slideLayouts/slideLayout278.xml"/><Relationship Id="rId72" Type="http://schemas.openxmlformats.org/officeDocument/2006/relationships/vmlDrawing" Target="../drawings/vmlDrawing13.vml"/><Relationship Id="rId3" Type="http://schemas.openxmlformats.org/officeDocument/2006/relationships/slideLayout" Target="../slideLayouts/slideLayout230.xml"/><Relationship Id="rId12" Type="http://schemas.openxmlformats.org/officeDocument/2006/relationships/slideLayout" Target="../slideLayouts/slideLayout239.xml"/><Relationship Id="rId17" Type="http://schemas.openxmlformats.org/officeDocument/2006/relationships/slideLayout" Target="../slideLayouts/slideLayout244.xml"/><Relationship Id="rId25" Type="http://schemas.openxmlformats.org/officeDocument/2006/relationships/slideLayout" Target="../slideLayouts/slideLayout252.xml"/><Relationship Id="rId33" Type="http://schemas.openxmlformats.org/officeDocument/2006/relationships/slideLayout" Target="../slideLayouts/slideLayout260.xml"/><Relationship Id="rId38" Type="http://schemas.openxmlformats.org/officeDocument/2006/relationships/slideLayout" Target="../slideLayouts/slideLayout265.xml"/><Relationship Id="rId46" Type="http://schemas.openxmlformats.org/officeDocument/2006/relationships/slideLayout" Target="../slideLayouts/slideLayout273.xml"/><Relationship Id="rId59" Type="http://schemas.openxmlformats.org/officeDocument/2006/relationships/slideLayout" Target="../slideLayouts/slideLayout286.xml"/><Relationship Id="rId67" Type="http://schemas.openxmlformats.org/officeDocument/2006/relationships/slideLayout" Target="../slideLayouts/slideLayout294.xml"/><Relationship Id="rId20" Type="http://schemas.openxmlformats.org/officeDocument/2006/relationships/slideLayout" Target="../slideLayouts/slideLayout247.xml"/><Relationship Id="rId41" Type="http://schemas.openxmlformats.org/officeDocument/2006/relationships/slideLayout" Target="../slideLayouts/slideLayout268.xml"/><Relationship Id="rId54" Type="http://schemas.openxmlformats.org/officeDocument/2006/relationships/slideLayout" Target="../slideLayouts/slideLayout281.xml"/><Relationship Id="rId62" Type="http://schemas.openxmlformats.org/officeDocument/2006/relationships/slideLayout" Target="../slideLayouts/slideLayout289.xml"/><Relationship Id="rId70" Type="http://schemas.openxmlformats.org/officeDocument/2006/relationships/slideLayout" Target="../slideLayouts/slideLayout297.xml"/><Relationship Id="rId75" Type="http://schemas.openxmlformats.org/officeDocument/2006/relationships/oleObject" Target="../embeddings/oleObject13.bin"/><Relationship Id="rId1" Type="http://schemas.openxmlformats.org/officeDocument/2006/relationships/slideLayout" Target="../slideLayouts/slideLayout228.xml"/><Relationship Id="rId6" Type="http://schemas.openxmlformats.org/officeDocument/2006/relationships/slideLayout" Target="../slideLayouts/slideLayout233.xml"/><Relationship Id="rId15" Type="http://schemas.openxmlformats.org/officeDocument/2006/relationships/slideLayout" Target="../slideLayouts/slideLayout242.xml"/><Relationship Id="rId23" Type="http://schemas.openxmlformats.org/officeDocument/2006/relationships/slideLayout" Target="../slideLayouts/slideLayout250.xml"/><Relationship Id="rId28" Type="http://schemas.openxmlformats.org/officeDocument/2006/relationships/slideLayout" Target="../slideLayouts/slideLayout255.xml"/><Relationship Id="rId36" Type="http://schemas.openxmlformats.org/officeDocument/2006/relationships/slideLayout" Target="../slideLayouts/slideLayout263.xml"/><Relationship Id="rId49" Type="http://schemas.openxmlformats.org/officeDocument/2006/relationships/slideLayout" Target="../slideLayouts/slideLayout276.xml"/><Relationship Id="rId57" Type="http://schemas.openxmlformats.org/officeDocument/2006/relationships/slideLayout" Target="../slideLayouts/slideLayout284.xml"/><Relationship Id="rId10" Type="http://schemas.openxmlformats.org/officeDocument/2006/relationships/slideLayout" Target="../slideLayouts/slideLayout237.xml"/><Relationship Id="rId31" Type="http://schemas.openxmlformats.org/officeDocument/2006/relationships/slideLayout" Target="../slideLayouts/slideLayout258.xml"/><Relationship Id="rId44" Type="http://schemas.openxmlformats.org/officeDocument/2006/relationships/slideLayout" Target="../slideLayouts/slideLayout271.xml"/><Relationship Id="rId52" Type="http://schemas.openxmlformats.org/officeDocument/2006/relationships/slideLayout" Target="../slideLayouts/slideLayout279.xml"/><Relationship Id="rId60" Type="http://schemas.openxmlformats.org/officeDocument/2006/relationships/slideLayout" Target="../slideLayouts/slideLayout287.xml"/><Relationship Id="rId65" Type="http://schemas.openxmlformats.org/officeDocument/2006/relationships/slideLayout" Target="../slideLayouts/slideLayout292.xml"/><Relationship Id="rId73" Type="http://schemas.openxmlformats.org/officeDocument/2006/relationships/tags" Target="../tags/tag26.xml"/><Relationship Id="rId4" Type="http://schemas.openxmlformats.org/officeDocument/2006/relationships/slideLayout" Target="../slideLayouts/slideLayout231.xml"/><Relationship Id="rId9" Type="http://schemas.openxmlformats.org/officeDocument/2006/relationships/slideLayout" Target="../slideLayouts/slideLayout236.xml"/><Relationship Id="rId13" Type="http://schemas.openxmlformats.org/officeDocument/2006/relationships/slideLayout" Target="../slideLayouts/slideLayout240.xml"/><Relationship Id="rId18" Type="http://schemas.openxmlformats.org/officeDocument/2006/relationships/slideLayout" Target="../slideLayouts/slideLayout245.xml"/><Relationship Id="rId39" Type="http://schemas.openxmlformats.org/officeDocument/2006/relationships/slideLayout" Target="../slideLayouts/slideLayout266.xml"/><Relationship Id="rId34" Type="http://schemas.openxmlformats.org/officeDocument/2006/relationships/slideLayout" Target="../slideLayouts/slideLayout261.xml"/><Relationship Id="rId50" Type="http://schemas.openxmlformats.org/officeDocument/2006/relationships/slideLayout" Target="../slideLayouts/slideLayout277.xml"/><Relationship Id="rId55" Type="http://schemas.openxmlformats.org/officeDocument/2006/relationships/slideLayout" Target="../slideLayouts/slideLayout282.xml"/><Relationship Id="rId76" Type="http://schemas.openxmlformats.org/officeDocument/2006/relationships/image" Target="../media/image1.emf"/><Relationship Id="rId7" Type="http://schemas.openxmlformats.org/officeDocument/2006/relationships/slideLayout" Target="../slideLayouts/slideLayout234.xml"/><Relationship Id="rId71"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4"/>
            </p:custDataLst>
            <p:extLst>
              <p:ext uri="{D42A27DB-BD31-4B8C-83A1-F6EECF244321}">
                <p14:modId xmlns:p14="http://schemas.microsoft.com/office/powerpoint/2010/main" val="434483267"/>
              </p:ext>
            </p:extLst>
          </p:nvPr>
        </p:nvGraphicFramePr>
        <p:xfrm>
          <a:off x="2122" y="1592"/>
          <a:ext cx="2117" cy="1587"/>
        </p:xfrm>
        <a:graphic>
          <a:graphicData uri="http://schemas.openxmlformats.org/presentationml/2006/ole">
            <mc:AlternateContent xmlns:mc="http://schemas.openxmlformats.org/markup-compatibility/2006">
              <mc:Choice xmlns:v="urn:schemas-microsoft-com:vml" Requires="v">
                <p:oleObj spid="_x0000_s5179" name="think-cell Slide" r:id="rId46" imgW="270" imgH="270" progId="TCLayout.ActiveDocument.1">
                  <p:embed/>
                </p:oleObj>
              </mc:Choice>
              <mc:Fallback>
                <p:oleObj name="think-cell Slide" r:id="rId46" imgW="270" imgH="270" progId="TCLayout.ActiveDocument.1">
                  <p:embed/>
                  <p:pic>
                    <p:nvPicPr>
                      <p:cNvPr id="4" name="Object 3" hidden="1"/>
                      <p:cNvPicPr/>
                      <p:nvPr/>
                    </p:nvPicPr>
                    <p:blipFill>
                      <a:blip r:embed="rId47"/>
                      <a:stretch>
                        <a:fillRect/>
                      </a:stretch>
                    </p:blipFill>
                    <p:spPr>
                      <a:xfrm>
                        <a:off x="2122" y="1592"/>
                        <a:ext cx="2117" cy="1587"/>
                      </a:xfrm>
                      <a:prstGeom prst="rect">
                        <a:avLst/>
                      </a:prstGeom>
                    </p:spPr>
                  </p:pic>
                </p:oleObj>
              </mc:Fallback>
            </mc:AlternateContent>
          </a:graphicData>
        </a:graphic>
      </p:graphicFrame>
      <p:sp>
        <p:nvSpPr>
          <p:cNvPr id="5" name="Rectangle 4" hidden="1"/>
          <p:cNvSpPr/>
          <p:nvPr userDrawn="1">
            <p:custDataLst>
              <p:tags r:id="rId45"/>
            </p:custDataLst>
          </p:nvPr>
        </p:nvSpPr>
        <p:spPr bwMode="gray">
          <a:xfrm>
            <a:off x="0" y="0"/>
            <a:ext cx="140074" cy="140074"/>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eaLnBrk="1">
              <a:lnSpc>
                <a:spcPct val="106000"/>
              </a:lnSpc>
              <a:buFont typeface="Wingdings 2" pitchFamily="18" charset="2"/>
              <a:buNone/>
            </a:pPr>
            <a:endParaRPr lang="en-US" sz="2667"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501654" y="317505"/>
            <a:ext cx="11188700" cy="692150"/>
          </a:xfrm>
          <a:prstGeom prst="rect">
            <a:avLst/>
          </a:prstGeom>
        </p:spPr>
        <p:txBody>
          <a:bodyPr vert="horz" lIns="0" tIns="0" rIns="0" bIns="0" rtlCol="0" anchor="t" anchorCtr="0">
            <a:noAutofit/>
          </a:bodyPr>
          <a:lstStyle/>
          <a:p>
            <a:r>
              <a:rPr lang="en-US" noProof="0"/>
              <a:t>Click to edit Master title style</a:t>
            </a:r>
          </a:p>
        </p:txBody>
      </p:sp>
      <p:sp>
        <p:nvSpPr>
          <p:cNvPr id="18" name="TextBox 17"/>
          <p:cNvSpPr txBox="1"/>
          <p:nvPr userDrawn="1"/>
        </p:nvSpPr>
        <p:spPr>
          <a:xfrm>
            <a:off x="501653" y="6629409"/>
            <a:ext cx="5355169" cy="201260"/>
          </a:xfrm>
          <a:prstGeom prst="rect">
            <a:avLst/>
          </a:prstGeom>
          <a:noFill/>
        </p:spPr>
        <p:txBody>
          <a:bodyPr wrap="square" lIns="0" tIns="0" rIns="0" bIns="0" rtlCol="0">
            <a:noAutofit/>
          </a:bodyPr>
          <a:lstStyle/>
          <a:p>
            <a:pPr>
              <a:spcBef>
                <a:spcPts val="800"/>
              </a:spcBef>
              <a:buSzPct val="100000"/>
              <a:buFont typeface="Arial"/>
              <a:buNone/>
            </a:pPr>
            <a:r>
              <a:rPr lang="fr-FR" sz="867">
                <a:solidFill>
                  <a:prstClr val="black"/>
                </a:solidFill>
              </a:rPr>
              <a:t>© 2022 Deloitte Touche Tohmatsu India LLP</a:t>
            </a:r>
          </a:p>
        </p:txBody>
      </p:sp>
      <p:sp>
        <p:nvSpPr>
          <p:cNvPr id="19" name="Text Placeholder 18"/>
          <p:cNvSpPr>
            <a:spLocks noGrp="1"/>
          </p:cNvSpPr>
          <p:nvPr>
            <p:ph type="body" idx="1"/>
          </p:nvPr>
        </p:nvSpPr>
        <p:spPr>
          <a:xfrm>
            <a:off x="501653" y="1665290"/>
            <a:ext cx="11188700" cy="4716462"/>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Box 2"/>
          <p:cNvSpPr txBox="1"/>
          <p:nvPr userDrawn="1"/>
        </p:nvSpPr>
        <p:spPr>
          <a:xfrm>
            <a:off x="11382379" y="6629406"/>
            <a:ext cx="307976" cy="100027"/>
          </a:xfrm>
          <a:prstGeom prst="rect">
            <a:avLst/>
          </a:prstGeom>
          <a:noFill/>
        </p:spPr>
        <p:txBody>
          <a:bodyPr wrap="square" lIns="0" tIns="0" rIns="0" bIns="0" rtlCol="0">
            <a:noAutofit/>
          </a:bodyPr>
          <a:lstStyle/>
          <a:p>
            <a:pPr algn="r">
              <a:spcBef>
                <a:spcPts val="800"/>
              </a:spcBef>
              <a:buSzPct val="100000"/>
              <a:buFont typeface="Arial"/>
              <a:buNone/>
            </a:pPr>
            <a:fld id="{C58DF478-B544-4ED8-9ED4-6A2648E2D233}" type="slidenum">
              <a:rPr lang="en-US" sz="867" smtClean="0">
                <a:solidFill>
                  <a:prstClr val="black"/>
                </a:solidFill>
              </a:rPr>
              <a:pPr algn="r">
                <a:spcBef>
                  <a:spcPts val="800"/>
                </a:spcBef>
                <a:buSzPct val="100000"/>
                <a:buFont typeface="Arial"/>
                <a:buNone/>
              </a:pPr>
              <a:t>‹#›</a:t>
            </a:fld>
            <a:endParaRPr lang="en-US" sz="867">
              <a:solidFill>
                <a:prstClr val="black"/>
              </a:solidFill>
            </a:endParaRPr>
          </a:p>
        </p:txBody>
      </p:sp>
    </p:spTree>
    <p:extLst>
      <p:ext uri="{BB962C8B-B14F-4D97-AF65-F5344CB8AC3E}">
        <p14:creationId xmlns:p14="http://schemas.microsoft.com/office/powerpoint/2010/main" val="505202657"/>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 id="2147483714" r:id="rId18"/>
    <p:sldLayoutId id="2147483715" r:id="rId19"/>
    <p:sldLayoutId id="2147483716" r:id="rId20"/>
    <p:sldLayoutId id="2147483717" r:id="rId21"/>
    <p:sldLayoutId id="2147483718" r:id="rId22"/>
    <p:sldLayoutId id="2147483719" r:id="rId23"/>
    <p:sldLayoutId id="2147483720" r:id="rId24"/>
    <p:sldLayoutId id="2147483721" r:id="rId25"/>
    <p:sldLayoutId id="2147483722" r:id="rId26"/>
    <p:sldLayoutId id="2147483723" r:id="rId27"/>
    <p:sldLayoutId id="2147483724" r:id="rId28"/>
    <p:sldLayoutId id="2147483725" r:id="rId29"/>
    <p:sldLayoutId id="2147483726" r:id="rId30"/>
    <p:sldLayoutId id="2147483727" r:id="rId31"/>
    <p:sldLayoutId id="2147483728" r:id="rId32"/>
    <p:sldLayoutId id="2147483729" r:id="rId33"/>
    <p:sldLayoutId id="2147483730" r:id="rId34"/>
    <p:sldLayoutId id="2147483731" r:id="rId35"/>
    <p:sldLayoutId id="2147483732" r:id="rId36"/>
    <p:sldLayoutId id="2147483733" r:id="rId37"/>
    <p:sldLayoutId id="2147483734" r:id="rId38"/>
    <p:sldLayoutId id="2147483735" r:id="rId39"/>
    <p:sldLayoutId id="2147483736" r:id="rId40"/>
    <p:sldLayoutId id="2147483737" r:id="rId41"/>
  </p:sldLayoutIdLst>
  <p:transition>
    <p:fade/>
  </p:transition>
  <p:hf hdr="0" dt="0"/>
  <p:txStyles>
    <p:titleStyle>
      <a:lvl1pPr algn="l" defTabSz="1219144" rtl="0" eaLnBrk="1" latinLnBrk="0" hangingPunct="1">
        <a:spcBef>
          <a:spcPct val="0"/>
        </a:spcBef>
        <a:buNone/>
        <a:defRPr sz="2667" kern="1200">
          <a:solidFill>
            <a:schemeClr val="tx1"/>
          </a:solidFill>
          <a:latin typeface="+mj-lt"/>
          <a:ea typeface="+mj-ea"/>
          <a:cs typeface="+mj-cs"/>
        </a:defRPr>
      </a:lvl1pPr>
    </p:titleStyle>
    <p:bodyStyle>
      <a:lvl1pPr marL="0" indent="0" algn="l" defTabSz="1219144"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144"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189" indent="-235189" algn="l" defTabSz="1219144"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178" indent="-235189" algn="l" defTabSz="1219144"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367" indent="-235189" algn="l" defTabSz="1064636"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367" indent="-235189" algn="l" defTabSz="1219144"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67" indent="-235189" algn="l" defTabSz="1219144"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67" indent="-235189" algn="l" defTabSz="1219144"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67" indent="-235189" algn="l" defTabSz="1219144"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44" rtl="0" eaLnBrk="1" latinLnBrk="0" hangingPunct="1">
        <a:defRPr sz="2399" kern="1200">
          <a:solidFill>
            <a:schemeClr val="tx1"/>
          </a:solidFill>
          <a:latin typeface="+mn-lt"/>
          <a:ea typeface="+mn-ea"/>
          <a:cs typeface="+mn-cs"/>
        </a:defRPr>
      </a:lvl1pPr>
      <a:lvl2pPr marL="609573" algn="l" defTabSz="1219144" rtl="0" eaLnBrk="1" latinLnBrk="0" hangingPunct="1">
        <a:defRPr sz="2399" kern="1200">
          <a:solidFill>
            <a:schemeClr val="tx1"/>
          </a:solidFill>
          <a:latin typeface="+mn-lt"/>
          <a:ea typeface="+mn-ea"/>
          <a:cs typeface="+mn-cs"/>
        </a:defRPr>
      </a:lvl2pPr>
      <a:lvl3pPr marL="1219144" algn="l" defTabSz="1219144" rtl="0" eaLnBrk="1" latinLnBrk="0" hangingPunct="1">
        <a:defRPr sz="2399" kern="1200">
          <a:solidFill>
            <a:schemeClr val="tx1"/>
          </a:solidFill>
          <a:latin typeface="+mn-lt"/>
          <a:ea typeface="+mn-ea"/>
          <a:cs typeface="+mn-cs"/>
        </a:defRPr>
      </a:lvl3pPr>
      <a:lvl4pPr marL="1828717" algn="l" defTabSz="1219144" rtl="0" eaLnBrk="1" latinLnBrk="0" hangingPunct="1">
        <a:defRPr sz="2399" kern="1200">
          <a:solidFill>
            <a:schemeClr val="tx1"/>
          </a:solidFill>
          <a:latin typeface="+mn-lt"/>
          <a:ea typeface="+mn-ea"/>
          <a:cs typeface="+mn-cs"/>
        </a:defRPr>
      </a:lvl4pPr>
      <a:lvl5pPr marL="2438289" algn="l" defTabSz="1219144" rtl="0" eaLnBrk="1" latinLnBrk="0" hangingPunct="1">
        <a:defRPr sz="2399" kern="1200">
          <a:solidFill>
            <a:schemeClr val="tx1"/>
          </a:solidFill>
          <a:latin typeface="+mn-lt"/>
          <a:ea typeface="+mn-ea"/>
          <a:cs typeface="+mn-cs"/>
        </a:defRPr>
      </a:lvl5pPr>
      <a:lvl6pPr marL="3047862" algn="l" defTabSz="1219144" rtl="0" eaLnBrk="1" latinLnBrk="0" hangingPunct="1">
        <a:defRPr sz="2399" kern="1200">
          <a:solidFill>
            <a:schemeClr val="tx1"/>
          </a:solidFill>
          <a:latin typeface="+mn-lt"/>
          <a:ea typeface="+mn-ea"/>
          <a:cs typeface="+mn-cs"/>
        </a:defRPr>
      </a:lvl6pPr>
      <a:lvl7pPr marL="3657433" algn="l" defTabSz="1219144" rtl="0" eaLnBrk="1" latinLnBrk="0" hangingPunct="1">
        <a:defRPr sz="2399" kern="1200">
          <a:solidFill>
            <a:schemeClr val="tx1"/>
          </a:solidFill>
          <a:latin typeface="+mn-lt"/>
          <a:ea typeface="+mn-ea"/>
          <a:cs typeface="+mn-cs"/>
        </a:defRPr>
      </a:lvl7pPr>
      <a:lvl8pPr marL="4267005" algn="l" defTabSz="1219144" rtl="0" eaLnBrk="1" latinLnBrk="0" hangingPunct="1">
        <a:defRPr sz="2399" kern="1200">
          <a:solidFill>
            <a:schemeClr val="tx1"/>
          </a:solidFill>
          <a:latin typeface="+mn-lt"/>
          <a:ea typeface="+mn-ea"/>
          <a:cs typeface="+mn-cs"/>
        </a:defRPr>
      </a:lvl8pPr>
      <a:lvl9pPr marL="4876579" algn="l" defTabSz="1219144" rtl="0" eaLnBrk="1" latinLnBrk="0" hangingPunct="1">
        <a:defRPr sz="23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556">
          <p15:clr>
            <a:srgbClr val="F26B43"/>
          </p15:clr>
        </p15:guide>
        <p15:guide id="2" pos="359">
          <p15:clr>
            <a:srgbClr val="F26B43"/>
          </p15:clr>
        </p15:guide>
        <p15:guide id="3" pos="8345">
          <p15:clr>
            <a:srgbClr val="F26B43"/>
          </p15:clr>
        </p15:guide>
        <p15:guide id="4" orient="horz" pos="227">
          <p15:clr>
            <a:srgbClr val="F26B43"/>
          </p15:clr>
        </p15:guide>
        <p15:guide id="5" orient="horz" pos="1189">
          <p15:clr>
            <a:srgbClr val="F26B43"/>
          </p15:clr>
        </p15:guide>
        <p15:guide id="6" orient="horz" pos="725">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69"/>
            </p:custDataLst>
            <p:extLst>
              <p:ext uri="{D42A27DB-BD31-4B8C-83A1-F6EECF244321}">
                <p14:modId xmlns:p14="http://schemas.microsoft.com/office/powerpoint/2010/main" val="295500277"/>
              </p:ext>
            </p:extLst>
          </p:nvPr>
        </p:nvGraphicFramePr>
        <p:xfrm>
          <a:off x="2120" y="1590"/>
          <a:ext cx="2116" cy="1587"/>
        </p:xfrm>
        <a:graphic>
          <a:graphicData uri="http://schemas.openxmlformats.org/presentationml/2006/ole">
            <mc:AlternateContent xmlns:mc="http://schemas.openxmlformats.org/markup-compatibility/2006">
              <mc:Choice xmlns:v="urn:schemas-microsoft-com:vml" Requires="v">
                <p:oleObj spid="_x0000_s7227" name="think-cell Slide" r:id="rId71" imgW="270" imgH="270" progId="TCLayout.ActiveDocument.1">
                  <p:embed/>
                </p:oleObj>
              </mc:Choice>
              <mc:Fallback>
                <p:oleObj name="think-cell Slide" r:id="rId71" imgW="270" imgH="270" progId="TCLayout.ActiveDocument.1">
                  <p:embed/>
                  <p:pic>
                    <p:nvPicPr>
                      <p:cNvPr id="4" name="Object 3" hidden="1"/>
                      <p:cNvPicPr/>
                      <p:nvPr/>
                    </p:nvPicPr>
                    <p:blipFill>
                      <a:blip r:embed="rId72"/>
                      <a:stretch>
                        <a:fillRect/>
                      </a:stretch>
                    </p:blipFill>
                    <p:spPr>
                      <a:xfrm>
                        <a:off x="2120" y="1590"/>
                        <a:ext cx="2116" cy="1587"/>
                      </a:xfrm>
                      <a:prstGeom prst="rect">
                        <a:avLst/>
                      </a:prstGeom>
                    </p:spPr>
                  </p:pic>
                </p:oleObj>
              </mc:Fallback>
            </mc:AlternateContent>
          </a:graphicData>
        </a:graphic>
      </p:graphicFrame>
      <p:sp>
        <p:nvSpPr>
          <p:cNvPr id="6" name="Rectangle 5" hidden="1"/>
          <p:cNvSpPr/>
          <p:nvPr userDrawn="1">
            <p:custDataLst>
              <p:tags r:id="rId70"/>
            </p:custDataLst>
          </p:nvPr>
        </p:nvSpPr>
        <p:spPr bwMode="gray">
          <a:xfrm>
            <a:off x="0" y="1"/>
            <a:ext cx="181078" cy="143955"/>
          </a:xfrm>
          <a:prstGeom prst="rect">
            <a:avLst/>
          </a:prstGeom>
          <a:solidFill>
            <a:schemeClr val="accent3"/>
          </a:solidFill>
          <a:ln w="1905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buFont typeface="Wingdings 2" pitchFamily="18" charset="2"/>
              <a:buNone/>
            </a:pPr>
            <a:endParaRPr lang="en-US" sz="2282"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501652" y="317501"/>
            <a:ext cx="11188699" cy="692150"/>
          </a:xfrm>
          <a:prstGeom prst="rect">
            <a:avLst/>
          </a:prstGeom>
        </p:spPr>
        <p:txBody>
          <a:bodyPr vert="horz" lIns="0" tIns="0" rIns="0" bIns="0" rtlCol="0" anchor="t" anchorCtr="0">
            <a:noAutofit/>
          </a:bodyPr>
          <a:lstStyle/>
          <a:p>
            <a:r>
              <a:rPr lang="en-US" noProof="0"/>
              <a:t>Click to edit Master title style</a:t>
            </a:r>
          </a:p>
        </p:txBody>
      </p:sp>
      <p:sp>
        <p:nvSpPr>
          <p:cNvPr id="18" name="TextBox 17"/>
          <p:cNvSpPr txBox="1"/>
          <p:nvPr userDrawn="1"/>
        </p:nvSpPr>
        <p:spPr>
          <a:xfrm>
            <a:off x="282959" y="6656743"/>
            <a:ext cx="5355168" cy="201260"/>
          </a:xfrm>
          <a:prstGeom prst="rect">
            <a:avLst/>
          </a:prstGeom>
          <a:noFill/>
        </p:spPr>
        <p:txBody>
          <a:bodyPr wrap="square" lIns="0" tIns="0" rIns="0" bIns="0" rtlCol="0">
            <a:noAutofit/>
          </a:bodyPr>
          <a:lstStyle/>
          <a:p>
            <a:pPr>
              <a:spcBef>
                <a:spcPts val="755"/>
              </a:spcBef>
              <a:buSzPct val="100000"/>
              <a:buFont typeface="Arial"/>
              <a:buNone/>
            </a:pPr>
            <a:r>
              <a:rPr lang="fr-FR" sz="798">
                <a:solidFill>
                  <a:prstClr val="black"/>
                </a:solidFill>
              </a:rPr>
              <a:t>© 2022 Deloitte Touche Tohmatsu India LLP</a:t>
            </a:r>
          </a:p>
        </p:txBody>
      </p:sp>
      <p:sp>
        <p:nvSpPr>
          <p:cNvPr id="19" name="Text Placeholder 18"/>
          <p:cNvSpPr>
            <a:spLocks noGrp="1"/>
          </p:cNvSpPr>
          <p:nvPr>
            <p:ph type="body" idx="1"/>
          </p:nvPr>
        </p:nvSpPr>
        <p:spPr>
          <a:xfrm>
            <a:off x="501652" y="1665292"/>
            <a:ext cx="11188699" cy="4716462"/>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Box 2"/>
          <p:cNvSpPr txBox="1"/>
          <p:nvPr userDrawn="1"/>
        </p:nvSpPr>
        <p:spPr>
          <a:xfrm>
            <a:off x="11617888" y="6657342"/>
            <a:ext cx="307974" cy="100027"/>
          </a:xfrm>
          <a:prstGeom prst="rect">
            <a:avLst/>
          </a:prstGeom>
          <a:noFill/>
        </p:spPr>
        <p:txBody>
          <a:bodyPr wrap="square" lIns="0" tIns="0" rIns="0" bIns="0" rtlCol="0">
            <a:noAutofit/>
          </a:bodyPr>
          <a:lstStyle/>
          <a:p>
            <a:pPr algn="r">
              <a:spcBef>
                <a:spcPts val="755"/>
              </a:spcBef>
              <a:buSzPct val="100000"/>
              <a:buFont typeface="Arial"/>
              <a:buNone/>
            </a:pPr>
            <a:fld id="{C58DF478-B544-4ED8-9ED4-6A2648E2D233}" type="slidenum">
              <a:rPr lang="en-US" sz="798" smtClean="0">
                <a:solidFill>
                  <a:prstClr val="black"/>
                </a:solidFill>
              </a:rPr>
              <a:pPr algn="r">
                <a:spcBef>
                  <a:spcPts val="755"/>
                </a:spcBef>
                <a:buSzPct val="100000"/>
                <a:buFont typeface="Arial"/>
                <a:buNone/>
              </a:pPr>
              <a:t>‹#›</a:t>
            </a:fld>
            <a:endParaRPr lang="en-US" sz="798">
              <a:solidFill>
                <a:prstClr val="black"/>
              </a:solidFill>
            </a:endParaRPr>
          </a:p>
        </p:txBody>
      </p:sp>
    </p:spTree>
    <p:extLst>
      <p:ext uri="{BB962C8B-B14F-4D97-AF65-F5344CB8AC3E}">
        <p14:creationId xmlns:p14="http://schemas.microsoft.com/office/powerpoint/2010/main" val="2753507467"/>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 id="2147483752" r:id="rId14"/>
    <p:sldLayoutId id="2147483753" r:id="rId15"/>
    <p:sldLayoutId id="2147483754" r:id="rId16"/>
    <p:sldLayoutId id="2147483755" r:id="rId17"/>
    <p:sldLayoutId id="2147483756" r:id="rId18"/>
    <p:sldLayoutId id="2147483757" r:id="rId19"/>
    <p:sldLayoutId id="2147483758" r:id="rId20"/>
    <p:sldLayoutId id="2147483759" r:id="rId21"/>
    <p:sldLayoutId id="2147483760" r:id="rId22"/>
    <p:sldLayoutId id="2147483761" r:id="rId23"/>
    <p:sldLayoutId id="2147483762" r:id="rId24"/>
    <p:sldLayoutId id="2147483763" r:id="rId25"/>
    <p:sldLayoutId id="2147483764" r:id="rId26"/>
    <p:sldLayoutId id="2147483765" r:id="rId27"/>
    <p:sldLayoutId id="2147483766" r:id="rId28"/>
    <p:sldLayoutId id="2147483767" r:id="rId29"/>
    <p:sldLayoutId id="2147483768" r:id="rId30"/>
    <p:sldLayoutId id="2147483769" r:id="rId31"/>
    <p:sldLayoutId id="2147483770" r:id="rId32"/>
    <p:sldLayoutId id="2147483771" r:id="rId33"/>
    <p:sldLayoutId id="2147483772" r:id="rId34"/>
    <p:sldLayoutId id="2147483773" r:id="rId35"/>
    <p:sldLayoutId id="2147483774" r:id="rId36"/>
    <p:sldLayoutId id="2147483775" r:id="rId37"/>
    <p:sldLayoutId id="2147483776" r:id="rId38"/>
    <p:sldLayoutId id="2147483777" r:id="rId39"/>
    <p:sldLayoutId id="2147483778" r:id="rId40"/>
    <p:sldLayoutId id="2147483779" r:id="rId41"/>
    <p:sldLayoutId id="2147483780" r:id="rId42"/>
    <p:sldLayoutId id="2147483781" r:id="rId43"/>
    <p:sldLayoutId id="2147483782" r:id="rId44"/>
    <p:sldLayoutId id="2147483783" r:id="rId45"/>
    <p:sldLayoutId id="2147483784" r:id="rId46"/>
    <p:sldLayoutId id="2147483785" r:id="rId47"/>
    <p:sldLayoutId id="2147483786" r:id="rId48"/>
    <p:sldLayoutId id="2147483787" r:id="rId49"/>
    <p:sldLayoutId id="2147483788" r:id="rId50"/>
    <p:sldLayoutId id="2147483789" r:id="rId51"/>
    <p:sldLayoutId id="2147483790" r:id="rId52"/>
    <p:sldLayoutId id="2147483791" r:id="rId53"/>
    <p:sldLayoutId id="2147483792" r:id="rId54"/>
    <p:sldLayoutId id="2147483793" r:id="rId55"/>
    <p:sldLayoutId id="2147483794" r:id="rId56"/>
    <p:sldLayoutId id="2147483795" r:id="rId57"/>
    <p:sldLayoutId id="2147483796" r:id="rId58"/>
    <p:sldLayoutId id="2147483797" r:id="rId59"/>
    <p:sldLayoutId id="2147483798" r:id="rId60"/>
    <p:sldLayoutId id="2147483799" r:id="rId61"/>
    <p:sldLayoutId id="2147483800" r:id="rId62"/>
    <p:sldLayoutId id="2147483801" r:id="rId63"/>
    <p:sldLayoutId id="2147483802" r:id="rId64"/>
    <p:sldLayoutId id="2147483803" r:id="rId65"/>
    <p:sldLayoutId id="2147483804" r:id="rId66"/>
  </p:sldLayoutIdLst>
  <p:transition>
    <p:fade/>
  </p:transition>
  <p:hf hdr="0" dt="0"/>
  <p:txStyles>
    <p:titleStyle>
      <a:lvl1pPr algn="l" defTabSz="1150072" rtl="0" eaLnBrk="1" latinLnBrk="0" hangingPunct="1">
        <a:spcBef>
          <a:spcPct val="0"/>
        </a:spcBef>
        <a:buNone/>
        <a:defRPr sz="2282" kern="1200">
          <a:solidFill>
            <a:schemeClr val="tx1"/>
          </a:solidFill>
          <a:latin typeface="+mj-lt"/>
          <a:ea typeface="+mj-ea"/>
          <a:cs typeface="+mj-cs"/>
        </a:defRPr>
      </a:lvl1pPr>
    </p:titleStyle>
    <p:bodyStyle>
      <a:lvl1pPr marL="0" indent="0" algn="l" defTabSz="1150072" rtl="0" eaLnBrk="1" latinLnBrk="0" hangingPunct="1">
        <a:spcBef>
          <a:spcPts val="0"/>
        </a:spcBef>
        <a:spcAft>
          <a:spcPts val="1258"/>
        </a:spcAft>
        <a:buSzPct val="100000"/>
        <a:buFont typeface="Arial" panose="020B0604020202020204" pitchFamily="34" charset="0"/>
        <a:buNone/>
        <a:defRPr sz="1141" b="0" kern="1200">
          <a:solidFill>
            <a:schemeClr val="tx1"/>
          </a:solidFill>
          <a:latin typeface="+mn-lt"/>
          <a:ea typeface="+mn-ea"/>
          <a:cs typeface="+mn-cs"/>
        </a:defRPr>
      </a:lvl1pPr>
      <a:lvl2pPr marL="0" indent="0" algn="l" defTabSz="1150072" rtl="0" eaLnBrk="1" latinLnBrk="0" hangingPunct="1">
        <a:spcBef>
          <a:spcPts val="0"/>
        </a:spcBef>
        <a:spcAft>
          <a:spcPts val="1258"/>
        </a:spcAft>
        <a:buClrTx/>
        <a:buSzPct val="100000"/>
        <a:buFont typeface="Arial"/>
        <a:buNone/>
        <a:defRPr lang="en-US" sz="1141" b="1" kern="1200" dirty="0" smtClean="0">
          <a:solidFill>
            <a:schemeClr val="tx1"/>
          </a:solidFill>
          <a:latin typeface="+mn-lt"/>
          <a:ea typeface="+mn-ea"/>
          <a:cs typeface="+mn-cs"/>
        </a:defRPr>
      </a:lvl2pPr>
      <a:lvl3pPr marL="221864" indent="-221864" algn="l" defTabSz="1150072" rtl="0" eaLnBrk="1" latinLnBrk="0" hangingPunct="1">
        <a:spcBef>
          <a:spcPts val="0"/>
        </a:spcBef>
        <a:spcAft>
          <a:spcPts val="1258"/>
        </a:spcAft>
        <a:buClrTx/>
        <a:buSzPct val="100000"/>
        <a:buFont typeface="Arial" panose="020B0604020202020204" pitchFamily="34" charset="0"/>
        <a:buChar char="•"/>
        <a:defRPr lang="en-US" sz="1141" kern="1200" dirty="0" smtClean="0">
          <a:solidFill>
            <a:schemeClr val="tx1"/>
          </a:solidFill>
          <a:latin typeface="+mn-lt"/>
          <a:ea typeface="+mn-ea"/>
          <a:cs typeface="+mn-cs"/>
        </a:defRPr>
      </a:lvl3pPr>
      <a:lvl4pPr marL="448256" indent="-221864" algn="l" defTabSz="1150072" rtl="0" eaLnBrk="1" latinLnBrk="0" hangingPunct="1">
        <a:spcBef>
          <a:spcPts val="0"/>
        </a:spcBef>
        <a:spcAft>
          <a:spcPts val="1258"/>
        </a:spcAft>
        <a:buClrTx/>
        <a:buSzPct val="100000"/>
        <a:buFont typeface="Verdana" panose="020B0604030504040204" pitchFamily="34" charset="0"/>
        <a:buChar char="−"/>
        <a:defRPr lang="en-US" sz="1141" kern="1200" baseline="0" dirty="0" smtClean="0">
          <a:solidFill>
            <a:schemeClr val="tx1"/>
          </a:solidFill>
          <a:latin typeface="+mn-lt"/>
          <a:ea typeface="+mn-ea"/>
          <a:cs typeface="+mn-cs"/>
        </a:defRPr>
      </a:lvl4pPr>
      <a:lvl5pPr marL="670121" indent="-221864" algn="l" defTabSz="1004317" rtl="0" eaLnBrk="1" latinLnBrk="0" hangingPunct="1">
        <a:spcBef>
          <a:spcPts val="0"/>
        </a:spcBef>
        <a:spcAft>
          <a:spcPts val="1258"/>
        </a:spcAft>
        <a:buClrTx/>
        <a:buSzPct val="100000"/>
        <a:buFont typeface="Verdana" panose="020B0604030504040204" pitchFamily="34" charset="0"/>
        <a:buChar char="−"/>
        <a:tabLst/>
        <a:defRPr lang="en-US" sz="1141" kern="1200" baseline="0" dirty="0" smtClean="0">
          <a:solidFill>
            <a:schemeClr val="tx1"/>
          </a:solidFill>
          <a:latin typeface="+mn-lt"/>
          <a:ea typeface="+mn-ea"/>
          <a:cs typeface="+mn-cs"/>
        </a:defRPr>
      </a:lvl5pPr>
      <a:lvl6pPr marL="670121" indent="-221864" algn="l" defTabSz="1150072"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6pPr>
      <a:lvl7pPr marL="670121" indent="-221864" algn="l" defTabSz="1150072" rtl="0" eaLnBrk="1" latinLnBrk="0" hangingPunct="1">
        <a:spcBef>
          <a:spcPts val="0"/>
        </a:spcBef>
        <a:spcAft>
          <a:spcPts val="1258"/>
        </a:spcAft>
        <a:buFont typeface="Verdana" panose="020B0604030504040204" pitchFamily="34" charset="0"/>
        <a:buChar char="−"/>
        <a:defRPr sz="1509" kern="1200">
          <a:solidFill>
            <a:schemeClr val="tx1"/>
          </a:solidFill>
          <a:latin typeface="+mn-lt"/>
          <a:ea typeface="+mn-ea"/>
          <a:cs typeface="+mn-cs"/>
        </a:defRPr>
      </a:lvl7pPr>
      <a:lvl8pPr marL="670121" indent="-221864" algn="l" defTabSz="1150072"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8pPr>
      <a:lvl9pPr marL="670121" indent="-221864" algn="l" defTabSz="1150072"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9pPr>
    </p:bodyStyle>
    <p:otherStyle>
      <a:defPPr>
        <a:defRPr lang="en-US"/>
      </a:defPPr>
      <a:lvl1pPr marL="0" algn="l" defTabSz="1150072" rtl="0" eaLnBrk="1" latinLnBrk="0" hangingPunct="1">
        <a:defRPr sz="2264" kern="1200">
          <a:solidFill>
            <a:schemeClr val="tx1"/>
          </a:solidFill>
          <a:latin typeface="+mn-lt"/>
          <a:ea typeface="+mn-ea"/>
          <a:cs typeface="+mn-cs"/>
        </a:defRPr>
      </a:lvl1pPr>
      <a:lvl2pPr marL="575035" algn="l" defTabSz="1150072" rtl="0" eaLnBrk="1" latinLnBrk="0" hangingPunct="1">
        <a:defRPr sz="2264" kern="1200">
          <a:solidFill>
            <a:schemeClr val="tx1"/>
          </a:solidFill>
          <a:latin typeface="+mn-lt"/>
          <a:ea typeface="+mn-ea"/>
          <a:cs typeface="+mn-cs"/>
        </a:defRPr>
      </a:lvl2pPr>
      <a:lvl3pPr marL="1150072" algn="l" defTabSz="1150072" rtl="0" eaLnBrk="1" latinLnBrk="0" hangingPunct="1">
        <a:defRPr sz="2264" kern="1200">
          <a:solidFill>
            <a:schemeClr val="tx1"/>
          </a:solidFill>
          <a:latin typeface="+mn-lt"/>
          <a:ea typeface="+mn-ea"/>
          <a:cs typeface="+mn-cs"/>
        </a:defRPr>
      </a:lvl3pPr>
      <a:lvl4pPr marL="1725107" algn="l" defTabSz="1150072" rtl="0" eaLnBrk="1" latinLnBrk="0" hangingPunct="1">
        <a:defRPr sz="2264" kern="1200">
          <a:solidFill>
            <a:schemeClr val="tx1"/>
          </a:solidFill>
          <a:latin typeface="+mn-lt"/>
          <a:ea typeface="+mn-ea"/>
          <a:cs typeface="+mn-cs"/>
        </a:defRPr>
      </a:lvl4pPr>
      <a:lvl5pPr marL="2300144" algn="l" defTabSz="1150072" rtl="0" eaLnBrk="1" latinLnBrk="0" hangingPunct="1">
        <a:defRPr sz="2264" kern="1200">
          <a:solidFill>
            <a:schemeClr val="tx1"/>
          </a:solidFill>
          <a:latin typeface="+mn-lt"/>
          <a:ea typeface="+mn-ea"/>
          <a:cs typeface="+mn-cs"/>
        </a:defRPr>
      </a:lvl5pPr>
      <a:lvl6pPr marL="2875180" algn="l" defTabSz="1150072" rtl="0" eaLnBrk="1" latinLnBrk="0" hangingPunct="1">
        <a:defRPr sz="2264" kern="1200">
          <a:solidFill>
            <a:schemeClr val="tx1"/>
          </a:solidFill>
          <a:latin typeface="+mn-lt"/>
          <a:ea typeface="+mn-ea"/>
          <a:cs typeface="+mn-cs"/>
        </a:defRPr>
      </a:lvl6pPr>
      <a:lvl7pPr marL="3450216" algn="l" defTabSz="1150072" rtl="0" eaLnBrk="1" latinLnBrk="0" hangingPunct="1">
        <a:defRPr sz="2264" kern="1200">
          <a:solidFill>
            <a:schemeClr val="tx1"/>
          </a:solidFill>
          <a:latin typeface="+mn-lt"/>
          <a:ea typeface="+mn-ea"/>
          <a:cs typeface="+mn-cs"/>
        </a:defRPr>
      </a:lvl7pPr>
      <a:lvl8pPr marL="4025252" algn="l" defTabSz="1150072" rtl="0" eaLnBrk="1" latinLnBrk="0" hangingPunct="1">
        <a:defRPr sz="2264" kern="1200">
          <a:solidFill>
            <a:schemeClr val="tx1"/>
          </a:solidFill>
          <a:latin typeface="+mn-lt"/>
          <a:ea typeface="+mn-ea"/>
          <a:cs typeface="+mn-cs"/>
        </a:defRPr>
      </a:lvl8pPr>
      <a:lvl9pPr marL="4600286" algn="l" defTabSz="1150072" rtl="0" eaLnBrk="1" latinLnBrk="0" hangingPunct="1">
        <a:defRPr sz="2264"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443">
          <p15:clr>
            <a:srgbClr val="F26B43"/>
          </p15:clr>
        </p15:guide>
        <p15:guide id="2" pos="348">
          <p15:clr>
            <a:srgbClr val="F26B43"/>
          </p15:clr>
        </p15:guide>
        <p15:guide id="3" pos="8131">
          <p15:clr>
            <a:srgbClr val="F26B43"/>
          </p15:clr>
        </p15:guide>
        <p15:guide id="4" orient="horz" pos="219">
          <p15:clr>
            <a:srgbClr val="F26B43"/>
          </p15:clr>
        </p15:guide>
        <p15:guide id="5" orient="horz" pos="1152">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63"/>
            </p:custDataLst>
            <p:extLst>
              <p:ext uri="{D42A27DB-BD31-4B8C-83A1-F6EECF244321}">
                <p14:modId xmlns:p14="http://schemas.microsoft.com/office/powerpoint/2010/main" val="1294493157"/>
              </p:ext>
            </p:extLst>
          </p:nvPr>
        </p:nvGraphicFramePr>
        <p:xfrm>
          <a:off x="2120" y="1589"/>
          <a:ext cx="2116" cy="1587"/>
        </p:xfrm>
        <a:graphic>
          <a:graphicData uri="http://schemas.openxmlformats.org/presentationml/2006/ole">
            <mc:AlternateContent xmlns:mc="http://schemas.openxmlformats.org/markup-compatibility/2006">
              <mc:Choice xmlns:v="urn:schemas-microsoft-com:vml" Requires="v">
                <p:oleObj spid="_x0000_s15419" name="think-cell Slide" r:id="rId65" imgW="270" imgH="270" progId="TCLayout.ActiveDocument.1">
                  <p:embed/>
                </p:oleObj>
              </mc:Choice>
              <mc:Fallback>
                <p:oleObj name="think-cell Slide" r:id="rId65" imgW="270" imgH="270" progId="TCLayout.ActiveDocument.1">
                  <p:embed/>
                  <p:pic>
                    <p:nvPicPr>
                      <p:cNvPr id="4" name="Object 3" hidden="1"/>
                      <p:cNvPicPr/>
                      <p:nvPr/>
                    </p:nvPicPr>
                    <p:blipFill>
                      <a:blip r:embed="rId66"/>
                      <a:stretch>
                        <a:fillRect/>
                      </a:stretch>
                    </p:blipFill>
                    <p:spPr>
                      <a:xfrm>
                        <a:off x="2120" y="1589"/>
                        <a:ext cx="2116" cy="1587"/>
                      </a:xfrm>
                      <a:prstGeom prst="rect">
                        <a:avLst/>
                      </a:prstGeom>
                    </p:spPr>
                  </p:pic>
                </p:oleObj>
              </mc:Fallback>
            </mc:AlternateContent>
          </a:graphicData>
        </a:graphic>
      </p:graphicFrame>
      <p:sp>
        <p:nvSpPr>
          <p:cNvPr id="6" name="Rectangle 5" hidden="1"/>
          <p:cNvSpPr/>
          <p:nvPr userDrawn="1">
            <p:custDataLst>
              <p:tags r:id="rId64"/>
            </p:custDataLst>
          </p:nvPr>
        </p:nvSpPr>
        <p:spPr bwMode="gray">
          <a:xfrm>
            <a:off x="0" y="0"/>
            <a:ext cx="181078" cy="143955"/>
          </a:xfrm>
          <a:prstGeom prst="rect">
            <a:avLst/>
          </a:prstGeom>
          <a:solidFill>
            <a:schemeClr val="accent3"/>
          </a:solidFill>
          <a:ln w="1905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buFont typeface="Wingdings 2" pitchFamily="18" charset="2"/>
              <a:buNone/>
            </a:pPr>
            <a:endParaRPr lang="en-US" sz="2282"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501651" y="317501"/>
            <a:ext cx="11188699" cy="692150"/>
          </a:xfrm>
          <a:prstGeom prst="rect">
            <a:avLst/>
          </a:prstGeom>
        </p:spPr>
        <p:txBody>
          <a:bodyPr vert="horz" lIns="0" tIns="0" rIns="0" bIns="0" rtlCol="0" anchor="t" anchorCtr="0">
            <a:noAutofit/>
          </a:bodyPr>
          <a:lstStyle/>
          <a:p>
            <a:r>
              <a:rPr lang="en-US" noProof="0"/>
              <a:t>Click to edit Master title style</a:t>
            </a:r>
          </a:p>
        </p:txBody>
      </p:sp>
      <p:sp>
        <p:nvSpPr>
          <p:cNvPr id="18" name="TextBox 17"/>
          <p:cNvSpPr txBox="1"/>
          <p:nvPr userDrawn="1"/>
        </p:nvSpPr>
        <p:spPr>
          <a:xfrm>
            <a:off x="282959" y="6656743"/>
            <a:ext cx="5355168" cy="201260"/>
          </a:xfrm>
          <a:prstGeom prst="rect">
            <a:avLst/>
          </a:prstGeom>
          <a:noFill/>
        </p:spPr>
        <p:txBody>
          <a:bodyPr wrap="square" lIns="0" tIns="0" rIns="0" bIns="0" rtlCol="0">
            <a:noAutofit/>
          </a:bodyPr>
          <a:lstStyle/>
          <a:p>
            <a:pPr>
              <a:spcBef>
                <a:spcPts val="755"/>
              </a:spcBef>
              <a:buSzPct val="100000"/>
              <a:buFont typeface="Arial"/>
              <a:buNone/>
            </a:pPr>
            <a:r>
              <a:rPr lang="fr-FR" sz="798">
                <a:solidFill>
                  <a:prstClr val="black"/>
                </a:solidFill>
              </a:rPr>
              <a:t>© 2022 Deloitte Touche Tohmatsu India LLP</a:t>
            </a:r>
          </a:p>
        </p:txBody>
      </p:sp>
      <p:sp>
        <p:nvSpPr>
          <p:cNvPr id="19" name="Text Placeholder 18"/>
          <p:cNvSpPr>
            <a:spLocks noGrp="1"/>
          </p:cNvSpPr>
          <p:nvPr>
            <p:ph type="body" idx="1"/>
          </p:nvPr>
        </p:nvSpPr>
        <p:spPr>
          <a:xfrm>
            <a:off x="501651" y="1665292"/>
            <a:ext cx="11188699" cy="4716462"/>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Box 2"/>
          <p:cNvSpPr txBox="1"/>
          <p:nvPr userDrawn="1"/>
        </p:nvSpPr>
        <p:spPr>
          <a:xfrm>
            <a:off x="11617888" y="6657342"/>
            <a:ext cx="307974" cy="100027"/>
          </a:xfrm>
          <a:prstGeom prst="rect">
            <a:avLst/>
          </a:prstGeom>
          <a:noFill/>
        </p:spPr>
        <p:txBody>
          <a:bodyPr wrap="square" lIns="0" tIns="0" rIns="0" bIns="0" rtlCol="0">
            <a:noAutofit/>
          </a:bodyPr>
          <a:lstStyle/>
          <a:p>
            <a:pPr algn="r">
              <a:spcBef>
                <a:spcPts val="755"/>
              </a:spcBef>
              <a:buSzPct val="100000"/>
              <a:buFont typeface="Arial"/>
              <a:buNone/>
            </a:pPr>
            <a:fld id="{C58DF478-B544-4ED8-9ED4-6A2648E2D233}" type="slidenum">
              <a:rPr lang="en-US" sz="798" smtClean="0">
                <a:solidFill>
                  <a:prstClr val="black"/>
                </a:solidFill>
              </a:rPr>
              <a:pPr algn="r">
                <a:spcBef>
                  <a:spcPts val="755"/>
                </a:spcBef>
                <a:buSzPct val="100000"/>
                <a:buFont typeface="Arial"/>
                <a:buNone/>
              </a:pPr>
              <a:t>‹#›</a:t>
            </a:fld>
            <a:endParaRPr lang="en-US" sz="798">
              <a:solidFill>
                <a:prstClr val="black"/>
              </a:solidFill>
            </a:endParaRPr>
          </a:p>
        </p:txBody>
      </p:sp>
    </p:spTree>
    <p:extLst>
      <p:ext uri="{BB962C8B-B14F-4D97-AF65-F5344CB8AC3E}">
        <p14:creationId xmlns:p14="http://schemas.microsoft.com/office/powerpoint/2010/main" val="1251741235"/>
      </p:ext>
    </p:extLst>
  </p:cSld>
  <p:clrMap bg1="lt1" tx1="dk1" bg2="lt2" tx2="dk2" accent1="accent1" accent2="accent2" accent3="accent3" accent4="accent4" accent5="accent5" accent6="accent6" hlink="hlink" folHlink="folHlink"/>
  <p:sldLayoutIdLst>
    <p:sldLayoutId id="2147484010" r:id="rId1"/>
    <p:sldLayoutId id="2147484011" r:id="rId2"/>
    <p:sldLayoutId id="2147484012" r:id="rId3"/>
    <p:sldLayoutId id="2147484013" r:id="rId4"/>
    <p:sldLayoutId id="2147484014" r:id="rId5"/>
    <p:sldLayoutId id="2147484015" r:id="rId6"/>
    <p:sldLayoutId id="2147484016" r:id="rId7"/>
    <p:sldLayoutId id="2147484017" r:id="rId8"/>
    <p:sldLayoutId id="2147484018" r:id="rId9"/>
    <p:sldLayoutId id="2147484019" r:id="rId10"/>
    <p:sldLayoutId id="2147484020" r:id="rId11"/>
    <p:sldLayoutId id="2147484021" r:id="rId12"/>
    <p:sldLayoutId id="2147484022" r:id="rId13"/>
    <p:sldLayoutId id="2147484023" r:id="rId14"/>
    <p:sldLayoutId id="2147484024" r:id="rId15"/>
    <p:sldLayoutId id="2147484025" r:id="rId16"/>
    <p:sldLayoutId id="2147484026" r:id="rId17"/>
    <p:sldLayoutId id="2147484027" r:id="rId18"/>
    <p:sldLayoutId id="2147484028" r:id="rId19"/>
    <p:sldLayoutId id="2147484029" r:id="rId20"/>
    <p:sldLayoutId id="2147484030" r:id="rId21"/>
    <p:sldLayoutId id="2147484031" r:id="rId22"/>
    <p:sldLayoutId id="2147484032" r:id="rId23"/>
    <p:sldLayoutId id="2147484033" r:id="rId24"/>
    <p:sldLayoutId id="2147484034" r:id="rId25"/>
    <p:sldLayoutId id="2147484035" r:id="rId26"/>
    <p:sldLayoutId id="2147484036" r:id="rId27"/>
    <p:sldLayoutId id="2147484037" r:id="rId28"/>
    <p:sldLayoutId id="2147484038" r:id="rId29"/>
    <p:sldLayoutId id="2147484039" r:id="rId30"/>
    <p:sldLayoutId id="2147484040" r:id="rId31"/>
    <p:sldLayoutId id="2147484041" r:id="rId32"/>
    <p:sldLayoutId id="2147484042" r:id="rId33"/>
    <p:sldLayoutId id="2147484043" r:id="rId34"/>
    <p:sldLayoutId id="2147484044" r:id="rId35"/>
    <p:sldLayoutId id="2147484045" r:id="rId36"/>
    <p:sldLayoutId id="2147484046" r:id="rId37"/>
    <p:sldLayoutId id="2147484047" r:id="rId38"/>
    <p:sldLayoutId id="2147484048" r:id="rId39"/>
    <p:sldLayoutId id="2147484049" r:id="rId40"/>
    <p:sldLayoutId id="2147484050" r:id="rId41"/>
    <p:sldLayoutId id="2147484051" r:id="rId42"/>
    <p:sldLayoutId id="2147484052" r:id="rId43"/>
    <p:sldLayoutId id="2147484053" r:id="rId44"/>
    <p:sldLayoutId id="2147484054" r:id="rId45"/>
    <p:sldLayoutId id="2147484055" r:id="rId46"/>
    <p:sldLayoutId id="2147484056" r:id="rId47"/>
    <p:sldLayoutId id="2147484057" r:id="rId48"/>
    <p:sldLayoutId id="2147484058" r:id="rId49"/>
    <p:sldLayoutId id="2147484059" r:id="rId50"/>
    <p:sldLayoutId id="2147484060" r:id="rId51"/>
    <p:sldLayoutId id="2147484061" r:id="rId52"/>
    <p:sldLayoutId id="2147484062" r:id="rId53"/>
    <p:sldLayoutId id="2147484063" r:id="rId54"/>
    <p:sldLayoutId id="2147484064" r:id="rId55"/>
    <p:sldLayoutId id="2147484065" r:id="rId56"/>
    <p:sldLayoutId id="2147484066" r:id="rId57"/>
    <p:sldLayoutId id="2147484067" r:id="rId58"/>
    <p:sldLayoutId id="2147484068" r:id="rId59"/>
    <p:sldLayoutId id="2147484069" r:id="rId60"/>
  </p:sldLayoutIdLst>
  <p:transition>
    <p:fade/>
  </p:transition>
  <p:hf hdr="0" dt="0"/>
  <p:txStyles>
    <p:titleStyle>
      <a:lvl1pPr algn="l" defTabSz="1150154" rtl="0" eaLnBrk="1" latinLnBrk="0" hangingPunct="1">
        <a:spcBef>
          <a:spcPct val="0"/>
        </a:spcBef>
        <a:buNone/>
        <a:defRPr sz="2282" kern="1200">
          <a:solidFill>
            <a:schemeClr val="tx1"/>
          </a:solidFill>
          <a:latin typeface="+mj-lt"/>
          <a:ea typeface="+mj-ea"/>
          <a:cs typeface="+mj-cs"/>
        </a:defRPr>
      </a:lvl1pPr>
    </p:titleStyle>
    <p:bodyStyle>
      <a:lvl1pPr marL="0" indent="0" algn="l" defTabSz="1150154" rtl="0" eaLnBrk="1" latinLnBrk="0" hangingPunct="1">
        <a:spcBef>
          <a:spcPts val="0"/>
        </a:spcBef>
        <a:spcAft>
          <a:spcPts val="1258"/>
        </a:spcAft>
        <a:buSzPct val="100000"/>
        <a:buFont typeface="Arial" panose="020B0604020202020204" pitchFamily="34" charset="0"/>
        <a:buNone/>
        <a:defRPr sz="1141" b="0" kern="1200">
          <a:solidFill>
            <a:schemeClr val="tx1"/>
          </a:solidFill>
          <a:latin typeface="+mn-lt"/>
          <a:ea typeface="+mn-ea"/>
          <a:cs typeface="+mn-cs"/>
        </a:defRPr>
      </a:lvl1pPr>
      <a:lvl2pPr marL="0" indent="0" algn="l" defTabSz="1150154" rtl="0" eaLnBrk="1" latinLnBrk="0" hangingPunct="1">
        <a:spcBef>
          <a:spcPts val="0"/>
        </a:spcBef>
        <a:spcAft>
          <a:spcPts val="1258"/>
        </a:spcAft>
        <a:buClrTx/>
        <a:buSzPct val="100000"/>
        <a:buFont typeface="Arial"/>
        <a:buNone/>
        <a:defRPr lang="en-US" sz="1141" b="1" kern="1200" dirty="0" smtClean="0">
          <a:solidFill>
            <a:schemeClr val="tx1"/>
          </a:solidFill>
          <a:latin typeface="+mn-lt"/>
          <a:ea typeface="+mn-ea"/>
          <a:cs typeface="+mn-cs"/>
        </a:defRPr>
      </a:lvl2pPr>
      <a:lvl3pPr marL="221880" indent="-221880" algn="l" defTabSz="1150154" rtl="0" eaLnBrk="1" latinLnBrk="0" hangingPunct="1">
        <a:spcBef>
          <a:spcPts val="0"/>
        </a:spcBef>
        <a:spcAft>
          <a:spcPts val="1258"/>
        </a:spcAft>
        <a:buClrTx/>
        <a:buSzPct val="100000"/>
        <a:buFont typeface="Arial" panose="020B0604020202020204" pitchFamily="34" charset="0"/>
        <a:buChar char="•"/>
        <a:defRPr lang="en-US" sz="1141" kern="1200" dirty="0" smtClean="0">
          <a:solidFill>
            <a:schemeClr val="tx1"/>
          </a:solidFill>
          <a:latin typeface="+mn-lt"/>
          <a:ea typeface="+mn-ea"/>
          <a:cs typeface="+mn-cs"/>
        </a:defRPr>
      </a:lvl3pPr>
      <a:lvl4pPr marL="448288" indent="-221880" algn="l" defTabSz="1150154" rtl="0" eaLnBrk="1" latinLnBrk="0" hangingPunct="1">
        <a:spcBef>
          <a:spcPts val="0"/>
        </a:spcBef>
        <a:spcAft>
          <a:spcPts val="1258"/>
        </a:spcAft>
        <a:buClrTx/>
        <a:buSzPct val="100000"/>
        <a:buFont typeface="Verdana" panose="020B0604030504040204" pitchFamily="34" charset="0"/>
        <a:buChar char="−"/>
        <a:defRPr lang="en-US" sz="1141" kern="1200" baseline="0" dirty="0" smtClean="0">
          <a:solidFill>
            <a:schemeClr val="tx1"/>
          </a:solidFill>
          <a:latin typeface="+mn-lt"/>
          <a:ea typeface="+mn-ea"/>
          <a:cs typeface="+mn-cs"/>
        </a:defRPr>
      </a:lvl4pPr>
      <a:lvl5pPr marL="670169" indent="-221880" algn="l" defTabSz="1004389" rtl="0" eaLnBrk="1" latinLnBrk="0" hangingPunct="1">
        <a:spcBef>
          <a:spcPts val="0"/>
        </a:spcBef>
        <a:spcAft>
          <a:spcPts val="1258"/>
        </a:spcAft>
        <a:buClrTx/>
        <a:buSzPct val="100000"/>
        <a:buFont typeface="Verdana" panose="020B0604030504040204" pitchFamily="34" charset="0"/>
        <a:buChar char="−"/>
        <a:tabLst/>
        <a:defRPr lang="en-US" sz="1141" kern="1200" baseline="0" dirty="0" smtClean="0">
          <a:solidFill>
            <a:schemeClr val="tx1"/>
          </a:solidFill>
          <a:latin typeface="+mn-lt"/>
          <a:ea typeface="+mn-ea"/>
          <a:cs typeface="+mn-cs"/>
        </a:defRPr>
      </a:lvl5pPr>
      <a:lvl6pPr marL="670169" indent="-221880" algn="l" defTabSz="1150154"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6pPr>
      <a:lvl7pPr marL="670169" indent="-221880" algn="l" defTabSz="1150154" rtl="0" eaLnBrk="1" latinLnBrk="0" hangingPunct="1">
        <a:spcBef>
          <a:spcPts val="0"/>
        </a:spcBef>
        <a:spcAft>
          <a:spcPts val="1258"/>
        </a:spcAft>
        <a:buFont typeface="Verdana" panose="020B0604030504040204" pitchFamily="34" charset="0"/>
        <a:buChar char="−"/>
        <a:defRPr sz="1509" kern="1200">
          <a:solidFill>
            <a:schemeClr val="tx1"/>
          </a:solidFill>
          <a:latin typeface="+mn-lt"/>
          <a:ea typeface="+mn-ea"/>
          <a:cs typeface="+mn-cs"/>
        </a:defRPr>
      </a:lvl7pPr>
      <a:lvl8pPr marL="670169" indent="-221880" algn="l" defTabSz="1150154"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8pPr>
      <a:lvl9pPr marL="670169" indent="-221880" algn="l" defTabSz="1150154"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9pPr>
    </p:bodyStyle>
    <p:otherStyle>
      <a:defPPr>
        <a:defRPr lang="en-US"/>
      </a:defPPr>
      <a:lvl1pPr marL="0" algn="l" defTabSz="1150154" rtl="0" eaLnBrk="1" latinLnBrk="0" hangingPunct="1">
        <a:defRPr sz="2264" kern="1200">
          <a:solidFill>
            <a:schemeClr val="tx1"/>
          </a:solidFill>
          <a:latin typeface="+mn-lt"/>
          <a:ea typeface="+mn-ea"/>
          <a:cs typeface="+mn-cs"/>
        </a:defRPr>
      </a:lvl1pPr>
      <a:lvl2pPr marL="575077" algn="l" defTabSz="1150154" rtl="0" eaLnBrk="1" latinLnBrk="0" hangingPunct="1">
        <a:defRPr sz="2264" kern="1200">
          <a:solidFill>
            <a:schemeClr val="tx1"/>
          </a:solidFill>
          <a:latin typeface="+mn-lt"/>
          <a:ea typeface="+mn-ea"/>
          <a:cs typeface="+mn-cs"/>
        </a:defRPr>
      </a:lvl2pPr>
      <a:lvl3pPr marL="1150154" algn="l" defTabSz="1150154" rtl="0" eaLnBrk="1" latinLnBrk="0" hangingPunct="1">
        <a:defRPr sz="2264" kern="1200">
          <a:solidFill>
            <a:schemeClr val="tx1"/>
          </a:solidFill>
          <a:latin typeface="+mn-lt"/>
          <a:ea typeface="+mn-ea"/>
          <a:cs typeface="+mn-cs"/>
        </a:defRPr>
      </a:lvl3pPr>
      <a:lvl4pPr marL="1725231" algn="l" defTabSz="1150154" rtl="0" eaLnBrk="1" latinLnBrk="0" hangingPunct="1">
        <a:defRPr sz="2264" kern="1200">
          <a:solidFill>
            <a:schemeClr val="tx1"/>
          </a:solidFill>
          <a:latin typeface="+mn-lt"/>
          <a:ea typeface="+mn-ea"/>
          <a:cs typeface="+mn-cs"/>
        </a:defRPr>
      </a:lvl4pPr>
      <a:lvl5pPr marL="2300309" algn="l" defTabSz="1150154" rtl="0" eaLnBrk="1" latinLnBrk="0" hangingPunct="1">
        <a:defRPr sz="2264" kern="1200">
          <a:solidFill>
            <a:schemeClr val="tx1"/>
          </a:solidFill>
          <a:latin typeface="+mn-lt"/>
          <a:ea typeface="+mn-ea"/>
          <a:cs typeface="+mn-cs"/>
        </a:defRPr>
      </a:lvl5pPr>
      <a:lvl6pPr marL="2875386" algn="l" defTabSz="1150154" rtl="0" eaLnBrk="1" latinLnBrk="0" hangingPunct="1">
        <a:defRPr sz="2264" kern="1200">
          <a:solidFill>
            <a:schemeClr val="tx1"/>
          </a:solidFill>
          <a:latin typeface="+mn-lt"/>
          <a:ea typeface="+mn-ea"/>
          <a:cs typeface="+mn-cs"/>
        </a:defRPr>
      </a:lvl6pPr>
      <a:lvl7pPr marL="3450463" algn="l" defTabSz="1150154" rtl="0" eaLnBrk="1" latinLnBrk="0" hangingPunct="1">
        <a:defRPr sz="2264" kern="1200">
          <a:solidFill>
            <a:schemeClr val="tx1"/>
          </a:solidFill>
          <a:latin typeface="+mn-lt"/>
          <a:ea typeface="+mn-ea"/>
          <a:cs typeface="+mn-cs"/>
        </a:defRPr>
      </a:lvl7pPr>
      <a:lvl8pPr marL="4025540" algn="l" defTabSz="1150154" rtl="0" eaLnBrk="1" latinLnBrk="0" hangingPunct="1">
        <a:defRPr sz="2264" kern="1200">
          <a:solidFill>
            <a:schemeClr val="tx1"/>
          </a:solidFill>
          <a:latin typeface="+mn-lt"/>
          <a:ea typeface="+mn-ea"/>
          <a:cs typeface="+mn-cs"/>
        </a:defRPr>
      </a:lvl8pPr>
      <a:lvl9pPr marL="4600616" algn="l" defTabSz="1150154" rtl="0" eaLnBrk="1" latinLnBrk="0" hangingPunct="1">
        <a:defRPr sz="2264"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443">
          <p15:clr>
            <a:srgbClr val="F26B43"/>
          </p15:clr>
        </p15:guide>
        <p15:guide id="2" pos="348">
          <p15:clr>
            <a:srgbClr val="F26B43"/>
          </p15:clr>
        </p15:guide>
        <p15:guide id="3" pos="8131">
          <p15:clr>
            <a:srgbClr val="F26B43"/>
          </p15:clr>
        </p15:guide>
        <p15:guide id="4" orient="horz" pos="219">
          <p15:clr>
            <a:srgbClr val="F26B43"/>
          </p15:clr>
        </p15:guide>
        <p15:guide id="5" orient="horz" pos="1152">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63"/>
            </p:custDataLst>
            <p:extLst>
              <p:ext uri="{D42A27DB-BD31-4B8C-83A1-F6EECF244321}">
                <p14:modId xmlns:p14="http://schemas.microsoft.com/office/powerpoint/2010/main" val="3568413811"/>
              </p:ext>
            </p:extLst>
          </p:nvPr>
        </p:nvGraphicFramePr>
        <p:xfrm>
          <a:off x="2120" y="1589"/>
          <a:ext cx="2116" cy="1587"/>
        </p:xfrm>
        <a:graphic>
          <a:graphicData uri="http://schemas.openxmlformats.org/presentationml/2006/ole">
            <mc:AlternateContent xmlns:mc="http://schemas.openxmlformats.org/markup-compatibility/2006">
              <mc:Choice xmlns:v="urn:schemas-microsoft-com:vml" Requires="v">
                <p:oleObj spid="_x0000_s16443" name="think-cell Slide" r:id="rId65" imgW="270" imgH="270" progId="TCLayout.ActiveDocument.1">
                  <p:embed/>
                </p:oleObj>
              </mc:Choice>
              <mc:Fallback>
                <p:oleObj name="think-cell Slide" r:id="rId65" imgW="270" imgH="270" progId="TCLayout.ActiveDocument.1">
                  <p:embed/>
                  <p:pic>
                    <p:nvPicPr>
                      <p:cNvPr id="4" name="Object 3" hidden="1"/>
                      <p:cNvPicPr/>
                      <p:nvPr/>
                    </p:nvPicPr>
                    <p:blipFill>
                      <a:blip r:embed="rId66"/>
                      <a:stretch>
                        <a:fillRect/>
                      </a:stretch>
                    </p:blipFill>
                    <p:spPr>
                      <a:xfrm>
                        <a:off x="2120" y="1589"/>
                        <a:ext cx="2116" cy="1587"/>
                      </a:xfrm>
                      <a:prstGeom prst="rect">
                        <a:avLst/>
                      </a:prstGeom>
                    </p:spPr>
                  </p:pic>
                </p:oleObj>
              </mc:Fallback>
            </mc:AlternateContent>
          </a:graphicData>
        </a:graphic>
      </p:graphicFrame>
      <p:sp>
        <p:nvSpPr>
          <p:cNvPr id="6" name="Rectangle 5" hidden="1"/>
          <p:cNvSpPr/>
          <p:nvPr userDrawn="1">
            <p:custDataLst>
              <p:tags r:id="rId64"/>
            </p:custDataLst>
          </p:nvPr>
        </p:nvSpPr>
        <p:spPr bwMode="gray">
          <a:xfrm>
            <a:off x="0" y="0"/>
            <a:ext cx="181078" cy="143955"/>
          </a:xfrm>
          <a:prstGeom prst="rect">
            <a:avLst/>
          </a:prstGeom>
          <a:solidFill>
            <a:schemeClr val="accent3"/>
          </a:solidFill>
          <a:ln w="1905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buFont typeface="Wingdings 2" pitchFamily="18" charset="2"/>
              <a:buNone/>
            </a:pPr>
            <a:endParaRPr lang="en-US" sz="2282"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501651" y="317501"/>
            <a:ext cx="11188699" cy="692150"/>
          </a:xfrm>
          <a:prstGeom prst="rect">
            <a:avLst/>
          </a:prstGeom>
        </p:spPr>
        <p:txBody>
          <a:bodyPr vert="horz" lIns="0" tIns="0" rIns="0" bIns="0" rtlCol="0" anchor="t" anchorCtr="0">
            <a:noAutofit/>
          </a:bodyPr>
          <a:lstStyle/>
          <a:p>
            <a:r>
              <a:rPr lang="en-US" noProof="0"/>
              <a:t>Click to edit Master title style</a:t>
            </a:r>
          </a:p>
        </p:txBody>
      </p:sp>
      <p:sp>
        <p:nvSpPr>
          <p:cNvPr id="18" name="TextBox 17"/>
          <p:cNvSpPr txBox="1"/>
          <p:nvPr userDrawn="1"/>
        </p:nvSpPr>
        <p:spPr>
          <a:xfrm>
            <a:off x="282959" y="6656743"/>
            <a:ext cx="5355168" cy="201260"/>
          </a:xfrm>
          <a:prstGeom prst="rect">
            <a:avLst/>
          </a:prstGeom>
          <a:noFill/>
        </p:spPr>
        <p:txBody>
          <a:bodyPr wrap="square" lIns="0" tIns="0" rIns="0" bIns="0" rtlCol="0">
            <a:noAutofit/>
          </a:bodyPr>
          <a:lstStyle/>
          <a:p>
            <a:pPr>
              <a:spcBef>
                <a:spcPts val="755"/>
              </a:spcBef>
              <a:buSzPct val="100000"/>
              <a:buFont typeface="Arial"/>
              <a:buNone/>
            </a:pPr>
            <a:r>
              <a:rPr lang="fr-FR" sz="798">
                <a:solidFill>
                  <a:prstClr val="black"/>
                </a:solidFill>
              </a:rPr>
              <a:t>© 2022 Deloitte Touche Tohmatsu India LLP</a:t>
            </a:r>
          </a:p>
        </p:txBody>
      </p:sp>
      <p:sp>
        <p:nvSpPr>
          <p:cNvPr id="19" name="Text Placeholder 18"/>
          <p:cNvSpPr>
            <a:spLocks noGrp="1"/>
          </p:cNvSpPr>
          <p:nvPr>
            <p:ph type="body" idx="1"/>
          </p:nvPr>
        </p:nvSpPr>
        <p:spPr>
          <a:xfrm>
            <a:off x="501651" y="1665292"/>
            <a:ext cx="11188699" cy="4716462"/>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Box 2"/>
          <p:cNvSpPr txBox="1"/>
          <p:nvPr userDrawn="1"/>
        </p:nvSpPr>
        <p:spPr>
          <a:xfrm>
            <a:off x="11617888" y="6657342"/>
            <a:ext cx="307974" cy="100027"/>
          </a:xfrm>
          <a:prstGeom prst="rect">
            <a:avLst/>
          </a:prstGeom>
          <a:noFill/>
        </p:spPr>
        <p:txBody>
          <a:bodyPr wrap="square" lIns="0" tIns="0" rIns="0" bIns="0" rtlCol="0">
            <a:noAutofit/>
          </a:bodyPr>
          <a:lstStyle/>
          <a:p>
            <a:pPr algn="r">
              <a:spcBef>
                <a:spcPts val="755"/>
              </a:spcBef>
              <a:buSzPct val="100000"/>
              <a:buFont typeface="Arial"/>
              <a:buNone/>
            </a:pPr>
            <a:fld id="{C58DF478-B544-4ED8-9ED4-6A2648E2D233}" type="slidenum">
              <a:rPr lang="en-US" sz="798" smtClean="0">
                <a:solidFill>
                  <a:prstClr val="black"/>
                </a:solidFill>
              </a:rPr>
              <a:pPr algn="r">
                <a:spcBef>
                  <a:spcPts val="755"/>
                </a:spcBef>
                <a:buSzPct val="100000"/>
                <a:buFont typeface="Arial"/>
                <a:buNone/>
              </a:pPr>
              <a:t>‹#›</a:t>
            </a:fld>
            <a:endParaRPr lang="en-US" sz="798">
              <a:solidFill>
                <a:prstClr val="black"/>
              </a:solidFill>
            </a:endParaRPr>
          </a:p>
        </p:txBody>
      </p:sp>
    </p:spTree>
    <p:extLst>
      <p:ext uri="{BB962C8B-B14F-4D97-AF65-F5344CB8AC3E}">
        <p14:creationId xmlns:p14="http://schemas.microsoft.com/office/powerpoint/2010/main" val="4143795788"/>
      </p:ext>
    </p:extLst>
  </p:cSld>
  <p:clrMap bg1="lt1" tx1="dk1" bg2="lt2" tx2="dk2" accent1="accent1" accent2="accent2" accent3="accent3" accent4="accent4" accent5="accent5" accent6="accent6" hlink="hlink" folHlink="folHlink"/>
  <p:sldLayoutIdLst>
    <p:sldLayoutId id="2147484199" r:id="rId1"/>
    <p:sldLayoutId id="2147484200" r:id="rId2"/>
    <p:sldLayoutId id="2147484201" r:id="rId3"/>
    <p:sldLayoutId id="2147484202" r:id="rId4"/>
    <p:sldLayoutId id="2147484203" r:id="rId5"/>
    <p:sldLayoutId id="2147484204" r:id="rId6"/>
    <p:sldLayoutId id="2147484205" r:id="rId7"/>
    <p:sldLayoutId id="2147484206" r:id="rId8"/>
    <p:sldLayoutId id="2147484207" r:id="rId9"/>
    <p:sldLayoutId id="2147484208" r:id="rId10"/>
    <p:sldLayoutId id="2147484209" r:id="rId11"/>
    <p:sldLayoutId id="2147484210" r:id="rId12"/>
    <p:sldLayoutId id="2147484211" r:id="rId13"/>
    <p:sldLayoutId id="2147484212" r:id="rId14"/>
    <p:sldLayoutId id="2147484213" r:id="rId15"/>
    <p:sldLayoutId id="2147484214" r:id="rId16"/>
    <p:sldLayoutId id="2147484215" r:id="rId17"/>
    <p:sldLayoutId id="2147484216" r:id="rId18"/>
    <p:sldLayoutId id="2147484217" r:id="rId19"/>
    <p:sldLayoutId id="2147484218" r:id="rId20"/>
    <p:sldLayoutId id="2147484219" r:id="rId21"/>
    <p:sldLayoutId id="2147484220" r:id="rId22"/>
    <p:sldLayoutId id="2147484221" r:id="rId23"/>
    <p:sldLayoutId id="2147484222" r:id="rId24"/>
    <p:sldLayoutId id="2147484223" r:id="rId25"/>
    <p:sldLayoutId id="2147484224" r:id="rId26"/>
    <p:sldLayoutId id="2147484225" r:id="rId27"/>
    <p:sldLayoutId id="2147484226" r:id="rId28"/>
    <p:sldLayoutId id="2147484227" r:id="rId29"/>
    <p:sldLayoutId id="2147484228" r:id="rId30"/>
    <p:sldLayoutId id="2147484229" r:id="rId31"/>
    <p:sldLayoutId id="2147484230" r:id="rId32"/>
    <p:sldLayoutId id="2147484231" r:id="rId33"/>
    <p:sldLayoutId id="2147484232" r:id="rId34"/>
    <p:sldLayoutId id="2147484233" r:id="rId35"/>
    <p:sldLayoutId id="2147484234" r:id="rId36"/>
    <p:sldLayoutId id="2147484235" r:id="rId37"/>
    <p:sldLayoutId id="2147484236" r:id="rId38"/>
    <p:sldLayoutId id="2147484237" r:id="rId39"/>
    <p:sldLayoutId id="2147484238" r:id="rId40"/>
    <p:sldLayoutId id="2147484239" r:id="rId41"/>
    <p:sldLayoutId id="2147484240" r:id="rId42"/>
    <p:sldLayoutId id="2147484241" r:id="rId43"/>
    <p:sldLayoutId id="2147484242" r:id="rId44"/>
    <p:sldLayoutId id="2147484243" r:id="rId45"/>
    <p:sldLayoutId id="2147484244" r:id="rId46"/>
    <p:sldLayoutId id="2147484245" r:id="rId47"/>
    <p:sldLayoutId id="2147484246" r:id="rId48"/>
    <p:sldLayoutId id="2147484247" r:id="rId49"/>
    <p:sldLayoutId id="2147484248" r:id="rId50"/>
    <p:sldLayoutId id="2147484249" r:id="rId51"/>
    <p:sldLayoutId id="2147484250" r:id="rId52"/>
    <p:sldLayoutId id="2147484251" r:id="rId53"/>
    <p:sldLayoutId id="2147484252" r:id="rId54"/>
    <p:sldLayoutId id="2147484253" r:id="rId55"/>
    <p:sldLayoutId id="2147484254" r:id="rId56"/>
    <p:sldLayoutId id="2147484255" r:id="rId57"/>
    <p:sldLayoutId id="2147484256" r:id="rId58"/>
    <p:sldLayoutId id="2147484257" r:id="rId59"/>
    <p:sldLayoutId id="2147484258" r:id="rId60"/>
  </p:sldLayoutIdLst>
  <p:transition>
    <p:fade/>
  </p:transition>
  <p:hf hdr="0" dt="0"/>
  <p:txStyles>
    <p:titleStyle>
      <a:lvl1pPr algn="l" defTabSz="1150154" rtl="0" eaLnBrk="1" latinLnBrk="0" hangingPunct="1">
        <a:spcBef>
          <a:spcPct val="0"/>
        </a:spcBef>
        <a:buNone/>
        <a:defRPr sz="2282" kern="1200">
          <a:solidFill>
            <a:schemeClr val="tx1"/>
          </a:solidFill>
          <a:latin typeface="+mj-lt"/>
          <a:ea typeface="+mj-ea"/>
          <a:cs typeface="+mj-cs"/>
        </a:defRPr>
      </a:lvl1pPr>
    </p:titleStyle>
    <p:bodyStyle>
      <a:lvl1pPr marL="0" indent="0" algn="l" defTabSz="1150154" rtl="0" eaLnBrk="1" latinLnBrk="0" hangingPunct="1">
        <a:spcBef>
          <a:spcPts val="0"/>
        </a:spcBef>
        <a:spcAft>
          <a:spcPts val="1258"/>
        </a:spcAft>
        <a:buSzPct val="100000"/>
        <a:buFont typeface="Arial" panose="020B0604020202020204" pitchFamily="34" charset="0"/>
        <a:buNone/>
        <a:defRPr sz="1141" b="0" kern="1200">
          <a:solidFill>
            <a:schemeClr val="tx1"/>
          </a:solidFill>
          <a:latin typeface="+mn-lt"/>
          <a:ea typeface="+mn-ea"/>
          <a:cs typeface="+mn-cs"/>
        </a:defRPr>
      </a:lvl1pPr>
      <a:lvl2pPr marL="0" indent="0" algn="l" defTabSz="1150154" rtl="0" eaLnBrk="1" latinLnBrk="0" hangingPunct="1">
        <a:spcBef>
          <a:spcPts val="0"/>
        </a:spcBef>
        <a:spcAft>
          <a:spcPts val="1258"/>
        </a:spcAft>
        <a:buClrTx/>
        <a:buSzPct val="100000"/>
        <a:buFont typeface="Arial"/>
        <a:buNone/>
        <a:defRPr lang="en-US" sz="1141" b="1" kern="1200" dirty="0" smtClean="0">
          <a:solidFill>
            <a:schemeClr val="tx1"/>
          </a:solidFill>
          <a:latin typeface="+mn-lt"/>
          <a:ea typeface="+mn-ea"/>
          <a:cs typeface="+mn-cs"/>
        </a:defRPr>
      </a:lvl2pPr>
      <a:lvl3pPr marL="221880" indent="-221880" algn="l" defTabSz="1150154" rtl="0" eaLnBrk="1" latinLnBrk="0" hangingPunct="1">
        <a:spcBef>
          <a:spcPts val="0"/>
        </a:spcBef>
        <a:spcAft>
          <a:spcPts val="1258"/>
        </a:spcAft>
        <a:buClrTx/>
        <a:buSzPct val="100000"/>
        <a:buFont typeface="Arial" panose="020B0604020202020204" pitchFamily="34" charset="0"/>
        <a:buChar char="•"/>
        <a:defRPr lang="en-US" sz="1141" kern="1200" dirty="0" smtClean="0">
          <a:solidFill>
            <a:schemeClr val="tx1"/>
          </a:solidFill>
          <a:latin typeface="+mn-lt"/>
          <a:ea typeface="+mn-ea"/>
          <a:cs typeface="+mn-cs"/>
        </a:defRPr>
      </a:lvl3pPr>
      <a:lvl4pPr marL="448288" indent="-221880" algn="l" defTabSz="1150154" rtl="0" eaLnBrk="1" latinLnBrk="0" hangingPunct="1">
        <a:spcBef>
          <a:spcPts val="0"/>
        </a:spcBef>
        <a:spcAft>
          <a:spcPts val="1258"/>
        </a:spcAft>
        <a:buClrTx/>
        <a:buSzPct val="100000"/>
        <a:buFont typeface="Verdana" panose="020B0604030504040204" pitchFamily="34" charset="0"/>
        <a:buChar char="−"/>
        <a:defRPr lang="en-US" sz="1141" kern="1200" baseline="0" dirty="0" smtClean="0">
          <a:solidFill>
            <a:schemeClr val="tx1"/>
          </a:solidFill>
          <a:latin typeface="+mn-lt"/>
          <a:ea typeface="+mn-ea"/>
          <a:cs typeface="+mn-cs"/>
        </a:defRPr>
      </a:lvl4pPr>
      <a:lvl5pPr marL="670169" indent="-221880" algn="l" defTabSz="1004389" rtl="0" eaLnBrk="1" latinLnBrk="0" hangingPunct="1">
        <a:spcBef>
          <a:spcPts val="0"/>
        </a:spcBef>
        <a:spcAft>
          <a:spcPts val="1258"/>
        </a:spcAft>
        <a:buClrTx/>
        <a:buSzPct val="100000"/>
        <a:buFont typeface="Verdana" panose="020B0604030504040204" pitchFamily="34" charset="0"/>
        <a:buChar char="−"/>
        <a:tabLst/>
        <a:defRPr lang="en-US" sz="1141" kern="1200" baseline="0" dirty="0" smtClean="0">
          <a:solidFill>
            <a:schemeClr val="tx1"/>
          </a:solidFill>
          <a:latin typeface="+mn-lt"/>
          <a:ea typeface="+mn-ea"/>
          <a:cs typeface="+mn-cs"/>
        </a:defRPr>
      </a:lvl5pPr>
      <a:lvl6pPr marL="670169" indent="-221880" algn="l" defTabSz="1150154"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6pPr>
      <a:lvl7pPr marL="670169" indent="-221880" algn="l" defTabSz="1150154" rtl="0" eaLnBrk="1" latinLnBrk="0" hangingPunct="1">
        <a:spcBef>
          <a:spcPts val="0"/>
        </a:spcBef>
        <a:spcAft>
          <a:spcPts val="1258"/>
        </a:spcAft>
        <a:buFont typeface="Verdana" panose="020B0604030504040204" pitchFamily="34" charset="0"/>
        <a:buChar char="−"/>
        <a:defRPr sz="1509" kern="1200">
          <a:solidFill>
            <a:schemeClr val="tx1"/>
          </a:solidFill>
          <a:latin typeface="+mn-lt"/>
          <a:ea typeface="+mn-ea"/>
          <a:cs typeface="+mn-cs"/>
        </a:defRPr>
      </a:lvl7pPr>
      <a:lvl8pPr marL="670169" indent="-221880" algn="l" defTabSz="1150154"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8pPr>
      <a:lvl9pPr marL="670169" indent="-221880" algn="l" defTabSz="1150154"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9pPr>
    </p:bodyStyle>
    <p:otherStyle>
      <a:defPPr>
        <a:defRPr lang="en-US"/>
      </a:defPPr>
      <a:lvl1pPr marL="0" algn="l" defTabSz="1150154" rtl="0" eaLnBrk="1" latinLnBrk="0" hangingPunct="1">
        <a:defRPr sz="2264" kern="1200">
          <a:solidFill>
            <a:schemeClr val="tx1"/>
          </a:solidFill>
          <a:latin typeface="+mn-lt"/>
          <a:ea typeface="+mn-ea"/>
          <a:cs typeface="+mn-cs"/>
        </a:defRPr>
      </a:lvl1pPr>
      <a:lvl2pPr marL="575077" algn="l" defTabSz="1150154" rtl="0" eaLnBrk="1" latinLnBrk="0" hangingPunct="1">
        <a:defRPr sz="2264" kern="1200">
          <a:solidFill>
            <a:schemeClr val="tx1"/>
          </a:solidFill>
          <a:latin typeface="+mn-lt"/>
          <a:ea typeface="+mn-ea"/>
          <a:cs typeface="+mn-cs"/>
        </a:defRPr>
      </a:lvl2pPr>
      <a:lvl3pPr marL="1150154" algn="l" defTabSz="1150154" rtl="0" eaLnBrk="1" latinLnBrk="0" hangingPunct="1">
        <a:defRPr sz="2264" kern="1200">
          <a:solidFill>
            <a:schemeClr val="tx1"/>
          </a:solidFill>
          <a:latin typeface="+mn-lt"/>
          <a:ea typeface="+mn-ea"/>
          <a:cs typeface="+mn-cs"/>
        </a:defRPr>
      </a:lvl3pPr>
      <a:lvl4pPr marL="1725231" algn="l" defTabSz="1150154" rtl="0" eaLnBrk="1" latinLnBrk="0" hangingPunct="1">
        <a:defRPr sz="2264" kern="1200">
          <a:solidFill>
            <a:schemeClr val="tx1"/>
          </a:solidFill>
          <a:latin typeface="+mn-lt"/>
          <a:ea typeface="+mn-ea"/>
          <a:cs typeface="+mn-cs"/>
        </a:defRPr>
      </a:lvl4pPr>
      <a:lvl5pPr marL="2300309" algn="l" defTabSz="1150154" rtl="0" eaLnBrk="1" latinLnBrk="0" hangingPunct="1">
        <a:defRPr sz="2264" kern="1200">
          <a:solidFill>
            <a:schemeClr val="tx1"/>
          </a:solidFill>
          <a:latin typeface="+mn-lt"/>
          <a:ea typeface="+mn-ea"/>
          <a:cs typeface="+mn-cs"/>
        </a:defRPr>
      </a:lvl5pPr>
      <a:lvl6pPr marL="2875386" algn="l" defTabSz="1150154" rtl="0" eaLnBrk="1" latinLnBrk="0" hangingPunct="1">
        <a:defRPr sz="2264" kern="1200">
          <a:solidFill>
            <a:schemeClr val="tx1"/>
          </a:solidFill>
          <a:latin typeface="+mn-lt"/>
          <a:ea typeface="+mn-ea"/>
          <a:cs typeface="+mn-cs"/>
        </a:defRPr>
      </a:lvl6pPr>
      <a:lvl7pPr marL="3450463" algn="l" defTabSz="1150154" rtl="0" eaLnBrk="1" latinLnBrk="0" hangingPunct="1">
        <a:defRPr sz="2264" kern="1200">
          <a:solidFill>
            <a:schemeClr val="tx1"/>
          </a:solidFill>
          <a:latin typeface="+mn-lt"/>
          <a:ea typeface="+mn-ea"/>
          <a:cs typeface="+mn-cs"/>
        </a:defRPr>
      </a:lvl7pPr>
      <a:lvl8pPr marL="4025540" algn="l" defTabSz="1150154" rtl="0" eaLnBrk="1" latinLnBrk="0" hangingPunct="1">
        <a:defRPr sz="2264" kern="1200">
          <a:solidFill>
            <a:schemeClr val="tx1"/>
          </a:solidFill>
          <a:latin typeface="+mn-lt"/>
          <a:ea typeface="+mn-ea"/>
          <a:cs typeface="+mn-cs"/>
        </a:defRPr>
      </a:lvl8pPr>
      <a:lvl9pPr marL="4600616" algn="l" defTabSz="1150154" rtl="0" eaLnBrk="1" latinLnBrk="0" hangingPunct="1">
        <a:defRPr sz="2264"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443">
          <p15:clr>
            <a:srgbClr val="F26B43"/>
          </p15:clr>
        </p15:guide>
        <p15:guide id="2" pos="348">
          <p15:clr>
            <a:srgbClr val="F26B43"/>
          </p15:clr>
        </p15:guide>
        <p15:guide id="3" pos="8131">
          <p15:clr>
            <a:srgbClr val="F26B43"/>
          </p15:clr>
        </p15:guide>
        <p15:guide id="4" orient="horz" pos="219">
          <p15:clr>
            <a:srgbClr val="F26B43"/>
          </p15:clr>
        </p15:guide>
        <p15:guide id="5" orient="horz" pos="1152">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73"/>
            </p:custDataLst>
            <p:extLst>
              <p:ext uri="{D42A27DB-BD31-4B8C-83A1-F6EECF244321}">
                <p14:modId xmlns:p14="http://schemas.microsoft.com/office/powerpoint/2010/main" val="3442203737"/>
              </p:ext>
            </p:extLst>
          </p:nvPr>
        </p:nvGraphicFramePr>
        <p:xfrm>
          <a:off x="2119" y="1590"/>
          <a:ext cx="2116" cy="1587"/>
        </p:xfrm>
        <a:graphic>
          <a:graphicData uri="http://schemas.openxmlformats.org/presentationml/2006/ole">
            <mc:AlternateContent xmlns:mc="http://schemas.openxmlformats.org/markup-compatibility/2006">
              <mc:Choice xmlns:v="urn:schemas-microsoft-com:vml" Requires="v">
                <p:oleObj spid="_x0000_s17467" name="think-cell Slide" r:id="rId75" imgW="270" imgH="270" progId="TCLayout.ActiveDocument.1">
                  <p:embed/>
                </p:oleObj>
              </mc:Choice>
              <mc:Fallback>
                <p:oleObj name="think-cell Slide" r:id="rId75" imgW="270" imgH="270" progId="TCLayout.ActiveDocument.1">
                  <p:embed/>
                  <p:pic>
                    <p:nvPicPr>
                      <p:cNvPr id="4" name="Object 3" hidden="1"/>
                      <p:cNvPicPr/>
                      <p:nvPr/>
                    </p:nvPicPr>
                    <p:blipFill>
                      <a:blip r:embed="rId76"/>
                      <a:stretch>
                        <a:fillRect/>
                      </a:stretch>
                    </p:blipFill>
                    <p:spPr>
                      <a:xfrm>
                        <a:off x="2119" y="1590"/>
                        <a:ext cx="2116" cy="1587"/>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E77A6D44-03D8-4B5C-A44F-DFA19D29D686}"/>
              </a:ext>
            </a:extLst>
          </p:cNvPr>
          <p:cNvSpPr/>
          <p:nvPr userDrawn="1">
            <p:custDataLst>
              <p:tags r:id="rId74"/>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a:lnSpc>
                <a:spcPct val="106000"/>
              </a:lnSpc>
              <a:buFont typeface="Wingdings 2" pitchFamily="18" charset="2"/>
              <a:buNone/>
            </a:pPr>
            <a:endParaRPr lang="en-US" sz="2100" b="0" i="0" baseline="0">
              <a:solidFill>
                <a:schemeClr val="bg1"/>
              </a:solidFill>
              <a:latin typeface="Calibri" panose="020F0502020204030204" pitchFamily="34" charset="0"/>
              <a:ea typeface="+mj-ea"/>
              <a:cs typeface="Calibri Light" panose="020F0302020204030204" pitchFamily="34" charset="0"/>
              <a:sym typeface="Calibri" panose="020F0502020204030204" pitchFamily="34" charset="0"/>
            </a:endParaRPr>
          </a:p>
        </p:txBody>
      </p:sp>
      <p:sp>
        <p:nvSpPr>
          <p:cNvPr id="2" name="Title Placeholder 1"/>
          <p:cNvSpPr>
            <a:spLocks noGrp="1"/>
          </p:cNvSpPr>
          <p:nvPr>
            <p:ph type="title"/>
          </p:nvPr>
        </p:nvSpPr>
        <p:spPr bwMode="gray">
          <a:xfrm>
            <a:off x="501652" y="317502"/>
            <a:ext cx="11188700" cy="309820"/>
          </a:xfrm>
          <a:prstGeom prst="rect">
            <a:avLst/>
          </a:prstGeom>
        </p:spPr>
        <p:txBody>
          <a:bodyPr vert="horz" lIns="0" tIns="0" rIns="0" bIns="0" rtlCol="0" anchor="t" anchorCtr="0">
            <a:noAutofit/>
          </a:bodyPr>
          <a:lstStyle/>
          <a:p>
            <a:r>
              <a:rPr lang="en-US" noProof="0"/>
              <a:t>Click to edit Master title style</a:t>
            </a:r>
          </a:p>
        </p:txBody>
      </p:sp>
      <p:sp>
        <p:nvSpPr>
          <p:cNvPr id="18" name="Copyright"/>
          <p:cNvSpPr txBox="1"/>
          <p:nvPr/>
        </p:nvSpPr>
        <p:spPr>
          <a:xfrm>
            <a:off x="501650" y="657692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a:solidFill>
                  <a:schemeClr val="tx1"/>
                </a:solidFill>
                <a:latin typeface="Calibri" panose="020F0502020204030204" pitchFamily="34" charset="0"/>
                <a:cs typeface="Calibri" panose="020F0502020204030204" pitchFamily="34" charset="0"/>
              </a:rPr>
              <a:t>© 2022 Deloitte Touche Tohmatsu India LLP. </a:t>
            </a:r>
          </a:p>
        </p:txBody>
      </p:sp>
      <p:sp>
        <p:nvSpPr>
          <p:cNvPr id="19" name="Text Placeholder 18"/>
          <p:cNvSpPr>
            <a:spLocks noGrp="1"/>
          </p:cNvSpPr>
          <p:nvPr>
            <p:ph type="body" idx="1"/>
          </p:nvPr>
        </p:nvSpPr>
        <p:spPr>
          <a:xfrm>
            <a:off x="501651" y="1665290"/>
            <a:ext cx="11188700" cy="4716462"/>
          </a:xfrm>
          <a:prstGeom prst="rect">
            <a:avLst/>
          </a:prstGeom>
        </p:spPr>
        <p:txBody>
          <a:bodyPr vert="horz" lIns="0" tIns="0" rIns="0" bIns="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Rectangle 2">
            <a:extLst>
              <a:ext uri="{FF2B5EF4-FFF2-40B4-BE49-F238E27FC236}">
                <a16:creationId xmlns:a16="http://schemas.microsoft.com/office/drawing/2014/main" id="{C69DBDC7-DF0D-40FE-8DE0-1C33F8DF42EC}"/>
              </a:ext>
            </a:extLst>
          </p:cNvPr>
          <p:cNvSpPr/>
          <p:nvPr/>
        </p:nvSpPr>
        <p:spPr>
          <a:xfrm>
            <a:off x="11555698" y="6646170"/>
            <a:ext cx="134652" cy="138499"/>
          </a:xfrm>
          <a:prstGeom prst="rect">
            <a:avLst/>
          </a:prstGeom>
        </p:spPr>
        <p:txBody>
          <a:bodyPr wrap="none" lIns="0" tIns="0" rIns="0" bIns="0">
            <a:spAutoFit/>
          </a:bodyPr>
          <a:lstStyle/>
          <a:p>
            <a:fld id="{C58DF478-B544-4ED8-9ED4-6A2648E2D233}" type="slidenum">
              <a:rPr lang="en-US" sz="900" noProof="0" smtClean="0">
                <a:solidFill>
                  <a:schemeClr val="tx1"/>
                </a:solidFill>
                <a:latin typeface="Calibri" panose="020F0502020204030204" pitchFamily="34" charset="0"/>
                <a:cs typeface="Calibri" panose="020F0502020204030204" pitchFamily="34" charset="0"/>
              </a:rPr>
              <a:pPr/>
              <a:t>‹#›</a:t>
            </a:fld>
            <a:endParaRPr lang="en-US" sz="900"/>
          </a:p>
        </p:txBody>
      </p:sp>
    </p:spTree>
    <p:extLst>
      <p:ext uri="{BB962C8B-B14F-4D97-AF65-F5344CB8AC3E}">
        <p14:creationId xmlns:p14="http://schemas.microsoft.com/office/powerpoint/2010/main" val="2550350556"/>
      </p:ext>
    </p:extLst>
  </p:cSld>
  <p:clrMap bg1="lt1" tx1="dk1" bg2="lt2" tx2="dk2" accent1="accent1" accent2="accent2" accent3="accent3" accent4="accent4" accent5="accent5" accent6="accent6" hlink="hlink" folHlink="folHlink"/>
  <p:sldLayoutIdLst>
    <p:sldLayoutId id="2147484652" r:id="rId1"/>
    <p:sldLayoutId id="2147484653" r:id="rId2"/>
    <p:sldLayoutId id="2147484654" r:id="rId3"/>
    <p:sldLayoutId id="2147484655" r:id="rId4"/>
    <p:sldLayoutId id="2147484656" r:id="rId5"/>
    <p:sldLayoutId id="2147484657" r:id="rId6"/>
    <p:sldLayoutId id="2147484658" r:id="rId7"/>
    <p:sldLayoutId id="2147484659" r:id="rId8"/>
    <p:sldLayoutId id="2147484660" r:id="rId9"/>
    <p:sldLayoutId id="2147484661" r:id="rId10"/>
    <p:sldLayoutId id="2147484662" r:id="rId11"/>
    <p:sldLayoutId id="2147484663" r:id="rId12"/>
    <p:sldLayoutId id="2147484664" r:id="rId13"/>
    <p:sldLayoutId id="2147484665" r:id="rId14"/>
    <p:sldLayoutId id="2147484666" r:id="rId15"/>
    <p:sldLayoutId id="2147484667" r:id="rId16"/>
    <p:sldLayoutId id="2147484668" r:id="rId17"/>
    <p:sldLayoutId id="2147484669" r:id="rId18"/>
    <p:sldLayoutId id="2147484670" r:id="rId19"/>
    <p:sldLayoutId id="2147484671" r:id="rId20"/>
    <p:sldLayoutId id="2147484672" r:id="rId21"/>
    <p:sldLayoutId id="2147484673" r:id="rId22"/>
    <p:sldLayoutId id="2147484674" r:id="rId23"/>
    <p:sldLayoutId id="2147484675" r:id="rId24"/>
    <p:sldLayoutId id="2147484676" r:id="rId25"/>
    <p:sldLayoutId id="2147484677" r:id="rId26"/>
    <p:sldLayoutId id="2147484678" r:id="rId27"/>
    <p:sldLayoutId id="2147484679" r:id="rId28"/>
    <p:sldLayoutId id="2147484680" r:id="rId29"/>
    <p:sldLayoutId id="2147484681" r:id="rId30"/>
    <p:sldLayoutId id="2147484682" r:id="rId31"/>
    <p:sldLayoutId id="2147484683" r:id="rId32"/>
    <p:sldLayoutId id="2147484684" r:id="rId33"/>
    <p:sldLayoutId id="2147484685" r:id="rId34"/>
    <p:sldLayoutId id="2147484686" r:id="rId35"/>
    <p:sldLayoutId id="2147484687" r:id="rId36"/>
    <p:sldLayoutId id="2147484688" r:id="rId37"/>
    <p:sldLayoutId id="2147484689" r:id="rId38"/>
    <p:sldLayoutId id="2147484690" r:id="rId39"/>
    <p:sldLayoutId id="2147484691" r:id="rId40"/>
    <p:sldLayoutId id="2147484692" r:id="rId41"/>
    <p:sldLayoutId id="2147484693" r:id="rId42"/>
    <p:sldLayoutId id="2147484694" r:id="rId43"/>
    <p:sldLayoutId id="2147484695" r:id="rId44"/>
    <p:sldLayoutId id="2147484696" r:id="rId45"/>
    <p:sldLayoutId id="2147484697" r:id="rId46"/>
    <p:sldLayoutId id="2147484698" r:id="rId47"/>
    <p:sldLayoutId id="2147484699" r:id="rId48"/>
    <p:sldLayoutId id="2147484700" r:id="rId49"/>
    <p:sldLayoutId id="2147484701" r:id="rId50"/>
    <p:sldLayoutId id="2147484702" r:id="rId51"/>
    <p:sldLayoutId id="2147484703" r:id="rId52"/>
    <p:sldLayoutId id="2147484704" r:id="rId53"/>
    <p:sldLayoutId id="2147484705" r:id="rId54"/>
    <p:sldLayoutId id="2147484706" r:id="rId55"/>
    <p:sldLayoutId id="2147484707" r:id="rId56"/>
    <p:sldLayoutId id="2147484708" r:id="rId57"/>
    <p:sldLayoutId id="2147484709" r:id="rId58"/>
    <p:sldLayoutId id="2147484710" r:id="rId59"/>
    <p:sldLayoutId id="2147484711" r:id="rId60"/>
    <p:sldLayoutId id="2147484712" r:id="rId61"/>
    <p:sldLayoutId id="2147484713" r:id="rId62"/>
    <p:sldLayoutId id="2147484714" r:id="rId63"/>
    <p:sldLayoutId id="2147484715" r:id="rId64"/>
    <p:sldLayoutId id="2147484716" r:id="rId65"/>
    <p:sldLayoutId id="2147484717" r:id="rId66"/>
    <p:sldLayoutId id="2147484718" r:id="rId67"/>
    <p:sldLayoutId id="2147484719" r:id="rId68"/>
    <p:sldLayoutId id="2147484720" r:id="rId69"/>
    <p:sldLayoutId id="2147484721" r:id="rId70"/>
  </p:sldLayoutIdLst>
  <p:transition>
    <p:fade/>
  </p:transition>
  <p:hf hdr="0" dt="0"/>
  <p:txStyles>
    <p:titleStyle>
      <a:lvl1pPr algn="l" defTabSz="914335" rtl="0" eaLnBrk="1" latinLnBrk="0" hangingPunct="1">
        <a:spcBef>
          <a:spcPct val="0"/>
        </a:spcBef>
        <a:buNone/>
        <a:defRPr sz="2100" kern="1200">
          <a:solidFill>
            <a:schemeClr val="tx1"/>
          </a:solidFill>
          <a:latin typeface="+mn-lt"/>
          <a:ea typeface="+mj-ea"/>
          <a:cs typeface="Calibri Light" panose="020F0302020204030204" pitchFamily="34" charset="0"/>
        </a:defRPr>
      </a:lvl1pPr>
    </p:titleStyle>
    <p:bodyStyle>
      <a:lvl1pPr marL="0" indent="0" algn="l" defTabSz="914335"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690" indent="-139690" algn="l" defTabSz="914335"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778" indent="-139690" algn="l" defTabSz="914335"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867" indent="-139690" algn="l" defTabSz="914335"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4955" indent="-139690" algn="l" defTabSz="798456"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762" indent="-176387" algn="l" defTabSz="914335"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762" indent="-176387" algn="l" defTabSz="914335"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762" indent="-176387" algn="l" defTabSz="914335"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762" indent="-176387" algn="l" defTabSz="914335"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335" rtl="0" eaLnBrk="1" latinLnBrk="0" hangingPunct="1">
        <a:defRPr sz="1800" kern="1200">
          <a:solidFill>
            <a:schemeClr val="tx1"/>
          </a:solidFill>
          <a:latin typeface="+mn-lt"/>
          <a:ea typeface="+mn-ea"/>
          <a:cs typeface="+mn-cs"/>
        </a:defRPr>
      </a:lvl1pPr>
      <a:lvl2pPr marL="457167" algn="l" defTabSz="914335" rtl="0" eaLnBrk="1" latinLnBrk="0" hangingPunct="1">
        <a:defRPr sz="1800" kern="1200">
          <a:solidFill>
            <a:schemeClr val="tx1"/>
          </a:solidFill>
          <a:latin typeface="+mn-lt"/>
          <a:ea typeface="+mn-ea"/>
          <a:cs typeface="+mn-cs"/>
        </a:defRPr>
      </a:lvl2pPr>
      <a:lvl3pPr marL="914335" algn="l" defTabSz="914335" rtl="0" eaLnBrk="1" latinLnBrk="0" hangingPunct="1">
        <a:defRPr sz="1800" kern="1200">
          <a:solidFill>
            <a:schemeClr val="tx1"/>
          </a:solidFill>
          <a:latin typeface="+mn-lt"/>
          <a:ea typeface="+mn-ea"/>
          <a:cs typeface="+mn-cs"/>
        </a:defRPr>
      </a:lvl3pPr>
      <a:lvl4pPr marL="1371501" algn="l" defTabSz="914335" rtl="0" eaLnBrk="1" latinLnBrk="0" hangingPunct="1">
        <a:defRPr sz="1800" kern="1200">
          <a:solidFill>
            <a:schemeClr val="tx1"/>
          </a:solidFill>
          <a:latin typeface="+mn-lt"/>
          <a:ea typeface="+mn-ea"/>
          <a:cs typeface="+mn-cs"/>
        </a:defRPr>
      </a:lvl4pPr>
      <a:lvl5pPr marL="1828669" algn="l" defTabSz="914335" rtl="0" eaLnBrk="1" latinLnBrk="0" hangingPunct="1">
        <a:defRPr sz="1800" kern="1200">
          <a:solidFill>
            <a:schemeClr val="tx1"/>
          </a:solidFill>
          <a:latin typeface="+mn-lt"/>
          <a:ea typeface="+mn-ea"/>
          <a:cs typeface="+mn-cs"/>
        </a:defRPr>
      </a:lvl5pPr>
      <a:lvl6pPr marL="2285836" algn="l" defTabSz="914335" rtl="0" eaLnBrk="1" latinLnBrk="0" hangingPunct="1">
        <a:defRPr sz="1800" kern="1200">
          <a:solidFill>
            <a:schemeClr val="tx1"/>
          </a:solidFill>
          <a:latin typeface="+mn-lt"/>
          <a:ea typeface="+mn-ea"/>
          <a:cs typeface="+mn-cs"/>
        </a:defRPr>
      </a:lvl6pPr>
      <a:lvl7pPr marL="2743004" algn="l" defTabSz="914335" rtl="0" eaLnBrk="1" latinLnBrk="0" hangingPunct="1">
        <a:defRPr sz="1800" kern="1200">
          <a:solidFill>
            <a:schemeClr val="tx1"/>
          </a:solidFill>
          <a:latin typeface="+mn-lt"/>
          <a:ea typeface="+mn-ea"/>
          <a:cs typeface="+mn-cs"/>
        </a:defRPr>
      </a:lvl7pPr>
      <a:lvl8pPr marL="3200171" algn="l" defTabSz="914335" rtl="0" eaLnBrk="1" latinLnBrk="0" hangingPunct="1">
        <a:defRPr sz="1800" kern="1200">
          <a:solidFill>
            <a:schemeClr val="tx1"/>
          </a:solidFill>
          <a:latin typeface="+mn-lt"/>
          <a:ea typeface="+mn-ea"/>
          <a:cs typeface="+mn-cs"/>
        </a:defRPr>
      </a:lvl8pPr>
      <a:lvl9pPr marL="3657338" algn="l" defTabSz="91433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312">
          <p15:clr>
            <a:srgbClr val="F26B43"/>
          </p15:clr>
        </p15:guide>
        <p15:guide id="3" pos="1392">
          <p15:clr>
            <a:srgbClr val="F26B43"/>
          </p15:clr>
        </p15:guide>
        <p15:guide id="4" pos="1512">
          <p15:clr>
            <a:srgbClr val="F26B43"/>
          </p15:clr>
        </p15:guide>
        <p15:guide id="5" pos="2592">
          <p15:clr>
            <a:srgbClr val="F26B43"/>
          </p15:clr>
        </p15:guide>
        <p15:guide id="6" pos="2712">
          <p15:clr>
            <a:srgbClr val="F26B43"/>
          </p15:clr>
        </p15:guide>
        <p15:guide id="7" pos="3768">
          <p15:clr>
            <a:srgbClr val="F26B43"/>
          </p15:clr>
        </p15:guide>
        <p15:guide id="8" pos="7368">
          <p15:clr>
            <a:srgbClr val="F26B43"/>
          </p15:clr>
        </p15:guide>
        <p15:guide id="9" pos="6288">
          <p15:clr>
            <a:srgbClr val="F26B43"/>
          </p15:clr>
        </p15:guide>
        <p15:guide id="10" pos="6168">
          <p15:clr>
            <a:srgbClr val="F26B43"/>
          </p15:clr>
        </p15:guide>
        <p15:guide id="11" pos="5088">
          <p15:clr>
            <a:srgbClr val="F26B43"/>
          </p15:clr>
        </p15:guide>
        <p15:guide id="12" pos="4968">
          <p15:clr>
            <a:srgbClr val="F26B43"/>
          </p15:clr>
        </p15:guide>
        <p15:guide id="13" pos="3912">
          <p15:clr>
            <a:srgbClr val="F26B43"/>
          </p15:clr>
        </p15:guide>
        <p15:guide id="14" orient="horz" pos="4104">
          <p15:clr>
            <a:srgbClr val="F26B43"/>
          </p15:clr>
        </p15:guide>
        <p15:guide id="15" orient="horz" pos="4032">
          <p15:clr>
            <a:srgbClr val="F26B43"/>
          </p15:clr>
        </p15:guide>
        <p15:guide id="16" orient="horz" pos="2232">
          <p15:clr>
            <a:srgbClr val="F26B43"/>
          </p15:clr>
        </p15:guide>
        <p15:guide id="17" orient="horz" pos="1056">
          <p15:clr>
            <a:srgbClr val="F26B43"/>
          </p15:clr>
        </p15:guide>
        <p15:guide id="18" orient="horz" pos="19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42.xml"/><Relationship Id="rId1" Type="http://schemas.openxmlformats.org/officeDocument/2006/relationships/vmlDrawing" Target="../drawings/vmlDrawing21.vml"/><Relationship Id="rId6" Type="http://schemas.openxmlformats.org/officeDocument/2006/relationships/image" Target="../media/image11.png"/><Relationship Id="rId5" Type="http://schemas.openxmlformats.org/officeDocument/2006/relationships/image" Target="../media/image10.emf"/><Relationship Id="rId4" Type="http://schemas.openxmlformats.org/officeDocument/2006/relationships/oleObject" Target="../embeddings/oleObject21.bin"/></Relationships>
</file>

<file path=ppt/slides/_rels/slide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1.xml"/></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47.xml"/></Relationships>
</file>

<file path=ppt/slides/_rels/slide4.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slideLayout" Target="../slideLayouts/slideLayout186.xml"/><Relationship Id="rId7" Type="http://schemas.openxmlformats.org/officeDocument/2006/relationships/image" Target="../media/image13.png"/><Relationship Id="rId2" Type="http://schemas.openxmlformats.org/officeDocument/2006/relationships/tags" Target="../tags/tag43.xml"/><Relationship Id="rId1" Type="http://schemas.openxmlformats.org/officeDocument/2006/relationships/vmlDrawing" Target="../drawings/vmlDrawing22.vml"/><Relationship Id="rId6" Type="http://schemas.openxmlformats.org/officeDocument/2006/relationships/image" Target="../media/image10.emf"/><Relationship Id="rId5" Type="http://schemas.openxmlformats.org/officeDocument/2006/relationships/oleObject" Target="../embeddings/oleObject22.bin"/><Relationship Id="rId10" Type="http://schemas.openxmlformats.org/officeDocument/2006/relationships/image" Target="../media/image16.svg"/><Relationship Id="rId4" Type="http://schemas.openxmlformats.org/officeDocument/2006/relationships/notesSlide" Target="../notesSlides/notesSlide1.xml"/><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slideLayout" Target="../slideLayouts/slideLayout186.xml"/><Relationship Id="rId7" Type="http://schemas.openxmlformats.org/officeDocument/2006/relationships/image" Target="../media/image17.png"/><Relationship Id="rId2" Type="http://schemas.openxmlformats.org/officeDocument/2006/relationships/tags" Target="../tags/tag44.xml"/><Relationship Id="rId1" Type="http://schemas.openxmlformats.org/officeDocument/2006/relationships/vmlDrawing" Target="../drawings/vmlDrawing23.vml"/><Relationship Id="rId6" Type="http://schemas.openxmlformats.org/officeDocument/2006/relationships/image" Target="../media/image10.emf"/><Relationship Id="rId5" Type="http://schemas.openxmlformats.org/officeDocument/2006/relationships/oleObject" Target="../embeddings/oleObject23.bin"/><Relationship Id="rId10" Type="http://schemas.openxmlformats.org/officeDocument/2006/relationships/image" Target="../media/image20.svg"/><Relationship Id="rId4" Type="http://schemas.openxmlformats.org/officeDocument/2006/relationships/notesSlide" Target="../notesSlides/notesSlide2.xml"/><Relationship Id="rId9" Type="http://schemas.openxmlformats.org/officeDocument/2006/relationships/image" Target="../media/image19.png"/></Relationships>
</file>

<file path=ppt/slides/_rels/slide6.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slideLayout" Target="../slideLayouts/slideLayout186.xml"/><Relationship Id="rId7" Type="http://schemas.openxmlformats.org/officeDocument/2006/relationships/image" Target="../media/image21.png"/><Relationship Id="rId12" Type="http://schemas.openxmlformats.org/officeDocument/2006/relationships/image" Target="../media/image26.svg"/><Relationship Id="rId2" Type="http://schemas.openxmlformats.org/officeDocument/2006/relationships/tags" Target="../tags/tag45.xml"/><Relationship Id="rId1" Type="http://schemas.openxmlformats.org/officeDocument/2006/relationships/vmlDrawing" Target="../drawings/vmlDrawing24.vml"/><Relationship Id="rId6" Type="http://schemas.openxmlformats.org/officeDocument/2006/relationships/image" Target="../media/image10.emf"/><Relationship Id="rId11" Type="http://schemas.openxmlformats.org/officeDocument/2006/relationships/image" Target="../media/image25.png"/><Relationship Id="rId5" Type="http://schemas.openxmlformats.org/officeDocument/2006/relationships/oleObject" Target="../embeddings/oleObject24.bin"/><Relationship Id="rId10" Type="http://schemas.openxmlformats.org/officeDocument/2006/relationships/image" Target="../media/image24.svg"/><Relationship Id="rId4" Type="http://schemas.openxmlformats.org/officeDocument/2006/relationships/notesSlide" Target="../notesSlides/notesSlide3.xml"/><Relationship Id="rId9" Type="http://schemas.openxmlformats.org/officeDocument/2006/relationships/image" Target="../media/image23.png"/></Relationships>
</file>

<file path=ppt/slides/_rels/slide7.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slideLayout" Target="../slideLayouts/slideLayout186.xml"/><Relationship Id="rId7" Type="http://schemas.openxmlformats.org/officeDocument/2006/relationships/image" Target="../media/image27.png"/><Relationship Id="rId2" Type="http://schemas.openxmlformats.org/officeDocument/2006/relationships/tags" Target="../tags/tag46.xml"/><Relationship Id="rId1" Type="http://schemas.openxmlformats.org/officeDocument/2006/relationships/vmlDrawing" Target="../drawings/vmlDrawing25.vml"/><Relationship Id="rId6" Type="http://schemas.openxmlformats.org/officeDocument/2006/relationships/image" Target="../media/image10.emf"/><Relationship Id="rId5" Type="http://schemas.openxmlformats.org/officeDocument/2006/relationships/oleObject" Target="../embeddings/oleObject25.bin"/><Relationship Id="rId10" Type="http://schemas.openxmlformats.org/officeDocument/2006/relationships/image" Target="../media/image30.svg"/><Relationship Id="rId4" Type="http://schemas.openxmlformats.org/officeDocument/2006/relationships/notesSlide" Target="../notesSlides/notesSlide4.xml"/><Relationship Id="rId9" Type="http://schemas.openxmlformats.org/officeDocument/2006/relationships/image" Target="../media/image29.png"/></Relationships>
</file>

<file path=ppt/slides/_rels/slide8.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slideLayout" Target="../slideLayouts/slideLayout186.xml"/><Relationship Id="rId7" Type="http://schemas.openxmlformats.org/officeDocument/2006/relationships/image" Target="../media/image31.png"/><Relationship Id="rId2" Type="http://schemas.openxmlformats.org/officeDocument/2006/relationships/tags" Target="../tags/tag47.xml"/><Relationship Id="rId1" Type="http://schemas.openxmlformats.org/officeDocument/2006/relationships/vmlDrawing" Target="../drawings/vmlDrawing26.vml"/><Relationship Id="rId6" Type="http://schemas.openxmlformats.org/officeDocument/2006/relationships/image" Target="../media/image10.emf"/><Relationship Id="rId5" Type="http://schemas.openxmlformats.org/officeDocument/2006/relationships/oleObject" Target="../embeddings/oleObject26.bin"/><Relationship Id="rId10" Type="http://schemas.openxmlformats.org/officeDocument/2006/relationships/image" Target="../media/image34.svg"/><Relationship Id="rId4" Type="http://schemas.openxmlformats.org/officeDocument/2006/relationships/notesSlide" Target="../notesSlides/notesSlide5.xml"/><Relationship Id="rId9" Type="http://schemas.openxmlformats.org/officeDocument/2006/relationships/image" Target="../media/image33.png"/></Relationships>
</file>

<file path=ppt/slides/_rels/slide9.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slideLayout" Target="../slideLayouts/slideLayout186.xml"/><Relationship Id="rId7" Type="http://schemas.openxmlformats.org/officeDocument/2006/relationships/image" Target="../media/image35.png"/><Relationship Id="rId2" Type="http://schemas.openxmlformats.org/officeDocument/2006/relationships/tags" Target="../tags/tag48.xml"/><Relationship Id="rId1" Type="http://schemas.openxmlformats.org/officeDocument/2006/relationships/vmlDrawing" Target="../drawings/vmlDrawing27.vml"/><Relationship Id="rId6" Type="http://schemas.openxmlformats.org/officeDocument/2006/relationships/image" Target="../media/image10.emf"/><Relationship Id="rId5" Type="http://schemas.openxmlformats.org/officeDocument/2006/relationships/oleObject" Target="../embeddings/oleObject27.bin"/><Relationship Id="rId10" Type="http://schemas.openxmlformats.org/officeDocument/2006/relationships/image" Target="../media/image38.svg"/><Relationship Id="rId4" Type="http://schemas.openxmlformats.org/officeDocument/2006/relationships/notesSlide" Target="../notesSlides/notesSlide6.xml"/><Relationship Id="rId9" Type="http://schemas.openxmlformats.org/officeDocument/2006/relationships/image" Target="../media/image37.png"/></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47.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86.xml"/><Relationship Id="rId2" Type="http://schemas.openxmlformats.org/officeDocument/2006/relationships/tags" Target="../tags/tag49.xml"/><Relationship Id="rId1" Type="http://schemas.openxmlformats.org/officeDocument/2006/relationships/vmlDrawing" Target="../drawings/vmlDrawing28.vml"/><Relationship Id="rId6" Type="http://schemas.openxmlformats.org/officeDocument/2006/relationships/image" Target="../media/image10.emf"/><Relationship Id="rId5" Type="http://schemas.openxmlformats.org/officeDocument/2006/relationships/oleObject" Target="../embeddings/oleObject28.bin"/><Relationship Id="rId4"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86.xml"/><Relationship Id="rId2" Type="http://schemas.openxmlformats.org/officeDocument/2006/relationships/tags" Target="../tags/tag50.xml"/><Relationship Id="rId1" Type="http://schemas.openxmlformats.org/officeDocument/2006/relationships/vmlDrawing" Target="../drawings/vmlDrawing29.vml"/><Relationship Id="rId6" Type="http://schemas.openxmlformats.org/officeDocument/2006/relationships/image" Target="../media/image10.emf"/><Relationship Id="rId5" Type="http://schemas.openxmlformats.org/officeDocument/2006/relationships/oleObject" Target="../embeddings/oleObject29.bin"/><Relationship Id="rId4"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86.xml"/><Relationship Id="rId2" Type="http://schemas.openxmlformats.org/officeDocument/2006/relationships/tags" Target="../tags/tag51.xml"/><Relationship Id="rId1" Type="http://schemas.openxmlformats.org/officeDocument/2006/relationships/vmlDrawing" Target="../drawings/vmlDrawing30.vml"/><Relationship Id="rId6" Type="http://schemas.openxmlformats.org/officeDocument/2006/relationships/image" Target="../media/image10.emf"/><Relationship Id="rId5" Type="http://schemas.openxmlformats.org/officeDocument/2006/relationships/oleObject" Target="../embeddings/oleObject30.bin"/><Relationship Id="rId4"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86.xml"/><Relationship Id="rId2" Type="http://schemas.openxmlformats.org/officeDocument/2006/relationships/tags" Target="../tags/tag52.xml"/><Relationship Id="rId1" Type="http://schemas.openxmlformats.org/officeDocument/2006/relationships/vmlDrawing" Target="../drawings/vmlDrawing31.vml"/><Relationship Id="rId6" Type="http://schemas.openxmlformats.org/officeDocument/2006/relationships/image" Target="../media/image10.emf"/><Relationship Id="rId5" Type="http://schemas.openxmlformats.org/officeDocument/2006/relationships/oleObject" Target="../embeddings/oleObject31.bin"/><Relationship Id="rId4"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47.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26.xml"/><Relationship Id="rId2" Type="http://schemas.openxmlformats.org/officeDocument/2006/relationships/tags" Target="../tags/tag53.xml"/><Relationship Id="rId1" Type="http://schemas.openxmlformats.org/officeDocument/2006/relationships/vmlDrawing" Target="../drawings/vmlDrawing32.vml"/><Relationship Id="rId6" Type="http://schemas.openxmlformats.org/officeDocument/2006/relationships/image" Target="../media/image10.emf"/><Relationship Id="rId5" Type="http://schemas.openxmlformats.org/officeDocument/2006/relationships/oleObject" Target="../embeddings/oleObject32.bin"/><Relationship Id="rId4"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26.xml"/><Relationship Id="rId2" Type="http://schemas.openxmlformats.org/officeDocument/2006/relationships/tags" Target="../tags/tag54.xml"/><Relationship Id="rId1" Type="http://schemas.openxmlformats.org/officeDocument/2006/relationships/vmlDrawing" Target="../drawings/vmlDrawing33.vml"/><Relationship Id="rId6" Type="http://schemas.openxmlformats.org/officeDocument/2006/relationships/image" Target="../media/image10.emf"/><Relationship Id="rId5" Type="http://schemas.openxmlformats.org/officeDocument/2006/relationships/oleObject" Target="../embeddings/oleObject33.bin"/><Relationship Id="rId4"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26.xml"/><Relationship Id="rId2" Type="http://schemas.openxmlformats.org/officeDocument/2006/relationships/tags" Target="../tags/tag55.xml"/><Relationship Id="rId1" Type="http://schemas.openxmlformats.org/officeDocument/2006/relationships/vmlDrawing" Target="../drawings/vmlDrawing34.vml"/><Relationship Id="rId6" Type="http://schemas.openxmlformats.org/officeDocument/2006/relationships/image" Target="../media/image10.emf"/><Relationship Id="rId5" Type="http://schemas.openxmlformats.org/officeDocument/2006/relationships/oleObject" Target="../embeddings/oleObject34.bin"/><Relationship Id="rId4"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26.xml"/><Relationship Id="rId2" Type="http://schemas.openxmlformats.org/officeDocument/2006/relationships/tags" Target="../tags/tag56.xml"/><Relationship Id="rId1" Type="http://schemas.openxmlformats.org/officeDocument/2006/relationships/vmlDrawing" Target="../drawings/vmlDrawing35.vml"/><Relationship Id="rId6" Type="http://schemas.openxmlformats.org/officeDocument/2006/relationships/image" Target="../media/image10.emf"/><Relationship Id="rId5" Type="http://schemas.openxmlformats.org/officeDocument/2006/relationships/oleObject" Target="../embeddings/oleObject35.bin"/><Relationship Id="rId4"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47.xml"/></Relationships>
</file>

<file path=ppt/slides/_rels/slide21.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slideLayout" Target="../slideLayouts/slideLayout186.xml"/><Relationship Id="rId7" Type="http://schemas.openxmlformats.org/officeDocument/2006/relationships/image" Target="../media/image39.png"/><Relationship Id="rId2" Type="http://schemas.openxmlformats.org/officeDocument/2006/relationships/tags" Target="../tags/tag57.xml"/><Relationship Id="rId1" Type="http://schemas.openxmlformats.org/officeDocument/2006/relationships/vmlDrawing" Target="../drawings/vmlDrawing36.vml"/><Relationship Id="rId6" Type="http://schemas.openxmlformats.org/officeDocument/2006/relationships/image" Target="../media/image10.emf"/><Relationship Id="rId5" Type="http://schemas.openxmlformats.org/officeDocument/2006/relationships/oleObject" Target="../embeddings/oleObject36.bin"/><Relationship Id="rId4"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86.xml"/><Relationship Id="rId2" Type="http://schemas.openxmlformats.org/officeDocument/2006/relationships/tags" Target="../tags/tag58.xml"/><Relationship Id="rId1" Type="http://schemas.openxmlformats.org/officeDocument/2006/relationships/vmlDrawing" Target="../drawings/vmlDrawing37.vml"/><Relationship Id="rId6" Type="http://schemas.openxmlformats.org/officeDocument/2006/relationships/image" Target="../media/image10.emf"/><Relationship Id="rId5" Type="http://schemas.openxmlformats.org/officeDocument/2006/relationships/oleObject" Target="../embeddings/oleObject37.bin"/><Relationship Id="rId4"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86.xml"/><Relationship Id="rId2" Type="http://schemas.openxmlformats.org/officeDocument/2006/relationships/tags" Target="../tags/tag59.xml"/><Relationship Id="rId1" Type="http://schemas.openxmlformats.org/officeDocument/2006/relationships/vmlDrawing" Target="../drawings/vmlDrawing38.vml"/><Relationship Id="rId6" Type="http://schemas.openxmlformats.org/officeDocument/2006/relationships/image" Target="../media/image10.emf"/><Relationship Id="rId5" Type="http://schemas.openxmlformats.org/officeDocument/2006/relationships/oleObject" Target="../embeddings/oleObject37.bin"/><Relationship Id="rId4"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86.xml"/><Relationship Id="rId2" Type="http://schemas.openxmlformats.org/officeDocument/2006/relationships/tags" Target="../tags/tag60.xml"/><Relationship Id="rId1" Type="http://schemas.openxmlformats.org/officeDocument/2006/relationships/vmlDrawing" Target="../drawings/vmlDrawing39.vml"/><Relationship Id="rId6" Type="http://schemas.openxmlformats.org/officeDocument/2006/relationships/image" Target="../media/image10.emf"/><Relationship Id="rId5" Type="http://schemas.openxmlformats.org/officeDocument/2006/relationships/oleObject" Target="../embeddings/oleObject38.bin"/><Relationship Id="rId4"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86.xml"/><Relationship Id="rId2" Type="http://schemas.openxmlformats.org/officeDocument/2006/relationships/tags" Target="../tags/tag61.xml"/><Relationship Id="rId1" Type="http://schemas.openxmlformats.org/officeDocument/2006/relationships/vmlDrawing" Target="../drawings/vmlDrawing40.vml"/><Relationship Id="rId6" Type="http://schemas.openxmlformats.org/officeDocument/2006/relationships/image" Target="../media/image10.emf"/><Relationship Id="rId5" Type="http://schemas.openxmlformats.org/officeDocument/2006/relationships/oleObject" Target="../embeddings/oleObject38.bin"/><Relationship Id="rId4"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86.xml"/><Relationship Id="rId2" Type="http://schemas.openxmlformats.org/officeDocument/2006/relationships/tags" Target="../tags/tag62.xml"/><Relationship Id="rId1" Type="http://schemas.openxmlformats.org/officeDocument/2006/relationships/vmlDrawing" Target="../drawings/vmlDrawing41.vml"/><Relationship Id="rId6" Type="http://schemas.openxmlformats.org/officeDocument/2006/relationships/image" Target="../media/image10.emf"/><Relationship Id="rId5" Type="http://schemas.openxmlformats.org/officeDocument/2006/relationships/oleObject" Target="../embeddings/oleObject39.bin"/><Relationship Id="rId4"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Object 17" hidden="1">
            <a:extLst>
              <a:ext uri="{FF2B5EF4-FFF2-40B4-BE49-F238E27FC236}">
                <a16:creationId xmlns:a16="http://schemas.microsoft.com/office/drawing/2014/main" id="{972089DD-C5B6-4DC0-BCFE-8B205CE723B4}"/>
              </a:ext>
            </a:extLst>
          </p:cNvPr>
          <p:cNvGraphicFramePr>
            <a:graphicFrameLocks noChangeAspect="1"/>
          </p:cNvGraphicFramePr>
          <p:nvPr>
            <p:custDataLst>
              <p:tags r:id="rId2"/>
            </p:custDataLst>
            <p:extLst>
              <p:ext uri="{D42A27DB-BD31-4B8C-83A1-F6EECF244321}">
                <p14:modId xmlns:p14="http://schemas.microsoft.com/office/powerpoint/2010/main" val="34419007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5659" name="think-cell Slide" r:id="rId4" imgW="415" imgH="416" progId="TCLayout.ActiveDocument.1">
                  <p:embed/>
                </p:oleObj>
              </mc:Choice>
              <mc:Fallback>
                <p:oleObj name="think-cell Slide" r:id="rId4" imgW="415" imgH="416" progId="TCLayout.ActiveDocument.1">
                  <p:embed/>
                  <p:pic>
                    <p:nvPicPr>
                      <p:cNvPr id="18" name="Object 17" hidden="1">
                        <a:extLst>
                          <a:ext uri="{FF2B5EF4-FFF2-40B4-BE49-F238E27FC236}">
                            <a16:creationId xmlns:a16="http://schemas.microsoft.com/office/drawing/2014/main" id="{972089DD-C5B6-4DC0-BCFE-8B205CE723B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pSp>
        <p:nvGrpSpPr>
          <p:cNvPr id="4" name="Group 3">
            <a:extLst>
              <a:ext uri="{FF2B5EF4-FFF2-40B4-BE49-F238E27FC236}">
                <a16:creationId xmlns:a16="http://schemas.microsoft.com/office/drawing/2014/main" id="{AF1CD8F4-0A59-4937-99FC-2826619D97A9}"/>
              </a:ext>
            </a:extLst>
          </p:cNvPr>
          <p:cNvGrpSpPr>
            <a:grpSpLocks noChangeAspect="1"/>
          </p:cNvGrpSpPr>
          <p:nvPr/>
        </p:nvGrpSpPr>
        <p:grpSpPr>
          <a:xfrm>
            <a:off x="475325" y="457761"/>
            <a:ext cx="1998000" cy="374400"/>
            <a:chOff x="398463" y="404813"/>
            <a:chExt cx="1627187" cy="307976"/>
          </a:xfrm>
          <a:solidFill>
            <a:schemeClr val="tx1"/>
          </a:solidFill>
        </p:grpSpPr>
        <p:sp>
          <p:nvSpPr>
            <p:cNvPr id="5" name="Oval 5">
              <a:extLst>
                <a:ext uri="{FF2B5EF4-FFF2-40B4-BE49-F238E27FC236}">
                  <a16:creationId xmlns:a16="http://schemas.microsoft.com/office/drawing/2014/main" id="{177D31DD-6ACB-48EC-9AD9-B91C50DBD445}"/>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6" name="Freeform 6">
              <a:extLst>
                <a:ext uri="{FF2B5EF4-FFF2-40B4-BE49-F238E27FC236}">
                  <a16:creationId xmlns:a16="http://schemas.microsoft.com/office/drawing/2014/main" id="{462714D6-6D8D-4C4A-A47A-7E7DBA05634B}"/>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7" name="Rectangle 7">
              <a:extLst>
                <a:ext uri="{FF2B5EF4-FFF2-40B4-BE49-F238E27FC236}">
                  <a16:creationId xmlns:a16="http://schemas.microsoft.com/office/drawing/2014/main" id="{AB3F7E73-87C6-4E68-BEDF-18A6124769B1}"/>
                </a:ext>
              </a:extLst>
            </p:cNvPr>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8" name="Freeform 8">
              <a:extLst>
                <a:ext uri="{FF2B5EF4-FFF2-40B4-BE49-F238E27FC236}">
                  <a16:creationId xmlns:a16="http://schemas.microsoft.com/office/drawing/2014/main" id="{569274E1-38AE-4BCC-981D-C1F9C6F1BD7A}"/>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9" name="Rectangle 9">
              <a:extLst>
                <a:ext uri="{FF2B5EF4-FFF2-40B4-BE49-F238E27FC236}">
                  <a16:creationId xmlns:a16="http://schemas.microsoft.com/office/drawing/2014/main" id="{788E4124-F96B-4FCE-ACFC-4CE8E05E0E58}"/>
                </a:ext>
              </a:extLst>
            </p:cNvPr>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0" name="Rectangle 10">
              <a:extLst>
                <a:ext uri="{FF2B5EF4-FFF2-40B4-BE49-F238E27FC236}">
                  <a16:creationId xmlns:a16="http://schemas.microsoft.com/office/drawing/2014/main" id="{FC87173A-663C-4425-AFDF-72FFD617AF4D}"/>
                </a:ext>
              </a:extLst>
            </p:cNvPr>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1" name="Freeform 11">
              <a:extLst>
                <a:ext uri="{FF2B5EF4-FFF2-40B4-BE49-F238E27FC236}">
                  <a16:creationId xmlns:a16="http://schemas.microsoft.com/office/drawing/2014/main" id="{F601716B-ECBA-4878-BE7A-C5CD9C7D5031}"/>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2" name="Freeform 12">
              <a:extLst>
                <a:ext uri="{FF2B5EF4-FFF2-40B4-BE49-F238E27FC236}">
                  <a16:creationId xmlns:a16="http://schemas.microsoft.com/office/drawing/2014/main" id="{2FF2DD0D-7111-45A3-AB4B-7A09BCA5C784}"/>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3" name="Freeform 13">
              <a:extLst>
                <a:ext uri="{FF2B5EF4-FFF2-40B4-BE49-F238E27FC236}">
                  <a16:creationId xmlns:a16="http://schemas.microsoft.com/office/drawing/2014/main" id="{A1DF7EFA-3421-491F-A90C-2593B2524C76}"/>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4" name="Freeform 14">
              <a:extLst>
                <a:ext uri="{FF2B5EF4-FFF2-40B4-BE49-F238E27FC236}">
                  <a16:creationId xmlns:a16="http://schemas.microsoft.com/office/drawing/2014/main" id="{9915DCD6-B9E8-4FEA-9C4A-5EFE4BDDE9AD}"/>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pic>
        <p:nvPicPr>
          <p:cNvPr id="16" name="Picture 15" descr="A picture containing night sky&#10;&#10;Description automatically generated">
            <a:extLst>
              <a:ext uri="{FF2B5EF4-FFF2-40B4-BE49-F238E27FC236}">
                <a16:creationId xmlns:a16="http://schemas.microsoft.com/office/drawing/2014/main" id="{3EAEA4B4-6682-44E2-AD66-DAF401CB9CF5}"/>
              </a:ext>
            </a:extLst>
          </p:cNvPr>
          <p:cNvPicPr>
            <a:picLocks noChangeAspect="1"/>
          </p:cNvPicPr>
          <p:nvPr/>
        </p:nvPicPr>
        <p:blipFill rotWithShape="1">
          <a:blip r:embed="rId6">
            <a:extLst>
              <a:ext uri="{28A0092B-C50C-407E-A947-70E740481C1C}">
                <a14:useLocalDpi xmlns:a14="http://schemas.microsoft.com/office/drawing/2010/main" val="0"/>
              </a:ext>
            </a:extLst>
          </a:blip>
          <a:srcRect r="30363"/>
          <a:stretch/>
        </p:blipFill>
        <p:spPr>
          <a:xfrm>
            <a:off x="4494356" y="198612"/>
            <a:ext cx="7697644" cy="6626720"/>
          </a:xfrm>
          <a:prstGeom prst="rect">
            <a:avLst/>
          </a:prstGeom>
        </p:spPr>
      </p:pic>
      <p:sp>
        <p:nvSpPr>
          <p:cNvPr id="17" name="Subtitle 3">
            <a:extLst>
              <a:ext uri="{FF2B5EF4-FFF2-40B4-BE49-F238E27FC236}">
                <a16:creationId xmlns:a16="http://schemas.microsoft.com/office/drawing/2014/main" id="{5952B81A-0D37-4162-BB15-1124FCF58B45}"/>
              </a:ext>
            </a:extLst>
          </p:cNvPr>
          <p:cNvSpPr>
            <a:spLocks noGrp="1"/>
          </p:cNvSpPr>
          <p:nvPr>
            <p:ph type="subTitle" idx="1"/>
          </p:nvPr>
        </p:nvSpPr>
        <p:spPr>
          <a:xfrm>
            <a:off x="475325" y="3718342"/>
            <a:ext cx="6495926" cy="2294218"/>
          </a:xfrm>
        </p:spPr>
        <p:txBody>
          <a:bodyPr wrap="square" anchor="ctr" anchorCtr="0">
            <a:spAutoFit/>
          </a:bodyPr>
          <a:lstStyle/>
          <a:p>
            <a:pPr algn="just">
              <a:lnSpc>
                <a:spcPct val="114000"/>
              </a:lnSpc>
              <a:spcAft>
                <a:spcPts val="600"/>
              </a:spcAft>
            </a:pPr>
            <a:r>
              <a:rPr lang="en-US" sz="1800" b="0" dirty="0">
                <a:solidFill>
                  <a:srgbClr val="43B02A"/>
                </a:solidFill>
              </a:rPr>
              <a:t>STRATEGIC PLANNING AND TRANSFORMATION OF THE WEST BENGAL POWER SECTOR</a:t>
            </a:r>
          </a:p>
          <a:p>
            <a:pPr algn="just">
              <a:lnSpc>
                <a:spcPct val="114000"/>
              </a:lnSpc>
              <a:spcAft>
                <a:spcPts val="600"/>
              </a:spcAft>
            </a:pPr>
            <a:endParaRPr lang="en-US" sz="1800" b="0" dirty="0">
              <a:solidFill>
                <a:srgbClr val="43B02A"/>
              </a:solidFill>
            </a:endParaRPr>
          </a:p>
          <a:p>
            <a:pPr algn="just">
              <a:lnSpc>
                <a:spcPct val="114000"/>
              </a:lnSpc>
              <a:spcAft>
                <a:spcPts val="600"/>
              </a:spcAft>
            </a:pPr>
            <a:r>
              <a:rPr lang="en-US" sz="1800" b="0" dirty="0">
                <a:solidFill>
                  <a:srgbClr val="00ABAB"/>
                </a:solidFill>
              </a:rPr>
              <a:t>Department of Power , Government Of West Bengal</a:t>
            </a:r>
          </a:p>
          <a:p>
            <a:pPr algn="just">
              <a:spcAft>
                <a:spcPts val="600"/>
              </a:spcAft>
            </a:pPr>
            <a:endParaRPr lang="en-US" sz="1400" b="0" dirty="0"/>
          </a:p>
          <a:p>
            <a:pPr algn="just">
              <a:spcAft>
                <a:spcPts val="600"/>
              </a:spcAft>
            </a:pPr>
            <a:r>
              <a:rPr lang="en-US" sz="1400" dirty="0"/>
              <a:t>SWOT Analysis</a:t>
            </a:r>
          </a:p>
          <a:p>
            <a:pPr algn="just">
              <a:spcAft>
                <a:spcPts val="600"/>
              </a:spcAft>
            </a:pPr>
            <a:r>
              <a:rPr lang="en-US" sz="1400" b="0" dirty="0"/>
              <a:t>August 2022</a:t>
            </a:r>
            <a:endParaRPr lang="en-US" sz="2399" b="0" dirty="0"/>
          </a:p>
        </p:txBody>
      </p:sp>
      <p:sp>
        <p:nvSpPr>
          <p:cNvPr id="19" name="Text Placeholder 4">
            <a:extLst>
              <a:ext uri="{FF2B5EF4-FFF2-40B4-BE49-F238E27FC236}">
                <a16:creationId xmlns:a16="http://schemas.microsoft.com/office/drawing/2014/main" id="{1EBFA252-2B6D-40F1-9D09-028C50C9D903}"/>
              </a:ext>
            </a:extLst>
          </p:cNvPr>
          <p:cNvSpPr>
            <a:spLocks noGrp="1"/>
          </p:cNvSpPr>
          <p:nvPr>
            <p:ph type="body" sz="quarter" idx="10"/>
          </p:nvPr>
        </p:nvSpPr>
        <p:spPr>
          <a:xfrm>
            <a:off x="475325" y="6306912"/>
            <a:ext cx="6709262" cy="186654"/>
          </a:xfrm>
        </p:spPr>
        <p:txBody>
          <a:bodyPr anchor="ctr" anchorCtr="0">
            <a:spAutoFit/>
          </a:bodyPr>
          <a:lstStyle/>
          <a:p>
            <a:r>
              <a:rPr lang="en-US" sz="1213">
                <a:solidFill>
                  <a:schemeClr val="accent1"/>
                </a:solidFill>
              </a:rPr>
              <a:t>Deloitte </a:t>
            </a:r>
            <a:r>
              <a:rPr lang="en-US" sz="1213" err="1">
                <a:solidFill>
                  <a:schemeClr val="accent1"/>
                </a:solidFill>
              </a:rPr>
              <a:t>Touche</a:t>
            </a:r>
            <a:r>
              <a:rPr lang="en-US" sz="1213">
                <a:solidFill>
                  <a:schemeClr val="accent1"/>
                </a:solidFill>
              </a:rPr>
              <a:t> Tohmatsu India LLP</a:t>
            </a:r>
            <a:endParaRPr lang="en-US" sz="1158">
              <a:solidFill>
                <a:schemeClr val="accent1"/>
              </a:solidFill>
            </a:endParaRPr>
          </a:p>
        </p:txBody>
      </p:sp>
    </p:spTree>
    <p:extLst>
      <p:ext uri="{BB962C8B-B14F-4D97-AF65-F5344CB8AC3E}">
        <p14:creationId xmlns:p14="http://schemas.microsoft.com/office/powerpoint/2010/main" val="954856778"/>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D7007A1-C7F4-4CE0-9CDA-3597F295AFFB}"/>
              </a:ext>
            </a:extLst>
          </p:cNvPr>
          <p:cNvSpPr/>
          <p:nvPr/>
        </p:nvSpPr>
        <p:spPr>
          <a:xfrm>
            <a:off x="453517" y="620976"/>
            <a:ext cx="5531647" cy="446597"/>
          </a:xfrm>
          <a:prstGeom prst="rect">
            <a:avLst/>
          </a:prstGeom>
        </p:spPr>
        <p:txBody>
          <a:bodyPr wrap="square" lIns="0" tIns="0" rIns="0" bIns="0">
            <a:spAutoFit/>
          </a:bodyPr>
          <a:lstStyle/>
          <a:p>
            <a:pPr defTabSz="945609">
              <a:defRPr/>
            </a:pPr>
            <a:r>
              <a:rPr lang="en-AU" sz="2902" spc="272" dirty="0">
                <a:solidFill>
                  <a:prstClr val="white"/>
                </a:solidFill>
                <a:latin typeface="Verdana"/>
              </a:rPr>
              <a:t>SWOT Analysis Entities</a:t>
            </a:r>
            <a:endParaRPr lang="en-IN" sz="2902" spc="272" dirty="0">
              <a:solidFill>
                <a:prstClr val="white"/>
              </a:solidFill>
              <a:latin typeface="Verdana"/>
            </a:endParaRPr>
          </a:p>
        </p:txBody>
      </p:sp>
      <p:graphicFrame>
        <p:nvGraphicFramePr>
          <p:cNvPr id="5" name="Table 4">
            <a:extLst>
              <a:ext uri="{FF2B5EF4-FFF2-40B4-BE49-F238E27FC236}">
                <a16:creationId xmlns:a16="http://schemas.microsoft.com/office/drawing/2014/main" id="{EC955B6D-9E2E-44A0-A0A9-8BEF02287B3A}"/>
              </a:ext>
            </a:extLst>
          </p:cNvPr>
          <p:cNvGraphicFramePr>
            <a:graphicFrameLocks noGrp="1"/>
          </p:cNvGraphicFramePr>
          <p:nvPr>
            <p:extLst>
              <p:ext uri="{D42A27DB-BD31-4B8C-83A1-F6EECF244321}">
                <p14:modId xmlns:p14="http://schemas.microsoft.com/office/powerpoint/2010/main" val="2049801335"/>
              </p:ext>
            </p:extLst>
          </p:nvPr>
        </p:nvGraphicFramePr>
        <p:xfrm>
          <a:off x="469465" y="1308854"/>
          <a:ext cx="8736880" cy="2560320"/>
        </p:xfrm>
        <a:graphic>
          <a:graphicData uri="http://schemas.openxmlformats.org/drawingml/2006/table">
            <a:tbl>
              <a:tblPr>
                <a:tableStyleId>{2D5ABB26-0587-4C30-8999-92F81FD0307C}</a:tableStyleId>
              </a:tblPr>
              <a:tblGrid>
                <a:gridCol w="812221">
                  <a:extLst>
                    <a:ext uri="{9D8B030D-6E8A-4147-A177-3AD203B41FA5}">
                      <a16:colId xmlns:a16="http://schemas.microsoft.com/office/drawing/2014/main" val="20000"/>
                    </a:ext>
                  </a:extLst>
                </a:gridCol>
                <a:gridCol w="7924659">
                  <a:extLst>
                    <a:ext uri="{9D8B030D-6E8A-4147-A177-3AD203B41FA5}">
                      <a16:colId xmlns:a16="http://schemas.microsoft.com/office/drawing/2014/main" val="20001"/>
                    </a:ext>
                  </a:extLst>
                </a:gridCol>
              </a:tblGrid>
              <a:tr h="640080">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dirty="0">
                        <a:ln>
                          <a:noFill/>
                        </a:ln>
                        <a:solidFill>
                          <a:schemeClr val="tx2"/>
                        </a:solidFill>
                        <a:effectLst/>
                        <a:latin typeface="+mn-lt"/>
                        <a:ea typeface="+mn-ea"/>
                        <a:cs typeface="+mn-cs"/>
                      </a:endParaRPr>
                    </a:p>
                  </a:txBody>
                  <a:tcPr marL="82915" marR="82915" marT="41457" marB="41457"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white"/>
                          </a:solidFill>
                          <a:effectLst/>
                          <a:uLnTx/>
                          <a:uFillTx/>
                          <a:latin typeface="+mn-lt"/>
                          <a:ea typeface="+mn-ea"/>
                          <a:cs typeface="+mn-cs"/>
                        </a:rPr>
                        <a:t>The West Bengal Power Development Corporation</a:t>
                      </a:r>
                    </a:p>
                  </a:txBody>
                  <a:tcPr marL="75190" marR="75190" marT="37595" marB="37595"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10000"/>
                  </a:ext>
                </a:extLst>
              </a:tr>
              <a:tr h="640080">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a:ln>
                          <a:noFill/>
                        </a:ln>
                        <a:solidFill>
                          <a:schemeClr val="tx2"/>
                        </a:solidFill>
                        <a:effectLst/>
                        <a:latin typeface="+mn-lt"/>
                        <a:ea typeface="+mn-ea"/>
                        <a:cs typeface="+mn-cs"/>
                      </a:endParaRPr>
                    </a:p>
                  </a:txBody>
                  <a:tcPr marL="82915" marR="82915" marT="41457" marB="41457"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white"/>
                          </a:solidFill>
                          <a:effectLst/>
                          <a:uLnTx/>
                          <a:uFillTx/>
                          <a:latin typeface="+mn-lt"/>
                          <a:ea typeface="+mn-ea"/>
                          <a:cs typeface="+mn-cs"/>
                        </a:rPr>
                        <a:t>The Durgapur Projects Limited</a:t>
                      </a:r>
                    </a:p>
                  </a:txBody>
                  <a:tcPr marL="75190" marR="75190" marT="37595" marB="37595"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2922937316"/>
                  </a:ext>
                </a:extLst>
              </a:tr>
              <a:tr h="640080">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a:ln>
                          <a:noFill/>
                        </a:ln>
                        <a:solidFill>
                          <a:schemeClr val="tx2"/>
                        </a:solidFill>
                        <a:effectLst/>
                        <a:latin typeface="+mn-lt"/>
                        <a:ea typeface="+mn-ea"/>
                        <a:cs typeface="+mn-cs"/>
                      </a:endParaRPr>
                    </a:p>
                  </a:txBody>
                  <a:tcPr marL="82915" marR="82915" marT="41457" marB="41457"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white"/>
                          </a:solidFill>
                          <a:effectLst/>
                          <a:uLnTx/>
                          <a:uFillTx/>
                          <a:latin typeface="+mn-lt"/>
                          <a:ea typeface="+mn-ea"/>
                          <a:cs typeface="+mn-cs"/>
                        </a:rPr>
                        <a:t>West Bengal State Electricity Transmission Company Limited</a:t>
                      </a:r>
                    </a:p>
                  </a:txBody>
                  <a:tcPr marL="75190" marR="75190" marT="37595" marB="37595"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10001"/>
                  </a:ext>
                </a:extLst>
              </a:tr>
              <a:tr h="640080">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a:ln>
                          <a:noFill/>
                        </a:ln>
                        <a:solidFill>
                          <a:schemeClr val="tx2"/>
                        </a:solidFill>
                        <a:effectLst/>
                        <a:latin typeface="+mn-lt"/>
                        <a:ea typeface="+mn-ea"/>
                        <a:cs typeface="+mn-cs"/>
                      </a:endParaRPr>
                    </a:p>
                  </a:txBody>
                  <a:tcPr marL="82915" marR="82915" marT="41457" marB="41457"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white"/>
                          </a:solidFill>
                          <a:effectLst/>
                          <a:uLnTx/>
                          <a:uFillTx/>
                          <a:latin typeface="+mn-lt"/>
                          <a:ea typeface="+mn-ea"/>
                          <a:cs typeface="+mn-cs"/>
                        </a:rPr>
                        <a:t>West Bengal State Electricity Distribution Company Limited</a:t>
                      </a:r>
                    </a:p>
                  </a:txBody>
                  <a:tcPr marL="75190" marR="75190" marT="37595" marB="37595"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1659946139"/>
                  </a:ext>
                </a:extLst>
              </a:tr>
            </a:tbl>
          </a:graphicData>
        </a:graphic>
      </p:graphicFrame>
      <p:sp>
        <p:nvSpPr>
          <p:cNvPr id="6" name="Oval 5">
            <a:extLst>
              <a:ext uri="{FF2B5EF4-FFF2-40B4-BE49-F238E27FC236}">
                <a16:creationId xmlns:a16="http://schemas.microsoft.com/office/drawing/2014/main" id="{D8070BE0-AF3B-4479-935F-548B283357BC}"/>
              </a:ext>
            </a:extLst>
          </p:cNvPr>
          <p:cNvSpPr>
            <a:spLocks noChangeAspect="1"/>
          </p:cNvSpPr>
          <p:nvPr/>
        </p:nvSpPr>
        <p:spPr>
          <a:xfrm>
            <a:off x="585295" y="1433371"/>
            <a:ext cx="390736" cy="390736"/>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2795" tIns="41395" rIns="82795" bIns="41395" rtlCol="0" anchor="ctr"/>
          <a:lstStyle/>
          <a:p>
            <a:pPr algn="ctr" defTabSz="945609">
              <a:defRPr/>
            </a:pPr>
            <a:r>
              <a:rPr lang="en-US" sz="1480">
                <a:solidFill>
                  <a:prstClr val="white"/>
                </a:solidFill>
                <a:latin typeface="Verdana"/>
              </a:rPr>
              <a:t>1</a:t>
            </a:r>
          </a:p>
        </p:txBody>
      </p:sp>
      <p:sp>
        <p:nvSpPr>
          <p:cNvPr id="7" name="Oval 6">
            <a:extLst>
              <a:ext uri="{FF2B5EF4-FFF2-40B4-BE49-F238E27FC236}">
                <a16:creationId xmlns:a16="http://schemas.microsoft.com/office/drawing/2014/main" id="{D40672A5-0039-40A5-8DAD-7B5D1993C012}"/>
              </a:ext>
            </a:extLst>
          </p:cNvPr>
          <p:cNvSpPr>
            <a:spLocks noChangeAspect="1"/>
          </p:cNvSpPr>
          <p:nvPr/>
        </p:nvSpPr>
        <p:spPr>
          <a:xfrm>
            <a:off x="585295" y="2065276"/>
            <a:ext cx="390736" cy="390736"/>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2795" tIns="41395" rIns="82795" bIns="41395" rtlCol="0" anchor="ctr"/>
          <a:lstStyle/>
          <a:p>
            <a:pPr algn="ctr" defTabSz="945609">
              <a:defRPr/>
            </a:pPr>
            <a:r>
              <a:rPr lang="en-US" sz="1480">
                <a:solidFill>
                  <a:prstClr val="white"/>
                </a:solidFill>
                <a:latin typeface="Verdana"/>
              </a:rPr>
              <a:t>2</a:t>
            </a:r>
          </a:p>
        </p:txBody>
      </p:sp>
      <p:sp>
        <p:nvSpPr>
          <p:cNvPr id="8" name="Oval 7">
            <a:extLst>
              <a:ext uri="{FF2B5EF4-FFF2-40B4-BE49-F238E27FC236}">
                <a16:creationId xmlns:a16="http://schemas.microsoft.com/office/drawing/2014/main" id="{329005B1-D749-412F-AA33-D6AD8910EF63}"/>
              </a:ext>
            </a:extLst>
          </p:cNvPr>
          <p:cNvSpPr>
            <a:spLocks noChangeAspect="1"/>
          </p:cNvSpPr>
          <p:nvPr/>
        </p:nvSpPr>
        <p:spPr>
          <a:xfrm>
            <a:off x="585295" y="2709446"/>
            <a:ext cx="390736" cy="390736"/>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2795" tIns="41395" rIns="82795" bIns="41395" rtlCol="0" anchor="ctr"/>
          <a:lstStyle/>
          <a:p>
            <a:pPr algn="ctr" defTabSz="945609">
              <a:defRPr/>
            </a:pPr>
            <a:r>
              <a:rPr lang="en-US" sz="1480">
                <a:solidFill>
                  <a:prstClr val="white"/>
                </a:solidFill>
                <a:latin typeface="Verdana"/>
              </a:rPr>
              <a:t>3</a:t>
            </a:r>
          </a:p>
        </p:txBody>
      </p:sp>
      <p:sp>
        <p:nvSpPr>
          <p:cNvPr id="9" name="Oval 8">
            <a:extLst>
              <a:ext uri="{FF2B5EF4-FFF2-40B4-BE49-F238E27FC236}">
                <a16:creationId xmlns:a16="http://schemas.microsoft.com/office/drawing/2014/main" id="{3273B13A-D4B8-40C0-84EA-C9DA70E457DA}"/>
              </a:ext>
            </a:extLst>
          </p:cNvPr>
          <p:cNvSpPr>
            <a:spLocks noChangeAspect="1"/>
          </p:cNvSpPr>
          <p:nvPr/>
        </p:nvSpPr>
        <p:spPr>
          <a:xfrm>
            <a:off x="585295" y="3367083"/>
            <a:ext cx="390736" cy="390736"/>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2795" tIns="41395" rIns="82795" bIns="41395" rtlCol="0" anchor="ctr"/>
          <a:lstStyle/>
          <a:p>
            <a:pPr algn="ctr" defTabSz="945609">
              <a:defRPr/>
            </a:pPr>
            <a:r>
              <a:rPr lang="en-US" sz="1480">
                <a:solidFill>
                  <a:prstClr val="white"/>
                </a:solidFill>
                <a:latin typeface="Verdana"/>
              </a:rPr>
              <a:t>4</a:t>
            </a:r>
          </a:p>
        </p:txBody>
      </p:sp>
      <p:pic>
        <p:nvPicPr>
          <p:cNvPr id="236" name="Picture 235">
            <a:extLst>
              <a:ext uri="{FF2B5EF4-FFF2-40B4-BE49-F238E27FC236}">
                <a16:creationId xmlns:a16="http://schemas.microsoft.com/office/drawing/2014/main" id="{17DFCE1A-DD97-4B9A-A969-53DF79A768C4}"/>
              </a:ext>
            </a:extLst>
          </p:cNvPr>
          <p:cNvPicPr>
            <a:picLocks noChangeAspect="1"/>
          </p:cNvPicPr>
          <p:nvPr/>
        </p:nvPicPr>
        <p:blipFill rotWithShape="1">
          <a:blip r:embed="rId2"/>
          <a:srcRect t="1" r="29329" b="11892"/>
          <a:stretch/>
        </p:blipFill>
        <p:spPr>
          <a:xfrm>
            <a:off x="7108167" y="2748953"/>
            <a:ext cx="5083833" cy="4109047"/>
          </a:xfrm>
          <a:prstGeom prst="rect">
            <a:avLst/>
          </a:prstGeom>
        </p:spPr>
      </p:pic>
    </p:spTree>
    <p:extLst>
      <p:ext uri="{BB962C8B-B14F-4D97-AF65-F5344CB8AC3E}">
        <p14:creationId xmlns:p14="http://schemas.microsoft.com/office/powerpoint/2010/main" val="12414345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lumMod val="75000"/>
          </a:schemeClr>
        </a:solidFill>
        <a:effectLst/>
      </p:bgPr>
    </p:bg>
    <p:spTree>
      <p:nvGrpSpPr>
        <p:cNvPr id="1" name=""/>
        <p:cNvGrpSpPr/>
        <p:nvPr/>
      </p:nvGrpSpPr>
      <p:grpSpPr>
        <a:xfrm>
          <a:off x="0" y="0"/>
          <a:ext cx="0" cy="0"/>
          <a:chOff x="0" y="0"/>
          <a:chExt cx="0" cy="0"/>
        </a:xfrm>
      </p:grpSpPr>
      <p:pic>
        <p:nvPicPr>
          <p:cNvPr id="236" name="Picture 235">
            <a:extLst>
              <a:ext uri="{FF2B5EF4-FFF2-40B4-BE49-F238E27FC236}">
                <a16:creationId xmlns:a16="http://schemas.microsoft.com/office/drawing/2014/main" id="{17DFCE1A-DD97-4B9A-A969-53DF79A768C4}"/>
              </a:ext>
            </a:extLst>
          </p:cNvPr>
          <p:cNvPicPr>
            <a:picLocks noChangeAspect="1"/>
          </p:cNvPicPr>
          <p:nvPr/>
        </p:nvPicPr>
        <p:blipFill rotWithShape="1">
          <a:blip r:embed="rId2"/>
          <a:srcRect r="20468" b="10390"/>
          <a:stretch/>
        </p:blipFill>
        <p:spPr>
          <a:xfrm>
            <a:off x="6470533" y="2678756"/>
            <a:ext cx="5721228" cy="4179109"/>
          </a:xfrm>
          <a:prstGeom prst="rect">
            <a:avLst/>
          </a:prstGeom>
        </p:spPr>
      </p:pic>
      <p:sp>
        <p:nvSpPr>
          <p:cNvPr id="12" name="TextBox 11">
            <a:extLst>
              <a:ext uri="{FF2B5EF4-FFF2-40B4-BE49-F238E27FC236}">
                <a16:creationId xmlns:a16="http://schemas.microsoft.com/office/drawing/2014/main" id="{B8C85EC7-BD8A-47BA-BF81-9B0AFF4B4472}"/>
              </a:ext>
            </a:extLst>
          </p:cNvPr>
          <p:cNvSpPr txBox="1"/>
          <p:nvPr/>
        </p:nvSpPr>
        <p:spPr>
          <a:xfrm>
            <a:off x="895876" y="3131675"/>
            <a:ext cx="4688178" cy="594650"/>
          </a:xfrm>
          <a:prstGeom prst="rect">
            <a:avLst/>
          </a:prstGeom>
          <a:noFill/>
        </p:spPr>
        <p:txBody>
          <a:bodyPr wrap="square">
            <a:spAutoFit/>
          </a:bodyPr>
          <a:lstStyle/>
          <a:p>
            <a:pPr marL="0" marR="0" lvl="0" indent="0" algn="l" defTabSz="945677" rtl="0" eaLnBrk="1" fontAlgn="auto" latinLnBrk="0" hangingPunct="1">
              <a:lnSpc>
                <a:spcPct val="100000"/>
              </a:lnSpc>
              <a:spcBef>
                <a:spcPts val="0"/>
              </a:spcBef>
              <a:spcAft>
                <a:spcPts val="0"/>
              </a:spcAft>
              <a:buClrTx/>
              <a:buSzTx/>
              <a:buFontTx/>
              <a:buNone/>
              <a:tabLst/>
              <a:defRPr/>
            </a:pPr>
            <a:r>
              <a:rPr kumimoji="0" lang="en-US" sz="3264" b="0" i="0" u="none" strike="noStrike" kern="1200" cap="none" spc="0" normalizeH="0" baseline="0" noProof="0" dirty="0">
                <a:ln>
                  <a:noFill/>
                </a:ln>
                <a:solidFill>
                  <a:prstClr val="white"/>
                </a:solidFill>
                <a:effectLst/>
                <a:uLnTx/>
                <a:uFillTx/>
                <a:latin typeface="Abadi Extra Light" panose="020B0204020104020204" pitchFamily="34" charset="0"/>
                <a:ea typeface="+mn-ea"/>
                <a:cs typeface="+mn-cs"/>
              </a:rPr>
              <a:t>WBPDCL’s S</a:t>
            </a:r>
            <a:r>
              <a:rPr kumimoji="0" lang="en-US" sz="2400" b="0" i="0" u="none" strike="noStrike" kern="1200" cap="none" spc="0" normalizeH="0" baseline="0" noProof="0" dirty="0">
                <a:ln>
                  <a:noFill/>
                </a:ln>
                <a:solidFill>
                  <a:prstClr val="white"/>
                </a:solidFill>
                <a:effectLst/>
                <a:uLnTx/>
                <a:uFillTx/>
                <a:latin typeface="Abadi Extra Light" panose="020B0204020104020204" pitchFamily="34" charset="0"/>
                <a:ea typeface="+mn-ea"/>
                <a:cs typeface="+mn-cs"/>
              </a:rPr>
              <a:t>WOT</a:t>
            </a:r>
            <a:r>
              <a:rPr kumimoji="0" lang="en-US" sz="3264" b="0" i="0" u="none" strike="noStrike" kern="1200" cap="none" spc="0" normalizeH="0" baseline="0" noProof="0" dirty="0">
                <a:ln>
                  <a:noFill/>
                </a:ln>
                <a:solidFill>
                  <a:prstClr val="white"/>
                </a:solidFill>
                <a:effectLst/>
                <a:uLnTx/>
                <a:uFillTx/>
                <a:latin typeface="Abadi Extra Light" panose="020B0204020104020204" pitchFamily="34" charset="0"/>
                <a:ea typeface="+mn-ea"/>
                <a:cs typeface="+mn-cs"/>
              </a:rPr>
              <a:t> A</a:t>
            </a:r>
            <a:r>
              <a:rPr kumimoji="0" lang="en-US" sz="2400" b="0" i="0" u="none" strike="noStrike" kern="1200" cap="none" spc="0" normalizeH="0" baseline="0" noProof="0" dirty="0">
                <a:ln>
                  <a:noFill/>
                </a:ln>
                <a:solidFill>
                  <a:prstClr val="white"/>
                </a:solidFill>
                <a:effectLst/>
                <a:uLnTx/>
                <a:uFillTx/>
                <a:latin typeface="Abadi Extra Light" panose="020B0204020104020204" pitchFamily="34" charset="0"/>
                <a:ea typeface="+mn-ea"/>
                <a:cs typeface="+mn-cs"/>
              </a:rPr>
              <a:t>NALYSIS</a:t>
            </a:r>
          </a:p>
        </p:txBody>
      </p:sp>
    </p:spTree>
    <p:extLst>
      <p:ext uri="{BB962C8B-B14F-4D97-AF65-F5344CB8AC3E}">
        <p14:creationId xmlns:p14="http://schemas.microsoft.com/office/powerpoint/2010/main" val="305996616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F0605798-52B6-41A5-9808-6F97345768F1}"/>
              </a:ext>
            </a:extLst>
          </p:cNvPr>
          <p:cNvSpPr/>
          <p:nvPr/>
        </p:nvSpPr>
        <p:spPr bwMode="gray">
          <a:xfrm>
            <a:off x="3936518" y="1305250"/>
            <a:ext cx="548639" cy="548642"/>
          </a:xfrm>
          <a:prstGeom prst="ellipse">
            <a:avLst/>
          </a:prstGeom>
          <a:solidFill>
            <a:srgbClr val="86BC25"/>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Verdana"/>
              <a:ea typeface="+mn-ea"/>
              <a:cs typeface="+mn-cs"/>
            </a:endParaRPr>
          </a:p>
        </p:txBody>
      </p:sp>
      <p:graphicFrame>
        <p:nvGraphicFramePr>
          <p:cNvPr id="5" name="Object 4" hidden="1">
            <a:extLst>
              <a:ext uri="{FF2B5EF4-FFF2-40B4-BE49-F238E27FC236}">
                <a16:creationId xmlns:a16="http://schemas.microsoft.com/office/drawing/2014/main" id="{D8E525C8-5B83-4553-B7A8-F5F66115ADBA}"/>
              </a:ext>
            </a:extLst>
          </p:cNvPr>
          <p:cNvGraphicFramePr>
            <a:graphicFrameLocks noChangeAspect="1"/>
          </p:cNvGraphicFramePr>
          <p:nvPr>
            <p:custDataLst>
              <p:tags r:id="rId2"/>
            </p:custDataLst>
          </p:nvPr>
        </p:nvGraphicFramePr>
        <p:xfrm>
          <a:off x="1680" y="1440"/>
          <a:ext cx="1440" cy="1440"/>
        </p:xfrm>
        <a:graphic>
          <a:graphicData uri="http://schemas.openxmlformats.org/presentationml/2006/ole">
            <mc:AlternateContent xmlns:mc="http://schemas.openxmlformats.org/markup-compatibility/2006">
              <mc:Choice xmlns:v="urn:schemas-microsoft-com:vml" Requires="v">
                <p:oleObj spid="_x0000_s45112" name="think-cell Slide" r:id="rId5" imgW="498" imgH="499" progId="TCLayout.ActiveDocument.1">
                  <p:embed/>
                </p:oleObj>
              </mc:Choice>
              <mc:Fallback>
                <p:oleObj name="think-cell Slide" r:id="rId5" imgW="498" imgH="499" progId="TCLayout.ActiveDocument.1">
                  <p:embed/>
                  <p:pic>
                    <p:nvPicPr>
                      <p:cNvPr id="5" name="Object 4" hidden="1">
                        <a:extLst>
                          <a:ext uri="{FF2B5EF4-FFF2-40B4-BE49-F238E27FC236}">
                            <a16:creationId xmlns:a16="http://schemas.microsoft.com/office/drawing/2014/main" id="{D8E525C8-5B83-4553-B7A8-F5F66115ADBA}"/>
                          </a:ext>
                        </a:extLst>
                      </p:cNvPr>
                      <p:cNvPicPr/>
                      <p:nvPr/>
                    </p:nvPicPr>
                    <p:blipFill>
                      <a:blip r:embed="rId6"/>
                      <a:stretch>
                        <a:fillRect/>
                      </a:stretch>
                    </p:blipFill>
                    <p:spPr>
                      <a:xfrm>
                        <a:off x="1680" y="1440"/>
                        <a:ext cx="1440" cy="1440"/>
                      </a:xfrm>
                      <a:prstGeom prst="rect">
                        <a:avLst/>
                      </a:prstGeom>
                    </p:spPr>
                  </p:pic>
                </p:oleObj>
              </mc:Fallback>
            </mc:AlternateContent>
          </a:graphicData>
        </a:graphic>
      </p:graphicFrame>
      <p:sp>
        <p:nvSpPr>
          <p:cNvPr id="88" name="Rectangle 87" hidden="1">
            <a:extLst>
              <a:ext uri="{FF2B5EF4-FFF2-40B4-BE49-F238E27FC236}">
                <a16:creationId xmlns:a16="http://schemas.microsoft.com/office/drawing/2014/main" id="{E8660C98-62A0-423C-8A5A-044FD3662E7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088" b="0" i="0" u="none" strike="noStrike" kern="1200" cap="none" spc="0" normalizeH="0" baseline="0" noProof="0">
              <a:ln>
                <a:noFill/>
              </a:ln>
              <a:solidFill>
                <a:prstClr val="white"/>
              </a:solidFill>
              <a:effectLst/>
              <a:uLnTx/>
              <a:uFillTx/>
              <a:latin typeface="Verdana"/>
              <a:ea typeface="+mn-ea"/>
              <a:cs typeface="+mn-cs"/>
            </a:endParaRPr>
          </a:p>
        </p:txBody>
      </p:sp>
      <p:sp>
        <p:nvSpPr>
          <p:cNvPr id="2" name="Rectangle 1" hidden="1">
            <a:extLst>
              <a:ext uri="{FF2B5EF4-FFF2-40B4-BE49-F238E27FC236}">
                <a16:creationId xmlns:a16="http://schemas.microsoft.com/office/drawing/2014/main" id="{2A521930-E564-4B05-B60F-B4D4B607A7F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Avenir Next LT Pro Light" panose="020B0304020202020204" pitchFamily="34" charset="0"/>
              <a:ea typeface="+mn-ea"/>
              <a:cs typeface="+mn-cs"/>
            </a:endParaRPr>
          </a:p>
        </p:txBody>
      </p:sp>
      <p:sp>
        <p:nvSpPr>
          <p:cNvPr id="33" name="Rectangle 32" hidden="1">
            <a:extLst>
              <a:ext uri="{FF2B5EF4-FFF2-40B4-BE49-F238E27FC236}">
                <a16:creationId xmlns:a16="http://schemas.microsoft.com/office/drawing/2014/main" id="{5CEEA709-822B-4D97-95B5-1E93A1A05919}"/>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54" name="Rectangle 53" hidden="1">
            <a:extLst>
              <a:ext uri="{FF2B5EF4-FFF2-40B4-BE49-F238E27FC236}">
                <a16:creationId xmlns:a16="http://schemas.microsoft.com/office/drawing/2014/main" id="{225F56F8-8BC1-48B6-BEFF-20E4914FDA4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58" name="Rectangle 57" hidden="1">
            <a:extLst>
              <a:ext uri="{FF2B5EF4-FFF2-40B4-BE49-F238E27FC236}">
                <a16:creationId xmlns:a16="http://schemas.microsoft.com/office/drawing/2014/main" id="{50C0A6EC-D618-4045-A144-16336B53AEFE}"/>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62" name="Rectangle 61" hidden="1">
            <a:extLst>
              <a:ext uri="{FF2B5EF4-FFF2-40B4-BE49-F238E27FC236}">
                <a16:creationId xmlns:a16="http://schemas.microsoft.com/office/drawing/2014/main" id="{8AC4DE8A-A90A-45C4-A128-6D6EC2EA41AF}"/>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123" name="Rectangle 122" hidden="1">
            <a:extLst>
              <a:ext uri="{FF2B5EF4-FFF2-40B4-BE49-F238E27FC236}">
                <a16:creationId xmlns:a16="http://schemas.microsoft.com/office/drawing/2014/main" id="{891D9B62-8447-4BF2-AAD5-EE8A0DC6CA59}"/>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154" name="Rectangle 153" hidden="1">
            <a:extLst>
              <a:ext uri="{FF2B5EF4-FFF2-40B4-BE49-F238E27FC236}">
                <a16:creationId xmlns:a16="http://schemas.microsoft.com/office/drawing/2014/main" id="{E6055FF4-59BE-4A31-A244-49C2AAC1E7B4}"/>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157" name="Rectangle 156" hidden="1">
            <a:extLst>
              <a:ext uri="{FF2B5EF4-FFF2-40B4-BE49-F238E27FC236}">
                <a16:creationId xmlns:a16="http://schemas.microsoft.com/office/drawing/2014/main" id="{79987C92-84CE-44DC-A97C-59F767A61EC1}"/>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361" name="Rectangle 360" hidden="1">
            <a:extLst>
              <a:ext uri="{FF2B5EF4-FFF2-40B4-BE49-F238E27FC236}">
                <a16:creationId xmlns:a16="http://schemas.microsoft.com/office/drawing/2014/main" id="{58D700BD-6F8F-4F7C-8892-9034C7A065B1}"/>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05" name="Rectangle 404" hidden="1">
            <a:extLst>
              <a:ext uri="{FF2B5EF4-FFF2-40B4-BE49-F238E27FC236}">
                <a16:creationId xmlns:a16="http://schemas.microsoft.com/office/drawing/2014/main" id="{0CEE0670-BDA8-4520-8F9D-5C046A637342}"/>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5" name="Rectangle 44" hidden="1">
            <a:extLst>
              <a:ext uri="{FF2B5EF4-FFF2-40B4-BE49-F238E27FC236}">
                <a16:creationId xmlns:a16="http://schemas.microsoft.com/office/drawing/2014/main" id="{767854C1-3E6E-4F2E-98B4-2A1F7DB28D5C}"/>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725"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219" name="Rectangle 218" hidden="1">
            <a:extLst>
              <a:ext uri="{FF2B5EF4-FFF2-40B4-BE49-F238E27FC236}">
                <a16:creationId xmlns:a16="http://schemas.microsoft.com/office/drawing/2014/main" id="{847846C5-C801-4BEE-9506-A16841F90D4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725" b="0" i="0" u="none" strike="noStrike" kern="1200" cap="none" spc="0" normalizeH="0" baseline="0" noProof="0">
              <a:ln>
                <a:noFill/>
              </a:ln>
              <a:solidFill>
                <a:prstClr val="white"/>
              </a:solidFill>
              <a:effectLst/>
              <a:uLnTx/>
              <a:uFillTx/>
              <a:latin typeface="Verdana"/>
              <a:ea typeface="+mn-ea"/>
              <a:cs typeface="+mn-cs"/>
            </a:endParaRPr>
          </a:p>
        </p:txBody>
      </p:sp>
      <p:sp>
        <p:nvSpPr>
          <p:cNvPr id="332" name="Rectangle 331" hidden="1">
            <a:extLst>
              <a:ext uri="{FF2B5EF4-FFF2-40B4-BE49-F238E27FC236}">
                <a16:creationId xmlns:a16="http://schemas.microsoft.com/office/drawing/2014/main" id="{B1BAC627-2155-4A3C-960D-101193C2287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088" b="0" i="0" u="none" strike="noStrike" kern="1200" cap="none" spc="0" normalizeH="0" baseline="0" noProof="0">
              <a:ln>
                <a:noFill/>
              </a:ln>
              <a:solidFill>
                <a:prstClr val="white"/>
              </a:solidFill>
              <a:effectLst/>
              <a:uLnTx/>
              <a:uFillTx/>
              <a:latin typeface="Verdana"/>
              <a:ea typeface="+mn-ea"/>
              <a:cs typeface="+mn-cs"/>
            </a:endParaRPr>
          </a:p>
        </p:txBody>
      </p:sp>
      <p:sp>
        <p:nvSpPr>
          <p:cNvPr id="532" name="Rectangle 531" hidden="1">
            <a:extLst>
              <a:ext uri="{FF2B5EF4-FFF2-40B4-BE49-F238E27FC236}">
                <a16:creationId xmlns:a16="http://schemas.microsoft.com/office/drawing/2014/main" id="{25F5028C-BFCA-4679-826B-D8FEBFE44C90}"/>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Avenir Next LT Pro Light" panose="020B0304020202020204" pitchFamily="34" charset="0"/>
              <a:ea typeface="+mn-ea"/>
              <a:cs typeface="+mn-cs"/>
            </a:endParaRPr>
          </a:p>
        </p:txBody>
      </p:sp>
      <p:sp>
        <p:nvSpPr>
          <p:cNvPr id="645" name="Rectangle 644" hidden="1">
            <a:extLst>
              <a:ext uri="{FF2B5EF4-FFF2-40B4-BE49-F238E27FC236}">
                <a16:creationId xmlns:a16="http://schemas.microsoft.com/office/drawing/2014/main" id="{E3C87C7A-307E-4E40-BF24-596ACA913F2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660" name="Rectangle 659" hidden="1">
            <a:extLst>
              <a:ext uri="{FF2B5EF4-FFF2-40B4-BE49-F238E27FC236}">
                <a16:creationId xmlns:a16="http://schemas.microsoft.com/office/drawing/2014/main" id="{2ECBF87A-E661-4272-A3A4-31486CCA0A14}"/>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0" name="Title 2">
            <a:extLst>
              <a:ext uri="{FF2B5EF4-FFF2-40B4-BE49-F238E27FC236}">
                <a16:creationId xmlns:a16="http://schemas.microsoft.com/office/drawing/2014/main" id="{4B8DEF8B-01E9-42C6-8321-05FF6A851792}"/>
              </a:ext>
            </a:extLst>
          </p:cNvPr>
          <p:cNvSpPr>
            <a:spLocks noGrp="1"/>
          </p:cNvSpPr>
          <p:nvPr>
            <p:ph type="title"/>
          </p:nvPr>
        </p:nvSpPr>
        <p:spPr>
          <a:xfrm>
            <a:off x="501652" y="317503"/>
            <a:ext cx="11162350" cy="334101"/>
          </a:xfrm>
        </p:spPr>
        <p:txBody>
          <a:bodyPr vert="horz"/>
          <a:lstStyle/>
          <a:p>
            <a:r>
              <a:rPr lang="en-US" sz="1814" b="1" dirty="0"/>
              <a:t>WBPDCL’s Strength Analysis</a:t>
            </a:r>
          </a:p>
        </p:txBody>
      </p:sp>
      <p:sp>
        <p:nvSpPr>
          <p:cNvPr id="11" name="Rectangle 5">
            <a:extLst>
              <a:ext uri="{FF2B5EF4-FFF2-40B4-BE49-F238E27FC236}">
                <a16:creationId xmlns:a16="http://schemas.microsoft.com/office/drawing/2014/main" id="{17432CE0-A4B3-4621-942F-1953AA54CFB9}"/>
              </a:ext>
            </a:extLst>
          </p:cNvPr>
          <p:cNvSpPr/>
          <p:nvPr/>
        </p:nvSpPr>
        <p:spPr bwMode="gray">
          <a:xfrm flipV="1">
            <a:off x="501652" y="749093"/>
            <a:ext cx="11134484" cy="27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829178" rtl="0" eaLnBrk="1" fontAlgn="auto" latinLnBrk="0" hangingPunct="1">
              <a:lnSpc>
                <a:spcPct val="100000"/>
              </a:lnSpc>
              <a:spcBef>
                <a:spcPts val="0"/>
              </a:spcBef>
              <a:spcAft>
                <a:spcPts val="0"/>
              </a:spcAft>
              <a:buClrTx/>
              <a:buSzTx/>
              <a:buFontTx/>
              <a:buNone/>
              <a:tabLst/>
              <a:defRPr/>
            </a:pPr>
            <a:endParaRPr kumimoji="0" lang="en-US" sz="1451" b="0" i="0" u="none" strike="noStrike" kern="1200" cap="none" spc="0" normalizeH="0" baseline="0" noProof="0">
              <a:ln>
                <a:noFill/>
              </a:ln>
              <a:solidFill>
                <a:prstClr val="white"/>
              </a:solidFill>
              <a:effectLst/>
              <a:uLnTx/>
              <a:uFillTx/>
              <a:latin typeface="Verdana"/>
              <a:ea typeface="+mn-ea"/>
              <a:cs typeface="+mn-cs"/>
            </a:endParaRPr>
          </a:p>
        </p:txBody>
      </p:sp>
      <p:sp>
        <p:nvSpPr>
          <p:cNvPr id="161" name="Rectangle 160">
            <a:extLst>
              <a:ext uri="{FF2B5EF4-FFF2-40B4-BE49-F238E27FC236}">
                <a16:creationId xmlns:a16="http://schemas.microsoft.com/office/drawing/2014/main" id="{B05DE1FD-5D9A-4B53-AACE-651883A14C74}"/>
              </a:ext>
            </a:extLst>
          </p:cNvPr>
          <p:cNvSpPr/>
          <p:nvPr/>
        </p:nvSpPr>
        <p:spPr>
          <a:xfrm>
            <a:off x="4943293" y="1090656"/>
            <a:ext cx="4908276" cy="861774"/>
          </a:xfrm>
          <a:prstGeom prst="rect">
            <a:avLst/>
          </a:prstGeom>
        </p:spPr>
        <p:txBody>
          <a:bodyPr wrap="square" lIns="0" tIns="0" rIns="0" bIns="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86BC25"/>
                </a:solidFill>
                <a:effectLst/>
                <a:uLnTx/>
                <a:uFillTx/>
                <a:latin typeface="Verdana"/>
                <a:ea typeface="+mn-ea"/>
                <a:cs typeface="+mn-cs"/>
              </a:rPr>
              <a:t>State Government Patronage and Decades of Operational Experience: </a:t>
            </a:r>
            <a:r>
              <a:rPr kumimoji="0" lang="en-US" sz="1400" b="0" i="0" u="none" strike="noStrike" kern="1200" cap="none" spc="0" normalizeH="0" baseline="0" noProof="0" dirty="0">
                <a:ln>
                  <a:noFill/>
                </a:ln>
                <a:solidFill>
                  <a:prstClr val="black"/>
                </a:solidFill>
                <a:effectLst/>
                <a:uLnTx/>
                <a:uFillTx/>
                <a:latin typeface="Verdana"/>
                <a:ea typeface="+mn-ea"/>
                <a:cs typeface="+mn-cs"/>
              </a:rPr>
              <a:t>State government’s patronage and decades of operational experience proves WBPDCL’s credibility in the market</a:t>
            </a:r>
            <a:endParaRPr kumimoji="0" lang="en-US" sz="1400" b="0" i="0" u="none" strike="noStrike" kern="1200" cap="none" spc="0" normalizeH="0" baseline="0" noProof="0" dirty="0">
              <a:ln>
                <a:noFill/>
              </a:ln>
              <a:solidFill>
                <a:prstClr val="white"/>
              </a:solidFill>
              <a:effectLst/>
              <a:uLnTx/>
              <a:uFillTx/>
              <a:latin typeface="Verdana"/>
              <a:ea typeface="+mn-ea"/>
              <a:cs typeface="+mn-cs"/>
            </a:endParaRPr>
          </a:p>
        </p:txBody>
      </p:sp>
      <p:sp>
        <p:nvSpPr>
          <p:cNvPr id="162" name="TextBox 161">
            <a:extLst>
              <a:ext uri="{FF2B5EF4-FFF2-40B4-BE49-F238E27FC236}">
                <a16:creationId xmlns:a16="http://schemas.microsoft.com/office/drawing/2014/main" id="{D94E36FD-E4A9-4D1E-9EFD-1AFCAE215DE0}"/>
              </a:ext>
            </a:extLst>
          </p:cNvPr>
          <p:cNvSpPr txBox="1"/>
          <p:nvPr/>
        </p:nvSpPr>
        <p:spPr>
          <a:xfrm>
            <a:off x="4943292" y="5384358"/>
            <a:ext cx="5161874" cy="1077218"/>
          </a:xfrm>
          <a:prstGeom prst="rect">
            <a:avLst/>
          </a:prstGeom>
          <a:noFill/>
        </p:spPr>
        <p:txBody>
          <a:bodyPr wrap="square" lIns="0" tIns="0" rIns="0" bIns="0" rtlCol="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12169">
                    <a:lumMod val="60000"/>
                    <a:lumOff val="40000"/>
                  </a:srgbClr>
                </a:solidFill>
                <a:effectLst/>
                <a:uLnTx/>
                <a:uFillTx/>
                <a:latin typeface="Verdana"/>
                <a:ea typeface="+mn-ea"/>
                <a:cs typeface="+mn-cs"/>
              </a:rPr>
              <a:t>Availability of Captive Coal: </a:t>
            </a:r>
            <a:r>
              <a:rPr kumimoji="0" lang="en-US" sz="1400" b="0" i="0" u="none" strike="noStrike" kern="1200" cap="none" spc="0" normalizeH="0" baseline="0" noProof="0" dirty="0">
                <a:ln>
                  <a:noFill/>
                </a:ln>
                <a:solidFill>
                  <a:prstClr val="black"/>
                </a:solidFill>
                <a:effectLst/>
                <a:uLnTx/>
                <a:uFillTx/>
                <a:latin typeface="Verdana"/>
                <a:ea typeface="+mn-ea"/>
                <a:cs typeface="+mn-cs"/>
              </a:rPr>
              <a:t>Coal sourcing from captive mines like </a:t>
            </a:r>
            <a:r>
              <a:rPr kumimoji="0" lang="en-US" sz="1400" b="0" i="0" u="none" strike="noStrike" kern="1200" cap="none" spc="0" normalizeH="0" baseline="0" noProof="0" dirty="0" err="1">
                <a:ln>
                  <a:noFill/>
                </a:ln>
                <a:solidFill>
                  <a:prstClr val="black"/>
                </a:solidFill>
                <a:effectLst/>
                <a:uLnTx/>
                <a:uFillTx/>
                <a:latin typeface="Verdana"/>
                <a:ea typeface="+mn-ea"/>
                <a:cs typeface="+mn-cs"/>
              </a:rPr>
              <a:t>Pachhwara</a:t>
            </a:r>
            <a:r>
              <a:rPr kumimoji="0" lang="en-US" sz="1400" b="0" i="0" u="none" strike="noStrike" kern="1200" cap="none" spc="0" normalizeH="0" baseline="0" noProof="0" dirty="0">
                <a:ln>
                  <a:noFill/>
                </a:ln>
                <a:solidFill>
                  <a:prstClr val="black"/>
                </a:solidFill>
                <a:effectLst/>
                <a:uLnTx/>
                <a:uFillTx/>
                <a:latin typeface="Verdana"/>
                <a:ea typeface="+mn-ea"/>
                <a:cs typeface="+mn-cs"/>
              </a:rPr>
              <a:t> (N), </a:t>
            </a:r>
            <a:r>
              <a:rPr kumimoji="0" lang="en-US" sz="1400" b="0" i="0" u="none" strike="noStrike" kern="1200" cap="none" spc="0" normalizeH="0" baseline="0" noProof="0" dirty="0" err="1">
                <a:ln>
                  <a:noFill/>
                </a:ln>
                <a:solidFill>
                  <a:prstClr val="black"/>
                </a:solidFill>
                <a:effectLst/>
                <a:uLnTx/>
                <a:uFillTx/>
                <a:latin typeface="Verdana"/>
                <a:ea typeface="+mn-ea"/>
                <a:cs typeface="+mn-cs"/>
              </a:rPr>
              <a:t>Barjora</a:t>
            </a:r>
            <a:r>
              <a:rPr kumimoji="0" lang="en-US" sz="1400" b="0" i="0" u="none" strike="noStrike" kern="1200" cap="none" spc="0" normalizeH="0" baseline="0" noProof="0" dirty="0">
                <a:ln>
                  <a:noFill/>
                </a:ln>
                <a:solidFill>
                  <a:prstClr val="black"/>
                </a:solidFill>
                <a:effectLst/>
                <a:uLnTx/>
                <a:uFillTx/>
                <a:latin typeface="Verdana"/>
                <a:ea typeface="+mn-ea"/>
                <a:cs typeface="+mn-cs"/>
              </a:rPr>
              <a:t> (N), </a:t>
            </a:r>
            <a:r>
              <a:rPr kumimoji="0" lang="en-US" sz="1400" b="0" i="0" u="none" strike="noStrike" kern="1200" cap="none" spc="0" normalizeH="0" baseline="0" noProof="0" dirty="0" err="1">
                <a:ln>
                  <a:noFill/>
                </a:ln>
                <a:solidFill>
                  <a:prstClr val="black"/>
                </a:solidFill>
                <a:effectLst/>
                <a:uLnTx/>
                <a:uFillTx/>
                <a:latin typeface="Verdana"/>
                <a:ea typeface="+mn-ea"/>
                <a:cs typeface="+mn-cs"/>
              </a:rPr>
              <a:t>Gangaramchak</a:t>
            </a:r>
            <a:r>
              <a:rPr kumimoji="0" lang="en-US" sz="1400" b="0" i="0" u="none" strike="noStrike" kern="1200" cap="none" spc="0" normalizeH="0" baseline="0" noProof="0" dirty="0">
                <a:ln>
                  <a:noFill/>
                </a:ln>
                <a:solidFill>
                  <a:prstClr val="black"/>
                </a:solidFill>
                <a:effectLst/>
                <a:uLnTx/>
                <a:uFillTx/>
                <a:latin typeface="Verdana"/>
                <a:ea typeface="+mn-ea"/>
                <a:cs typeface="+mn-cs"/>
              </a:rPr>
              <a:t> and </a:t>
            </a:r>
            <a:r>
              <a:rPr kumimoji="0" lang="en-US" sz="1400" b="0" i="0" u="none" strike="noStrike" kern="1200" cap="none" spc="0" normalizeH="0" baseline="0" noProof="0" dirty="0" err="1">
                <a:ln>
                  <a:noFill/>
                </a:ln>
                <a:solidFill>
                  <a:prstClr val="black"/>
                </a:solidFill>
                <a:effectLst/>
                <a:uLnTx/>
                <a:uFillTx/>
                <a:latin typeface="Verdana"/>
                <a:ea typeface="+mn-ea"/>
                <a:cs typeface="+mn-cs"/>
              </a:rPr>
              <a:t>Barjora</a:t>
            </a:r>
            <a:r>
              <a:rPr kumimoji="0" lang="en-US" sz="1400" b="0" i="0" u="none" strike="noStrike" kern="1200" cap="none" spc="0" normalizeH="0" baseline="0" noProof="0" dirty="0">
                <a:ln>
                  <a:noFill/>
                </a:ln>
                <a:solidFill>
                  <a:prstClr val="black"/>
                </a:solidFill>
                <a:effectLst/>
                <a:uLnTx/>
                <a:uFillTx/>
                <a:latin typeface="Verdana"/>
                <a:ea typeface="+mn-ea"/>
                <a:cs typeface="+mn-cs"/>
              </a:rPr>
              <a:t> has resulted in significant fuel cost optimization as well as under development Tara East and West and </a:t>
            </a:r>
            <a:r>
              <a:rPr kumimoji="0" lang="en-US" sz="1400" b="0" i="0" u="none" strike="noStrike" kern="1200" cap="none" spc="0" normalizeH="0" baseline="0" noProof="0" dirty="0" err="1">
                <a:ln>
                  <a:noFill/>
                </a:ln>
                <a:solidFill>
                  <a:prstClr val="black"/>
                </a:solidFill>
                <a:effectLst/>
                <a:uLnTx/>
                <a:uFillTx/>
                <a:latin typeface="Verdana"/>
                <a:ea typeface="+mn-ea"/>
                <a:cs typeface="+mn-cs"/>
              </a:rPr>
              <a:t>Deocha</a:t>
            </a:r>
            <a:r>
              <a:rPr kumimoji="0" lang="en-US" sz="1400" b="0" i="0" u="none" strike="noStrike" kern="1200" cap="none" spc="0" normalizeH="0" baseline="0" noProof="0" dirty="0">
                <a:ln>
                  <a:noFill/>
                </a:ln>
                <a:solidFill>
                  <a:prstClr val="black"/>
                </a:solidFill>
                <a:effectLst/>
                <a:uLnTx/>
                <a:uFillTx/>
                <a:latin typeface="Verdana"/>
                <a:ea typeface="+mn-ea"/>
                <a:cs typeface="+mn-cs"/>
              </a:rPr>
              <a:t> </a:t>
            </a:r>
            <a:r>
              <a:rPr kumimoji="0" lang="en-US" sz="1400" b="0" i="0" u="none" strike="noStrike" kern="1200" cap="none" spc="0" normalizeH="0" baseline="0" noProof="0" dirty="0" err="1">
                <a:ln>
                  <a:noFill/>
                </a:ln>
                <a:solidFill>
                  <a:prstClr val="black"/>
                </a:solidFill>
                <a:effectLst/>
                <a:uLnTx/>
                <a:uFillTx/>
                <a:latin typeface="Verdana"/>
                <a:ea typeface="+mn-ea"/>
                <a:cs typeface="+mn-cs"/>
              </a:rPr>
              <a:t>Pachami</a:t>
            </a:r>
            <a:r>
              <a:rPr kumimoji="0" lang="en-US" sz="1400" b="0" i="0" u="none" strike="noStrike" kern="1200" cap="none" spc="0" normalizeH="0" baseline="0" noProof="0" dirty="0">
                <a:ln>
                  <a:noFill/>
                </a:ln>
                <a:solidFill>
                  <a:prstClr val="black"/>
                </a:solidFill>
                <a:effectLst/>
                <a:uLnTx/>
                <a:uFillTx/>
                <a:latin typeface="Verdana"/>
                <a:ea typeface="+mn-ea"/>
                <a:cs typeface="+mn-cs"/>
              </a:rPr>
              <a:t> Coal block</a:t>
            </a:r>
          </a:p>
        </p:txBody>
      </p:sp>
      <p:sp>
        <p:nvSpPr>
          <p:cNvPr id="163" name="TextBox 162">
            <a:extLst>
              <a:ext uri="{FF2B5EF4-FFF2-40B4-BE49-F238E27FC236}">
                <a16:creationId xmlns:a16="http://schemas.microsoft.com/office/drawing/2014/main" id="{2E0890B0-9FBE-4964-84D5-558A96E9E2C0}"/>
              </a:ext>
            </a:extLst>
          </p:cNvPr>
          <p:cNvSpPr txBox="1"/>
          <p:nvPr/>
        </p:nvSpPr>
        <p:spPr>
          <a:xfrm>
            <a:off x="4943292" y="4081404"/>
            <a:ext cx="4908277" cy="1292662"/>
          </a:xfrm>
          <a:prstGeom prst="rect">
            <a:avLst/>
          </a:prstGeom>
          <a:noFill/>
        </p:spPr>
        <p:txBody>
          <a:bodyPr wrap="square" lIns="0" tIns="0" rIns="0" bIns="0" rtlCol="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62B5E5"/>
                </a:solidFill>
                <a:effectLst/>
                <a:uLnTx/>
                <a:uFillTx/>
                <a:latin typeface="Verdana"/>
                <a:ea typeface="+mn-ea"/>
                <a:cs typeface="+mn-cs"/>
              </a:rPr>
              <a:t>Assured offtake on account of power purchase agreement and favourable merit order position: </a:t>
            </a:r>
            <a:r>
              <a:rPr kumimoji="0" lang="en-US" sz="1400" b="0" i="0" u="none" strike="noStrike" kern="1200" cap="none" spc="0" normalizeH="0" baseline="0" noProof="0" dirty="0">
                <a:ln>
                  <a:noFill/>
                </a:ln>
                <a:solidFill>
                  <a:prstClr val="black"/>
                </a:solidFill>
                <a:effectLst/>
                <a:uLnTx/>
                <a:uFillTx/>
                <a:latin typeface="Verdana"/>
                <a:ea typeface="+mn-ea"/>
                <a:cs typeface="+mn-cs"/>
              </a:rPr>
              <a:t>Power Purchase Agreement between WBSEDCL and WBPDCL ensures guaranteed offtake of power complemented by the best merit order position of WBPDCL assets</a:t>
            </a:r>
            <a:endParaRPr kumimoji="0" lang="en-US" sz="1400" b="0" i="0" u="none" strike="noStrike" kern="1200" cap="none" spc="0" normalizeH="0" baseline="0" noProof="0" dirty="0">
              <a:ln>
                <a:noFill/>
              </a:ln>
              <a:solidFill>
                <a:prstClr val="white"/>
              </a:solidFill>
              <a:effectLst/>
              <a:uLnTx/>
              <a:uFillTx/>
              <a:latin typeface="Verdana"/>
              <a:ea typeface="+mn-ea"/>
              <a:cs typeface="+mn-cs"/>
            </a:endParaRPr>
          </a:p>
        </p:txBody>
      </p:sp>
      <p:sp>
        <p:nvSpPr>
          <p:cNvPr id="164" name="TextBox 163">
            <a:extLst>
              <a:ext uri="{FF2B5EF4-FFF2-40B4-BE49-F238E27FC236}">
                <a16:creationId xmlns:a16="http://schemas.microsoft.com/office/drawing/2014/main" id="{7692A00F-7EB1-4BA3-8804-BA4629A178E2}"/>
              </a:ext>
            </a:extLst>
          </p:cNvPr>
          <p:cNvSpPr txBox="1"/>
          <p:nvPr/>
        </p:nvSpPr>
        <p:spPr>
          <a:xfrm>
            <a:off x="4965126" y="2046133"/>
            <a:ext cx="4908276" cy="1077218"/>
          </a:xfrm>
          <a:prstGeom prst="rect">
            <a:avLst/>
          </a:prstGeom>
          <a:noFill/>
        </p:spPr>
        <p:txBody>
          <a:bodyPr wrap="square" lIns="0" tIns="0" rIns="0" bIns="0" rtlCol="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12169"/>
                </a:solidFill>
                <a:effectLst/>
                <a:uLnTx/>
                <a:uFillTx/>
                <a:latin typeface="Verdana"/>
                <a:ea typeface="+mn-ea"/>
                <a:cs typeface="+mn-cs"/>
              </a:rPr>
              <a:t>Significantly improved Asset Performance: </a:t>
            </a:r>
            <a:r>
              <a:rPr kumimoji="0" lang="en-US" sz="1400" b="0" i="0" u="none" strike="noStrike" kern="1200" cap="none" spc="0" normalizeH="0" baseline="0" noProof="0" dirty="0">
                <a:ln>
                  <a:noFill/>
                </a:ln>
                <a:solidFill>
                  <a:prstClr val="black"/>
                </a:solidFill>
                <a:effectLst/>
                <a:uLnTx/>
                <a:uFillTx/>
                <a:latin typeface="Verdana"/>
                <a:ea typeface="+mn-ea"/>
                <a:cs typeface="+mn-cs"/>
              </a:rPr>
              <a:t>Significant improvement in operational parameters like Plant Availability, Plant Load Factor, </a:t>
            </a:r>
            <a:r>
              <a:rPr kumimoji="0" lang="en-US" sz="1400" b="0" i="0" u="none" strike="noStrike" kern="1200" cap="none" spc="0" normalizeH="0" baseline="0" noProof="0" dirty="0" err="1">
                <a:ln>
                  <a:noFill/>
                </a:ln>
                <a:solidFill>
                  <a:prstClr val="black"/>
                </a:solidFill>
                <a:effectLst/>
                <a:uLnTx/>
                <a:uFillTx/>
                <a:latin typeface="Verdana"/>
                <a:ea typeface="+mn-ea"/>
                <a:cs typeface="+mn-cs"/>
              </a:rPr>
              <a:t>Auxiiiary</a:t>
            </a:r>
            <a:r>
              <a:rPr kumimoji="0" lang="en-US" sz="1400" b="0" i="0" u="none" strike="noStrike" kern="1200" cap="none" spc="0" normalizeH="0" baseline="0" noProof="0" dirty="0">
                <a:ln>
                  <a:noFill/>
                </a:ln>
                <a:solidFill>
                  <a:prstClr val="black"/>
                </a:solidFill>
                <a:effectLst/>
                <a:uLnTx/>
                <a:uFillTx/>
                <a:latin typeface="Verdana"/>
                <a:ea typeface="+mn-ea"/>
                <a:cs typeface="+mn-cs"/>
              </a:rPr>
              <a:t> Power Consumption and Specific Oil Consumption in last 4-5 years</a:t>
            </a:r>
          </a:p>
        </p:txBody>
      </p:sp>
      <p:sp>
        <p:nvSpPr>
          <p:cNvPr id="165" name="TextBox 164">
            <a:extLst>
              <a:ext uri="{FF2B5EF4-FFF2-40B4-BE49-F238E27FC236}">
                <a16:creationId xmlns:a16="http://schemas.microsoft.com/office/drawing/2014/main" id="{0FE5E898-E938-410C-AB01-9185110C4C13}"/>
              </a:ext>
            </a:extLst>
          </p:cNvPr>
          <p:cNvSpPr txBox="1"/>
          <p:nvPr/>
        </p:nvSpPr>
        <p:spPr>
          <a:xfrm>
            <a:off x="4929167" y="3156229"/>
            <a:ext cx="4908277" cy="861774"/>
          </a:xfrm>
          <a:prstGeom prst="rect">
            <a:avLst/>
          </a:prstGeom>
          <a:noFill/>
        </p:spPr>
        <p:txBody>
          <a:bodyPr wrap="square" lIns="0" tIns="0" rIns="0" bIns="0" rtlCol="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46A38"/>
                </a:solidFill>
                <a:effectLst/>
                <a:uLnTx/>
                <a:uFillTx/>
                <a:latin typeface="Verdana"/>
                <a:ea typeface="+mn-ea"/>
                <a:cs typeface="+mn-cs"/>
              </a:rPr>
              <a:t>Skilled Pool of Workforce: </a:t>
            </a:r>
            <a:r>
              <a:rPr kumimoji="0" lang="en-US" sz="1400" b="0" i="0" u="none" strike="noStrike" kern="1200" cap="none" spc="0" normalizeH="0" baseline="0" noProof="0" dirty="0">
                <a:ln>
                  <a:noFill/>
                </a:ln>
                <a:solidFill>
                  <a:prstClr val="black"/>
                </a:solidFill>
                <a:effectLst/>
                <a:uLnTx/>
                <a:uFillTx/>
                <a:latin typeface="Verdana"/>
                <a:ea typeface="+mn-ea"/>
                <a:cs typeface="+mn-cs"/>
              </a:rPr>
              <a:t>37 years of operational experience (successfully operating two of the best performing thermal power stations in the country inter alia)</a:t>
            </a:r>
            <a:endParaRPr kumimoji="0" lang="en-US" sz="1400" b="0" i="0" u="none" strike="noStrike" kern="1200" cap="none" spc="0" normalizeH="0" baseline="0" noProof="0" dirty="0">
              <a:ln>
                <a:noFill/>
              </a:ln>
              <a:solidFill>
                <a:prstClr val="white"/>
              </a:solidFill>
              <a:effectLst/>
              <a:uLnTx/>
              <a:uFillTx/>
              <a:latin typeface="Verdana"/>
              <a:ea typeface="+mn-ea"/>
              <a:cs typeface="+mn-cs"/>
            </a:endParaRPr>
          </a:p>
        </p:txBody>
      </p:sp>
      <p:grpSp>
        <p:nvGrpSpPr>
          <p:cNvPr id="208" name="Group 207">
            <a:extLst>
              <a:ext uri="{FF2B5EF4-FFF2-40B4-BE49-F238E27FC236}">
                <a16:creationId xmlns:a16="http://schemas.microsoft.com/office/drawing/2014/main" id="{A52B6A4B-EB9F-4FDB-B890-5426B6D7B060}"/>
              </a:ext>
            </a:extLst>
          </p:cNvPr>
          <p:cNvGrpSpPr/>
          <p:nvPr/>
        </p:nvGrpSpPr>
        <p:grpSpPr>
          <a:xfrm>
            <a:off x="2441642" y="1586048"/>
            <a:ext cx="1337549" cy="873421"/>
            <a:chOff x="4207048" y="2110398"/>
            <a:chExt cx="1337549" cy="694394"/>
          </a:xfrm>
        </p:grpSpPr>
        <p:cxnSp>
          <p:nvCxnSpPr>
            <p:cNvPr id="209" name="Straight Connector 208">
              <a:extLst>
                <a:ext uri="{FF2B5EF4-FFF2-40B4-BE49-F238E27FC236}">
                  <a16:creationId xmlns:a16="http://schemas.microsoft.com/office/drawing/2014/main" id="{17451F4A-F14E-4571-B270-9F82F1124D06}"/>
                </a:ext>
              </a:extLst>
            </p:cNvPr>
            <p:cNvCxnSpPr>
              <a:cxnSpLocks/>
            </p:cNvCxnSpPr>
            <p:nvPr/>
          </p:nvCxnSpPr>
          <p:spPr>
            <a:xfrm>
              <a:off x="4922598" y="2110398"/>
              <a:ext cx="621999" cy="0"/>
            </a:xfrm>
            <a:prstGeom prst="line">
              <a:avLst/>
            </a:prstGeom>
            <a:ln w="15875" cap="rnd">
              <a:solidFill>
                <a:schemeClr val="accent1"/>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5206FE82-69BE-43EB-8E6D-D374825BC645}"/>
                </a:ext>
              </a:extLst>
            </p:cNvPr>
            <p:cNvCxnSpPr>
              <a:cxnSpLocks/>
            </p:cNvCxnSpPr>
            <p:nvPr/>
          </p:nvCxnSpPr>
          <p:spPr>
            <a:xfrm flipH="1">
              <a:off x="4207048" y="2129350"/>
              <a:ext cx="696600" cy="675442"/>
            </a:xfrm>
            <a:prstGeom prst="line">
              <a:avLst/>
            </a:prstGeom>
            <a:ln w="15875" cap="rnd">
              <a:solidFill>
                <a:schemeClr val="accent1"/>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435EC7E7-EBBA-44E8-B633-175559ECC83D}"/>
              </a:ext>
            </a:extLst>
          </p:cNvPr>
          <p:cNvGrpSpPr/>
          <p:nvPr/>
        </p:nvGrpSpPr>
        <p:grpSpPr>
          <a:xfrm>
            <a:off x="2318598" y="2362074"/>
            <a:ext cx="609129" cy="2616293"/>
            <a:chOff x="3973224" y="2415815"/>
            <a:chExt cx="609129" cy="2616293"/>
          </a:xfrm>
        </p:grpSpPr>
        <p:sp>
          <p:nvSpPr>
            <p:cNvPr id="207" name="Oval 206">
              <a:extLst>
                <a:ext uri="{FF2B5EF4-FFF2-40B4-BE49-F238E27FC236}">
                  <a16:creationId xmlns:a16="http://schemas.microsoft.com/office/drawing/2014/main" id="{CC088920-D3E1-4D2E-87F2-40271683EF48}"/>
                </a:ext>
              </a:extLst>
            </p:cNvPr>
            <p:cNvSpPr/>
            <p:nvPr/>
          </p:nvSpPr>
          <p:spPr bwMode="gray">
            <a:xfrm>
              <a:off x="3973224" y="2415815"/>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211" name="Oval 210">
              <a:extLst>
                <a:ext uri="{FF2B5EF4-FFF2-40B4-BE49-F238E27FC236}">
                  <a16:creationId xmlns:a16="http://schemas.microsoft.com/office/drawing/2014/main" id="{A72EE3C8-ABD1-453A-A4B9-A8604DC00F9E}"/>
                </a:ext>
              </a:extLst>
            </p:cNvPr>
            <p:cNvSpPr/>
            <p:nvPr/>
          </p:nvSpPr>
          <p:spPr bwMode="gray">
            <a:xfrm>
              <a:off x="4289746" y="3058122"/>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212" name="Oval 211">
              <a:extLst>
                <a:ext uri="{FF2B5EF4-FFF2-40B4-BE49-F238E27FC236}">
                  <a16:creationId xmlns:a16="http://schemas.microsoft.com/office/drawing/2014/main" id="{F49F2C48-CEF5-45B7-A974-0C48AE060C1E}"/>
                </a:ext>
              </a:extLst>
            </p:cNvPr>
            <p:cNvSpPr/>
            <p:nvPr/>
          </p:nvSpPr>
          <p:spPr bwMode="gray">
            <a:xfrm>
              <a:off x="4354937" y="3597499"/>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dirty="0">
                <a:ln>
                  <a:noFill/>
                </a:ln>
                <a:solidFill>
                  <a:prstClr val="white"/>
                </a:solidFill>
                <a:effectLst/>
                <a:uLnTx/>
                <a:uFillTx/>
                <a:latin typeface="Verdana"/>
                <a:ea typeface="+mn-ea"/>
                <a:cs typeface="+mn-cs"/>
              </a:endParaRPr>
            </a:p>
          </p:txBody>
        </p:sp>
        <p:sp>
          <p:nvSpPr>
            <p:cNvPr id="213" name="Oval 212">
              <a:extLst>
                <a:ext uri="{FF2B5EF4-FFF2-40B4-BE49-F238E27FC236}">
                  <a16:creationId xmlns:a16="http://schemas.microsoft.com/office/drawing/2014/main" id="{1E8A13D5-FB97-4E8E-A1EB-ED3EAA0C93FE}"/>
                </a:ext>
              </a:extLst>
            </p:cNvPr>
            <p:cNvSpPr/>
            <p:nvPr/>
          </p:nvSpPr>
          <p:spPr bwMode="gray">
            <a:xfrm>
              <a:off x="4263503" y="4241855"/>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214" name="Oval 213">
              <a:extLst>
                <a:ext uri="{FF2B5EF4-FFF2-40B4-BE49-F238E27FC236}">
                  <a16:creationId xmlns:a16="http://schemas.microsoft.com/office/drawing/2014/main" id="{375B23E2-5BCE-437B-BA0D-A4E52C261EB2}"/>
                </a:ext>
              </a:extLst>
            </p:cNvPr>
            <p:cNvSpPr/>
            <p:nvPr/>
          </p:nvSpPr>
          <p:spPr bwMode="gray">
            <a:xfrm>
              <a:off x="3986624" y="4804692"/>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grpSp>
      <p:cxnSp>
        <p:nvCxnSpPr>
          <p:cNvPr id="215" name="Straight Connector 214">
            <a:extLst>
              <a:ext uri="{FF2B5EF4-FFF2-40B4-BE49-F238E27FC236}">
                <a16:creationId xmlns:a16="http://schemas.microsoft.com/office/drawing/2014/main" id="{6D961EF7-BB78-4A30-AD92-115825B35566}"/>
              </a:ext>
            </a:extLst>
          </p:cNvPr>
          <p:cNvCxnSpPr>
            <a:cxnSpLocks/>
          </p:cNvCxnSpPr>
          <p:nvPr/>
        </p:nvCxnSpPr>
        <p:spPr>
          <a:xfrm>
            <a:off x="2814019" y="3657793"/>
            <a:ext cx="965172" cy="0"/>
          </a:xfrm>
          <a:prstGeom prst="line">
            <a:avLst/>
          </a:prstGeom>
          <a:ln w="15875" cap="rnd">
            <a:solidFill>
              <a:schemeClr val="accent2"/>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grpSp>
        <p:nvGrpSpPr>
          <p:cNvPr id="216" name="Group 215">
            <a:extLst>
              <a:ext uri="{FF2B5EF4-FFF2-40B4-BE49-F238E27FC236}">
                <a16:creationId xmlns:a16="http://schemas.microsoft.com/office/drawing/2014/main" id="{EF600E48-D033-4A09-84DC-C0131509A413}"/>
              </a:ext>
            </a:extLst>
          </p:cNvPr>
          <p:cNvGrpSpPr/>
          <p:nvPr/>
        </p:nvGrpSpPr>
        <p:grpSpPr>
          <a:xfrm>
            <a:off x="2424984" y="4801737"/>
            <a:ext cx="1409739" cy="1105105"/>
            <a:chOff x="4240538" y="5206029"/>
            <a:chExt cx="1359594" cy="747345"/>
          </a:xfrm>
        </p:grpSpPr>
        <p:cxnSp>
          <p:nvCxnSpPr>
            <p:cNvPr id="217" name="Straight Connector 216">
              <a:extLst>
                <a:ext uri="{FF2B5EF4-FFF2-40B4-BE49-F238E27FC236}">
                  <a16:creationId xmlns:a16="http://schemas.microsoft.com/office/drawing/2014/main" id="{1C7A8044-C3AD-4D3B-96EC-3B821E9D1AD7}"/>
                </a:ext>
              </a:extLst>
            </p:cNvPr>
            <p:cNvCxnSpPr>
              <a:cxnSpLocks/>
            </p:cNvCxnSpPr>
            <p:nvPr/>
          </p:nvCxnSpPr>
          <p:spPr>
            <a:xfrm>
              <a:off x="4978133" y="5945753"/>
              <a:ext cx="621999" cy="0"/>
            </a:xfrm>
            <a:prstGeom prst="line">
              <a:avLst/>
            </a:prstGeom>
            <a:ln w="15875" cap="rnd">
              <a:solidFill>
                <a:schemeClr val="accent4">
                  <a:lumMod val="60000"/>
                  <a:lumOff val="40000"/>
                </a:schemeClr>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44AE611F-7FB7-4543-B263-74D3DB20DDA6}"/>
                </a:ext>
              </a:extLst>
            </p:cNvPr>
            <p:cNvCxnSpPr>
              <a:cxnSpLocks/>
            </p:cNvCxnSpPr>
            <p:nvPr/>
          </p:nvCxnSpPr>
          <p:spPr>
            <a:xfrm flipH="1" flipV="1">
              <a:off x="4240538" y="5206029"/>
              <a:ext cx="741652" cy="747345"/>
            </a:xfrm>
            <a:prstGeom prst="line">
              <a:avLst/>
            </a:prstGeom>
            <a:ln w="15875" cap="rnd">
              <a:solidFill>
                <a:schemeClr val="accent4">
                  <a:lumMod val="60000"/>
                  <a:lumOff val="40000"/>
                </a:schemeClr>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220" name="Group 219">
            <a:extLst>
              <a:ext uri="{FF2B5EF4-FFF2-40B4-BE49-F238E27FC236}">
                <a16:creationId xmlns:a16="http://schemas.microsoft.com/office/drawing/2014/main" id="{C0EEC686-E52E-4F51-8BE8-BB17E9FE906A}"/>
              </a:ext>
            </a:extLst>
          </p:cNvPr>
          <p:cNvGrpSpPr/>
          <p:nvPr/>
        </p:nvGrpSpPr>
        <p:grpSpPr>
          <a:xfrm>
            <a:off x="2757980" y="2595024"/>
            <a:ext cx="1021211" cy="511491"/>
            <a:chOff x="4523386" y="3151206"/>
            <a:chExt cx="1021211" cy="300631"/>
          </a:xfrm>
        </p:grpSpPr>
        <p:cxnSp>
          <p:nvCxnSpPr>
            <p:cNvPr id="221" name="Straight Connector 220">
              <a:extLst>
                <a:ext uri="{FF2B5EF4-FFF2-40B4-BE49-F238E27FC236}">
                  <a16:creationId xmlns:a16="http://schemas.microsoft.com/office/drawing/2014/main" id="{3305C77B-B2A8-47D2-9760-3D4C289B712F}"/>
                </a:ext>
              </a:extLst>
            </p:cNvPr>
            <p:cNvCxnSpPr>
              <a:cxnSpLocks/>
            </p:cNvCxnSpPr>
            <p:nvPr/>
          </p:nvCxnSpPr>
          <p:spPr>
            <a:xfrm>
              <a:off x="4922598" y="3151712"/>
              <a:ext cx="621999" cy="0"/>
            </a:xfrm>
            <a:prstGeom prst="line">
              <a:avLst/>
            </a:prstGeom>
            <a:ln w="15875" cap="rnd">
              <a:solidFill>
                <a:schemeClr val="accent4"/>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0248B095-4C28-4536-B7F9-3B128686F64B}"/>
                </a:ext>
              </a:extLst>
            </p:cNvPr>
            <p:cNvCxnSpPr>
              <a:cxnSpLocks/>
            </p:cNvCxnSpPr>
            <p:nvPr/>
          </p:nvCxnSpPr>
          <p:spPr>
            <a:xfrm flipH="1">
              <a:off x="4523386" y="3151206"/>
              <a:ext cx="371734" cy="300631"/>
            </a:xfrm>
            <a:prstGeom prst="line">
              <a:avLst/>
            </a:prstGeom>
            <a:ln w="15875" cap="rnd">
              <a:solidFill>
                <a:schemeClr val="accent4"/>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223" name="Group 222">
            <a:extLst>
              <a:ext uri="{FF2B5EF4-FFF2-40B4-BE49-F238E27FC236}">
                <a16:creationId xmlns:a16="http://schemas.microsoft.com/office/drawing/2014/main" id="{BC7C90C5-4E59-46B4-A49C-AE827652D5F0}"/>
              </a:ext>
            </a:extLst>
          </p:cNvPr>
          <p:cNvGrpSpPr/>
          <p:nvPr/>
        </p:nvGrpSpPr>
        <p:grpSpPr>
          <a:xfrm>
            <a:off x="2722585" y="4290246"/>
            <a:ext cx="1056606" cy="587577"/>
            <a:chOff x="4487991" y="4634811"/>
            <a:chExt cx="1056606" cy="391402"/>
          </a:xfrm>
        </p:grpSpPr>
        <p:cxnSp>
          <p:nvCxnSpPr>
            <p:cNvPr id="224" name="Straight Connector 223">
              <a:extLst>
                <a:ext uri="{FF2B5EF4-FFF2-40B4-BE49-F238E27FC236}">
                  <a16:creationId xmlns:a16="http://schemas.microsoft.com/office/drawing/2014/main" id="{D8B81160-2574-41F3-A5E3-4CC8302998AF}"/>
                </a:ext>
              </a:extLst>
            </p:cNvPr>
            <p:cNvCxnSpPr>
              <a:cxnSpLocks/>
            </p:cNvCxnSpPr>
            <p:nvPr/>
          </p:nvCxnSpPr>
          <p:spPr>
            <a:xfrm>
              <a:off x="4922598" y="5026213"/>
              <a:ext cx="621999" cy="0"/>
            </a:xfrm>
            <a:prstGeom prst="line">
              <a:avLst/>
            </a:prstGeom>
            <a:ln w="15875" cap="rnd">
              <a:solidFill>
                <a:schemeClr val="accent3"/>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09DABC1F-4D41-4EB7-A4DC-C117FE57BFB2}"/>
                </a:ext>
              </a:extLst>
            </p:cNvPr>
            <p:cNvCxnSpPr>
              <a:cxnSpLocks/>
            </p:cNvCxnSpPr>
            <p:nvPr/>
          </p:nvCxnSpPr>
          <p:spPr>
            <a:xfrm flipH="1" flipV="1">
              <a:off x="4487991" y="4634811"/>
              <a:ext cx="419702" cy="391183"/>
            </a:xfrm>
            <a:prstGeom prst="line">
              <a:avLst/>
            </a:prstGeom>
            <a:ln w="15875" cap="rnd">
              <a:solidFill>
                <a:schemeClr val="accent3"/>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4" name="Group 3">
            <a:extLst>
              <a:ext uri="{FF2B5EF4-FFF2-40B4-BE49-F238E27FC236}">
                <a16:creationId xmlns:a16="http://schemas.microsoft.com/office/drawing/2014/main" id="{0EFB063A-9A57-4FB2-B73C-7AD4E791F4D6}"/>
              </a:ext>
            </a:extLst>
          </p:cNvPr>
          <p:cNvGrpSpPr/>
          <p:nvPr/>
        </p:nvGrpSpPr>
        <p:grpSpPr>
          <a:xfrm>
            <a:off x="393341" y="2529881"/>
            <a:ext cx="2286000" cy="2286000"/>
            <a:chOff x="380600" y="1693103"/>
            <a:chExt cx="4113462" cy="4088045"/>
          </a:xfrm>
        </p:grpSpPr>
        <p:sp>
          <p:nvSpPr>
            <p:cNvPr id="148" name="Arc 147">
              <a:extLst>
                <a:ext uri="{FF2B5EF4-FFF2-40B4-BE49-F238E27FC236}">
                  <a16:creationId xmlns:a16="http://schemas.microsoft.com/office/drawing/2014/main" id="{9030AAFA-ACEB-4A54-9A08-B4B7652A851A}"/>
                </a:ext>
              </a:extLst>
            </p:cNvPr>
            <p:cNvSpPr/>
            <p:nvPr/>
          </p:nvSpPr>
          <p:spPr>
            <a:xfrm>
              <a:off x="380600" y="1693103"/>
              <a:ext cx="4088045" cy="4088045"/>
            </a:xfrm>
            <a:prstGeom prst="arc">
              <a:avLst>
                <a:gd name="adj1" fmla="val 16812435"/>
                <a:gd name="adj2" fmla="val 4781030"/>
              </a:avLst>
            </a:prstGeom>
            <a:ln w="25400" cap="rnd">
              <a:solidFill>
                <a:schemeClr val="accent6">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prstClr val="black"/>
                </a:solidFill>
                <a:effectLst/>
                <a:uLnTx/>
                <a:uFillTx/>
                <a:latin typeface="Verdana"/>
                <a:ea typeface="+mn-ea"/>
                <a:cs typeface="+mn-cs"/>
              </a:endParaRPr>
            </a:p>
          </p:txBody>
        </p:sp>
        <p:sp>
          <p:nvSpPr>
            <p:cNvPr id="149" name="Arc 148">
              <a:extLst>
                <a:ext uri="{FF2B5EF4-FFF2-40B4-BE49-F238E27FC236}">
                  <a16:creationId xmlns:a16="http://schemas.microsoft.com/office/drawing/2014/main" id="{0C94EEA9-9C98-4B91-A554-AA252EFFBB8F}"/>
                </a:ext>
              </a:extLst>
            </p:cNvPr>
            <p:cNvSpPr/>
            <p:nvPr/>
          </p:nvSpPr>
          <p:spPr>
            <a:xfrm flipH="1">
              <a:off x="406017" y="1693103"/>
              <a:ext cx="4088045" cy="4088045"/>
            </a:xfrm>
            <a:prstGeom prst="arc">
              <a:avLst>
                <a:gd name="adj1" fmla="val 16812435"/>
                <a:gd name="adj2" fmla="val 4781841"/>
              </a:avLst>
            </a:prstGeom>
            <a:ln w="25400" cap="rnd">
              <a:solidFill>
                <a:schemeClr val="accent6">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prstClr val="black"/>
                </a:solidFill>
                <a:effectLst/>
                <a:uLnTx/>
                <a:uFillTx/>
                <a:latin typeface="Verdana"/>
                <a:ea typeface="+mn-ea"/>
                <a:cs typeface="+mn-cs"/>
              </a:endParaRPr>
            </a:p>
          </p:txBody>
        </p:sp>
        <p:sp>
          <p:nvSpPr>
            <p:cNvPr id="150" name="Oval 149">
              <a:extLst>
                <a:ext uri="{FF2B5EF4-FFF2-40B4-BE49-F238E27FC236}">
                  <a16:creationId xmlns:a16="http://schemas.microsoft.com/office/drawing/2014/main" id="{E6483AB2-DD13-4C35-A67B-1076C768B46B}"/>
                </a:ext>
              </a:extLst>
            </p:cNvPr>
            <p:cNvSpPr/>
            <p:nvPr/>
          </p:nvSpPr>
          <p:spPr bwMode="gray">
            <a:xfrm>
              <a:off x="618308" y="1899909"/>
              <a:ext cx="3674434" cy="3674434"/>
            </a:xfrm>
            <a:prstGeom prst="ellipse">
              <a:avLst/>
            </a:prstGeom>
            <a:noFill/>
            <a:ln w="19050" algn="ctr">
              <a:solidFill>
                <a:srgbClr val="046A38"/>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151" name="Oval 150">
              <a:extLst>
                <a:ext uri="{FF2B5EF4-FFF2-40B4-BE49-F238E27FC236}">
                  <a16:creationId xmlns:a16="http://schemas.microsoft.com/office/drawing/2014/main" id="{DFBA97AC-3179-45F9-9E3B-EE4E3166898D}"/>
                </a:ext>
              </a:extLst>
            </p:cNvPr>
            <p:cNvSpPr/>
            <p:nvPr/>
          </p:nvSpPr>
          <p:spPr bwMode="gray">
            <a:xfrm>
              <a:off x="785328" y="2066929"/>
              <a:ext cx="3340395" cy="3340395"/>
            </a:xfrm>
            <a:prstGeom prst="ellipse">
              <a:avLst/>
            </a:prstGeom>
            <a:noFill/>
            <a:ln w="19050" algn="ctr">
              <a:solidFill>
                <a:srgbClr val="009A44"/>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152" name="Oval 151">
              <a:extLst>
                <a:ext uri="{FF2B5EF4-FFF2-40B4-BE49-F238E27FC236}">
                  <a16:creationId xmlns:a16="http://schemas.microsoft.com/office/drawing/2014/main" id="{8EB1C895-CF38-49A2-8FC8-970CDCA274F6}"/>
                </a:ext>
              </a:extLst>
            </p:cNvPr>
            <p:cNvSpPr/>
            <p:nvPr/>
          </p:nvSpPr>
          <p:spPr bwMode="gray">
            <a:xfrm>
              <a:off x="937164" y="2218765"/>
              <a:ext cx="3036722" cy="3036722"/>
            </a:xfrm>
            <a:prstGeom prst="ellipse">
              <a:avLst/>
            </a:prstGeom>
            <a:noFill/>
            <a:ln w="19050" algn="ctr">
              <a:solidFill>
                <a:srgbClr val="009A44"/>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153" name="Oval 152">
              <a:extLst>
                <a:ext uri="{FF2B5EF4-FFF2-40B4-BE49-F238E27FC236}">
                  <a16:creationId xmlns:a16="http://schemas.microsoft.com/office/drawing/2014/main" id="{A0D73A2E-4EA5-4CB9-8C5B-3037EA65E517}"/>
                </a:ext>
              </a:extLst>
            </p:cNvPr>
            <p:cNvSpPr/>
            <p:nvPr/>
          </p:nvSpPr>
          <p:spPr bwMode="gray">
            <a:xfrm>
              <a:off x="1075197" y="2356798"/>
              <a:ext cx="2760657" cy="2760657"/>
            </a:xfrm>
            <a:prstGeom prst="ellipse">
              <a:avLst/>
            </a:prstGeom>
            <a:noFill/>
            <a:ln w="19050" algn="ctr">
              <a:solidFill>
                <a:srgbClr val="43B02A"/>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grpSp>
          <p:nvGrpSpPr>
            <p:cNvPr id="226" name="Graphic 4">
              <a:extLst>
                <a:ext uri="{FF2B5EF4-FFF2-40B4-BE49-F238E27FC236}">
                  <a16:creationId xmlns:a16="http://schemas.microsoft.com/office/drawing/2014/main" id="{A4E817E7-06ED-4B54-B1A9-88ACE6C6B2A2}"/>
                </a:ext>
              </a:extLst>
            </p:cNvPr>
            <p:cNvGrpSpPr/>
            <p:nvPr/>
          </p:nvGrpSpPr>
          <p:grpSpPr>
            <a:xfrm>
              <a:off x="1877653" y="3125046"/>
              <a:ext cx="1151770" cy="1144652"/>
              <a:chOff x="6157987" y="4292919"/>
              <a:chExt cx="324476" cy="386534"/>
            </a:xfrm>
            <a:solidFill>
              <a:srgbClr val="43B02A"/>
            </a:solidFill>
          </p:grpSpPr>
          <p:sp>
            <p:nvSpPr>
              <p:cNvPr id="227" name="Graphic 4">
                <a:extLst>
                  <a:ext uri="{FF2B5EF4-FFF2-40B4-BE49-F238E27FC236}">
                    <a16:creationId xmlns:a16="http://schemas.microsoft.com/office/drawing/2014/main" id="{6F413EB0-3E74-461E-9A47-8155223C62AE}"/>
                  </a:ext>
                </a:extLst>
              </p:cNvPr>
              <p:cNvSpPr/>
              <p:nvPr/>
            </p:nvSpPr>
            <p:spPr>
              <a:xfrm>
                <a:off x="6356070" y="4506615"/>
                <a:ext cx="48563" cy="16598"/>
              </a:xfrm>
              <a:custGeom>
                <a:avLst/>
                <a:gdLst>
                  <a:gd name="connsiteX0" fmla="*/ 7029 w 48563"/>
                  <a:gd name="connsiteY0" fmla="*/ 16599 h 16598"/>
                  <a:gd name="connsiteX1" fmla="*/ 35783 w 48563"/>
                  <a:gd name="connsiteY1" fmla="*/ 16599 h 16598"/>
                  <a:gd name="connsiteX2" fmla="*/ 36423 w 48563"/>
                  <a:gd name="connsiteY2" fmla="*/ 16599 h 16598"/>
                  <a:gd name="connsiteX3" fmla="*/ 40257 w 48563"/>
                  <a:gd name="connsiteY3" fmla="*/ 16599 h 16598"/>
                  <a:gd name="connsiteX4" fmla="*/ 46008 w 48563"/>
                  <a:gd name="connsiteY4" fmla="*/ 14045 h 16598"/>
                  <a:gd name="connsiteX5" fmla="*/ 48563 w 48563"/>
                  <a:gd name="connsiteY5" fmla="*/ 8299 h 16598"/>
                  <a:gd name="connsiteX6" fmla="*/ 40895 w 48563"/>
                  <a:gd name="connsiteY6" fmla="*/ 0 h 16598"/>
                  <a:gd name="connsiteX7" fmla="*/ 34505 w 48563"/>
                  <a:gd name="connsiteY7" fmla="*/ 0 h 16598"/>
                  <a:gd name="connsiteX8" fmla="*/ 33867 w 48563"/>
                  <a:gd name="connsiteY8" fmla="*/ 0 h 16598"/>
                  <a:gd name="connsiteX9" fmla="*/ 12141 w 48563"/>
                  <a:gd name="connsiteY9" fmla="*/ 0 h 16598"/>
                  <a:gd name="connsiteX10" fmla="*/ 11502 w 48563"/>
                  <a:gd name="connsiteY10" fmla="*/ 0 h 16598"/>
                  <a:gd name="connsiteX11" fmla="*/ 8307 w 48563"/>
                  <a:gd name="connsiteY11" fmla="*/ 0 h 16598"/>
                  <a:gd name="connsiteX12" fmla="*/ 0 w 48563"/>
                  <a:gd name="connsiteY12" fmla="*/ 8299 h 16598"/>
                  <a:gd name="connsiteX13" fmla="*/ 2556 w 48563"/>
                  <a:gd name="connsiteY13" fmla="*/ 14045 h 16598"/>
                  <a:gd name="connsiteX14" fmla="*/ 7029 w 48563"/>
                  <a:gd name="connsiteY14" fmla="*/ 16599 h 16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563" h="16598">
                    <a:moveTo>
                      <a:pt x="7029" y="16599"/>
                    </a:moveTo>
                    <a:lnTo>
                      <a:pt x="35783" y="16599"/>
                    </a:lnTo>
                    <a:cubicBezTo>
                      <a:pt x="35783" y="16599"/>
                      <a:pt x="35783" y="16599"/>
                      <a:pt x="36423" y="16599"/>
                    </a:cubicBezTo>
                    <a:lnTo>
                      <a:pt x="40257" y="16599"/>
                    </a:lnTo>
                    <a:cubicBezTo>
                      <a:pt x="42173" y="16599"/>
                      <a:pt x="44730" y="15960"/>
                      <a:pt x="46008" y="14045"/>
                    </a:cubicBezTo>
                    <a:cubicBezTo>
                      <a:pt x="47285" y="12768"/>
                      <a:pt x="48563" y="10215"/>
                      <a:pt x="48563" y="8299"/>
                    </a:cubicBezTo>
                    <a:cubicBezTo>
                      <a:pt x="48563" y="3831"/>
                      <a:pt x="45368" y="639"/>
                      <a:pt x="40895" y="0"/>
                    </a:cubicBezTo>
                    <a:lnTo>
                      <a:pt x="34505" y="0"/>
                    </a:lnTo>
                    <a:cubicBezTo>
                      <a:pt x="34505" y="0"/>
                      <a:pt x="33867" y="0"/>
                      <a:pt x="33867" y="0"/>
                    </a:cubicBezTo>
                    <a:lnTo>
                      <a:pt x="12141" y="0"/>
                    </a:lnTo>
                    <a:cubicBezTo>
                      <a:pt x="12141" y="0"/>
                      <a:pt x="11502" y="0"/>
                      <a:pt x="11502" y="0"/>
                    </a:cubicBezTo>
                    <a:lnTo>
                      <a:pt x="8307" y="0"/>
                    </a:lnTo>
                    <a:cubicBezTo>
                      <a:pt x="3834" y="0"/>
                      <a:pt x="0" y="3831"/>
                      <a:pt x="0" y="8299"/>
                    </a:cubicBezTo>
                    <a:cubicBezTo>
                      <a:pt x="0" y="10215"/>
                      <a:pt x="639" y="12768"/>
                      <a:pt x="2556" y="14045"/>
                    </a:cubicBezTo>
                    <a:cubicBezTo>
                      <a:pt x="3195" y="15960"/>
                      <a:pt x="5112" y="16599"/>
                      <a:pt x="7029" y="16599"/>
                    </a:cubicBezTo>
                    <a:close/>
                  </a:path>
                </a:pathLst>
              </a:custGeom>
              <a:solidFill>
                <a:schemeClr val="accent2"/>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228" name="Graphic 4">
                <a:extLst>
                  <a:ext uri="{FF2B5EF4-FFF2-40B4-BE49-F238E27FC236}">
                    <a16:creationId xmlns:a16="http://schemas.microsoft.com/office/drawing/2014/main" id="{906DB9BC-A4E7-4188-9AF2-62196B714AF2}"/>
                  </a:ext>
                </a:extLst>
              </p:cNvPr>
              <p:cNvSpPr/>
              <p:nvPr/>
            </p:nvSpPr>
            <p:spPr>
              <a:xfrm>
                <a:off x="6352236" y="4535982"/>
                <a:ext cx="47924" cy="16598"/>
              </a:xfrm>
              <a:custGeom>
                <a:avLst/>
                <a:gdLst>
                  <a:gd name="connsiteX0" fmla="*/ 40257 w 47924"/>
                  <a:gd name="connsiteY0" fmla="*/ 0 h 16598"/>
                  <a:gd name="connsiteX1" fmla="*/ 10863 w 47924"/>
                  <a:gd name="connsiteY1" fmla="*/ 0 h 16598"/>
                  <a:gd name="connsiteX2" fmla="*/ 10863 w 47924"/>
                  <a:gd name="connsiteY2" fmla="*/ 0 h 16598"/>
                  <a:gd name="connsiteX3" fmla="*/ 8307 w 47924"/>
                  <a:gd name="connsiteY3" fmla="*/ 0 h 16598"/>
                  <a:gd name="connsiteX4" fmla="*/ 2556 w 47924"/>
                  <a:gd name="connsiteY4" fmla="*/ 2553 h 16598"/>
                  <a:gd name="connsiteX5" fmla="*/ 0 w 47924"/>
                  <a:gd name="connsiteY5" fmla="*/ 8299 h 16598"/>
                  <a:gd name="connsiteX6" fmla="*/ 8307 w 47924"/>
                  <a:gd name="connsiteY6" fmla="*/ 16598 h 16598"/>
                  <a:gd name="connsiteX7" fmla="*/ 8946 w 47924"/>
                  <a:gd name="connsiteY7" fmla="*/ 16598 h 16598"/>
                  <a:gd name="connsiteX8" fmla="*/ 8946 w 47924"/>
                  <a:gd name="connsiteY8" fmla="*/ 16598 h 16598"/>
                  <a:gd name="connsiteX9" fmla="*/ 15336 w 47924"/>
                  <a:gd name="connsiteY9" fmla="*/ 16598 h 16598"/>
                  <a:gd name="connsiteX10" fmla="*/ 15336 w 47924"/>
                  <a:gd name="connsiteY10" fmla="*/ 16598 h 16598"/>
                  <a:gd name="connsiteX11" fmla="*/ 31311 w 47924"/>
                  <a:gd name="connsiteY11" fmla="*/ 16598 h 16598"/>
                  <a:gd name="connsiteX12" fmla="*/ 31311 w 47924"/>
                  <a:gd name="connsiteY12" fmla="*/ 16598 h 16598"/>
                  <a:gd name="connsiteX13" fmla="*/ 39618 w 47924"/>
                  <a:gd name="connsiteY13" fmla="*/ 16598 h 16598"/>
                  <a:gd name="connsiteX14" fmla="*/ 45369 w 47924"/>
                  <a:gd name="connsiteY14" fmla="*/ 14044 h 16598"/>
                  <a:gd name="connsiteX15" fmla="*/ 47925 w 47924"/>
                  <a:gd name="connsiteY15" fmla="*/ 8299 h 16598"/>
                  <a:gd name="connsiteX16" fmla="*/ 40257 w 47924"/>
                  <a:gd name="connsiteY16" fmla="*/ 0 h 16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924" h="16598">
                    <a:moveTo>
                      <a:pt x="40257" y="0"/>
                    </a:moveTo>
                    <a:lnTo>
                      <a:pt x="10863" y="0"/>
                    </a:lnTo>
                    <a:cubicBezTo>
                      <a:pt x="10863" y="0"/>
                      <a:pt x="10863" y="0"/>
                      <a:pt x="10863" y="0"/>
                    </a:cubicBezTo>
                    <a:lnTo>
                      <a:pt x="8307" y="0"/>
                    </a:lnTo>
                    <a:cubicBezTo>
                      <a:pt x="6390" y="0"/>
                      <a:pt x="3834" y="638"/>
                      <a:pt x="2556" y="2553"/>
                    </a:cubicBezTo>
                    <a:cubicBezTo>
                      <a:pt x="1278" y="3830"/>
                      <a:pt x="0" y="6384"/>
                      <a:pt x="0" y="8299"/>
                    </a:cubicBezTo>
                    <a:cubicBezTo>
                      <a:pt x="0" y="12768"/>
                      <a:pt x="3834" y="16598"/>
                      <a:pt x="8307" y="16598"/>
                    </a:cubicBezTo>
                    <a:lnTo>
                      <a:pt x="8946" y="16598"/>
                    </a:lnTo>
                    <a:cubicBezTo>
                      <a:pt x="8946" y="16598"/>
                      <a:pt x="8946" y="16598"/>
                      <a:pt x="8946" y="16598"/>
                    </a:cubicBezTo>
                    <a:lnTo>
                      <a:pt x="15336" y="16598"/>
                    </a:lnTo>
                    <a:cubicBezTo>
                      <a:pt x="15336" y="16598"/>
                      <a:pt x="15336" y="16598"/>
                      <a:pt x="15336" y="16598"/>
                    </a:cubicBezTo>
                    <a:lnTo>
                      <a:pt x="31311" y="16598"/>
                    </a:lnTo>
                    <a:cubicBezTo>
                      <a:pt x="31311" y="16598"/>
                      <a:pt x="31311" y="16598"/>
                      <a:pt x="31311" y="16598"/>
                    </a:cubicBezTo>
                    <a:lnTo>
                      <a:pt x="39618" y="16598"/>
                    </a:lnTo>
                    <a:cubicBezTo>
                      <a:pt x="41535" y="16598"/>
                      <a:pt x="44091" y="15960"/>
                      <a:pt x="45369" y="14044"/>
                    </a:cubicBezTo>
                    <a:cubicBezTo>
                      <a:pt x="46647" y="12768"/>
                      <a:pt x="47925" y="10214"/>
                      <a:pt x="47925" y="8299"/>
                    </a:cubicBezTo>
                    <a:cubicBezTo>
                      <a:pt x="47925" y="3830"/>
                      <a:pt x="44730" y="638"/>
                      <a:pt x="40257" y="0"/>
                    </a:cubicBezTo>
                    <a:close/>
                  </a:path>
                </a:pathLst>
              </a:custGeom>
              <a:solidFill>
                <a:schemeClr val="accent2"/>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229" name="Graphic 4">
                <a:extLst>
                  <a:ext uri="{FF2B5EF4-FFF2-40B4-BE49-F238E27FC236}">
                    <a16:creationId xmlns:a16="http://schemas.microsoft.com/office/drawing/2014/main" id="{38ED9A1A-34B6-4202-990B-A3EEBB9E6C38}"/>
                  </a:ext>
                </a:extLst>
              </p:cNvPr>
              <p:cNvSpPr/>
              <p:nvPr/>
            </p:nvSpPr>
            <p:spPr>
              <a:xfrm>
                <a:off x="6359265" y="4477887"/>
                <a:ext cx="38978" cy="16598"/>
              </a:xfrm>
              <a:custGeom>
                <a:avLst/>
                <a:gdLst>
                  <a:gd name="connsiteX0" fmla="*/ 0 w 38978"/>
                  <a:gd name="connsiteY0" fmla="*/ 8299 h 16598"/>
                  <a:gd name="connsiteX1" fmla="*/ 2556 w 38978"/>
                  <a:gd name="connsiteY1" fmla="*/ 14045 h 16598"/>
                  <a:gd name="connsiteX2" fmla="*/ 7668 w 38978"/>
                  <a:gd name="connsiteY2" fmla="*/ 16599 h 16598"/>
                  <a:gd name="connsiteX3" fmla="*/ 30672 w 38978"/>
                  <a:gd name="connsiteY3" fmla="*/ 16599 h 16598"/>
                  <a:gd name="connsiteX4" fmla="*/ 36423 w 38978"/>
                  <a:gd name="connsiteY4" fmla="*/ 14045 h 16598"/>
                  <a:gd name="connsiteX5" fmla="*/ 38978 w 38978"/>
                  <a:gd name="connsiteY5" fmla="*/ 8299 h 16598"/>
                  <a:gd name="connsiteX6" fmla="*/ 30672 w 38978"/>
                  <a:gd name="connsiteY6" fmla="*/ 0 h 16598"/>
                  <a:gd name="connsiteX7" fmla="*/ 8946 w 38978"/>
                  <a:gd name="connsiteY7" fmla="*/ 0 h 16598"/>
                  <a:gd name="connsiteX8" fmla="*/ 0 w 38978"/>
                  <a:gd name="connsiteY8" fmla="*/ 8299 h 16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978" h="16598">
                    <a:moveTo>
                      <a:pt x="0" y="8299"/>
                    </a:moveTo>
                    <a:cubicBezTo>
                      <a:pt x="0" y="10215"/>
                      <a:pt x="639" y="12768"/>
                      <a:pt x="2556" y="14045"/>
                    </a:cubicBezTo>
                    <a:cubicBezTo>
                      <a:pt x="3834" y="15322"/>
                      <a:pt x="5751" y="15960"/>
                      <a:pt x="7668" y="16599"/>
                    </a:cubicBezTo>
                    <a:lnTo>
                      <a:pt x="30672" y="16599"/>
                    </a:lnTo>
                    <a:cubicBezTo>
                      <a:pt x="33228" y="16599"/>
                      <a:pt x="35145" y="15322"/>
                      <a:pt x="36423" y="14045"/>
                    </a:cubicBezTo>
                    <a:cubicBezTo>
                      <a:pt x="37700" y="12768"/>
                      <a:pt x="38978" y="10215"/>
                      <a:pt x="38978" y="8299"/>
                    </a:cubicBezTo>
                    <a:cubicBezTo>
                      <a:pt x="38978" y="3831"/>
                      <a:pt x="35145" y="0"/>
                      <a:pt x="30672" y="0"/>
                    </a:cubicBezTo>
                    <a:lnTo>
                      <a:pt x="8946" y="0"/>
                    </a:lnTo>
                    <a:cubicBezTo>
                      <a:pt x="3834" y="0"/>
                      <a:pt x="0" y="3831"/>
                      <a:pt x="0" y="8299"/>
                    </a:cubicBezTo>
                    <a:close/>
                  </a:path>
                </a:pathLst>
              </a:custGeom>
              <a:solidFill>
                <a:schemeClr val="accent2"/>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230" name="Graphic 4">
                <a:extLst>
                  <a:ext uri="{FF2B5EF4-FFF2-40B4-BE49-F238E27FC236}">
                    <a16:creationId xmlns:a16="http://schemas.microsoft.com/office/drawing/2014/main" id="{D71F448F-2F4E-4521-9889-F824687B80D5}"/>
                  </a:ext>
                </a:extLst>
              </p:cNvPr>
              <p:cNvSpPr/>
              <p:nvPr/>
            </p:nvSpPr>
            <p:spPr>
              <a:xfrm>
                <a:off x="6157987" y="4292919"/>
                <a:ext cx="324476" cy="386534"/>
              </a:xfrm>
              <a:custGeom>
                <a:avLst/>
                <a:gdLst>
                  <a:gd name="connsiteX0" fmla="*/ 180835 w 361670"/>
                  <a:gd name="connsiteY0" fmla="*/ 0 h 361333"/>
                  <a:gd name="connsiteX1" fmla="*/ 0 w 361670"/>
                  <a:gd name="connsiteY1" fmla="*/ 180667 h 361333"/>
                  <a:gd name="connsiteX2" fmla="*/ 180835 w 361670"/>
                  <a:gd name="connsiteY2" fmla="*/ 361334 h 361333"/>
                  <a:gd name="connsiteX3" fmla="*/ 361670 w 361670"/>
                  <a:gd name="connsiteY3" fmla="*/ 180667 h 361333"/>
                  <a:gd name="connsiteX4" fmla="*/ 180835 w 361670"/>
                  <a:gd name="connsiteY4" fmla="*/ 0 h 361333"/>
                  <a:gd name="connsiteX5" fmla="*/ 265821 w 361670"/>
                  <a:gd name="connsiteY5" fmla="*/ 235569 h 361333"/>
                  <a:gd name="connsiteX6" fmla="*/ 259431 w 361670"/>
                  <a:gd name="connsiteY6" fmla="*/ 250252 h 361333"/>
                  <a:gd name="connsiteX7" fmla="*/ 254319 w 361670"/>
                  <a:gd name="connsiteY7" fmla="*/ 254082 h 361333"/>
                  <a:gd name="connsiteX8" fmla="*/ 257514 w 361670"/>
                  <a:gd name="connsiteY8" fmla="*/ 264935 h 361333"/>
                  <a:gd name="connsiteX9" fmla="*/ 251124 w 361670"/>
                  <a:gd name="connsiteY9" fmla="*/ 279618 h 361333"/>
                  <a:gd name="connsiteX10" fmla="*/ 236428 w 361670"/>
                  <a:gd name="connsiteY10" fmla="*/ 286002 h 361333"/>
                  <a:gd name="connsiteX11" fmla="*/ 220453 w 361670"/>
                  <a:gd name="connsiteY11" fmla="*/ 286002 h 361333"/>
                  <a:gd name="connsiteX12" fmla="*/ 213424 w 361670"/>
                  <a:gd name="connsiteY12" fmla="*/ 286002 h 361333"/>
                  <a:gd name="connsiteX13" fmla="*/ 168055 w 361670"/>
                  <a:gd name="connsiteY13" fmla="*/ 286002 h 361333"/>
                  <a:gd name="connsiteX14" fmla="*/ 128438 w 361670"/>
                  <a:gd name="connsiteY14" fmla="*/ 270042 h 361333"/>
                  <a:gd name="connsiteX15" fmla="*/ 122048 w 361670"/>
                  <a:gd name="connsiteY15" fmla="*/ 267489 h 361333"/>
                  <a:gd name="connsiteX16" fmla="*/ 97766 w 361670"/>
                  <a:gd name="connsiteY16" fmla="*/ 267489 h 361333"/>
                  <a:gd name="connsiteX17" fmla="*/ 91376 w 361670"/>
                  <a:gd name="connsiteY17" fmla="*/ 261105 h 361333"/>
                  <a:gd name="connsiteX18" fmla="*/ 97766 w 361670"/>
                  <a:gd name="connsiteY18" fmla="*/ 254721 h 361333"/>
                  <a:gd name="connsiteX19" fmla="*/ 122048 w 361670"/>
                  <a:gd name="connsiteY19" fmla="*/ 254721 h 361333"/>
                  <a:gd name="connsiteX20" fmla="*/ 137384 w 361670"/>
                  <a:gd name="connsiteY20" fmla="*/ 261105 h 361333"/>
                  <a:gd name="connsiteX21" fmla="*/ 168055 w 361670"/>
                  <a:gd name="connsiteY21" fmla="*/ 273234 h 361333"/>
                  <a:gd name="connsiteX22" fmla="*/ 194893 w 361670"/>
                  <a:gd name="connsiteY22" fmla="*/ 273234 h 361333"/>
                  <a:gd name="connsiteX23" fmla="*/ 192976 w 361670"/>
                  <a:gd name="connsiteY23" fmla="*/ 264935 h 361333"/>
                  <a:gd name="connsiteX24" fmla="*/ 198727 w 361670"/>
                  <a:gd name="connsiteY24" fmla="*/ 250890 h 361333"/>
                  <a:gd name="connsiteX25" fmla="*/ 192337 w 361670"/>
                  <a:gd name="connsiteY25" fmla="*/ 236207 h 361333"/>
                  <a:gd name="connsiteX26" fmla="*/ 198727 w 361670"/>
                  <a:gd name="connsiteY26" fmla="*/ 221524 h 361333"/>
                  <a:gd name="connsiteX27" fmla="*/ 200005 w 361670"/>
                  <a:gd name="connsiteY27" fmla="*/ 220247 h 361333"/>
                  <a:gd name="connsiteX28" fmla="*/ 194893 w 361670"/>
                  <a:gd name="connsiteY28" fmla="*/ 206841 h 361333"/>
                  <a:gd name="connsiteX29" fmla="*/ 203200 w 361670"/>
                  <a:gd name="connsiteY29" fmla="*/ 190243 h 361333"/>
                  <a:gd name="connsiteX30" fmla="*/ 199366 w 361670"/>
                  <a:gd name="connsiteY30" fmla="*/ 178113 h 361333"/>
                  <a:gd name="connsiteX31" fmla="*/ 201283 w 361670"/>
                  <a:gd name="connsiteY31" fmla="*/ 169814 h 361333"/>
                  <a:gd name="connsiteX32" fmla="*/ 195532 w 361670"/>
                  <a:gd name="connsiteY32" fmla="*/ 169814 h 361333"/>
                  <a:gd name="connsiteX33" fmla="*/ 195532 w 361670"/>
                  <a:gd name="connsiteY33" fmla="*/ 173644 h 361333"/>
                  <a:gd name="connsiteX34" fmla="*/ 161027 w 361670"/>
                  <a:gd name="connsiteY34" fmla="*/ 225993 h 361333"/>
                  <a:gd name="connsiteX35" fmla="*/ 158470 w 361670"/>
                  <a:gd name="connsiteY35" fmla="*/ 226631 h 361333"/>
                  <a:gd name="connsiteX36" fmla="*/ 152720 w 361670"/>
                  <a:gd name="connsiteY36" fmla="*/ 222801 h 361333"/>
                  <a:gd name="connsiteX37" fmla="*/ 155915 w 361670"/>
                  <a:gd name="connsiteY37" fmla="*/ 214502 h 361333"/>
                  <a:gd name="connsiteX38" fmla="*/ 182752 w 361670"/>
                  <a:gd name="connsiteY38" fmla="*/ 173644 h 361333"/>
                  <a:gd name="connsiteX39" fmla="*/ 182113 w 361670"/>
                  <a:gd name="connsiteY39" fmla="*/ 164707 h 361333"/>
                  <a:gd name="connsiteX40" fmla="*/ 182113 w 361670"/>
                  <a:gd name="connsiteY40" fmla="*/ 164068 h 361333"/>
                  <a:gd name="connsiteX41" fmla="*/ 182113 w 361670"/>
                  <a:gd name="connsiteY41" fmla="*/ 163430 h 361333"/>
                  <a:gd name="connsiteX42" fmla="*/ 182113 w 361670"/>
                  <a:gd name="connsiteY42" fmla="*/ 163430 h 361333"/>
                  <a:gd name="connsiteX43" fmla="*/ 182113 w 361670"/>
                  <a:gd name="connsiteY43" fmla="*/ 162792 h 361333"/>
                  <a:gd name="connsiteX44" fmla="*/ 182113 w 361670"/>
                  <a:gd name="connsiteY44" fmla="*/ 161515 h 361333"/>
                  <a:gd name="connsiteX45" fmla="*/ 182113 w 361670"/>
                  <a:gd name="connsiteY45" fmla="*/ 160876 h 361333"/>
                  <a:gd name="connsiteX46" fmla="*/ 192337 w 361670"/>
                  <a:gd name="connsiteY46" fmla="*/ 94483 h 361333"/>
                  <a:gd name="connsiteX47" fmla="*/ 184669 w 361670"/>
                  <a:gd name="connsiteY47" fmla="*/ 89376 h 361333"/>
                  <a:gd name="connsiteX48" fmla="*/ 177640 w 361670"/>
                  <a:gd name="connsiteY48" fmla="*/ 113635 h 361333"/>
                  <a:gd name="connsiteX49" fmla="*/ 164221 w 361670"/>
                  <a:gd name="connsiteY49" fmla="*/ 137256 h 361333"/>
                  <a:gd name="connsiteX50" fmla="*/ 138022 w 361670"/>
                  <a:gd name="connsiteY50" fmla="*/ 170452 h 361333"/>
                  <a:gd name="connsiteX51" fmla="*/ 118853 w 361670"/>
                  <a:gd name="connsiteY51" fmla="*/ 181944 h 361333"/>
                  <a:gd name="connsiteX52" fmla="*/ 98405 w 361670"/>
                  <a:gd name="connsiteY52" fmla="*/ 181944 h 361333"/>
                  <a:gd name="connsiteX53" fmla="*/ 92015 w 361670"/>
                  <a:gd name="connsiteY53" fmla="*/ 175560 h 361333"/>
                  <a:gd name="connsiteX54" fmla="*/ 98405 w 361670"/>
                  <a:gd name="connsiteY54" fmla="*/ 169176 h 361333"/>
                  <a:gd name="connsiteX55" fmla="*/ 118853 w 361670"/>
                  <a:gd name="connsiteY55" fmla="*/ 169176 h 361333"/>
                  <a:gd name="connsiteX56" fmla="*/ 127160 w 361670"/>
                  <a:gd name="connsiteY56" fmla="*/ 164068 h 361333"/>
                  <a:gd name="connsiteX57" fmla="*/ 155275 w 361670"/>
                  <a:gd name="connsiteY57" fmla="*/ 128318 h 361333"/>
                  <a:gd name="connsiteX58" fmla="*/ 165500 w 361670"/>
                  <a:gd name="connsiteY58" fmla="*/ 110443 h 361333"/>
                  <a:gd name="connsiteX59" fmla="*/ 172528 w 361670"/>
                  <a:gd name="connsiteY59" fmla="*/ 84907 h 361333"/>
                  <a:gd name="connsiteX60" fmla="*/ 185308 w 361670"/>
                  <a:gd name="connsiteY60" fmla="*/ 76608 h 361333"/>
                  <a:gd name="connsiteX61" fmla="*/ 203200 w 361670"/>
                  <a:gd name="connsiteY61" fmla="*/ 88099 h 361333"/>
                  <a:gd name="connsiteX62" fmla="*/ 196810 w 361670"/>
                  <a:gd name="connsiteY62" fmla="*/ 156408 h 361333"/>
                  <a:gd name="connsiteX63" fmla="*/ 219814 w 361670"/>
                  <a:gd name="connsiteY63" fmla="*/ 156408 h 361333"/>
                  <a:gd name="connsiteX64" fmla="*/ 241540 w 361670"/>
                  <a:gd name="connsiteY64" fmla="*/ 156408 h 361333"/>
                  <a:gd name="connsiteX65" fmla="*/ 262626 w 361670"/>
                  <a:gd name="connsiteY65" fmla="*/ 177475 h 361333"/>
                  <a:gd name="connsiteX66" fmla="*/ 259431 w 361670"/>
                  <a:gd name="connsiteY66" fmla="*/ 188966 h 361333"/>
                  <a:gd name="connsiteX67" fmla="*/ 269016 w 361670"/>
                  <a:gd name="connsiteY67" fmla="*/ 206841 h 361333"/>
                  <a:gd name="connsiteX68" fmla="*/ 262626 w 361670"/>
                  <a:gd name="connsiteY68" fmla="*/ 221524 h 361333"/>
                  <a:gd name="connsiteX69" fmla="*/ 260709 w 361670"/>
                  <a:gd name="connsiteY69" fmla="*/ 223439 h 361333"/>
                  <a:gd name="connsiteX70" fmla="*/ 265821 w 361670"/>
                  <a:gd name="connsiteY70" fmla="*/ 235569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61670" h="361333">
                    <a:moveTo>
                      <a:pt x="180835" y="0"/>
                    </a:moveTo>
                    <a:cubicBezTo>
                      <a:pt x="80513" y="0"/>
                      <a:pt x="0" y="81077"/>
                      <a:pt x="0" y="180667"/>
                    </a:cubicBezTo>
                    <a:cubicBezTo>
                      <a:pt x="0" y="280257"/>
                      <a:pt x="81152" y="361334"/>
                      <a:pt x="180835" y="361334"/>
                    </a:cubicBezTo>
                    <a:cubicBezTo>
                      <a:pt x="281157" y="361334"/>
                      <a:pt x="361670" y="280257"/>
                      <a:pt x="361670" y="180667"/>
                    </a:cubicBezTo>
                    <a:cubicBezTo>
                      <a:pt x="361670" y="81077"/>
                      <a:pt x="280518" y="0"/>
                      <a:pt x="180835" y="0"/>
                    </a:cubicBezTo>
                    <a:close/>
                    <a:moveTo>
                      <a:pt x="265821" y="235569"/>
                    </a:moveTo>
                    <a:cubicBezTo>
                      <a:pt x="265821" y="241314"/>
                      <a:pt x="263904" y="246422"/>
                      <a:pt x="259431" y="250252"/>
                    </a:cubicBezTo>
                    <a:cubicBezTo>
                      <a:pt x="258154" y="251529"/>
                      <a:pt x="256236" y="252806"/>
                      <a:pt x="254319" y="254082"/>
                    </a:cubicBezTo>
                    <a:cubicBezTo>
                      <a:pt x="256236" y="257274"/>
                      <a:pt x="257514" y="261105"/>
                      <a:pt x="257514" y="264935"/>
                    </a:cubicBezTo>
                    <a:cubicBezTo>
                      <a:pt x="257514" y="270681"/>
                      <a:pt x="255597" y="275788"/>
                      <a:pt x="251124" y="279618"/>
                    </a:cubicBezTo>
                    <a:cubicBezTo>
                      <a:pt x="247291" y="283449"/>
                      <a:pt x="242179" y="286002"/>
                      <a:pt x="236428" y="286002"/>
                    </a:cubicBezTo>
                    <a:lnTo>
                      <a:pt x="220453" y="286002"/>
                    </a:lnTo>
                    <a:lnTo>
                      <a:pt x="213424" y="286002"/>
                    </a:lnTo>
                    <a:lnTo>
                      <a:pt x="168055" y="286002"/>
                    </a:lnTo>
                    <a:cubicBezTo>
                      <a:pt x="153358" y="286002"/>
                      <a:pt x="139301" y="280257"/>
                      <a:pt x="128438" y="270042"/>
                    </a:cubicBezTo>
                    <a:cubicBezTo>
                      <a:pt x="126521" y="268127"/>
                      <a:pt x="123965" y="267489"/>
                      <a:pt x="122048" y="267489"/>
                    </a:cubicBezTo>
                    <a:lnTo>
                      <a:pt x="97766" y="267489"/>
                    </a:lnTo>
                    <a:cubicBezTo>
                      <a:pt x="93932" y="267489"/>
                      <a:pt x="91376" y="264935"/>
                      <a:pt x="91376" y="261105"/>
                    </a:cubicBezTo>
                    <a:cubicBezTo>
                      <a:pt x="91376" y="257274"/>
                      <a:pt x="93932" y="254721"/>
                      <a:pt x="97766" y="254721"/>
                    </a:cubicBezTo>
                    <a:lnTo>
                      <a:pt x="122048" y="254721"/>
                    </a:lnTo>
                    <a:cubicBezTo>
                      <a:pt x="127799" y="254721"/>
                      <a:pt x="132911" y="256636"/>
                      <a:pt x="137384" y="261105"/>
                    </a:cubicBezTo>
                    <a:cubicBezTo>
                      <a:pt x="145690" y="268766"/>
                      <a:pt x="156553" y="273234"/>
                      <a:pt x="168055" y="273234"/>
                    </a:cubicBezTo>
                    <a:lnTo>
                      <a:pt x="194893" y="273234"/>
                    </a:lnTo>
                    <a:cubicBezTo>
                      <a:pt x="193615" y="270681"/>
                      <a:pt x="192976" y="268127"/>
                      <a:pt x="192976" y="264935"/>
                    </a:cubicBezTo>
                    <a:cubicBezTo>
                      <a:pt x="192976" y="259190"/>
                      <a:pt x="194893" y="254721"/>
                      <a:pt x="198727" y="250890"/>
                    </a:cubicBezTo>
                    <a:cubicBezTo>
                      <a:pt x="194893" y="247060"/>
                      <a:pt x="192337" y="241953"/>
                      <a:pt x="192337" y="236207"/>
                    </a:cubicBezTo>
                    <a:cubicBezTo>
                      <a:pt x="192337" y="230462"/>
                      <a:pt x="194254" y="225355"/>
                      <a:pt x="198727" y="221524"/>
                    </a:cubicBezTo>
                    <a:cubicBezTo>
                      <a:pt x="199366" y="220886"/>
                      <a:pt x="199366" y="220886"/>
                      <a:pt x="200005" y="220247"/>
                    </a:cubicBezTo>
                    <a:cubicBezTo>
                      <a:pt x="196810" y="216417"/>
                      <a:pt x="194893" y="211948"/>
                      <a:pt x="194893" y="206841"/>
                    </a:cubicBezTo>
                    <a:cubicBezTo>
                      <a:pt x="194893" y="199819"/>
                      <a:pt x="198088" y="194073"/>
                      <a:pt x="203200" y="190243"/>
                    </a:cubicBezTo>
                    <a:cubicBezTo>
                      <a:pt x="200644" y="186412"/>
                      <a:pt x="199366" y="182582"/>
                      <a:pt x="199366" y="178113"/>
                    </a:cubicBezTo>
                    <a:cubicBezTo>
                      <a:pt x="199366" y="174921"/>
                      <a:pt x="200005" y="172368"/>
                      <a:pt x="201283" y="169814"/>
                    </a:cubicBezTo>
                    <a:lnTo>
                      <a:pt x="195532" y="169814"/>
                    </a:lnTo>
                    <a:cubicBezTo>
                      <a:pt x="195532" y="171091"/>
                      <a:pt x="195532" y="172368"/>
                      <a:pt x="195532" y="173644"/>
                    </a:cubicBezTo>
                    <a:cubicBezTo>
                      <a:pt x="195532" y="196627"/>
                      <a:pt x="182113" y="217055"/>
                      <a:pt x="161027" y="225993"/>
                    </a:cubicBezTo>
                    <a:cubicBezTo>
                      <a:pt x="160387" y="226631"/>
                      <a:pt x="159110" y="226631"/>
                      <a:pt x="158470" y="226631"/>
                    </a:cubicBezTo>
                    <a:cubicBezTo>
                      <a:pt x="155915" y="226631"/>
                      <a:pt x="153358" y="225355"/>
                      <a:pt x="152720" y="222801"/>
                    </a:cubicBezTo>
                    <a:cubicBezTo>
                      <a:pt x="151442" y="219609"/>
                      <a:pt x="152720" y="215779"/>
                      <a:pt x="155915" y="214502"/>
                    </a:cubicBezTo>
                    <a:cubicBezTo>
                      <a:pt x="172528" y="207479"/>
                      <a:pt x="182752" y="191519"/>
                      <a:pt x="182752" y="173644"/>
                    </a:cubicBezTo>
                    <a:cubicBezTo>
                      <a:pt x="182752" y="170452"/>
                      <a:pt x="182752" y="167260"/>
                      <a:pt x="182113" y="164707"/>
                    </a:cubicBezTo>
                    <a:cubicBezTo>
                      <a:pt x="182113" y="164707"/>
                      <a:pt x="182113" y="164068"/>
                      <a:pt x="182113" y="164068"/>
                    </a:cubicBezTo>
                    <a:cubicBezTo>
                      <a:pt x="182113" y="164068"/>
                      <a:pt x="182113" y="163430"/>
                      <a:pt x="182113" y="163430"/>
                    </a:cubicBezTo>
                    <a:cubicBezTo>
                      <a:pt x="182113" y="163430"/>
                      <a:pt x="182113" y="163430"/>
                      <a:pt x="182113" y="163430"/>
                    </a:cubicBezTo>
                    <a:cubicBezTo>
                      <a:pt x="182113" y="163430"/>
                      <a:pt x="182113" y="162792"/>
                      <a:pt x="182113" y="162792"/>
                    </a:cubicBezTo>
                    <a:cubicBezTo>
                      <a:pt x="182113" y="162153"/>
                      <a:pt x="182113" y="162153"/>
                      <a:pt x="182113" y="161515"/>
                    </a:cubicBezTo>
                    <a:cubicBezTo>
                      <a:pt x="182113" y="161515"/>
                      <a:pt x="182113" y="160876"/>
                      <a:pt x="182113" y="160876"/>
                    </a:cubicBezTo>
                    <a:cubicBezTo>
                      <a:pt x="198727" y="116827"/>
                      <a:pt x="195532" y="100229"/>
                      <a:pt x="192337" y="94483"/>
                    </a:cubicBezTo>
                    <a:cubicBezTo>
                      <a:pt x="190420" y="91930"/>
                      <a:pt x="188503" y="90014"/>
                      <a:pt x="184669" y="89376"/>
                    </a:cubicBezTo>
                    <a:lnTo>
                      <a:pt x="177640" y="113635"/>
                    </a:lnTo>
                    <a:cubicBezTo>
                      <a:pt x="175084" y="122573"/>
                      <a:pt x="170611" y="130233"/>
                      <a:pt x="164221" y="137256"/>
                    </a:cubicBezTo>
                    <a:cubicBezTo>
                      <a:pt x="157832" y="143640"/>
                      <a:pt x="146330" y="155769"/>
                      <a:pt x="138022" y="170452"/>
                    </a:cubicBezTo>
                    <a:cubicBezTo>
                      <a:pt x="134189" y="177475"/>
                      <a:pt x="126521" y="181944"/>
                      <a:pt x="118853" y="181944"/>
                    </a:cubicBezTo>
                    <a:lnTo>
                      <a:pt x="98405" y="181944"/>
                    </a:lnTo>
                    <a:cubicBezTo>
                      <a:pt x="94571" y="181944"/>
                      <a:pt x="92015" y="179390"/>
                      <a:pt x="92015" y="175560"/>
                    </a:cubicBezTo>
                    <a:cubicBezTo>
                      <a:pt x="92015" y="171729"/>
                      <a:pt x="94571" y="169176"/>
                      <a:pt x="98405" y="169176"/>
                    </a:cubicBezTo>
                    <a:lnTo>
                      <a:pt x="118853" y="169176"/>
                    </a:lnTo>
                    <a:cubicBezTo>
                      <a:pt x="122048" y="169176"/>
                      <a:pt x="125243" y="167260"/>
                      <a:pt x="127160" y="164068"/>
                    </a:cubicBezTo>
                    <a:cubicBezTo>
                      <a:pt x="136106" y="148108"/>
                      <a:pt x="148247" y="134702"/>
                      <a:pt x="155275" y="128318"/>
                    </a:cubicBezTo>
                    <a:cubicBezTo>
                      <a:pt x="160387" y="123211"/>
                      <a:pt x="164221" y="116827"/>
                      <a:pt x="165500" y="110443"/>
                    </a:cubicBezTo>
                    <a:lnTo>
                      <a:pt x="172528" y="84907"/>
                    </a:lnTo>
                    <a:cubicBezTo>
                      <a:pt x="173806" y="79162"/>
                      <a:pt x="179557" y="75331"/>
                      <a:pt x="185308" y="76608"/>
                    </a:cubicBezTo>
                    <a:cubicBezTo>
                      <a:pt x="192976" y="77885"/>
                      <a:pt x="199366" y="81715"/>
                      <a:pt x="203200" y="88099"/>
                    </a:cubicBezTo>
                    <a:cubicBezTo>
                      <a:pt x="210868" y="100867"/>
                      <a:pt x="208312" y="123849"/>
                      <a:pt x="196810" y="156408"/>
                    </a:cubicBezTo>
                    <a:lnTo>
                      <a:pt x="219814" y="156408"/>
                    </a:lnTo>
                    <a:lnTo>
                      <a:pt x="241540" y="156408"/>
                    </a:lnTo>
                    <a:cubicBezTo>
                      <a:pt x="253041" y="156408"/>
                      <a:pt x="262626" y="165984"/>
                      <a:pt x="262626" y="177475"/>
                    </a:cubicBezTo>
                    <a:cubicBezTo>
                      <a:pt x="262626" y="181305"/>
                      <a:pt x="261349" y="185774"/>
                      <a:pt x="259431" y="188966"/>
                    </a:cubicBezTo>
                    <a:cubicBezTo>
                      <a:pt x="265182" y="192796"/>
                      <a:pt x="269016" y="199180"/>
                      <a:pt x="269016" y="206841"/>
                    </a:cubicBezTo>
                    <a:cubicBezTo>
                      <a:pt x="269016" y="212587"/>
                      <a:pt x="267099" y="217694"/>
                      <a:pt x="262626" y="221524"/>
                    </a:cubicBezTo>
                    <a:cubicBezTo>
                      <a:pt x="261987" y="222163"/>
                      <a:pt x="261349" y="222801"/>
                      <a:pt x="260709" y="223439"/>
                    </a:cubicBezTo>
                    <a:cubicBezTo>
                      <a:pt x="263904" y="226631"/>
                      <a:pt x="265821" y="231100"/>
                      <a:pt x="265821" y="235569"/>
                    </a:cubicBezTo>
                    <a:close/>
                  </a:path>
                </a:pathLst>
              </a:cu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231" name="Graphic 4">
                <a:extLst>
                  <a:ext uri="{FF2B5EF4-FFF2-40B4-BE49-F238E27FC236}">
                    <a16:creationId xmlns:a16="http://schemas.microsoft.com/office/drawing/2014/main" id="{1F030B2A-A3FF-4A51-ABD5-121060E08EF1}"/>
                  </a:ext>
                </a:extLst>
              </p:cNvPr>
              <p:cNvSpPr/>
              <p:nvPr/>
            </p:nvSpPr>
            <p:spPr>
              <a:xfrm>
                <a:off x="6352875" y="4565348"/>
                <a:ext cx="38978" cy="16598"/>
              </a:xfrm>
              <a:custGeom>
                <a:avLst/>
                <a:gdLst>
                  <a:gd name="connsiteX0" fmla="*/ 30672 w 38978"/>
                  <a:gd name="connsiteY0" fmla="*/ 0 h 16598"/>
                  <a:gd name="connsiteX1" fmla="*/ 8307 w 38978"/>
                  <a:gd name="connsiteY1" fmla="*/ 0 h 16598"/>
                  <a:gd name="connsiteX2" fmla="*/ 0 w 38978"/>
                  <a:gd name="connsiteY2" fmla="*/ 8299 h 16598"/>
                  <a:gd name="connsiteX3" fmla="*/ 2556 w 38978"/>
                  <a:gd name="connsiteY3" fmla="*/ 14045 h 16598"/>
                  <a:gd name="connsiteX4" fmla="*/ 7668 w 38978"/>
                  <a:gd name="connsiteY4" fmla="*/ 16598 h 16598"/>
                  <a:gd name="connsiteX5" fmla="*/ 14697 w 38978"/>
                  <a:gd name="connsiteY5" fmla="*/ 16598 h 16598"/>
                  <a:gd name="connsiteX6" fmla="*/ 30672 w 38978"/>
                  <a:gd name="connsiteY6" fmla="*/ 16598 h 16598"/>
                  <a:gd name="connsiteX7" fmla="*/ 36423 w 38978"/>
                  <a:gd name="connsiteY7" fmla="*/ 14045 h 16598"/>
                  <a:gd name="connsiteX8" fmla="*/ 38978 w 38978"/>
                  <a:gd name="connsiteY8" fmla="*/ 8299 h 16598"/>
                  <a:gd name="connsiteX9" fmla="*/ 30672 w 38978"/>
                  <a:gd name="connsiteY9" fmla="*/ 0 h 16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78" h="16598">
                    <a:moveTo>
                      <a:pt x="30672" y="0"/>
                    </a:moveTo>
                    <a:lnTo>
                      <a:pt x="8307" y="0"/>
                    </a:lnTo>
                    <a:cubicBezTo>
                      <a:pt x="3834" y="0"/>
                      <a:pt x="0" y="3830"/>
                      <a:pt x="0" y="8299"/>
                    </a:cubicBezTo>
                    <a:cubicBezTo>
                      <a:pt x="0" y="10214"/>
                      <a:pt x="639" y="12768"/>
                      <a:pt x="2556" y="14045"/>
                    </a:cubicBezTo>
                    <a:cubicBezTo>
                      <a:pt x="3834" y="15322"/>
                      <a:pt x="5751" y="15960"/>
                      <a:pt x="7668" y="16598"/>
                    </a:cubicBezTo>
                    <a:lnTo>
                      <a:pt x="14697" y="16598"/>
                    </a:lnTo>
                    <a:lnTo>
                      <a:pt x="30672" y="16598"/>
                    </a:lnTo>
                    <a:cubicBezTo>
                      <a:pt x="32589" y="16598"/>
                      <a:pt x="35145" y="15960"/>
                      <a:pt x="36423" y="14045"/>
                    </a:cubicBezTo>
                    <a:cubicBezTo>
                      <a:pt x="37700" y="12768"/>
                      <a:pt x="38978" y="10214"/>
                      <a:pt x="38978" y="8299"/>
                    </a:cubicBezTo>
                    <a:cubicBezTo>
                      <a:pt x="38978" y="3192"/>
                      <a:pt x="35145" y="0"/>
                      <a:pt x="30672" y="0"/>
                    </a:cubicBezTo>
                    <a:close/>
                  </a:path>
                </a:pathLst>
              </a:custGeom>
              <a:solidFill>
                <a:schemeClr val="accent2"/>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grpSp>
      <p:grpSp>
        <p:nvGrpSpPr>
          <p:cNvPr id="106" name="Graphic 4">
            <a:extLst>
              <a:ext uri="{FF2B5EF4-FFF2-40B4-BE49-F238E27FC236}">
                <a16:creationId xmlns:a16="http://schemas.microsoft.com/office/drawing/2014/main" id="{7E3CE2F7-DE95-4730-B0B5-C79E597BFBBA}"/>
              </a:ext>
            </a:extLst>
          </p:cNvPr>
          <p:cNvGrpSpPr/>
          <p:nvPr/>
        </p:nvGrpSpPr>
        <p:grpSpPr>
          <a:xfrm>
            <a:off x="3963535" y="2305194"/>
            <a:ext cx="548639" cy="548643"/>
            <a:chOff x="905454" y="1402723"/>
            <a:chExt cx="362309" cy="361971"/>
          </a:xfrm>
          <a:solidFill>
            <a:schemeClr val="accent4"/>
          </a:solidFill>
        </p:grpSpPr>
        <p:sp>
          <p:nvSpPr>
            <p:cNvPr id="107" name="Graphic 4">
              <a:extLst>
                <a:ext uri="{FF2B5EF4-FFF2-40B4-BE49-F238E27FC236}">
                  <a16:creationId xmlns:a16="http://schemas.microsoft.com/office/drawing/2014/main" id="{D63DD56A-2C0D-4CEA-B76B-83422F11A60C}"/>
                </a:ext>
              </a:extLst>
            </p:cNvPr>
            <p:cNvSpPr/>
            <p:nvPr/>
          </p:nvSpPr>
          <p:spPr>
            <a:xfrm>
              <a:off x="983411" y="1599988"/>
              <a:ext cx="57509" cy="67670"/>
            </a:xfrm>
            <a:custGeom>
              <a:avLst/>
              <a:gdLst>
                <a:gd name="connsiteX0" fmla="*/ 57509 w 57509"/>
                <a:gd name="connsiteY0" fmla="*/ 67670 h 67670"/>
                <a:gd name="connsiteX1" fmla="*/ 57509 w 57509"/>
                <a:gd name="connsiteY1" fmla="*/ 38304 h 67670"/>
                <a:gd name="connsiteX2" fmla="*/ 0 w 57509"/>
                <a:gd name="connsiteY2" fmla="*/ 0 h 67670"/>
                <a:gd name="connsiteX3" fmla="*/ 0 w 57509"/>
                <a:gd name="connsiteY3" fmla="*/ 67670 h 67670"/>
              </a:gdLst>
              <a:ahLst/>
              <a:cxnLst>
                <a:cxn ang="0">
                  <a:pos x="connsiteX0" y="connsiteY0"/>
                </a:cxn>
                <a:cxn ang="0">
                  <a:pos x="connsiteX1" y="connsiteY1"/>
                </a:cxn>
                <a:cxn ang="0">
                  <a:pos x="connsiteX2" y="connsiteY2"/>
                </a:cxn>
                <a:cxn ang="0">
                  <a:pos x="connsiteX3" y="connsiteY3"/>
                </a:cxn>
              </a:cxnLst>
              <a:rect l="l" t="t" r="r" b="b"/>
              <a:pathLst>
                <a:path w="57509" h="67670">
                  <a:moveTo>
                    <a:pt x="57509" y="67670"/>
                  </a:moveTo>
                  <a:lnTo>
                    <a:pt x="57509" y="38304"/>
                  </a:lnTo>
                  <a:lnTo>
                    <a:pt x="0" y="0"/>
                  </a:lnTo>
                  <a:lnTo>
                    <a:pt x="0" y="6767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08" name="Graphic 4">
              <a:extLst>
                <a:ext uri="{FF2B5EF4-FFF2-40B4-BE49-F238E27FC236}">
                  <a16:creationId xmlns:a16="http://schemas.microsoft.com/office/drawing/2014/main" id="{9EFF1193-F9B1-49BA-A4FD-7A1FF754F357}"/>
                </a:ext>
              </a:extLst>
            </p:cNvPr>
            <p:cNvSpPr/>
            <p:nvPr/>
          </p:nvSpPr>
          <p:spPr>
            <a:xfrm>
              <a:off x="1117599" y="1555300"/>
              <a:ext cx="70928" cy="112358"/>
            </a:xfrm>
            <a:custGeom>
              <a:avLst/>
              <a:gdLst>
                <a:gd name="connsiteX0" fmla="*/ 14058 w 70928"/>
                <a:gd name="connsiteY0" fmla="*/ 0 h 112358"/>
                <a:gd name="connsiteX1" fmla="*/ 0 w 70928"/>
                <a:gd name="connsiteY1" fmla="*/ 112358 h 112358"/>
                <a:gd name="connsiteX2" fmla="*/ 0 w 70928"/>
                <a:gd name="connsiteY2" fmla="*/ 112358 h 112358"/>
                <a:gd name="connsiteX3" fmla="*/ 70928 w 70928"/>
                <a:gd name="connsiteY3" fmla="*/ 112358 h 112358"/>
                <a:gd name="connsiteX4" fmla="*/ 49842 w 70928"/>
                <a:gd name="connsiteY4" fmla="*/ 0 h 1123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928" h="112358">
                  <a:moveTo>
                    <a:pt x="14058" y="0"/>
                  </a:moveTo>
                  <a:lnTo>
                    <a:pt x="0" y="112358"/>
                  </a:lnTo>
                  <a:lnTo>
                    <a:pt x="0" y="112358"/>
                  </a:lnTo>
                  <a:lnTo>
                    <a:pt x="70928" y="112358"/>
                  </a:lnTo>
                  <a:lnTo>
                    <a:pt x="49842" y="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09" name="Graphic 4">
              <a:extLst>
                <a:ext uri="{FF2B5EF4-FFF2-40B4-BE49-F238E27FC236}">
                  <a16:creationId xmlns:a16="http://schemas.microsoft.com/office/drawing/2014/main" id="{E25B4691-A05F-4928-BA24-A37B39D4035D}"/>
                </a:ext>
              </a:extLst>
            </p:cNvPr>
            <p:cNvSpPr/>
            <p:nvPr/>
          </p:nvSpPr>
          <p:spPr>
            <a:xfrm>
              <a:off x="1053700" y="1599988"/>
              <a:ext cx="54314" cy="67670"/>
            </a:xfrm>
            <a:custGeom>
              <a:avLst/>
              <a:gdLst>
                <a:gd name="connsiteX0" fmla="*/ 50481 w 54314"/>
                <a:gd name="connsiteY0" fmla="*/ 67670 h 67670"/>
                <a:gd name="connsiteX1" fmla="*/ 54314 w 54314"/>
                <a:gd name="connsiteY1" fmla="*/ 36389 h 67670"/>
                <a:gd name="connsiteX2" fmla="*/ 0 w 54314"/>
                <a:gd name="connsiteY2" fmla="*/ 0 h 67670"/>
                <a:gd name="connsiteX3" fmla="*/ 0 w 54314"/>
                <a:gd name="connsiteY3" fmla="*/ 67670 h 67670"/>
              </a:gdLst>
              <a:ahLst/>
              <a:cxnLst>
                <a:cxn ang="0">
                  <a:pos x="connsiteX0" y="connsiteY0"/>
                </a:cxn>
                <a:cxn ang="0">
                  <a:pos x="connsiteX1" y="connsiteY1"/>
                </a:cxn>
                <a:cxn ang="0">
                  <a:pos x="connsiteX2" y="connsiteY2"/>
                </a:cxn>
                <a:cxn ang="0">
                  <a:pos x="connsiteX3" y="connsiteY3"/>
                </a:cxn>
              </a:cxnLst>
              <a:rect l="l" t="t" r="r" b="b"/>
              <a:pathLst>
                <a:path w="54314" h="67670">
                  <a:moveTo>
                    <a:pt x="50481" y="67670"/>
                  </a:moveTo>
                  <a:lnTo>
                    <a:pt x="54314" y="36389"/>
                  </a:lnTo>
                  <a:lnTo>
                    <a:pt x="0" y="0"/>
                  </a:lnTo>
                  <a:lnTo>
                    <a:pt x="0" y="6767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10" name="Graphic 4">
              <a:extLst>
                <a:ext uri="{FF2B5EF4-FFF2-40B4-BE49-F238E27FC236}">
                  <a16:creationId xmlns:a16="http://schemas.microsoft.com/office/drawing/2014/main" id="{4C574A0B-5554-423C-B012-CAB85CC96911}"/>
                </a:ext>
              </a:extLst>
            </p:cNvPr>
            <p:cNvSpPr/>
            <p:nvPr/>
          </p:nvSpPr>
          <p:spPr>
            <a:xfrm>
              <a:off x="905454" y="1402723"/>
              <a:ext cx="362309" cy="361971"/>
            </a:xfrm>
            <a:custGeom>
              <a:avLst/>
              <a:gdLst>
                <a:gd name="connsiteX0" fmla="*/ 180835 w 362309"/>
                <a:gd name="connsiteY0" fmla="*/ 0 h 361971"/>
                <a:gd name="connsiteX1" fmla="*/ 0 w 362309"/>
                <a:gd name="connsiteY1" fmla="*/ 181305 h 361971"/>
                <a:gd name="connsiteX2" fmla="*/ 180835 w 362309"/>
                <a:gd name="connsiteY2" fmla="*/ 361972 h 361971"/>
                <a:gd name="connsiteX3" fmla="*/ 362309 w 362309"/>
                <a:gd name="connsiteY3" fmla="*/ 181305 h 361971"/>
                <a:gd name="connsiteX4" fmla="*/ 362309 w 362309"/>
                <a:gd name="connsiteY4" fmla="*/ 181305 h 361971"/>
                <a:gd name="connsiteX5" fmla="*/ 180835 w 362309"/>
                <a:gd name="connsiteY5" fmla="*/ 0 h 361971"/>
                <a:gd name="connsiteX6" fmla="*/ 254959 w 362309"/>
                <a:gd name="connsiteY6" fmla="*/ 84907 h 361971"/>
                <a:gd name="connsiteX7" fmla="*/ 263904 w 362309"/>
                <a:gd name="connsiteY7" fmla="*/ 85545 h 361971"/>
                <a:gd name="connsiteX8" fmla="*/ 263904 w 362309"/>
                <a:gd name="connsiteY8" fmla="*/ 93845 h 361971"/>
                <a:gd name="connsiteX9" fmla="*/ 263265 w 362309"/>
                <a:gd name="connsiteY9" fmla="*/ 99590 h 361971"/>
                <a:gd name="connsiteX10" fmla="*/ 263904 w 362309"/>
                <a:gd name="connsiteY10" fmla="*/ 100229 h 361971"/>
                <a:gd name="connsiteX11" fmla="*/ 269016 w 362309"/>
                <a:gd name="connsiteY11" fmla="*/ 112358 h 361971"/>
                <a:gd name="connsiteX12" fmla="*/ 263265 w 362309"/>
                <a:gd name="connsiteY12" fmla="*/ 125126 h 361971"/>
                <a:gd name="connsiteX13" fmla="*/ 254320 w 362309"/>
                <a:gd name="connsiteY13" fmla="*/ 125126 h 361971"/>
                <a:gd name="connsiteX14" fmla="*/ 254320 w 362309"/>
                <a:gd name="connsiteY14" fmla="*/ 116188 h 361971"/>
                <a:gd name="connsiteX15" fmla="*/ 254320 w 362309"/>
                <a:gd name="connsiteY15" fmla="*/ 116188 h 361971"/>
                <a:gd name="connsiteX16" fmla="*/ 254959 w 362309"/>
                <a:gd name="connsiteY16" fmla="*/ 110443 h 361971"/>
                <a:gd name="connsiteX17" fmla="*/ 254320 w 362309"/>
                <a:gd name="connsiteY17" fmla="*/ 109804 h 361971"/>
                <a:gd name="connsiteX18" fmla="*/ 249208 w 362309"/>
                <a:gd name="connsiteY18" fmla="*/ 97675 h 361971"/>
                <a:gd name="connsiteX19" fmla="*/ 254959 w 362309"/>
                <a:gd name="connsiteY19" fmla="*/ 84907 h 361971"/>
                <a:gd name="connsiteX20" fmla="*/ 254959 w 362309"/>
                <a:gd name="connsiteY20" fmla="*/ 84907 h 361971"/>
                <a:gd name="connsiteX21" fmla="*/ 223009 w 362309"/>
                <a:gd name="connsiteY21" fmla="*/ 84907 h 361971"/>
                <a:gd name="connsiteX22" fmla="*/ 231955 w 362309"/>
                <a:gd name="connsiteY22" fmla="*/ 84907 h 361971"/>
                <a:gd name="connsiteX23" fmla="*/ 231955 w 362309"/>
                <a:gd name="connsiteY23" fmla="*/ 84907 h 361971"/>
                <a:gd name="connsiteX24" fmla="*/ 231955 w 362309"/>
                <a:gd name="connsiteY24" fmla="*/ 93845 h 361971"/>
                <a:gd name="connsiteX25" fmla="*/ 231316 w 362309"/>
                <a:gd name="connsiteY25" fmla="*/ 99590 h 361971"/>
                <a:gd name="connsiteX26" fmla="*/ 231955 w 362309"/>
                <a:gd name="connsiteY26" fmla="*/ 100229 h 361971"/>
                <a:gd name="connsiteX27" fmla="*/ 237067 w 362309"/>
                <a:gd name="connsiteY27" fmla="*/ 112358 h 361971"/>
                <a:gd name="connsiteX28" fmla="*/ 231316 w 362309"/>
                <a:gd name="connsiteY28" fmla="*/ 125126 h 361971"/>
                <a:gd name="connsiteX29" fmla="*/ 222370 w 362309"/>
                <a:gd name="connsiteY29" fmla="*/ 125126 h 361971"/>
                <a:gd name="connsiteX30" fmla="*/ 222370 w 362309"/>
                <a:gd name="connsiteY30" fmla="*/ 116188 h 361971"/>
                <a:gd name="connsiteX31" fmla="*/ 223009 w 362309"/>
                <a:gd name="connsiteY31" fmla="*/ 110443 h 361971"/>
                <a:gd name="connsiteX32" fmla="*/ 222370 w 362309"/>
                <a:gd name="connsiteY32" fmla="*/ 109804 h 361971"/>
                <a:gd name="connsiteX33" fmla="*/ 217258 w 362309"/>
                <a:gd name="connsiteY33" fmla="*/ 97675 h 361971"/>
                <a:gd name="connsiteX34" fmla="*/ 223009 w 362309"/>
                <a:gd name="connsiteY34" fmla="*/ 84907 h 361971"/>
                <a:gd name="connsiteX35" fmla="*/ 223009 w 362309"/>
                <a:gd name="connsiteY35" fmla="*/ 84907 h 361971"/>
                <a:gd name="connsiteX36" fmla="*/ 295854 w 362309"/>
                <a:gd name="connsiteY36" fmla="*/ 275788 h 361971"/>
                <a:gd name="connsiteX37" fmla="*/ 290742 w 362309"/>
                <a:gd name="connsiteY37" fmla="*/ 278342 h 361971"/>
                <a:gd name="connsiteX38" fmla="*/ 71567 w 362309"/>
                <a:gd name="connsiteY38" fmla="*/ 278342 h 361971"/>
                <a:gd name="connsiteX39" fmla="*/ 65177 w 362309"/>
                <a:gd name="connsiteY39" fmla="*/ 271958 h 361971"/>
                <a:gd name="connsiteX40" fmla="*/ 65177 w 362309"/>
                <a:gd name="connsiteY40" fmla="*/ 185774 h 361971"/>
                <a:gd name="connsiteX41" fmla="*/ 71567 w 362309"/>
                <a:gd name="connsiteY41" fmla="*/ 179390 h 361971"/>
                <a:gd name="connsiteX42" fmla="*/ 75401 w 362309"/>
                <a:gd name="connsiteY42" fmla="*/ 180667 h 361971"/>
                <a:gd name="connsiteX43" fmla="*/ 136106 w 362309"/>
                <a:gd name="connsiteY43" fmla="*/ 220886 h 361971"/>
                <a:gd name="connsiteX44" fmla="*/ 136106 w 362309"/>
                <a:gd name="connsiteY44" fmla="*/ 185774 h 361971"/>
                <a:gd name="connsiteX45" fmla="*/ 139301 w 362309"/>
                <a:gd name="connsiteY45" fmla="*/ 180028 h 361971"/>
                <a:gd name="connsiteX46" fmla="*/ 145691 w 362309"/>
                <a:gd name="connsiteY46" fmla="*/ 180667 h 361971"/>
                <a:gd name="connsiteX47" fmla="*/ 204478 w 362309"/>
                <a:gd name="connsiteY47" fmla="*/ 220247 h 361971"/>
                <a:gd name="connsiteX48" fmla="*/ 213424 w 362309"/>
                <a:gd name="connsiteY48" fmla="*/ 146193 h 361971"/>
                <a:gd name="connsiteX49" fmla="*/ 219814 w 362309"/>
                <a:gd name="connsiteY49" fmla="*/ 140448 h 361971"/>
                <a:gd name="connsiteX50" fmla="*/ 267099 w 362309"/>
                <a:gd name="connsiteY50" fmla="*/ 140448 h 361971"/>
                <a:gd name="connsiteX51" fmla="*/ 273489 w 362309"/>
                <a:gd name="connsiteY51" fmla="*/ 145555 h 361971"/>
                <a:gd name="connsiteX52" fmla="*/ 297132 w 362309"/>
                <a:gd name="connsiteY52" fmla="*/ 270681 h 361971"/>
                <a:gd name="connsiteX53" fmla="*/ 295854 w 362309"/>
                <a:gd name="connsiteY53" fmla="*/ 275788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62309" h="361971">
                  <a:moveTo>
                    <a:pt x="180835" y="0"/>
                  </a:moveTo>
                  <a:cubicBezTo>
                    <a:pt x="80513" y="0"/>
                    <a:pt x="0" y="81077"/>
                    <a:pt x="0" y="181305"/>
                  </a:cubicBezTo>
                  <a:cubicBezTo>
                    <a:pt x="0" y="281534"/>
                    <a:pt x="81152" y="361972"/>
                    <a:pt x="180835" y="361972"/>
                  </a:cubicBezTo>
                  <a:cubicBezTo>
                    <a:pt x="280518" y="361972"/>
                    <a:pt x="362309" y="280895"/>
                    <a:pt x="362309" y="181305"/>
                  </a:cubicBezTo>
                  <a:cubicBezTo>
                    <a:pt x="362309" y="181305"/>
                    <a:pt x="362309" y="181305"/>
                    <a:pt x="362309" y="181305"/>
                  </a:cubicBezTo>
                  <a:cubicBezTo>
                    <a:pt x="361670" y="80438"/>
                    <a:pt x="281157" y="0"/>
                    <a:pt x="180835" y="0"/>
                  </a:cubicBezTo>
                  <a:close/>
                  <a:moveTo>
                    <a:pt x="254959" y="84907"/>
                  </a:moveTo>
                  <a:cubicBezTo>
                    <a:pt x="257514" y="82353"/>
                    <a:pt x="261987" y="82992"/>
                    <a:pt x="263904" y="85545"/>
                  </a:cubicBezTo>
                  <a:cubicBezTo>
                    <a:pt x="265821" y="88099"/>
                    <a:pt x="265821" y="91291"/>
                    <a:pt x="263904" y="93845"/>
                  </a:cubicBezTo>
                  <a:cubicBezTo>
                    <a:pt x="261987" y="95121"/>
                    <a:pt x="261987" y="97675"/>
                    <a:pt x="263265" y="99590"/>
                  </a:cubicBezTo>
                  <a:cubicBezTo>
                    <a:pt x="263265" y="99590"/>
                    <a:pt x="263904" y="100229"/>
                    <a:pt x="263904" y="100229"/>
                  </a:cubicBezTo>
                  <a:cubicBezTo>
                    <a:pt x="267099" y="103420"/>
                    <a:pt x="269016" y="107889"/>
                    <a:pt x="269016" y="112358"/>
                  </a:cubicBezTo>
                  <a:cubicBezTo>
                    <a:pt x="269016" y="116827"/>
                    <a:pt x="267099" y="121934"/>
                    <a:pt x="263265" y="125126"/>
                  </a:cubicBezTo>
                  <a:cubicBezTo>
                    <a:pt x="260709" y="127680"/>
                    <a:pt x="256875" y="127680"/>
                    <a:pt x="254320" y="125126"/>
                  </a:cubicBezTo>
                  <a:cubicBezTo>
                    <a:pt x="251764" y="122572"/>
                    <a:pt x="251764" y="118742"/>
                    <a:pt x="254320" y="116188"/>
                  </a:cubicBezTo>
                  <a:lnTo>
                    <a:pt x="254320" y="116188"/>
                  </a:lnTo>
                  <a:cubicBezTo>
                    <a:pt x="256237" y="114912"/>
                    <a:pt x="256237" y="112358"/>
                    <a:pt x="254959" y="110443"/>
                  </a:cubicBezTo>
                  <a:cubicBezTo>
                    <a:pt x="254959" y="110443"/>
                    <a:pt x="254320" y="109804"/>
                    <a:pt x="254320" y="109804"/>
                  </a:cubicBezTo>
                  <a:cubicBezTo>
                    <a:pt x="251125" y="106612"/>
                    <a:pt x="249208" y="102144"/>
                    <a:pt x="249208" y="97675"/>
                  </a:cubicBezTo>
                  <a:cubicBezTo>
                    <a:pt x="249208" y="93206"/>
                    <a:pt x="251764" y="88099"/>
                    <a:pt x="254959" y="84907"/>
                  </a:cubicBezTo>
                  <a:lnTo>
                    <a:pt x="254959" y="84907"/>
                  </a:lnTo>
                  <a:close/>
                  <a:moveTo>
                    <a:pt x="223009" y="84907"/>
                  </a:moveTo>
                  <a:cubicBezTo>
                    <a:pt x="225565" y="82353"/>
                    <a:pt x="229399" y="82353"/>
                    <a:pt x="231955" y="84907"/>
                  </a:cubicBezTo>
                  <a:cubicBezTo>
                    <a:pt x="231955" y="84907"/>
                    <a:pt x="231955" y="84907"/>
                    <a:pt x="231955" y="84907"/>
                  </a:cubicBezTo>
                  <a:cubicBezTo>
                    <a:pt x="234511" y="87461"/>
                    <a:pt x="234511" y="91291"/>
                    <a:pt x="231955" y="93845"/>
                  </a:cubicBezTo>
                  <a:cubicBezTo>
                    <a:pt x="230038" y="95121"/>
                    <a:pt x="230038" y="97675"/>
                    <a:pt x="231316" y="99590"/>
                  </a:cubicBezTo>
                  <a:cubicBezTo>
                    <a:pt x="231316" y="99590"/>
                    <a:pt x="231955" y="100229"/>
                    <a:pt x="231955" y="100229"/>
                  </a:cubicBezTo>
                  <a:cubicBezTo>
                    <a:pt x="235150" y="103420"/>
                    <a:pt x="237067" y="107889"/>
                    <a:pt x="237067" y="112358"/>
                  </a:cubicBezTo>
                  <a:cubicBezTo>
                    <a:pt x="237067" y="116827"/>
                    <a:pt x="235150" y="121934"/>
                    <a:pt x="231316" y="125126"/>
                  </a:cubicBezTo>
                  <a:cubicBezTo>
                    <a:pt x="228760" y="127680"/>
                    <a:pt x="224926" y="127680"/>
                    <a:pt x="222370" y="125126"/>
                  </a:cubicBezTo>
                  <a:cubicBezTo>
                    <a:pt x="219814" y="122572"/>
                    <a:pt x="219814" y="118742"/>
                    <a:pt x="222370" y="116188"/>
                  </a:cubicBezTo>
                  <a:cubicBezTo>
                    <a:pt x="224287" y="114912"/>
                    <a:pt x="224287" y="112358"/>
                    <a:pt x="223009" y="110443"/>
                  </a:cubicBezTo>
                  <a:cubicBezTo>
                    <a:pt x="223009" y="110443"/>
                    <a:pt x="222370" y="109804"/>
                    <a:pt x="222370" y="109804"/>
                  </a:cubicBezTo>
                  <a:cubicBezTo>
                    <a:pt x="219175" y="106612"/>
                    <a:pt x="217258" y="102144"/>
                    <a:pt x="217258" y="97675"/>
                  </a:cubicBezTo>
                  <a:cubicBezTo>
                    <a:pt x="218536" y="92568"/>
                    <a:pt x="220453" y="88099"/>
                    <a:pt x="223009" y="84907"/>
                  </a:cubicBezTo>
                  <a:lnTo>
                    <a:pt x="223009" y="84907"/>
                  </a:lnTo>
                  <a:close/>
                  <a:moveTo>
                    <a:pt x="295854" y="275788"/>
                  </a:moveTo>
                  <a:cubicBezTo>
                    <a:pt x="294576" y="277065"/>
                    <a:pt x="292659" y="278342"/>
                    <a:pt x="290742" y="278342"/>
                  </a:cubicBezTo>
                  <a:lnTo>
                    <a:pt x="71567" y="278342"/>
                  </a:lnTo>
                  <a:cubicBezTo>
                    <a:pt x="67733" y="278342"/>
                    <a:pt x="65177" y="275788"/>
                    <a:pt x="65177" y="271958"/>
                  </a:cubicBezTo>
                  <a:lnTo>
                    <a:pt x="65177" y="185774"/>
                  </a:lnTo>
                  <a:cubicBezTo>
                    <a:pt x="65177" y="181944"/>
                    <a:pt x="67733" y="179390"/>
                    <a:pt x="71567" y="179390"/>
                  </a:cubicBezTo>
                  <a:cubicBezTo>
                    <a:pt x="72845" y="179390"/>
                    <a:pt x="74123" y="180028"/>
                    <a:pt x="75401" y="180667"/>
                  </a:cubicBezTo>
                  <a:lnTo>
                    <a:pt x="136106" y="220886"/>
                  </a:lnTo>
                  <a:lnTo>
                    <a:pt x="136106" y="185774"/>
                  </a:lnTo>
                  <a:cubicBezTo>
                    <a:pt x="136106" y="183220"/>
                    <a:pt x="137384" y="181305"/>
                    <a:pt x="139301" y="180028"/>
                  </a:cubicBezTo>
                  <a:cubicBezTo>
                    <a:pt x="141218" y="178752"/>
                    <a:pt x="143774" y="179390"/>
                    <a:pt x="145691" y="180667"/>
                  </a:cubicBezTo>
                  <a:lnTo>
                    <a:pt x="204478" y="220247"/>
                  </a:lnTo>
                  <a:lnTo>
                    <a:pt x="213424" y="146193"/>
                  </a:lnTo>
                  <a:cubicBezTo>
                    <a:pt x="214063" y="143001"/>
                    <a:pt x="216619" y="140448"/>
                    <a:pt x="219814" y="140448"/>
                  </a:cubicBezTo>
                  <a:lnTo>
                    <a:pt x="267099" y="140448"/>
                  </a:lnTo>
                  <a:cubicBezTo>
                    <a:pt x="270294" y="140448"/>
                    <a:pt x="272850" y="142363"/>
                    <a:pt x="273489" y="145555"/>
                  </a:cubicBezTo>
                  <a:lnTo>
                    <a:pt x="297132" y="270681"/>
                  </a:lnTo>
                  <a:cubicBezTo>
                    <a:pt x="297771" y="271958"/>
                    <a:pt x="297132" y="273873"/>
                    <a:pt x="295854" y="27578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grpSp>
        <p:nvGrpSpPr>
          <p:cNvPr id="111" name="Graphic 4">
            <a:extLst>
              <a:ext uri="{FF2B5EF4-FFF2-40B4-BE49-F238E27FC236}">
                <a16:creationId xmlns:a16="http://schemas.microsoft.com/office/drawing/2014/main" id="{0060189E-B148-48E4-9890-EBC86F554B98}"/>
              </a:ext>
            </a:extLst>
          </p:cNvPr>
          <p:cNvGrpSpPr/>
          <p:nvPr/>
        </p:nvGrpSpPr>
        <p:grpSpPr>
          <a:xfrm>
            <a:off x="3936516" y="3335784"/>
            <a:ext cx="548641" cy="548640"/>
            <a:chOff x="905454" y="2855717"/>
            <a:chExt cx="361674" cy="361333"/>
          </a:xfrm>
          <a:solidFill>
            <a:schemeClr val="accent2"/>
          </a:solidFill>
        </p:grpSpPr>
        <p:sp>
          <p:nvSpPr>
            <p:cNvPr id="112" name="Graphic 4">
              <a:extLst>
                <a:ext uri="{FF2B5EF4-FFF2-40B4-BE49-F238E27FC236}">
                  <a16:creationId xmlns:a16="http://schemas.microsoft.com/office/drawing/2014/main" id="{15BA1720-8A00-40EA-8F35-216B6505C185}"/>
                </a:ext>
              </a:extLst>
            </p:cNvPr>
            <p:cNvSpPr/>
            <p:nvPr/>
          </p:nvSpPr>
          <p:spPr>
            <a:xfrm>
              <a:off x="1149549" y="2979567"/>
              <a:ext cx="35783" cy="35750"/>
            </a:xfrm>
            <a:custGeom>
              <a:avLst/>
              <a:gdLst>
                <a:gd name="connsiteX0" fmla="*/ 35784 w 35783"/>
                <a:gd name="connsiteY0" fmla="*/ 17875 h 35750"/>
                <a:gd name="connsiteX1" fmla="*/ 17892 w 35783"/>
                <a:gd name="connsiteY1" fmla="*/ 35750 h 35750"/>
                <a:gd name="connsiteX2" fmla="*/ 0 w 35783"/>
                <a:gd name="connsiteY2" fmla="*/ 17875 h 35750"/>
                <a:gd name="connsiteX3" fmla="*/ 17892 w 35783"/>
                <a:gd name="connsiteY3" fmla="*/ 0 h 35750"/>
                <a:gd name="connsiteX4" fmla="*/ 35784 w 35783"/>
                <a:gd name="connsiteY4" fmla="*/ 17875 h 3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83" h="35750">
                  <a:moveTo>
                    <a:pt x="35784" y="17875"/>
                  </a:moveTo>
                  <a:cubicBezTo>
                    <a:pt x="35784" y="27747"/>
                    <a:pt x="27773" y="35750"/>
                    <a:pt x="17892" y="35750"/>
                  </a:cubicBezTo>
                  <a:cubicBezTo>
                    <a:pt x="8010" y="35750"/>
                    <a:pt x="0" y="27747"/>
                    <a:pt x="0" y="17875"/>
                  </a:cubicBezTo>
                  <a:cubicBezTo>
                    <a:pt x="0" y="8003"/>
                    <a:pt x="8010" y="0"/>
                    <a:pt x="17892" y="0"/>
                  </a:cubicBezTo>
                  <a:cubicBezTo>
                    <a:pt x="27773" y="0"/>
                    <a:pt x="35784" y="8003"/>
                    <a:pt x="35784" y="1787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13" name="Graphic 4">
              <a:extLst>
                <a:ext uri="{FF2B5EF4-FFF2-40B4-BE49-F238E27FC236}">
                  <a16:creationId xmlns:a16="http://schemas.microsoft.com/office/drawing/2014/main" id="{3FD48B95-140F-4E40-8941-67DA994C11EC}"/>
                </a:ext>
              </a:extLst>
            </p:cNvPr>
            <p:cNvSpPr/>
            <p:nvPr/>
          </p:nvSpPr>
          <p:spPr>
            <a:xfrm>
              <a:off x="991079" y="2979567"/>
              <a:ext cx="35783" cy="35750"/>
            </a:xfrm>
            <a:custGeom>
              <a:avLst/>
              <a:gdLst>
                <a:gd name="connsiteX0" fmla="*/ 35784 w 35783"/>
                <a:gd name="connsiteY0" fmla="*/ 17875 h 35750"/>
                <a:gd name="connsiteX1" fmla="*/ 17892 w 35783"/>
                <a:gd name="connsiteY1" fmla="*/ 35750 h 35750"/>
                <a:gd name="connsiteX2" fmla="*/ 0 w 35783"/>
                <a:gd name="connsiteY2" fmla="*/ 17875 h 35750"/>
                <a:gd name="connsiteX3" fmla="*/ 17892 w 35783"/>
                <a:gd name="connsiteY3" fmla="*/ 0 h 35750"/>
                <a:gd name="connsiteX4" fmla="*/ 35784 w 35783"/>
                <a:gd name="connsiteY4" fmla="*/ 17875 h 3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83" h="35750">
                  <a:moveTo>
                    <a:pt x="35784" y="17875"/>
                  </a:moveTo>
                  <a:cubicBezTo>
                    <a:pt x="35784" y="27747"/>
                    <a:pt x="27773" y="35750"/>
                    <a:pt x="17892" y="35750"/>
                  </a:cubicBezTo>
                  <a:cubicBezTo>
                    <a:pt x="8010" y="35750"/>
                    <a:pt x="0" y="27747"/>
                    <a:pt x="0" y="17875"/>
                  </a:cubicBezTo>
                  <a:cubicBezTo>
                    <a:pt x="0" y="8003"/>
                    <a:pt x="8010" y="0"/>
                    <a:pt x="17892" y="0"/>
                  </a:cubicBezTo>
                  <a:cubicBezTo>
                    <a:pt x="27773" y="0"/>
                    <a:pt x="35784" y="8003"/>
                    <a:pt x="35784" y="1787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14" name="Graphic 4">
              <a:extLst>
                <a:ext uri="{FF2B5EF4-FFF2-40B4-BE49-F238E27FC236}">
                  <a16:creationId xmlns:a16="http://schemas.microsoft.com/office/drawing/2014/main" id="{E9867195-13E5-4348-A218-FBE5F7CC43C5}"/>
                </a:ext>
              </a:extLst>
            </p:cNvPr>
            <p:cNvSpPr/>
            <p:nvPr/>
          </p:nvSpPr>
          <p:spPr>
            <a:xfrm>
              <a:off x="905454" y="2855717"/>
              <a:ext cx="361674" cy="361333"/>
            </a:xfrm>
            <a:custGeom>
              <a:avLst/>
              <a:gdLst>
                <a:gd name="connsiteX0" fmla="*/ 180835 w 361674"/>
                <a:gd name="connsiteY0" fmla="*/ 0 h 361333"/>
                <a:gd name="connsiteX1" fmla="*/ 0 w 361674"/>
                <a:gd name="connsiteY1" fmla="*/ 180667 h 361333"/>
                <a:gd name="connsiteX2" fmla="*/ 180835 w 361674"/>
                <a:gd name="connsiteY2" fmla="*/ 361333 h 361333"/>
                <a:gd name="connsiteX3" fmla="*/ 361670 w 361674"/>
                <a:gd name="connsiteY3" fmla="*/ 180667 h 361333"/>
                <a:gd name="connsiteX4" fmla="*/ 180835 w 361674"/>
                <a:gd name="connsiteY4" fmla="*/ 0 h 361333"/>
                <a:gd name="connsiteX5" fmla="*/ 261987 w 361674"/>
                <a:gd name="connsiteY5" fmla="*/ 111081 h 361333"/>
                <a:gd name="connsiteX6" fmla="*/ 292659 w 361674"/>
                <a:gd name="connsiteY6" fmla="*/ 141724 h 361333"/>
                <a:gd name="connsiteX7" fmla="*/ 261987 w 361674"/>
                <a:gd name="connsiteY7" fmla="*/ 172368 h 361333"/>
                <a:gd name="connsiteX8" fmla="*/ 231316 w 361674"/>
                <a:gd name="connsiteY8" fmla="*/ 141724 h 361333"/>
                <a:gd name="connsiteX9" fmla="*/ 261987 w 361674"/>
                <a:gd name="connsiteY9" fmla="*/ 111081 h 361333"/>
                <a:gd name="connsiteX10" fmla="*/ 182752 w 361674"/>
                <a:gd name="connsiteY10" fmla="*/ 95760 h 361333"/>
                <a:gd name="connsiteX11" fmla="*/ 223648 w 361674"/>
                <a:gd name="connsiteY11" fmla="*/ 136617 h 361333"/>
                <a:gd name="connsiteX12" fmla="*/ 182752 w 361674"/>
                <a:gd name="connsiteY12" fmla="*/ 177475 h 361333"/>
                <a:gd name="connsiteX13" fmla="*/ 141857 w 361674"/>
                <a:gd name="connsiteY13" fmla="*/ 136617 h 361333"/>
                <a:gd name="connsiteX14" fmla="*/ 182752 w 361674"/>
                <a:gd name="connsiteY14" fmla="*/ 95760 h 361333"/>
                <a:gd name="connsiteX15" fmla="*/ 103517 w 361674"/>
                <a:gd name="connsiteY15" fmla="*/ 111081 h 361333"/>
                <a:gd name="connsiteX16" fmla="*/ 134189 w 361674"/>
                <a:gd name="connsiteY16" fmla="*/ 141724 h 361333"/>
                <a:gd name="connsiteX17" fmla="*/ 103517 w 361674"/>
                <a:gd name="connsiteY17" fmla="*/ 172368 h 361333"/>
                <a:gd name="connsiteX18" fmla="*/ 72845 w 361674"/>
                <a:gd name="connsiteY18" fmla="*/ 141724 h 361333"/>
                <a:gd name="connsiteX19" fmla="*/ 103517 w 361674"/>
                <a:gd name="connsiteY19" fmla="*/ 111081 h 361333"/>
                <a:gd name="connsiteX20" fmla="*/ 93293 w 361674"/>
                <a:gd name="connsiteY20" fmla="*/ 246422 h 361333"/>
                <a:gd name="connsiteX21" fmla="*/ 48564 w 361674"/>
                <a:gd name="connsiteY21" fmla="*/ 246422 h 361333"/>
                <a:gd name="connsiteX22" fmla="*/ 42174 w 361674"/>
                <a:gd name="connsiteY22" fmla="*/ 240038 h 361333"/>
                <a:gd name="connsiteX23" fmla="*/ 42174 w 361674"/>
                <a:gd name="connsiteY23" fmla="*/ 231100 h 361333"/>
                <a:gd name="connsiteX24" fmla="*/ 87542 w 361674"/>
                <a:gd name="connsiteY24" fmla="*/ 182582 h 361333"/>
                <a:gd name="connsiteX25" fmla="*/ 111824 w 361674"/>
                <a:gd name="connsiteY25" fmla="*/ 182582 h 361333"/>
                <a:gd name="connsiteX26" fmla="*/ 118214 w 361674"/>
                <a:gd name="connsiteY26" fmla="*/ 188966 h 361333"/>
                <a:gd name="connsiteX27" fmla="*/ 111824 w 361674"/>
                <a:gd name="connsiteY27" fmla="*/ 195350 h 361333"/>
                <a:gd name="connsiteX28" fmla="*/ 87542 w 361674"/>
                <a:gd name="connsiteY28" fmla="*/ 195350 h 361333"/>
                <a:gd name="connsiteX29" fmla="*/ 54954 w 361674"/>
                <a:gd name="connsiteY29" fmla="*/ 231100 h 361333"/>
                <a:gd name="connsiteX30" fmla="*/ 54954 w 361674"/>
                <a:gd name="connsiteY30" fmla="*/ 233654 h 361333"/>
                <a:gd name="connsiteX31" fmla="*/ 93293 w 361674"/>
                <a:gd name="connsiteY31" fmla="*/ 233654 h 361333"/>
                <a:gd name="connsiteX32" fmla="*/ 99683 w 361674"/>
                <a:gd name="connsiteY32" fmla="*/ 240038 h 361333"/>
                <a:gd name="connsiteX33" fmla="*/ 93293 w 361674"/>
                <a:gd name="connsiteY33" fmla="*/ 246422 h 361333"/>
                <a:gd name="connsiteX34" fmla="*/ 254320 w 361674"/>
                <a:gd name="connsiteY34" fmla="*/ 251529 h 361333"/>
                <a:gd name="connsiteX35" fmla="*/ 247930 w 361674"/>
                <a:gd name="connsiteY35" fmla="*/ 257913 h 361333"/>
                <a:gd name="connsiteX36" fmla="*/ 118214 w 361674"/>
                <a:gd name="connsiteY36" fmla="*/ 257913 h 361333"/>
                <a:gd name="connsiteX37" fmla="*/ 111824 w 361674"/>
                <a:gd name="connsiteY37" fmla="*/ 251529 h 361333"/>
                <a:gd name="connsiteX38" fmla="*/ 111824 w 361674"/>
                <a:gd name="connsiteY38" fmla="*/ 240676 h 361333"/>
                <a:gd name="connsiteX39" fmla="*/ 164860 w 361674"/>
                <a:gd name="connsiteY39" fmla="*/ 183859 h 361333"/>
                <a:gd name="connsiteX40" fmla="*/ 200644 w 361674"/>
                <a:gd name="connsiteY40" fmla="*/ 183859 h 361333"/>
                <a:gd name="connsiteX41" fmla="*/ 253680 w 361674"/>
                <a:gd name="connsiteY41" fmla="*/ 240676 h 361333"/>
                <a:gd name="connsiteX42" fmla="*/ 253680 w 361674"/>
                <a:gd name="connsiteY42" fmla="*/ 251529 h 361333"/>
                <a:gd name="connsiteX43" fmla="*/ 313746 w 361674"/>
                <a:gd name="connsiteY43" fmla="*/ 246422 h 361333"/>
                <a:gd name="connsiteX44" fmla="*/ 269016 w 361674"/>
                <a:gd name="connsiteY44" fmla="*/ 246422 h 361333"/>
                <a:gd name="connsiteX45" fmla="*/ 262626 w 361674"/>
                <a:gd name="connsiteY45" fmla="*/ 240038 h 361333"/>
                <a:gd name="connsiteX46" fmla="*/ 269016 w 361674"/>
                <a:gd name="connsiteY46" fmla="*/ 233654 h 361333"/>
                <a:gd name="connsiteX47" fmla="*/ 307356 w 361674"/>
                <a:gd name="connsiteY47" fmla="*/ 233654 h 361333"/>
                <a:gd name="connsiteX48" fmla="*/ 307356 w 361674"/>
                <a:gd name="connsiteY48" fmla="*/ 231100 h 361333"/>
                <a:gd name="connsiteX49" fmla="*/ 274767 w 361674"/>
                <a:gd name="connsiteY49" fmla="*/ 195350 h 361333"/>
                <a:gd name="connsiteX50" fmla="*/ 250486 w 361674"/>
                <a:gd name="connsiteY50" fmla="*/ 195350 h 361333"/>
                <a:gd name="connsiteX51" fmla="*/ 244096 w 361674"/>
                <a:gd name="connsiteY51" fmla="*/ 188966 h 361333"/>
                <a:gd name="connsiteX52" fmla="*/ 250486 w 361674"/>
                <a:gd name="connsiteY52" fmla="*/ 182582 h 361333"/>
                <a:gd name="connsiteX53" fmla="*/ 274767 w 361674"/>
                <a:gd name="connsiteY53" fmla="*/ 182582 h 361333"/>
                <a:gd name="connsiteX54" fmla="*/ 320136 w 361674"/>
                <a:gd name="connsiteY54" fmla="*/ 231100 h 361333"/>
                <a:gd name="connsiteX55" fmla="*/ 320136 w 361674"/>
                <a:gd name="connsiteY55" fmla="*/ 240038 h 361333"/>
                <a:gd name="connsiteX56" fmla="*/ 313746 w 361674"/>
                <a:gd name="connsiteY56" fmla="*/ 246422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61674" h="361333">
                  <a:moveTo>
                    <a:pt x="180835" y="0"/>
                  </a:moveTo>
                  <a:cubicBezTo>
                    <a:pt x="80513" y="0"/>
                    <a:pt x="0" y="81076"/>
                    <a:pt x="0" y="180667"/>
                  </a:cubicBezTo>
                  <a:cubicBezTo>
                    <a:pt x="0" y="280895"/>
                    <a:pt x="81152" y="361333"/>
                    <a:pt x="180835" y="361333"/>
                  </a:cubicBezTo>
                  <a:cubicBezTo>
                    <a:pt x="281157" y="361333"/>
                    <a:pt x="361670" y="280257"/>
                    <a:pt x="361670" y="180667"/>
                  </a:cubicBezTo>
                  <a:cubicBezTo>
                    <a:pt x="362309" y="80438"/>
                    <a:pt x="281157" y="0"/>
                    <a:pt x="180835" y="0"/>
                  </a:cubicBezTo>
                  <a:close/>
                  <a:moveTo>
                    <a:pt x="261987" y="111081"/>
                  </a:moveTo>
                  <a:cubicBezTo>
                    <a:pt x="279240" y="111081"/>
                    <a:pt x="292659" y="125126"/>
                    <a:pt x="292659" y="141724"/>
                  </a:cubicBezTo>
                  <a:cubicBezTo>
                    <a:pt x="292659" y="158323"/>
                    <a:pt x="278601" y="172368"/>
                    <a:pt x="261987" y="172368"/>
                  </a:cubicBezTo>
                  <a:cubicBezTo>
                    <a:pt x="245374" y="172368"/>
                    <a:pt x="231316" y="158323"/>
                    <a:pt x="231316" y="141724"/>
                  </a:cubicBezTo>
                  <a:cubicBezTo>
                    <a:pt x="231316" y="125126"/>
                    <a:pt x="244735" y="111081"/>
                    <a:pt x="261987" y="111081"/>
                  </a:cubicBezTo>
                  <a:close/>
                  <a:moveTo>
                    <a:pt x="182752" y="95760"/>
                  </a:moveTo>
                  <a:cubicBezTo>
                    <a:pt x="205117" y="95760"/>
                    <a:pt x="223648" y="114273"/>
                    <a:pt x="223648" y="136617"/>
                  </a:cubicBezTo>
                  <a:cubicBezTo>
                    <a:pt x="223648" y="158961"/>
                    <a:pt x="205117" y="177475"/>
                    <a:pt x="182752" y="177475"/>
                  </a:cubicBezTo>
                  <a:cubicBezTo>
                    <a:pt x="160387" y="177475"/>
                    <a:pt x="141857" y="158961"/>
                    <a:pt x="141857" y="136617"/>
                  </a:cubicBezTo>
                  <a:cubicBezTo>
                    <a:pt x="141857" y="114273"/>
                    <a:pt x="160387" y="95760"/>
                    <a:pt x="182752" y="95760"/>
                  </a:cubicBezTo>
                  <a:close/>
                  <a:moveTo>
                    <a:pt x="103517" y="111081"/>
                  </a:moveTo>
                  <a:cubicBezTo>
                    <a:pt x="120770" y="111081"/>
                    <a:pt x="134189" y="125126"/>
                    <a:pt x="134189" y="141724"/>
                  </a:cubicBezTo>
                  <a:cubicBezTo>
                    <a:pt x="134189" y="158323"/>
                    <a:pt x="120131" y="172368"/>
                    <a:pt x="103517" y="172368"/>
                  </a:cubicBezTo>
                  <a:cubicBezTo>
                    <a:pt x="86903" y="172368"/>
                    <a:pt x="72845" y="158323"/>
                    <a:pt x="72845" y="141724"/>
                  </a:cubicBezTo>
                  <a:cubicBezTo>
                    <a:pt x="72845" y="125126"/>
                    <a:pt x="86264" y="111081"/>
                    <a:pt x="103517" y="111081"/>
                  </a:cubicBezTo>
                  <a:close/>
                  <a:moveTo>
                    <a:pt x="93293" y="246422"/>
                  </a:moveTo>
                  <a:lnTo>
                    <a:pt x="48564" y="246422"/>
                  </a:lnTo>
                  <a:cubicBezTo>
                    <a:pt x="44730" y="246422"/>
                    <a:pt x="42174" y="243868"/>
                    <a:pt x="42174" y="240038"/>
                  </a:cubicBezTo>
                  <a:lnTo>
                    <a:pt x="42174" y="231100"/>
                  </a:lnTo>
                  <a:cubicBezTo>
                    <a:pt x="42174" y="204287"/>
                    <a:pt x="62621" y="182582"/>
                    <a:pt x="87542" y="182582"/>
                  </a:cubicBezTo>
                  <a:lnTo>
                    <a:pt x="111824" y="182582"/>
                  </a:lnTo>
                  <a:cubicBezTo>
                    <a:pt x="115658" y="182582"/>
                    <a:pt x="118214" y="185135"/>
                    <a:pt x="118214" y="188966"/>
                  </a:cubicBezTo>
                  <a:cubicBezTo>
                    <a:pt x="118214" y="192796"/>
                    <a:pt x="115658" y="195350"/>
                    <a:pt x="111824" y="195350"/>
                  </a:cubicBezTo>
                  <a:lnTo>
                    <a:pt x="87542" y="195350"/>
                  </a:lnTo>
                  <a:cubicBezTo>
                    <a:pt x="69650" y="195350"/>
                    <a:pt x="54954" y="211310"/>
                    <a:pt x="54954" y="231100"/>
                  </a:cubicBezTo>
                  <a:lnTo>
                    <a:pt x="54954" y="233654"/>
                  </a:lnTo>
                  <a:lnTo>
                    <a:pt x="93293" y="233654"/>
                  </a:lnTo>
                  <a:cubicBezTo>
                    <a:pt x="97127" y="233654"/>
                    <a:pt x="99683" y="236207"/>
                    <a:pt x="99683" y="240038"/>
                  </a:cubicBezTo>
                  <a:cubicBezTo>
                    <a:pt x="99683" y="243868"/>
                    <a:pt x="97127" y="246422"/>
                    <a:pt x="93293" y="246422"/>
                  </a:cubicBezTo>
                  <a:close/>
                  <a:moveTo>
                    <a:pt x="254320" y="251529"/>
                  </a:moveTo>
                  <a:cubicBezTo>
                    <a:pt x="254320" y="255359"/>
                    <a:pt x="251764" y="257913"/>
                    <a:pt x="247930" y="257913"/>
                  </a:cubicBezTo>
                  <a:lnTo>
                    <a:pt x="118214" y="257913"/>
                  </a:lnTo>
                  <a:cubicBezTo>
                    <a:pt x="114380" y="257913"/>
                    <a:pt x="111824" y="255359"/>
                    <a:pt x="111824" y="251529"/>
                  </a:cubicBezTo>
                  <a:lnTo>
                    <a:pt x="111824" y="240676"/>
                  </a:lnTo>
                  <a:cubicBezTo>
                    <a:pt x="111824" y="209395"/>
                    <a:pt x="135467" y="183859"/>
                    <a:pt x="164860" y="183859"/>
                  </a:cubicBezTo>
                  <a:lnTo>
                    <a:pt x="200644" y="183859"/>
                  </a:lnTo>
                  <a:cubicBezTo>
                    <a:pt x="230038" y="183859"/>
                    <a:pt x="253680" y="209395"/>
                    <a:pt x="253680" y="240676"/>
                  </a:cubicBezTo>
                  <a:lnTo>
                    <a:pt x="253680" y="251529"/>
                  </a:lnTo>
                  <a:close/>
                  <a:moveTo>
                    <a:pt x="313746" y="246422"/>
                  </a:moveTo>
                  <a:lnTo>
                    <a:pt x="269016" y="246422"/>
                  </a:lnTo>
                  <a:cubicBezTo>
                    <a:pt x="265182" y="246422"/>
                    <a:pt x="262626" y="243868"/>
                    <a:pt x="262626" y="240038"/>
                  </a:cubicBezTo>
                  <a:cubicBezTo>
                    <a:pt x="262626" y="236207"/>
                    <a:pt x="265182" y="233654"/>
                    <a:pt x="269016" y="233654"/>
                  </a:cubicBezTo>
                  <a:lnTo>
                    <a:pt x="307356" y="233654"/>
                  </a:lnTo>
                  <a:lnTo>
                    <a:pt x="307356" y="231100"/>
                  </a:lnTo>
                  <a:cubicBezTo>
                    <a:pt x="307356" y="211310"/>
                    <a:pt x="292659" y="195350"/>
                    <a:pt x="274767" y="195350"/>
                  </a:cubicBezTo>
                  <a:lnTo>
                    <a:pt x="250486" y="195350"/>
                  </a:lnTo>
                  <a:cubicBezTo>
                    <a:pt x="246652" y="195350"/>
                    <a:pt x="244096" y="192796"/>
                    <a:pt x="244096" y="188966"/>
                  </a:cubicBezTo>
                  <a:cubicBezTo>
                    <a:pt x="244096" y="185135"/>
                    <a:pt x="246652" y="182582"/>
                    <a:pt x="250486" y="182582"/>
                  </a:cubicBezTo>
                  <a:lnTo>
                    <a:pt x="274767" y="182582"/>
                  </a:lnTo>
                  <a:cubicBezTo>
                    <a:pt x="299688" y="182582"/>
                    <a:pt x="320136" y="204287"/>
                    <a:pt x="320136" y="231100"/>
                  </a:cubicBezTo>
                  <a:lnTo>
                    <a:pt x="320136" y="240038"/>
                  </a:lnTo>
                  <a:cubicBezTo>
                    <a:pt x="320136" y="243868"/>
                    <a:pt x="317580" y="246422"/>
                    <a:pt x="313746" y="24642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grpSp>
        <p:nvGrpSpPr>
          <p:cNvPr id="120" name="Graphic 4">
            <a:extLst>
              <a:ext uri="{FF2B5EF4-FFF2-40B4-BE49-F238E27FC236}">
                <a16:creationId xmlns:a16="http://schemas.microsoft.com/office/drawing/2014/main" id="{C4DAC4BE-E237-4AF8-9FC0-918EA2AB9918}"/>
              </a:ext>
            </a:extLst>
          </p:cNvPr>
          <p:cNvGrpSpPr/>
          <p:nvPr/>
        </p:nvGrpSpPr>
        <p:grpSpPr>
          <a:xfrm>
            <a:off x="3936518" y="5597239"/>
            <a:ext cx="548640" cy="548640"/>
            <a:chOff x="5099808" y="2855717"/>
            <a:chExt cx="362309" cy="361971"/>
          </a:xfrm>
          <a:solidFill>
            <a:schemeClr val="accent4">
              <a:lumMod val="60000"/>
              <a:lumOff val="40000"/>
            </a:schemeClr>
          </a:solidFill>
        </p:grpSpPr>
        <p:sp>
          <p:nvSpPr>
            <p:cNvPr id="121" name="Graphic 4">
              <a:extLst>
                <a:ext uri="{FF2B5EF4-FFF2-40B4-BE49-F238E27FC236}">
                  <a16:creationId xmlns:a16="http://schemas.microsoft.com/office/drawing/2014/main" id="{F67C0DFC-05B1-4D54-8961-9ECC95456C10}"/>
                </a:ext>
              </a:extLst>
            </p:cNvPr>
            <p:cNvSpPr/>
            <p:nvPr/>
          </p:nvSpPr>
          <p:spPr>
            <a:xfrm>
              <a:off x="5218022" y="2992973"/>
              <a:ext cx="117574" cy="74692"/>
            </a:xfrm>
            <a:custGeom>
              <a:avLst/>
              <a:gdLst>
                <a:gd name="connsiteX0" fmla="*/ 98405 w 117574"/>
                <a:gd name="connsiteY0" fmla="*/ 74692 h 74692"/>
                <a:gd name="connsiteX1" fmla="*/ 117575 w 117574"/>
                <a:gd name="connsiteY1" fmla="*/ 0 h 74692"/>
                <a:gd name="connsiteX2" fmla="*/ 0 w 117574"/>
                <a:gd name="connsiteY2" fmla="*/ 8938 h 74692"/>
                <a:gd name="connsiteX3" fmla="*/ 14697 w 117574"/>
                <a:gd name="connsiteY3" fmla="*/ 58094 h 74692"/>
              </a:gdLst>
              <a:ahLst/>
              <a:cxnLst>
                <a:cxn ang="0">
                  <a:pos x="connsiteX0" y="connsiteY0"/>
                </a:cxn>
                <a:cxn ang="0">
                  <a:pos x="connsiteX1" y="connsiteY1"/>
                </a:cxn>
                <a:cxn ang="0">
                  <a:pos x="connsiteX2" y="connsiteY2"/>
                </a:cxn>
                <a:cxn ang="0">
                  <a:pos x="connsiteX3" y="connsiteY3"/>
                </a:cxn>
              </a:cxnLst>
              <a:rect l="l" t="t" r="r" b="b"/>
              <a:pathLst>
                <a:path w="117574" h="74692">
                  <a:moveTo>
                    <a:pt x="98405" y="74692"/>
                  </a:moveTo>
                  <a:lnTo>
                    <a:pt x="117575" y="0"/>
                  </a:lnTo>
                  <a:lnTo>
                    <a:pt x="0" y="8938"/>
                  </a:lnTo>
                  <a:lnTo>
                    <a:pt x="14697" y="5809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22" name="Graphic 4">
              <a:extLst>
                <a:ext uri="{FF2B5EF4-FFF2-40B4-BE49-F238E27FC236}">
                  <a16:creationId xmlns:a16="http://schemas.microsoft.com/office/drawing/2014/main" id="{5B54A637-F000-4238-98F2-FA1C3E44C88E}"/>
                </a:ext>
              </a:extLst>
            </p:cNvPr>
            <p:cNvSpPr/>
            <p:nvPr/>
          </p:nvSpPr>
          <p:spPr>
            <a:xfrm>
              <a:off x="5234636" y="3064474"/>
              <a:ext cx="20447" cy="35750"/>
            </a:xfrm>
            <a:custGeom>
              <a:avLst/>
              <a:gdLst>
                <a:gd name="connsiteX0" fmla="*/ 3195 w 20447"/>
                <a:gd name="connsiteY0" fmla="*/ 35750 h 35750"/>
                <a:gd name="connsiteX1" fmla="*/ 20448 w 20447"/>
                <a:gd name="connsiteY1" fmla="*/ 3830 h 35750"/>
                <a:gd name="connsiteX2" fmla="*/ 0 w 20447"/>
                <a:gd name="connsiteY2" fmla="*/ 0 h 35750"/>
                <a:gd name="connsiteX3" fmla="*/ 3195 w 20447"/>
                <a:gd name="connsiteY3" fmla="*/ 35750 h 35750"/>
              </a:gdLst>
              <a:ahLst/>
              <a:cxnLst>
                <a:cxn ang="0">
                  <a:pos x="connsiteX0" y="connsiteY0"/>
                </a:cxn>
                <a:cxn ang="0">
                  <a:pos x="connsiteX1" y="connsiteY1"/>
                </a:cxn>
                <a:cxn ang="0">
                  <a:pos x="connsiteX2" y="connsiteY2"/>
                </a:cxn>
                <a:cxn ang="0">
                  <a:pos x="connsiteX3" y="connsiteY3"/>
                </a:cxn>
              </a:cxnLst>
              <a:rect l="l" t="t" r="r" b="b"/>
              <a:pathLst>
                <a:path w="20447" h="35750">
                  <a:moveTo>
                    <a:pt x="3195" y="35750"/>
                  </a:moveTo>
                  <a:cubicBezTo>
                    <a:pt x="10863" y="26174"/>
                    <a:pt x="16614" y="15322"/>
                    <a:pt x="20448" y="3830"/>
                  </a:cubicBezTo>
                  <a:lnTo>
                    <a:pt x="0" y="0"/>
                  </a:lnTo>
                  <a:cubicBezTo>
                    <a:pt x="0" y="12130"/>
                    <a:pt x="639" y="24259"/>
                    <a:pt x="3195" y="3575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24" name="Graphic 4">
              <a:extLst>
                <a:ext uri="{FF2B5EF4-FFF2-40B4-BE49-F238E27FC236}">
                  <a16:creationId xmlns:a16="http://schemas.microsoft.com/office/drawing/2014/main" id="{28238BD4-BB78-4295-ADCD-028DDDBB69FF}"/>
                </a:ext>
              </a:extLst>
            </p:cNvPr>
            <p:cNvSpPr/>
            <p:nvPr/>
          </p:nvSpPr>
          <p:spPr>
            <a:xfrm>
              <a:off x="5242304" y="2971421"/>
              <a:ext cx="67733" cy="15806"/>
            </a:xfrm>
            <a:custGeom>
              <a:avLst/>
              <a:gdLst>
                <a:gd name="connsiteX0" fmla="*/ 28115 w 67733"/>
                <a:gd name="connsiteY0" fmla="*/ 485 h 15806"/>
                <a:gd name="connsiteX1" fmla="*/ 0 w 67733"/>
                <a:gd name="connsiteY1" fmla="*/ 15806 h 15806"/>
                <a:gd name="connsiteX2" fmla="*/ 67733 w 67733"/>
                <a:gd name="connsiteY2" fmla="*/ 10699 h 15806"/>
                <a:gd name="connsiteX3" fmla="*/ 28115 w 67733"/>
                <a:gd name="connsiteY3" fmla="*/ 485 h 15806"/>
              </a:gdLst>
              <a:ahLst/>
              <a:cxnLst>
                <a:cxn ang="0">
                  <a:pos x="connsiteX0" y="connsiteY0"/>
                </a:cxn>
                <a:cxn ang="0">
                  <a:pos x="connsiteX1" y="connsiteY1"/>
                </a:cxn>
                <a:cxn ang="0">
                  <a:pos x="connsiteX2" y="connsiteY2"/>
                </a:cxn>
                <a:cxn ang="0">
                  <a:pos x="connsiteX3" y="connsiteY3"/>
                </a:cxn>
              </a:cxnLst>
              <a:rect l="l" t="t" r="r" b="b"/>
              <a:pathLst>
                <a:path w="67733" h="15806">
                  <a:moveTo>
                    <a:pt x="28115" y="485"/>
                  </a:moveTo>
                  <a:cubicBezTo>
                    <a:pt x="17253" y="2400"/>
                    <a:pt x="7668" y="8146"/>
                    <a:pt x="0" y="15806"/>
                  </a:cubicBezTo>
                  <a:lnTo>
                    <a:pt x="67733" y="10699"/>
                  </a:lnTo>
                  <a:cubicBezTo>
                    <a:pt x="56870" y="2400"/>
                    <a:pt x="42812" y="-1430"/>
                    <a:pt x="28115" y="48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25" name="Graphic 4">
              <a:extLst>
                <a:ext uri="{FF2B5EF4-FFF2-40B4-BE49-F238E27FC236}">
                  <a16:creationId xmlns:a16="http://schemas.microsoft.com/office/drawing/2014/main" id="{C993A1ED-F119-46C5-996D-930E2915D203}"/>
                </a:ext>
              </a:extLst>
            </p:cNvPr>
            <p:cNvSpPr/>
            <p:nvPr/>
          </p:nvSpPr>
          <p:spPr>
            <a:xfrm>
              <a:off x="5361796" y="3074050"/>
              <a:ext cx="20447" cy="20428"/>
            </a:xfrm>
            <a:custGeom>
              <a:avLst/>
              <a:gdLst>
                <a:gd name="connsiteX0" fmla="*/ 10224 w 20447"/>
                <a:gd name="connsiteY0" fmla="*/ 0 h 20428"/>
                <a:gd name="connsiteX1" fmla="*/ 0 w 20447"/>
                <a:gd name="connsiteY1" fmla="*/ 10214 h 20428"/>
                <a:gd name="connsiteX2" fmla="*/ 10224 w 20447"/>
                <a:gd name="connsiteY2" fmla="*/ 20429 h 20428"/>
                <a:gd name="connsiteX3" fmla="*/ 20448 w 20447"/>
                <a:gd name="connsiteY3" fmla="*/ 10214 h 20428"/>
                <a:gd name="connsiteX4" fmla="*/ 10224 w 20447"/>
                <a:gd name="connsiteY4" fmla="*/ 0 h 20428"/>
                <a:gd name="connsiteX5" fmla="*/ 10224 w 20447"/>
                <a:gd name="connsiteY5" fmla="*/ 0 h 20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447" h="20428">
                  <a:moveTo>
                    <a:pt x="10224" y="0"/>
                  </a:moveTo>
                  <a:cubicBezTo>
                    <a:pt x="4473" y="0"/>
                    <a:pt x="0" y="4469"/>
                    <a:pt x="0" y="10214"/>
                  </a:cubicBezTo>
                  <a:cubicBezTo>
                    <a:pt x="0" y="15960"/>
                    <a:pt x="4473" y="20429"/>
                    <a:pt x="10224" y="20429"/>
                  </a:cubicBezTo>
                  <a:cubicBezTo>
                    <a:pt x="15975" y="20429"/>
                    <a:pt x="20448" y="15960"/>
                    <a:pt x="20448" y="10214"/>
                  </a:cubicBezTo>
                  <a:cubicBezTo>
                    <a:pt x="20448" y="4469"/>
                    <a:pt x="15975" y="0"/>
                    <a:pt x="10224" y="0"/>
                  </a:cubicBezTo>
                  <a:lnTo>
                    <a:pt x="10224" y="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26" name="Graphic 4">
              <a:extLst>
                <a:ext uri="{FF2B5EF4-FFF2-40B4-BE49-F238E27FC236}">
                  <a16:creationId xmlns:a16="http://schemas.microsoft.com/office/drawing/2014/main" id="{041C6801-006D-4D99-8926-77D07B752F09}"/>
                </a:ext>
              </a:extLst>
            </p:cNvPr>
            <p:cNvSpPr/>
            <p:nvPr/>
          </p:nvSpPr>
          <p:spPr>
            <a:xfrm>
              <a:off x="5099808" y="2855717"/>
              <a:ext cx="362309" cy="361971"/>
            </a:xfrm>
            <a:custGeom>
              <a:avLst/>
              <a:gdLst>
                <a:gd name="connsiteX0" fmla="*/ 180836 w 362309"/>
                <a:gd name="connsiteY0" fmla="*/ 0 h 361971"/>
                <a:gd name="connsiteX1" fmla="*/ 0 w 362309"/>
                <a:gd name="connsiteY1" fmla="*/ 181305 h 361971"/>
                <a:gd name="connsiteX2" fmla="*/ 181474 w 362309"/>
                <a:gd name="connsiteY2" fmla="*/ 361972 h 361971"/>
                <a:gd name="connsiteX3" fmla="*/ 362310 w 362309"/>
                <a:gd name="connsiteY3" fmla="*/ 180667 h 361971"/>
                <a:gd name="connsiteX4" fmla="*/ 362310 w 362309"/>
                <a:gd name="connsiteY4" fmla="*/ 180667 h 361971"/>
                <a:gd name="connsiteX5" fmla="*/ 180836 w 362309"/>
                <a:gd name="connsiteY5" fmla="*/ 0 h 361971"/>
                <a:gd name="connsiteX6" fmla="*/ 180836 w 362309"/>
                <a:gd name="connsiteY6" fmla="*/ 0 h 361971"/>
                <a:gd name="connsiteX7" fmla="*/ 272212 w 362309"/>
                <a:gd name="connsiteY7" fmla="*/ 251529 h 361971"/>
                <a:gd name="connsiteX8" fmla="*/ 249847 w 362309"/>
                <a:gd name="connsiteY8" fmla="*/ 231100 h 361971"/>
                <a:gd name="connsiteX9" fmla="*/ 230677 w 362309"/>
                <a:gd name="connsiteY9" fmla="*/ 227270 h 361971"/>
                <a:gd name="connsiteX10" fmla="*/ 168056 w 362309"/>
                <a:gd name="connsiteY10" fmla="*/ 215140 h 361971"/>
                <a:gd name="connsiteX11" fmla="*/ 138662 w 362309"/>
                <a:gd name="connsiteY11" fmla="*/ 258551 h 361971"/>
                <a:gd name="connsiteX12" fmla="*/ 136745 w 362309"/>
                <a:gd name="connsiteY12" fmla="*/ 258551 h 361971"/>
                <a:gd name="connsiteX13" fmla="*/ 129077 w 362309"/>
                <a:gd name="connsiteY13" fmla="*/ 254721 h 361971"/>
                <a:gd name="connsiteX14" fmla="*/ 122048 w 362309"/>
                <a:gd name="connsiteY14" fmla="*/ 204287 h 361971"/>
                <a:gd name="connsiteX15" fmla="*/ 122048 w 362309"/>
                <a:gd name="connsiteY15" fmla="*/ 204287 h 361971"/>
                <a:gd name="connsiteX16" fmla="*/ 121409 w 362309"/>
                <a:gd name="connsiteY16" fmla="*/ 203011 h 361971"/>
                <a:gd name="connsiteX17" fmla="*/ 100322 w 362309"/>
                <a:gd name="connsiteY17" fmla="*/ 130233 h 361971"/>
                <a:gd name="connsiteX18" fmla="*/ 72207 w 362309"/>
                <a:gd name="connsiteY18" fmla="*/ 130233 h 361971"/>
                <a:gd name="connsiteX19" fmla="*/ 65817 w 362309"/>
                <a:gd name="connsiteY19" fmla="*/ 123849 h 361971"/>
                <a:gd name="connsiteX20" fmla="*/ 72207 w 362309"/>
                <a:gd name="connsiteY20" fmla="*/ 117465 h 361971"/>
                <a:gd name="connsiteX21" fmla="*/ 104795 w 362309"/>
                <a:gd name="connsiteY21" fmla="*/ 117465 h 361971"/>
                <a:gd name="connsiteX22" fmla="*/ 111185 w 362309"/>
                <a:gd name="connsiteY22" fmla="*/ 121934 h 361971"/>
                <a:gd name="connsiteX23" fmla="*/ 114380 w 362309"/>
                <a:gd name="connsiteY23" fmla="*/ 134064 h 361971"/>
                <a:gd name="connsiteX24" fmla="*/ 124604 w 362309"/>
                <a:gd name="connsiteY24" fmla="*/ 133425 h 361971"/>
                <a:gd name="connsiteX25" fmla="*/ 168695 w 362309"/>
                <a:gd name="connsiteY25" fmla="*/ 104059 h 361971"/>
                <a:gd name="connsiteX26" fmla="*/ 230038 w 362309"/>
                <a:gd name="connsiteY26" fmla="*/ 125764 h 361971"/>
                <a:gd name="connsiteX27" fmla="*/ 243457 w 362309"/>
                <a:gd name="connsiteY27" fmla="*/ 124488 h 361971"/>
                <a:gd name="connsiteX28" fmla="*/ 248569 w 362309"/>
                <a:gd name="connsiteY28" fmla="*/ 127041 h 361971"/>
                <a:gd name="connsiteX29" fmla="*/ 249847 w 362309"/>
                <a:gd name="connsiteY29" fmla="*/ 132787 h 361971"/>
                <a:gd name="connsiteX30" fmla="*/ 228760 w 362309"/>
                <a:gd name="connsiteY30" fmla="*/ 215140 h 361971"/>
                <a:gd name="connsiteX31" fmla="*/ 251125 w 362309"/>
                <a:gd name="connsiteY31" fmla="*/ 219609 h 361971"/>
                <a:gd name="connsiteX32" fmla="*/ 281796 w 362309"/>
                <a:gd name="connsiteY32" fmla="*/ 209395 h 361971"/>
                <a:gd name="connsiteX33" fmla="*/ 292020 w 362309"/>
                <a:gd name="connsiteY33" fmla="*/ 240038 h 361971"/>
                <a:gd name="connsiteX34" fmla="*/ 272212 w 362309"/>
                <a:gd name="connsiteY34" fmla="*/ 251529 h 361971"/>
                <a:gd name="connsiteX35" fmla="*/ 272212 w 362309"/>
                <a:gd name="connsiteY35" fmla="*/ 251529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62309" h="361971">
                  <a:moveTo>
                    <a:pt x="180836" y="0"/>
                  </a:moveTo>
                  <a:cubicBezTo>
                    <a:pt x="80513" y="0"/>
                    <a:pt x="0" y="81076"/>
                    <a:pt x="0" y="181305"/>
                  </a:cubicBezTo>
                  <a:cubicBezTo>
                    <a:pt x="0" y="281533"/>
                    <a:pt x="81152" y="361972"/>
                    <a:pt x="181474" y="361972"/>
                  </a:cubicBezTo>
                  <a:cubicBezTo>
                    <a:pt x="281796" y="361972"/>
                    <a:pt x="362310" y="280895"/>
                    <a:pt x="362310" y="180667"/>
                  </a:cubicBezTo>
                  <a:cubicBezTo>
                    <a:pt x="362310" y="180667"/>
                    <a:pt x="362310" y="180667"/>
                    <a:pt x="362310" y="180667"/>
                  </a:cubicBezTo>
                  <a:cubicBezTo>
                    <a:pt x="361671" y="80438"/>
                    <a:pt x="280518" y="0"/>
                    <a:pt x="180836" y="0"/>
                  </a:cubicBezTo>
                  <a:cubicBezTo>
                    <a:pt x="180836" y="0"/>
                    <a:pt x="180836" y="0"/>
                    <a:pt x="180836" y="0"/>
                  </a:cubicBezTo>
                  <a:close/>
                  <a:moveTo>
                    <a:pt x="272212" y="251529"/>
                  </a:moveTo>
                  <a:cubicBezTo>
                    <a:pt x="260710" y="251529"/>
                    <a:pt x="250486" y="242591"/>
                    <a:pt x="249847" y="231100"/>
                  </a:cubicBezTo>
                  <a:lnTo>
                    <a:pt x="230677" y="227270"/>
                  </a:lnTo>
                  <a:lnTo>
                    <a:pt x="168056" y="215140"/>
                  </a:lnTo>
                  <a:cubicBezTo>
                    <a:pt x="162305" y="230462"/>
                    <a:pt x="150164" y="255998"/>
                    <a:pt x="138662" y="258551"/>
                  </a:cubicBezTo>
                  <a:lnTo>
                    <a:pt x="136745" y="258551"/>
                  </a:lnTo>
                  <a:cubicBezTo>
                    <a:pt x="133550" y="258551"/>
                    <a:pt x="130994" y="257274"/>
                    <a:pt x="129077" y="254721"/>
                  </a:cubicBezTo>
                  <a:cubicBezTo>
                    <a:pt x="122048" y="246422"/>
                    <a:pt x="121409" y="216417"/>
                    <a:pt x="122048" y="204287"/>
                  </a:cubicBezTo>
                  <a:lnTo>
                    <a:pt x="122048" y="204287"/>
                  </a:lnTo>
                  <a:cubicBezTo>
                    <a:pt x="122048" y="203649"/>
                    <a:pt x="121409" y="203011"/>
                    <a:pt x="121409" y="203011"/>
                  </a:cubicBezTo>
                  <a:lnTo>
                    <a:pt x="100322" y="130233"/>
                  </a:lnTo>
                  <a:lnTo>
                    <a:pt x="72207" y="130233"/>
                  </a:lnTo>
                  <a:cubicBezTo>
                    <a:pt x="68372" y="130233"/>
                    <a:pt x="65817" y="127680"/>
                    <a:pt x="65817" y="123849"/>
                  </a:cubicBezTo>
                  <a:cubicBezTo>
                    <a:pt x="65817" y="120019"/>
                    <a:pt x="68372" y="117465"/>
                    <a:pt x="72207" y="117465"/>
                  </a:cubicBezTo>
                  <a:lnTo>
                    <a:pt x="104795" y="117465"/>
                  </a:lnTo>
                  <a:cubicBezTo>
                    <a:pt x="107990" y="117465"/>
                    <a:pt x="110546" y="119380"/>
                    <a:pt x="111185" y="121934"/>
                  </a:cubicBezTo>
                  <a:lnTo>
                    <a:pt x="114380" y="134064"/>
                  </a:lnTo>
                  <a:lnTo>
                    <a:pt x="124604" y="133425"/>
                  </a:lnTo>
                  <a:cubicBezTo>
                    <a:pt x="134828" y="118104"/>
                    <a:pt x="150803" y="107889"/>
                    <a:pt x="168695" y="104059"/>
                  </a:cubicBezTo>
                  <a:cubicBezTo>
                    <a:pt x="188503" y="100867"/>
                    <a:pt x="208951" y="107889"/>
                    <a:pt x="230038" y="125764"/>
                  </a:cubicBezTo>
                  <a:lnTo>
                    <a:pt x="243457" y="124488"/>
                  </a:lnTo>
                  <a:cubicBezTo>
                    <a:pt x="245374" y="124488"/>
                    <a:pt x="247291" y="125126"/>
                    <a:pt x="248569" y="127041"/>
                  </a:cubicBezTo>
                  <a:cubicBezTo>
                    <a:pt x="249847" y="128318"/>
                    <a:pt x="250486" y="130872"/>
                    <a:pt x="249847" y="132787"/>
                  </a:cubicBezTo>
                  <a:lnTo>
                    <a:pt x="228760" y="215140"/>
                  </a:lnTo>
                  <a:lnTo>
                    <a:pt x="251125" y="219609"/>
                  </a:lnTo>
                  <a:cubicBezTo>
                    <a:pt x="256876" y="208118"/>
                    <a:pt x="270295" y="203649"/>
                    <a:pt x="281796" y="209395"/>
                  </a:cubicBezTo>
                  <a:cubicBezTo>
                    <a:pt x="293298" y="215140"/>
                    <a:pt x="297771" y="228546"/>
                    <a:pt x="292020" y="240038"/>
                  </a:cubicBezTo>
                  <a:cubicBezTo>
                    <a:pt x="288825" y="246422"/>
                    <a:pt x="280518" y="251529"/>
                    <a:pt x="272212" y="251529"/>
                  </a:cubicBezTo>
                  <a:lnTo>
                    <a:pt x="272212" y="251529"/>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grpSp>
        <p:nvGrpSpPr>
          <p:cNvPr id="10" name="Group 9">
            <a:extLst>
              <a:ext uri="{FF2B5EF4-FFF2-40B4-BE49-F238E27FC236}">
                <a16:creationId xmlns:a16="http://schemas.microsoft.com/office/drawing/2014/main" id="{A51930BB-62C7-4511-84CD-19E390C5043C}"/>
              </a:ext>
            </a:extLst>
          </p:cNvPr>
          <p:cNvGrpSpPr/>
          <p:nvPr/>
        </p:nvGrpSpPr>
        <p:grpSpPr>
          <a:xfrm>
            <a:off x="3296605" y="6415585"/>
            <a:ext cx="5871063" cy="365760"/>
            <a:chOff x="2789942" y="6324600"/>
            <a:chExt cx="5871063" cy="365760"/>
          </a:xfrm>
        </p:grpSpPr>
        <p:sp>
          <p:nvSpPr>
            <p:cNvPr id="6" name="Oval 5">
              <a:extLst>
                <a:ext uri="{FF2B5EF4-FFF2-40B4-BE49-F238E27FC236}">
                  <a16:creationId xmlns:a16="http://schemas.microsoft.com/office/drawing/2014/main" id="{78765436-9D99-4245-B73D-051A1FF1BC9D}"/>
                </a:ext>
              </a:extLst>
            </p:cNvPr>
            <p:cNvSpPr/>
            <p:nvPr/>
          </p:nvSpPr>
          <p:spPr bwMode="gray">
            <a:xfrm>
              <a:off x="4811486" y="6324600"/>
              <a:ext cx="365760" cy="365760"/>
            </a:xfrm>
            <a:prstGeom prst="ellipse">
              <a:avLst/>
            </a:prstGeom>
            <a:solidFill>
              <a:schemeClr val="accent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84" name="Oval 83">
              <a:extLst>
                <a:ext uri="{FF2B5EF4-FFF2-40B4-BE49-F238E27FC236}">
                  <a16:creationId xmlns:a16="http://schemas.microsoft.com/office/drawing/2014/main" id="{0A5DF58E-AB26-4645-AC0C-13F81938CF01}"/>
                </a:ext>
              </a:extLst>
            </p:cNvPr>
            <p:cNvSpPr/>
            <p:nvPr/>
          </p:nvSpPr>
          <p:spPr bwMode="gray">
            <a:xfrm>
              <a:off x="6072053" y="6324600"/>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85" name="Oval 84">
              <a:extLst>
                <a:ext uri="{FF2B5EF4-FFF2-40B4-BE49-F238E27FC236}">
                  <a16:creationId xmlns:a16="http://schemas.microsoft.com/office/drawing/2014/main" id="{EC73E4E4-524E-4067-94E0-B68A8873AF9F}"/>
                </a:ext>
              </a:extLst>
            </p:cNvPr>
            <p:cNvSpPr/>
            <p:nvPr/>
          </p:nvSpPr>
          <p:spPr bwMode="gray">
            <a:xfrm>
              <a:off x="7405717" y="6324600"/>
              <a:ext cx="365760" cy="365760"/>
            </a:xfrm>
            <a:prstGeom prst="ellipse">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7" name="TextBox 6">
              <a:extLst>
                <a:ext uri="{FF2B5EF4-FFF2-40B4-BE49-F238E27FC236}">
                  <a16:creationId xmlns:a16="http://schemas.microsoft.com/office/drawing/2014/main" id="{95EBD889-60CF-43A5-BF44-935250AA2AFE}"/>
                </a:ext>
              </a:extLst>
            </p:cNvPr>
            <p:cNvSpPr txBox="1"/>
            <p:nvPr/>
          </p:nvSpPr>
          <p:spPr>
            <a:xfrm>
              <a:off x="2789942" y="6442322"/>
              <a:ext cx="1698925"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1" u="none" strike="noStrike" kern="1200" cap="none" spc="0" normalizeH="0" baseline="0" noProof="0">
                  <a:ln>
                    <a:noFill/>
                  </a:ln>
                  <a:solidFill>
                    <a:srgbClr val="313131"/>
                  </a:solidFill>
                  <a:effectLst/>
                  <a:uLnTx/>
                  <a:uFillTx/>
                  <a:latin typeface="Verdana"/>
                  <a:ea typeface="+mn-ea"/>
                  <a:cs typeface="+mn-cs"/>
                </a:rPr>
                <a:t>Impact on Business</a:t>
              </a:r>
            </a:p>
          </p:txBody>
        </p:sp>
        <p:sp>
          <p:nvSpPr>
            <p:cNvPr id="8" name="TextBox 7">
              <a:extLst>
                <a:ext uri="{FF2B5EF4-FFF2-40B4-BE49-F238E27FC236}">
                  <a16:creationId xmlns:a16="http://schemas.microsoft.com/office/drawing/2014/main" id="{CC237880-6208-4D1D-963E-AFE4823104CC}"/>
                </a:ext>
              </a:extLst>
            </p:cNvPr>
            <p:cNvSpPr txBox="1"/>
            <p:nvPr/>
          </p:nvSpPr>
          <p:spPr>
            <a:xfrm>
              <a:off x="5247379" y="6420550"/>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Verdana"/>
                  <a:ea typeface="+mn-ea"/>
                  <a:cs typeface="+mn-cs"/>
                </a:rPr>
                <a:t>High</a:t>
              </a:r>
            </a:p>
          </p:txBody>
        </p:sp>
        <p:sp>
          <p:nvSpPr>
            <p:cNvPr id="89" name="TextBox 88">
              <a:extLst>
                <a:ext uri="{FF2B5EF4-FFF2-40B4-BE49-F238E27FC236}">
                  <a16:creationId xmlns:a16="http://schemas.microsoft.com/office/drawing/2014/main" id="{53D77CD7-C7F4-40F5-8CDF-0F977E7EFF7B}"/>
                </a:ext>
              </a:extLst>
            </p:cNvPr>
            <p:cNvSpPr txBox="1"/>
            <p:nvPr/>
          </p:nvSpPr>
          <p:spPr>
            <a:xfrm>
              <a:off x="6537499" y="6412891"/>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Verdana"/>
                  <a:ea typeface="+mn-ea"/>
                  <a:cs typeface="+mn-cs"/>
                </a:rPr>
                <a:t>Medium</a:t>
              </a:r>
            </a:p>
          </p:txBody>
        </p:sp>
        <p:sp>
          <p:nvSpPr>
            <p:cNvPr id="90" name="TextBox 89">
              <a:extLst>
                <a:ext uri="{FF2B5EF4-FFF2-40B4-BE49-F238E27FC236}">
                  <a16:creationId xmlns:a16="http://schemas.microsoft.com/office/drawing/2014/main" id="{D4815A33-8083-431D-B7FE-9EAFAD9D4CBB}"/>
                </a:ext>
              </a:extLst>
            </p:cNvPr>
            <p:cNvSpPr txBox="1"/>
            <p:nvPr/>
          </p:nvSpPr>
          <p:spPr>
            <a:xfrm>
              <a:off x="7899005" y="6412891"/>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Verdana"/>
                  <a:ea typeface="+mn-ea"/>
                  <a:cs typeface="+mn-cs"/>
                </a:rPr>
                <a:t>Low</a:t>
              </a:r>
            </a:p>
          </p:txBody>
        </p:sp>
      </p:grpSp>
      <p:sp>
        <p:nvSpPr>
          <p:cNvPr id="91" name="Oval 90">
            <a:extLst>
              <a:ext uri="{FF2B5EF4-FFF2-40B4-BE49-F238E27FC236}">
                <a16:creationId xmlns:a16="http://schemas.microsoft.com/office/drawing/2014/main" id="{363D7A9D-1FAF-4792-AF10-8DF96DAEFA26}"/>
              </a:ext>
            </a:extLst>
          </p:cNvPr>
          <p:cNvSpPr/>
          <p:nvPr/>
        </p:nvSpPr>
        <p:spPr bwMode="gray">
          <a:xfrm>
            <a:off x="10755601" y="2429852"/>
            <a:ext cx="365760" cy="365760"/>
          </a:xfrm>
          <a:prstGeom prst="ellipse">
            <a:avLst/>
          </a:prstGeom>
          <a:solidFill>
            <a:schemeClr val="accent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92" name="Oval 91">
            <a:extLst>
              <a:ext uri="{FF2B5EF4-FFF2-40B4-BE49-F238E27FC236}">
                <a16:creationId xmlns:a16="http://schemas.microsoft.com/office/drawing/2014/main" id="{DE1B3798-823A-4CBD-918C-84DBD7CAAEC3}"/>
              </a:ext>
            </a:extLst>
          </p:cNvPr>
          <p:cNvSpPr/>
          <p:nvPr/>
        </p:nvSpPr>
        <p:spPr bwMode="gray">
          <a:xfrm>
            <a:off x="10755601" y="1356502"/>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93" name="Oval 92">
            <a:extLst>
              <a:ext uri="{FF2B5EF4-FFF2-40B4-BE49-F238E27FC236}">
                <a16:creationId xmlns:a16="http://schemas.microsoft.com/office/drawing/2014/main" id="{B56C3B6F-6194-4097-B69F-585F82CCC5E6}"/>
              </a:ext>
            </a:extLst>
          </p:cNvPr>
          <p:cNvSpPr/>
          <p:nvPr/>
        </p:nvSpPr>
        <p:spPr bwMode="gray">
          <a:xfrm>
            <a:off x="10755601" y="3407727"/>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94" name="Oval 93">
            <a:extLst>
              <a:ext uri="{FF2B5EF4-FFF2-40B4-BE49-F238E27FC236}">
                <a16:creationId xmlns:a16="http://schemas.microsoft.com/office/drawing/2014/main" id="{AFE989D2-0913-4BB2-A615-750C2FC2502D}"/>
              </a:ext>
            </a:extLst>
          </p:cNvPr>
          <p:cNvSpPr/>
          <p:nvPr/>
        </p:nvSpPr>
        <p:spPr bwMode="gray">
          <a:xfrm>
            <a:off x="10755601" y="4499729"/>
            <a:ext cx="365760" cy="365760"/>
          </a:xfrm>
          <a:prstGeom prst="ellipse">
            <a:avLst/>
          </a:prstGeom>
          <a:solidFill>
            <a:schemeClr val="accent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95" name="Oval 94">
            <a:extLst>
              <a:ext uri="{FF2B5EF4-FFF2-40B4-BE49-F238E27FC236}">
                <a16:creationId xmlns:a16="http://schemas.microsoft.com/office/drawing/2014/main" id="{46C838D8-7F51-4CDD-93AF-35BCA39D3C55}"/>
              </a:ext>
            </a:extLst>
          </p:cNvPr>
          <p:cNvSpPr/>
          <p:nvPr/>
        </p:nvSpPr>
        <p:spPr bwMode="gray">
          <a:xfrm>
            <a:off x="10755601" y="5711566"/>
            <a:ext cx="365760" cy="365760"/>
          </a:xfrm>
          <a:prstGeom prst="ellipse">
            <a:avLst/>
          </a:prstGeom>
          <a:solidFill>
            <a:srgbClr val="86BC25"/>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9" name="TextBox 8">
            <a:extLst>
              <a:ext uri="{FF2B5EF4-FFF2-40B4-BE49-F238E27FC236}">
                <a16:creationId xmlns:a16="http://schemas.microsoft.com/office/drawing/2014/main" id="{D4E405F0-9545-43A1-A802-5FAFFF26DE27}"/>
              </a:ext>
            </a:extLst>
          </p:cNvPr>
          <p:cNvSpPr txBox="1"/>
          <p:nvPr/>
        </p:nvSpPr>
        <p:spPr>
          <a:xfrm>
            <a:off x="10200640" y="263311"/>
            <a:ext cx="1435496" cy="43088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2800" b="0" i="0" u="none" strike="noStrike" kern="1200" cap="none" spc="0" normalizeH="0" baseline="0" noProof="0">
                <a:ln>
                  <a:noFill/>
                </a:ln>
                <a:solidFill>
                  <a:srgbClr val="86BC25"/>
                </a:solidFill>
                <a:effectLst/>
                <a:uLnTx/>
                <a:uFillTx/>
                <a:latin typeface="Verdana"/>
                <a:ea typeface="+mn-ea"/>
                <a:cs typeface="+mn-cs"/>
              </a:rPr>
              <a:t>S</a:t>
            </a:r>
            <a:r>
              <a:rPr kumimoji="0" lang="en-US" sz="2800" b="0" i="0" u="none" strike="noStrike" kern="1200" cap="none" spc="0" normalizeH="0" baseline="0" noProof="0">
                <a:ln>
                  <a:noFill/>
                </a:ln>
                <a:solidFill>
                  <a:srgbClr val="D0D0CE"/>
                </a:solidFill>
                <a:effectLst/>
                <a:uLnTx/>
                <a:uFillTx/>
                <a:latin typeface="Verdana"/>
                <a:ea typeface="+mn-ea"/>
                <a:cs typeface="+mn-cs"/>
              </a:rPr>
              <a:t>WOT</a:t>
            </a:r>
          </a:p>
        </p:txBody>
      </p:sp>
      <p:pic>
        <p:nvPicPr>
          <p:cNvPr id="16" name="Graphic 15" descr="Umbrella outline">
            <a:extLst>
              <a:ext uri="{FF2B5EF4-FFF2-40B4-BE49-F238E27FC236}">
                <a16:creationId xmlns:a16="http://schemas.microsoft.com/office/drawing/2014/main" id="{997B78AE-5E13-4516-9E65-FAC2EEC8E52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025772" y="1388128"/>
            <a:ext cx="390564" cy="390564"/>
          </a:xfrm>
          <a:prstGeom prst="rect">
            <a:avLst/>
          </a:prstGeom>
        </p:spPr>
      </p:pic>
      <p:sp>
        <p:nvSpPr>
          <p:cNvPr id="127" name="Oval 126">
            <a:extLst>
              <a:ext uri="{FF2B5EF4-FFF2-40B4-BE49-F238E27FC236}">
                <a16:creationId xmlns:a16="http://schemas.microsoft.com/office/drawing/2014/main" id="{A3ADEA9E-383A-4773-A2AF-7A8F06C475E0}"/>
              </a:ext>
            </a:extLst>
          </p:cNvPr>
          <p:cNvSpPr/>
          <p:nvPr/>
        </p:nvSpPr>
        <p:spPr bwMode="gray">
          <a:xfrm>
            <a:off x="3977888" y="4602988"/>
            <a:ext cx="548639" cy="548642"/>
          </a:xfrm>
          <a:prstGeom prst="ellipse">
            <a:avLst/>
          </a:prstGeom>
          <a:solidFill>
            <a:srgbClr val="62B5E5"/>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Verdana"/>
              <a:ea typeface="+mn-ea"/>
              <a:cs typeface="+mn-cs"/>
            </a:endParaRPr>
          </a:p>
        </p:txBody>
      </p:sp>
      <p:pic>
        <p:nvPicPr>
          <p:cNvPr id="18" name="Graphic 17" descr="Signature with solid fill">
            <a:extLst>
              <a:ext uri="{FF2B5EF4-FFF2-40B4-BE49-F238E27FC236}">
                <a16:creationId xmlns:a16="http://schemas.microsoft.com/office/drawing/2014/main" id="{400CE012-9C5C-4E88-96E5-A7F0566645F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065749" y="4644282"/>
            <a:ext cx="426243" cy="426243"/>
          </a:xfrm>
          <a:prstGeom prst="rect">
            <a:avLst/>
          </a:prstGeom>
        </p:spPr>
      </p:pic>
    </p:spTree>
    <p:extLst>
      <p:ext uri="{BB962C8B-B14F-4D97-AF65-F5344CB8AC3E}">
        <p14:creationId xmlns:p14="http://schemas.microsoft.com/office/powerpoint/2010/main" val="3816833777"/>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Oval 77">
            <a:extLst>
              <a:ext uri="{FF2B5EF4-FFF2-40B4-BE49-F238E27FC236}">
                <a16:creationId xmlns:a16="http://schemas.microsoft.com/office/drawing/2014/main" id="{E1F85139-1722-416F-916D-C77EB1CA1663}"/>
              </a:ext>
            </a:extLst>
          </p:cNvPr>
          <p:cNvSpPr/>
          <p:nvPr/>
        </p:nvSpPr>
        <p:spPr bwMode="gray">
          <a:xfrm>
            <a:off x="3918354" y="936614"/>
            <a:ext cx="548639" cy="548642"/>
          </a:xfrm>
          <a:prstGeom prst="ellipse">
            <a:avLst/>
          </a:prstGeom>
          <a:solidFill>
            <a:srgbClr val="86BC25"/>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Verdana"/>
              <a:ea typeface="+mn-ea"/>
              <a:cs typeface="+mn-cs"/>
            </a:endParaRPr>
          </a:p>
        </p:txBody>
      </p:sp>
      <p:graphicFrame>
        <p:nvGraphicFramePr>
          <p:cNvPr id="5" name="Object 4" hidden="1">
            <a:extLst>
              <a:ext uri="{FF2B5EF4-FFF2-40B4-BE49-F238E27FC236}">
                <a16:creationId xmlns:a16="http://schemas.microsoft.com/office/drawing/2014/main" id="{D8E525C8-5B83-4553-B7A8-F5F66115ADBA}"/>
              </a:ext>
            </a:extLst>
          </p:cNvPr>
          <p:cNvGraphicFramePr>
            <a:graphicFrameLocks noChangeAspect="1"/>
          </p:cNvGraphicFramePr>
          <p:nvPr>
            <p:custDataLst>
              <p:tags r:id="rId2"/>
            </p:custDataLst>
          </p:nvPr>
        </p:nvGraphicFramePr>
        <p:xfrm>
          <a:off x="1680" y="1440"/>
          <a:ext cx="1440" cy="1440"/>
        </p:xfrm>
        <a:graphic>
          <a:graphicData uri="http://schemas.openxmlformats.org/presentationml/2006/ole">
            <mc:AlternateContent xmlns:mc="http://schemas.openxmlformats.org/markup-compatibility/2006">
              <mc:Choice xmlns:v="urn:schemas-microsoft-com:vml" Requires="v">
                <p:oleObj spid="_x0000_s46136" name="think-cell Slide" r:id="rId5" imgW="498" imgH="499" progId="TCLayout.ActiveDocument.1">
                  <p:embed/>
                </p:oleObj>
              </mc:Choice>
              <mc:Fallback>
                <p:oleObj name="think-cell Slide" r:id="rId5" imgW="498" imgH="499" progId="TCLayout.ActiveDocument.1">
                  <p:embed/>
                  <p:pic>
                    <p:nvPicPr>
                      <p:cNvPr id="5" name="Object 4" hidden="1">
                        <a:extLst>
                          <a:ext uri="{FF2B5EF4-FFF2-40B4-BE49-F238E27FC236}">
                            <a16:creationId xmlns:a16="http://schemas.microsoft.com/office/drawing/2014/main" id="{D8E525C8-5B83-4553-B7A8-F5F66115ADBA}"/>
                          </a:ext>
                        </a:extLst>
                      </p:cNvPr>
                      <p:cNvPicPr/>
                      <p:nvPr/>
                    </p:nvPicPr>
                    <p:blipFill>
                      <a:blip r:embed="rId6"/>
                      <a:stretch>
                        <a:fillRect/>
                      </a:stretch>
                    </p:blipFill>
                    <p:spPr>
                      <a:xfrm>
                        <a:off x="1680" y="1440"/>
                        <a:ext cx="1440" cy="1440"/>
                      </a:xfrm>
                      <a:prstGeom prst="rect">
                        <a:avLst/>
                      </a:prstGeom>
                    </p:spPr>
                  </p:pic>
                </p:oleObj>
              </mc:Fallback>
            </mc:AlternateContent>
          </a:graphicData>
        </a:graphic>
      </p:graphicFrame>
      <p:sp>
        <p:nvSpPr>
          <p:cNvPr id="88" name="Rectangle 87" hidden="1">
            <a:extLst>
              <a:ext uri="{FF2B5EF4-FFF2-40B4-BE49-F238E27FC236}">
                <a16:creationId xmlns:a16="http://schemas.microsoft.com/office/drawing/2014/main" id="{E8660C98-62A0-423C-8A5A-044FD3662E7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088" b="0" i="0" u="none" strike="noStrike" kern="1200" cap="none" spc="0" normalizeH="0" baseline="0" noProof="0">
              <a:ln>
                <a:noFill/>
              </a:ln>
              <a:solidFill>
                <a:prstClr val="white"/>
              </a:solidFill>
              <a:effectLst/>
              <a:uLnTx/>
              <a:uFillTx/>
              <a:latin typeface="Verdana"/>
              <a:ea typeface="+mn-ea"/>
              <a:cs typeface="+mn-cs"/>
            </a:endParaRPr>
          </a:p>
        </p:txBody>
      </p:sp>
      <p:sp>
        <p:nvSpPr>
          <p:cNvPr id="2" name="Rectangle 1" hidden="1">
            <a:extLst>
              <a:ext uri="{FF2B5EF4-FFF2-40B4-BE49-F238E27FC236}">
                <a16:creationId xmlns:a16="http://schemas.microsoft.com/office/drawing/2014/main" id="{2A521930-E564-4B05-B60F-B4D4B607A7F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Avenir Next LT Pro Light" panose="020B0304020202020204" pitchFamily="34" charset="0"/>
              <a:ea typeface="+mn-ea"/>
              <a:cs typeface="+mn-cs"/>
            </a:endParaRPr>
          </a:p>
        </p:txBody>
      </p:sp>
      <p:sp>
        <p:nvSpPr>
          <p:cNvPr id="33" name="Rectangle 32" hidden="1">
            <a:extLst>
              <a:ext uri="{FF2B5EF4-FFF2-40B4-BE49-F238E27FC236}">
                <a16:creationId xmlns:a16="http://schemas.microsoft.com/office/drawing/2014/main" id="{5CEEA709-822B-4D97-95B5-1E93A1A05919}"/>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54" name="Rectangle 53" hidden="1">
            <a:extLst>
              <a:ext uri="{FF2B5EF4-FFF2-40B4-BE49-F238E27FC236}">
                <a16:creationId xmlns:a16="http://schemas.microsoft.com/office/drawing/2014/main" id="{225F56F8-8BC1-48B6-BEFF-20E4914FDA4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58" name="Rectangle 57" hidden="1">
            <a:extLst>
              <a:ext uri="{FF2B5EF4-FFF2-40B4-BE49-F238E27FC236}">
                <a16:creationId xmlns:a16="http://schemas.microsoft.com/office/drawing/2014/main" id="{50C0A6EC-D618-4045-A144-16336B53AEFE}"/>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62" name="Rectangle 61" hidden="1">
            <a:extLst>
              <a:ext uri="{FF2B5EF4-FFF2-40B4-BE49-F238E27FC236}">
                <a16:creationId xmlns:a16="http://schemas.microsoft.com/office/drawing/2014/main" id="{8AC4DE8A-A90A-45C4-A128-6D6EC2EA41AF}"/>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123" name="Rectangle 122" hidden="1">
            <a:extLst>
              <a:ext uri="{FF2B5EF4-FFF2-40B4-BE49-F238E27FC236}">
                <a16:creationId xmlns:a16="http://schemas.microsoft.com/office/drawing/2014/main" id="{891D9B62-8447-4BF2-AAD5-EE8A0DC6CA59}"/>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154" name="Rectangle 153" hidden="1">
            <a:extLst>
              <a:ext uri="{FF2B5EF4-FFF2-40B4-BE49-F238E27FC236}">
                <a16:creationId xmlns:a16="http://schemas.microsoft.com/office/drawing/2014/main" id="{E6055FF4-59BE-4A31-A244-49C2AAC1E7B4}"/>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157" name="Rectangle 156" hidden="1">
            <a:extLst>
              <a:ext uri="{FF2B5EF4-FFF2-40B4-BE49-F238E27FC236}">
                <a16:creationId xmlns:a16="http://schemas.microsoft.com/office/drawing/2014/main" id="{79987C92-84CE-44DC-A97C-59F767A61EC1}"/>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361" name="Rectangle 360" hidden="1">
            <a:extLst>
              <a:ext uri="{FF2B5EF4-FFF2-40B4-BE49-F238E27FC236}">
                <a16:creationId xmlns:a16="http://schemas.microsoft.com/office/drawing/2014/main" id="{58D700BD-6F8F-4F7C-8892-9034C7A065B1}"/>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05" name="Rectangle 404" hidden="1">
            <a:extLst>
              <a:ext uri="{FF2B5EF4-FFF2-40B4-BE49-F238E27FC236}">
                <a16:creationId xmlns:a16="http://schemas.microsoft.com/office/drawing/2014/main" id="{0CEE0670-BDA8-4520-8F9D-5C046A637342}"/>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5" name="Rectangle 44" hidden="1">
            <a:extLst>
              <a:ext uri="{FF2B5EF4-FFF2-40B4-BE49-F238E27FC236}">
                <a16:creationId xmlns:a16="http://schemas.microsoft.com/office/drawing/2014/main" id="{767854C1-3E6E-4F2E-98B4-2A1F7DB28D5C}"/>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725"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219" name="Rectangle 218" hidden="1">
            <a:extLst>
              <a:ext uri="{FF2B5EF4-FFF2-40B4-BE49-F238E27FC236}">
                <a16:creationId xmlns:a16="http://schemas.microsoft.com/office/drawing/2014/main" id="{847846C5-C801-4BEE-9506-A16841F90D4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725" b="0" i="0" u="none" strike="noStrike" kern="1200" cap="none" spc="0" normalizeH="0" baseline="0" noProof="0">
              <a:ln>
                <a:noFill/>
              </a:ln>
              <a:solidFill>
                <a:prstClr val="white"/>
              </a:solidFill>
              <a:effectLst/>
              <a:uLnTx/>
              <a:uFillTx/>
              <a:latin typeface="Verdana"/>
              <a:ea typeface="+mn-ea"/>
              <a:cs typeface="+mn-cs"/>
            </a:endParaRPr>
          </a:p>
        </p:txBody>
      </p:sp>
      <p:sp>
        <p:nvSpPr>
          <p:cNvPr id="332" name="Rectangle 331" hidden="1">
            <a:extLst>
              <a:ext uri="{FF2B5EF4-FFF2-40B4-BE49-F238E27FC236}">
                <a16:creationId xmlns:a16="http://schemas.microsoft.com/office/drawing/2014/main" id="{B1BAC627-2155-4A3C-960D-101193C2287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088" b="0" i="0" u="none" strike="noStrike" kern="1200" cap="none" spc="0" normalizeH="0" baseline="0" noProof="0">
              <a:ln>
                <a:noFill/>
              </a:ln>
              <a:solidFill>
                <a:prstClr val="white"/>
              </a:solidFill>
              <a:effectLst/>
              <a:uLnTx/>
              <a:uFillTx/>
              <a:latin typeface="Verdana"/>
              <a:ea typeface="+mn-ea"/>
              <a:cs typeface="+mn-cs"/>
            </a:endParaRPr>
          </a:p>
        </p:txBody>
      </p:sp>
      <p:sp>
        <p:nvSpPr>
          <p:cNvPr id="532" name="Rectangle 531" hidden="1">
            <a:extLst>
              <a:ext uri="{FF2B5EF4-FFF2-40B4-BE49-F238E27FC236}">
                <a16:creationId xmlns:a16="http://schemas.microsoft.com/office/drawing/2014/main" id="{25F5028C-BFCA-4679-826B-D8FEBFE44C90}"/>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Avenir Next LT Pro Light" panose="020B0304020202020204" pitchFamily="34" charset="0"/>
              <a:ea typeface="+mn-ea"/>
              <a:cs typeface="+mn-cs"/>
            </a:endParaRPr>
          </a:p>
        </p:txBody>
      </p:sp>
      <p:sp>
        <p:nvSpPr>
          <p:cNvPr id="645" name="Rectangle 644" hidden="1">
            <a:extLst>
              <a:ext uri="{FF2B5EF4-FFF2-40B4-BE49-F238E27FC236}">
                <a16:creationId xmlns:a16="http://schemas.microsoft.com/office/drawing/2014/main" id="{E3C87C7A-307E-4E40-BF24-596ACA913F2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660" name="Rectangle 659" hidden="1">
            <a:extLst>
              <a:ext uri="{FF2B5EF4-FFF2-40B4-BE49-F238E27FC236}">
                <a16:creationId xmlns:a16="http://schemas.microsoft.com/office/drawing/2014/main" id="{2ECBF87A-E661-4272-A3A4-31486CCA0A14}"/>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0" name="Title 2">
            <a:extLst>
              <a:ext uri="{FF2B5EF4-FFF2-40B4-BE49-F238E27FC236}">
                <a16:creationId xmlns:a16="http://schemas.microsoft.com/office/drawing/2014/main" id="{4B8DEF8B-01E9-42C6-8321-05FF6A851792}"/>
              </a:ext>
            </a:extLst>
          </p:cNvPr>
          <p:cNvSpPr>
            <a:spLocks noGrp="1"/>
          </p:cNvSpPr>
          <p:nvPr>
            <p:ph type="title"/>
          </p:nvPr>
        </p:nvSpPr>
        <p:spPr>
          <a:xfrm>
            <a:off x="501652" y="317503"/>
            <a:ext cx="11162350" cy="334101"/>
          </a:xfrm>
        </p:spPr>
        <p:txBody>
          <a:bodyPr vert="horz"/>
          <a:lstStyle/>
          <a:p>
            <a:r>
              <a:rPr lang="en-US" sz="1814" b="1" dirty="0"/>
              <a:t>WBPDCL’s Weakness Analysis</a:t>
            </a:r>
          </a:p>
        </p:txBody>
      </p:sp>
      <p:sp>
        <p:nvSpPr>
          <p:cNvPr id="86" name="Rectangle 5">
            <a:extLst>
              <a:ext uri="{FF2B5EF4-FFF2-40B4-BE49-F238E27FC236}">
                <a16:creationId xmlns:a16="http://schemas.microsoft.com/office/drawing/2014/main" id="{22C95272-1E01-4CCD-B1BD-ADD77C9F5FF1}"/>
              </a:ext>
            </a:extLst>
          </p:cNvPr>
          <p:cNvSpPr/>
          <p:nvPr/>
        </p:nvSpPr>
        <p:spPr bwMode="gray">
          <a:xfrm flipV="1">
            <a:off x="501652" y="749093"/>
            <a:ext cx="11134484" cy="27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829178" rtl="0" eaLnBrk="1" fontAlgn="auto" latinLnBrk="0" hangingPunct="1">
              <a:lnSpc>
                <a:spcPct val="100000"/>
              </a:lnSpc>
              <a:spcBef>
                <a:spcPts val="0"/>
              </a:spcBef>
              <a:spcAft>
                <a:spcPts val="0"/>
              </a:spcAft>
              <a:buClrTx/>
              <a:buSzTx/>
              <a:buFontTx/>
              <a:buNone/>
              <a:tabLst/>
              <a:defRPr/>
            </a:pPr>
            <a:endParaRPr kumimoji="0" lang="en-US" sz="1451" b="0" i="0" u="none" strike="noStrike" kern="1200" cap="none" spc="0" normalizeH="0" baseline="0" noProof="0">
              <a:ln>
                <a:noFill/>
              </a:ln>
              <a:solidFill>
                <a:prstClr val="white"/>
              </a:solidFill>
              <a:effectLst/>
              <a:uLnTx/>
              <a:uFillTx/>
              <a:latin typeface="Verdana"/>
              <a:ea typeface="+mn-ea"/>
              <a:cs typeface="+mn-cs"/>
            </a:endParaRPr>
          </a:p>
        </p:txBody>
      </p:sp>
      <p:sp>
        <p:nvSpPr>
          <p:cNvPr id="87" name="TextBox 86">
            <a:extLst>
              <a:ext uri="{FF2B5EF4-FFF2-40B4-BE49-F238E27FC236}">
                <a16:creationId xmlns:a16="http://schemas.microsoft.com/office/drawing/2014/main" id="{B7636CD4-3E96-468B-86CB-C0A44FC480A3}"/>
              </a:ext>
            </a:extLst>
          </p:cNvPr>
          <p:cNvSpPr txBox="1"/>
          <p:nvPr/>
        </p:nvSpPr>
        <p:spPr>
          <a:xfrm>
            <a:off x="10200640" y="263311"/>
            <a:ext cx="1435496" cy="43088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2800" b="0" i="0" u="none" strike="noStrike" kern="1200" cap="none" spc="0" normalizeH="0" baseline="0" noProof="0">
                <a:ln>
                  <a:noFill/>
                </a:ln>
                <a:solidFill>
                  <a:srgbClr val="D0D0CE"/>
                </a:solidFill>
                <a:effectLst/>
                <a:uLnTx/>
                <a:uFillTx/>
                <a:latin typeface="Verdana"/>
                <a:ea typeface="+mn-ea"/>
                <a:cs typeface="+mn-cs"/>
              </a:rPr>
              <a:t>S</a:t>
            </a:r>
            <a:r>
              <a:rPr kumimoji="0" lang="en-US" sz="2800" b="0" i="0" u="none" strike="noStrike" kern="1200" cap="none" spc="0" normalizeH="0" baseline="0" noProof="0">
                <a:ln>
                  <a:noFill/>
                </a:ln>
                <a:solidFill>
                  <a:srgbClr val="86BC25"/>
                </a:solidFill>
                <a:effectLst/>
                <a:uLnTx/>
                <a:uFillTx/>
                <a:latin typeface="Verdana"/>
                <a:ea typeface="+mn-ea"/>
                <a:cs typeface="+mn-cs"/>
              </a:rPr>
              <a:t>W</a:t>
            </a:r>
            <a:r>
              <a:rPr kumimoji="0" lang="en-US" sz="2800" b="0" i="0" u="none" strike="noStrike" kern="1200" cap="none" spc="0" normalizeH="0" baseline="0" noProof="0">
                <a:ln>
                  <a:noFill/>
                </a:ln>
                <a:solidFill>
                  <a:srgbClr val="D0D0CE"/>
                </a:solidFill>
                <a:effectLst/>
                <a:uLnTx/>
                <a:uFillTx/>
                <a:latin typeface="Verdana"/>
                <a:ea typeface="+mn-ea"/>
                <a:cs typeface="+mn-cs"/>
              </a:rPr>
              <a:t>OT</a:t>
            </a:r>
          </a:p>
        </p:txBody>
      </p:sp>
      <p:sp>
        <p:nvSpPr>
          <p:cNvPr id="190" name="Rectangle 189">
            <a:extLst>
              <a:ext uri="{FF2B5EF4-FFF2-40B4-BE49-F238E27FC236}">
                <a16:creationId xmlns:a16="http://schemas.microsoft.com/office/drawing/2014/main" id="{A8D12629-8897-44DD-A832-F9449F948889}"/>
              </a:ext>
            </a:extLst>
          </p:cNvPr>
          <p:cNvSpPr/>
          <p:nvPr/>
        </p:nvSpPr>
        <p:spPr>
          <a:xfrm>
            <a:off x="4939080" y="937550"/>
            <a:ext cx="5261559" cy="646331"/>
          </a:xfrm>
          <a:prstGeom prst="rect">
            <a:avLst/>
          </a:prstGeom>
        </p:spPr>
        <p:txBody>
          <a:bodyPr wrap="square" lIns="0" tIns="0" rIns="0" bIns="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86BC25"/>
                </a:solidFill>
                <a:effectLst/>
                <a:uLnTx/>
                <a:uFillTx/>
                <a:latin typeface="Verdana"/>
                <a:ea typeface="+mn-ea"/>
                <a:cs typeface="+mn-cs"/>
              </a:rPr>
              <a:t>Lack of Portfolio Diversification: </a:t>
            </a:r>
            <a:r>
              <a:rPr kumimoji="0" lang="en-US" sz="1400" b="0" i="0" u="none" strike="noStrike" kern="1200" cap="none" spc="0" normalizeH="0" baseline="0" noProof="0" dirty="0">
                <a:ln>
                  <a:noFill/>
                </a:ln>
                <a:solidFill>
                  <a:prstClr val="black"/>
                </a:solidFill>
                <a:effectLst/>
                <a:uLnTx/>
                <a:uFillTx/>
                <a:latin typeface="Verdana"/>
                <a:ea typeface="+mn-ea"/>
                <a:cs typeface="+mn-cs"/>
              </a:rPr>
              <a:t>Barring a few small solar projects, almost entire power generation comes from Thermal assets only</a:t>
            </a:r>
            <a:endParaRPr kumimoji="0" lang="en-US" sz="1400" b="0" i="0" u="none" strike="noStrike" kern="1200" cap="none" spc="0" normalizeH="0" baseline="0" noProof="0" dirty="0">
              <a:ln>
                <a:noFill/>
              </a:ln>
              <a:solidFill>
                <a:prstClr val="white"/>
              </a:solidFill>
              <a:effectLst/>
              <a:uLnTx/>
              <a:uFillTx/>
              <a:latin typeface="Verdana"/>
              <a:ea typeface="+mn-ea"/>
              <a:cs typeface="+mn-cs"/>
            </a:endParaRPr>
          </a:p>
        </p:txBody>
      </p:sp>
      <p:sp>
        <p:nvSpPr>
          <p:cNvPr id="192" name="TextBox 191">
            <a:extLst>
              <a:ext uri="{FF2B5EF4-FFF2-40B4-BE49-F238E27FC236}">
                <a16:creationId xmlns:a16="http://schemas.microsoft.com/office/drawing/2014/main" id="{B320BB4F-DC16-4E52-A8A5-2BA2F6D385CF}"/>
              </a:ext>
            </a:extLst>
          </p:cNvPr>
          <p:cNvSpPr txBox="1"/>
          <p:nvPr/>
        </p:nvSpPr>
        <p:spPr>
          <a:xfrm>
            <a:off x="4937313" y="1846563"/>
            <a:ext cx="5261559" cy="1077218"/>
          </a:xfrm>
          <a:prstGeom prst="rect">
            <a:avLst/>
          </a:prstGeom>
          <a:noFill/>
        </p:spPr>
        <p:txBody>
          <a:bodyPr wrap="square" lIns="0" tIns="0" rIns="0" bIns="0" rtlCol="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12169"/>
                </a:solidFill>
                <a:effectLst/>
                <a:uLnTx/>
                <a:uFillTx/>
                <a:latin typeface="Verdana"/>
                <a:ea typeface="+mn-ea"/>
                <a:cs typeface="+mn-cs"/>
              </a:rPr>
              <a:t>Lack of Synergy in Asset Portfolio : </a:t>
            </a:r>
            <a:r>
              <a:rPr kumimoji="0" lang="en-US" sz="1400" b="0" i="0" u="none" strike="noStrike" kern="1200" cap="none" spc="0" normalizeH="0" baseline="0" noProof="0" dirty="0">
                <a:ln>
                  <a:noFill/>
                </a:ln>
                <a:solidFill>
                  <a:prstClr val="black"/>
                </a:solidFill>
                <a:effectLst/>
                <a:uLnTx/>
                <a:uFillTx/>
                <a:latin typeface="Verdana"/>
                <a:ea typeface="+mn-ea"/>
                <a:cs typeface="+mn-cs"/>
              </a:rPr>
              <a:t>Asset portfolio is multi tiered in terms of technology; thereby adding complexities limiting aspects of inventory pooling including likely dependence on multiple countries including China (</a:t>
            </a:r>
            <a:r>
              <a:rPr kumimoji="0" lang="en-US" sz="1400" b="0" i="0" u="none" strike="noStrike" kern="1200" cap="none" spc="0" normalizeH="0" baseline="0" noProof="0" dirty="0" err="1">
                <a:ln>
                  <a:noFill/>
                </a:ln>
                <a:solidFill>
                  <a:prstClr val="black"/>
                </a:solidFill>
                <a:effectLst/>
                <a:uLnTx/>
                <a:uFillTx/>
                <a:latin typeface="Verdana"/>
                <a:ea typeface="+mn-ea"/>
                <a:cs typeface="+mn-cs"/>
              </a:rPr>
              <a:t>Dongfang</a:t>
            </a:r>
            <a:r>
              <a:rPr kumimoji="0" lang="en-US" sz="1400" b="0" i="0" u="none" strike="noStrike" kern="1200" cap="none" spc="0" normalizeH="0" baseline="0" noProof="0" dirty="0">
                <a:ln>
                  <a:noFill/>
                </a:ln>
                <a:solidFill>
                  <a:prstClr val="black"/>
                </a:solidFill>
                <a:effectLst/>
                <a:uLnTx/>
                <a:uFillTx/>
                <a:latin typeface="Verdana"/>
                <a:ea typeface="+mn-ea"/>
                <a:cs typeface="+mn-cs"/>
              </a:rPr>
              <a:t> Electric)</a:t>
            </a:r>
          </a:p>
        </p:txBody>
      </p:sp>
      <p:sp>
        <p:nvSpPr>
          <p:cNvPr id="193" name="TextBox 192">
            <a:extLst>
              <a:ext uri="{FF2B5EF4-FFF2-40B4-BE49-F238E27FC236}">
                <a16:creationId xmlns:a16="http://schemas.microsoft.com/office/drawing/2014/main" id="{AD715ED6-E667-41BC-99E0-D234D495222C}"/>
              </a:ext>
            </a:extLst>
          </p:cNvPr>
          <p:cNvSpPr txBox="1"/>
          <p:nvPr/>
        </p:nvSpPr>
        <p:spPr>
          <a:xfrm>
            <a:off x="4911399" y="3090014"/>
            <a:ext cx="5261560" cy="1938992"/>
          </a:xfrm>
          <a:prstGeom prst="rect">
            <a:avLst/>
          </a:prstGeom>
          <a:noFill/>
        </p:spPr>
        <p:txBody>
          <a:bodyPr wrap="square" lIns="0" tIns="0" rIns="0" bIns="0" rtlCol="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46A38"/>
                </a:solidFill>
                <a:effectLst/>
                <a:uLnTx/>
                <a:uFillTx/>
                <a:latin typeface="Verdana"/>
                <a:ea typeface="+mn-ea"/>
                <a:cs typeface="+mn-cs"/>
              </a:rPr>
              <a:t>Regulatory disallowances owing to WBPDCL </a:t>
            </a:r>
            <a:r>
              <a:rPr kumimoji="0" lang="en-US" sz="1400" b="1" i="0" u="none" strike="noStrike" kern="1200" cap="none" spc="0" normalizeH="0" baseline="0" noProof="0" dirty="0" err="1">
                <a:ln>
                  <a:noFill/>
                </a:ln>
                <a:solidFill>
                  <a:srgbClr val="046A38"/>
                </a:solidFill>
                <a:effectLst/>
                <a:uLnTx/>
                <a:uFillTx/>
                <a:latin typeface="Verdana"/>
                <a:ea typeface="+mn-ea"/>
                <a:cs typeface="+mn-cs"/>
              </a:rPr>
              <a:t>pendencies</a:t>
            </a:r>
            <a:r>
              <a:rPr kumimoji="0" lang="en-US" sz="1400" b="1" i="0" u="none" strike="noStrike" kern="1200" cap="none" spc="0" normalizeH="0" baseline="0" noProof="0" dirty="0">
                <a:ln>
                  <a:noFill/>
                </a:ln>
                <a:solidFill>
                  <a:srgbClr val="046A38"/>
                </a:solidFill>
                <a:effectLst/>
                <a:uLnTx/>
                <a:uFillTx/>
                <a:latin typeface="Verdana"/>
                <a:ea typeface="+mn-ea"/>
                <a:cs typeface="+mn-cs"/>
              </a:rPr>
              <a:t>: </a:t>
            </a:r>
            <a:r>
              <a:rPr kumimoji="0" lang="en-US" sz="1400" b="0" i="0" u="none" strike="noStrike" kern="1200" cap="none" spc="0" normalizeH="0" baseline="0" noProof="0" dirty="0">
                <a:ln>
                  <a:noFill/>
                </a:ln>
                <a:solidFill>
                  <a:prstClr val="black"/>
                </a:solidFill>
                <a:effectLst/>
                <a:uLnTx/>
                <a:uFillTx/>
                <a:latin typeface="Verdana"/>
                <a:ea typeface="+mn-ea"/>
                <a:cs typeface="+mn-cs"/>
              </a:rPr>
              <a:t>Costs related to </a:t>
            </a:r>
            <a:r>
              <a:rPr kumimoji="0" lang="en-US" sz="1400" b="0" i="0" u="none" strike="noStrike" kern="1200" cap="none" spc="0" normalizeH="0" baseline="0" noProof="0" dirty="0" err="1">
                <a:ln>
                  <a:noFill/>
                </a:ln>
                <a:solidFill>
                  <a:prstClr val="black"/>
                </a:solidFill>
                <a:effectLst/>
                <a:uLnTx/>
                <a:uFillTx/>
                <a:latin typeface="Verdana"/>
                <a:ea typeface="+mn-ea"/>
                <a:cs typeface="+mn-cs"/>
              </a:rPr>
              <a:t>Santaldih</a:t>
            </a:r>
            <a:r>
              <a:rPr kumimoji="0" lang="en-US" sz="1400" b="0" i="0" u="none" strike="noStrike" kern="1200" cap="none" spc="0" normalizeH="0" baseline="0" noProof="0" dirty="0">
                <a:ln>
                  <a:noFill/>
                </a:ln>
                <a:solidFill>
                  <a:prstClr val="black"/>
                </a:solidFill>
                <a:effectLst/>
                <a:uLnTx/>
                <a:uFillTx/>
                <a:latin typeface="Verdana"/>
                <a:ea typeface="+mn-ea"/>
                <a:cs typeface="+mn-cs"/>
              </a:rPr>
              <a:t> transmission system have been withheld by WBERC  since Unit 5 and 6 were yet to be operationalized as per latest WBERC tariff order ; further as per WBERC, submission of final project cost for some units are still pending for which Commission has disallowed 5% project cost of associated units further impacting complete cost recovery of cost heads like depreciation and interest on borrowed capital</a:t>
            </a:r>
          </a:p>
        </p:txBody>
      </p:sp>
      <p:grpSp>
        <p:nvGrpSpPr>
          <p:cNvPr id="194" name="Group 193">
            <a:extLst>
              <a:ext uri="{FF2B5EF4-FFF2-40B4-BE49-F238E27FC236}">
                <a16:creationId xmlns:a16="http://schemas.microsoft.com/office/drawing/2014/main" id="{306CE81A-BB30-4D6D-A767-D37B0476A5D5}"/>
              </a:ext>
            </a:extLst>
          </p:cNvPr>
          <p:cNvGrpSpPr/>
          <p:nvPr/>
        </p:nvGrpSpPr>
        <p:grpSpPr>
          <a:xfrm>
            <a:off x="2441642" y="1221672"/>
            <a:ext cx="1337549" cy="1237797"/>
            <a:chOff x="4207048" y="2110398"/>
            <a:chExt cx="1337549" cy="694394"/>
          </a:xfrm>
        </p:grpSpPr>
        <p:cxnSp>
          <p:nvCxnSpPr>
            <p:cNvPr id="195" name="Straight Connector 194">
              <a:extLst>
                <a:ext uri="{FF2B5EF4-FFF2-40B4-BE49-F238E27FC236}">
                  <a16:creationId xmlns:a16="http://schemas.microsoft.com/office/drawing/2014/main" id="{CFF50F86-B267-4CBC-9F51-80FB2C324BBE}"/>
                </a:ext>
              </a:extLst>
            </p:cNvPr>
            <p:cNvCxnSpPr>
              <a:cxnSpLocks/>
            </p:cNvCxnSpPr>
            <p:nvPr/>
          </p:nvCxnSpPr>
          <p:spPr>
            <a:xfrm>
              <a:off x="4922598" y="2110398"/>
              <a:ext cx="621999" cy="0"/>
            </a:xfrm>
            <a:prstGeom prst="line">
              <a:avLst/>
            </a:prstGeom>
            <a:ln w="15875" cap="rnd">
              <a:solidFill>
                <a:schemeClr val="accent1"/>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0DB35CDB-C2D4-4026-96A6-5F73279BA2C0}"/>
                </a:ext>
              </a:extLst>
            </p:cNvPr>
            <p:cNvCxnSpPr>
              <a:cxnSpLocks/>
            </p:cNvCxnSpPr>
            <p:nvPr/>
          </p:nvCxnSpPr>
          <p:spPr>
            <a:xfrm flipH="1">
              <a:off x="4207048" y="2129350"/>
              <a:ext cx="696600" cy="675442"/>
            </a:xfrm>
            <a:prstGeom prst="line">
              <a:avLst/>
            </a:prstGeom>
            <a:ln w="15875" cap="rnd">
              <a:solidFill>
                <a:schemeClr val="accent1"/>
              </a:solidFill>
              <a:prstDash val="sysDot"/>
              <a:tailEnd type="oval"/>
            </a:ln>
          </p:spPr>
          <p:style>
            <a:lnRef idx="1">
              <a:schemeClr val="accent1"/>
            </a:lnRef>
            <a:fillRef idx="0">
              <a:schemeClr val="accent1"/>
            </a:fillRef>
            <a:effectRef idx="0">
              <a:schemeClr val="accent1"/>
            </a:effectRef>
            <a:fontRef idx="minor">
              <a:schemeClr val="tx1"/>
            </a:fontRef>
          </p:style>
        </p:cxnSp>
      </p:grpSp>
      <p:sp>
        <p:nvSpPr>
          <p:cNvPr id="197" name="Oval 196">
            <a:extLst>
              <a:ext uri="{FF2B5EF4-FFF2-40B4-BE49-F238E27FC236}">
                <a16:creationId xmlns:a16="http://schemas.microsoft.com/office/drawing/2014/main" id="{F5576147-1935-4F9E-85ED-7C4034E845DF}"/>
              </a:ext>
            </a:extLst>
          </p:cNvPr>
          <p:cNvSpPr/>
          <p:nvPr/>
        </p:nvSpPr>
        <p:spPr bwMode="gray">
          <a:xfrm>
            <a:off x="2318598" y="2350499"/>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198" name="Oval 197">
            <a:extLst>
              <a:ext uri="{FF2B5EF4-FFF2-40B4-BE49-F238E27FC236}">
                <a16:creationId xmlns:a16="http://schemas.microsoft.com/office/drawing/2014/main" id="{7A017F22-6A63-4C40-B759-B4D28F9E9CDC}"/>
              </a:ext>
            </a:extLst>
          </p:cNvPr>
          <p:cNvSpPr/>
          <p:nvPr/>
        </p:nvSpPr>
        <p:spPr bwMode="gray">
          <a:xfrm>
            <a:off x="2635120" y="3045356"/>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199" name="Oval 198">
            <a:extLst>
              <a:ext uri="{FF2B5EF4-FFF2-40B4-BE49-F238E27FC236}">
                <a16:creationId xmlns:a16="http://schemas.microsoft.com/office/drawing/2014/main" id="{19939D34-521C-45AD-AEA2-2F08513D8E4C}"/>
              </a:ext>
            </a:extLst>
          </p:cNvPr>
          <p:cNvSpPr/>
          <p:nvPr/>
        </p:nvSpPr>
        <p:spPr bwMode="gray">
          <a:xfrm>
            <a:off x="2699972" y="3913379"/>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200" name="Oval 199">
            <a:extLst>
              <a:ext uri="{FF2B5EF4-FFF2-40B4-BE49-F238E27FC236}">
                <a16:creationId xmlns:a16="http://schemas.microsoft.com/office/drawing/2014/main" id="{FF0CB30E-A22B-45E9-A937-A10291A79D7A}"/>
              </a:ext>
            </a:extLst>
          </p:cNvPr>
          <p:cNvSpPr/>
          <p:nvPr/>
        </p:nvSpPr>
        <p:spPr bwMode="gray">
          <a:xfrm>
            <a:off x="2356445" y="4586529"/>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cxnSp>
        <p:nvCxnSpPr>
          <p:cNvPr id="201" name="Straight Connector 200">
            <a:extLst>
              <a:ext uri="{FF2B5EF4-FFF2-40B4-BE49-F238E27FC236}">
                <a16:creationId xmlns:a16="http://schemas.microsoft.com/office/drawing/2014/main" id="{C8B92E33-A213-424A-B707-1FD1E0C6B452}"/>
              </a:ext>
            </a:extLst>
          </p:cNvPr>
          <p:cNvCxnSpPr>
            <a:cxnSpLocks/>
          </p:cNvCxnSpPr>
          <p:nvPr/>
        </p:nvCxnSpPr>
        <p:spPr>
          <a:xfrm>
            <a:off x="2814019" y="4030223"/>
            <a:ext cx="965172" cy="0"/>
          </a:xfrm>
          <a:prstGeom prst="line">
            <a:avLst/>
          </a:prstGeom>
          <a:ln w="15875" cap="rnd">
            <a:solidFill>
              <a:schemeClr val="accent2"/>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grpSp>
        <p:nvGrpSpPr>
          <p:cNvPr id="202" name="Group 201">
            <a:extLst>
              <a:ext uri="{FF2B5EF4-FFF2-40B4-BE49-F238E27FC236}">
                <a16:creationId xmlns:a16="http://schemas.microsoft.com/office/drawing/2014/main" id="{D6CAF463-15C7-43A3-8FB1-58FE5D415374}"/>
              </a:ext>
            </a:extLst>
          </p:cNvPr>
          <p:cNvGrpSpPr/>
          <p:nvPr/>
        </p:nvGrpSpPr>
        <p:grpSpPr>
          <a:xfrm>
            <a:off x="2757980" y="2458536"/>
            <a:ext cx="1021211" cy="694393"/>
            <a:chOff x="4523386" y="3151206"/>
            <a:chExt cx="1021211" cy="300631"/>
          </a:xfrm>
        </p:grpSpPr>
        <p:cxnSp>
          <p:nvCxnSpPr>
            <p:cNvPr id="203" name="Straight Connector 202">
              <a:extLst>
                <a:ext uri="{FF2B5EF4-FFF2-40B4-BE49-F238E27FC236}">
                  <a16:creationId xmlns:a16="http://schemas.microsoft.com/office/drawing/2014/main" id="{C3147AFE-E893-4EE5-AD2D-5D166417AF0C}"/>
                </a:ext>
              </a:extLst>
            </p:cNvPr>
            <p:cNvCxnSpPr>
              <a:cxnSpLocks/>
            </p:cNvCxnSpPr>
            <p:nvPr/>
          </p:nvCxnSpPr>
          <p:spPr>
            <a:xfrm>
              <a:off x="4922598" y="3151712"/>
              <a:ext cx="621999" cy="0"/>
            </a:xfrm>
            <a:prstGeom prst="line">
              <a:avLst/>
            </a:prstGeom>
            <a:ln w="15875" cap="rnd">
              <a:solidFill>
                <a:schemeClr val="accent4"/>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E67234A1-39C9-4189-8DFE-5A2BA4027C8E}"/>
                </a:ext>
              </a:extLst>
            </p:cNvPr>
            <p:cNvCxnSpPr>
              <a:cxnSpLocks/>
            </p:cNvCxnSpPr>
            <p:nvPr/>
          </p:nvCxnSpPr>
          <p:spPr>
            <a:xfrm flipH="1">
              <a:off x="4523386" y="3151206"/>
              <a:ext cx="371734" cy="300631"/>
            </a:xfrm>
            <a:prstGeom prst="line">
              <a:avLst/>
            </a:prstGeom>
            <a:ln w="15875" cap="rnd">
              <a:solidFill>
                <a:schemeClr val="accent4"/>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205" name="Group 204">
            <a:extLst>
              <a:ext uri="{FF2B5EF4-FFF2-40B4-BE49-F238E27FC236}">
                <a16:creationId xmlns:a16="http://schemas.microsoft.com/office/drawing/2014/main" id="{C14A2FE2-8F9F-4A4D-9E45-6A5C4F666431}"/>
              </a:ext>
            </a:extLst>
          </p:cNvPr>
          <p:cNvGrpSpPr/>
          <p:nvPr/>
        </p:nvGrpSpPr>
        <p:grpSpPr>
          <a:xfrm>
            <a:off x="2474642" y="4723684"/>
            <a:ext cx="1304549" cy="833991"/>
            <a:chOff x="4487991" y="4634811"/>
            <a:chExt cx="1056606" cy="391402"/>
          </a:xfrm>
        </p:grpSpPr>
        <p:cxnSp>
          <p:nvCxnSpPr>
            <p:cNvPr id="206" name="Straight Connector 205">
              <a:extLst>
                <a:ext uri="{FF2B5EF4-FFF2-40B4-BE49-F238E27FC236}">
                  <a16:creationId xmlns:a16="http://schemas.microsoft.com/office/drawing/2014/main" id="{996E55A5-94F6-4992-A1ED-FBCDBCE24299}"/>
                </a:ext>
              </a:extLst>
            </p:cNvPr>
            <p:cNvCxnSpPr>
              <a:cxnSpLocks/>
            </p:cNvCxnSpPr>
            <p:nvPr/>
          </p:nvCxnSpPr>
          <p:spPr>
            <a:xfrm>
              <a:off x="4922598" y="5026213"/>
              <a:ext cx="621999" cy="0"/>
            </a:xfrm>
            <a:prstGeom prst="line">
              <a:avLst/>
            </a:prstGeom>
            <a:ln w="15875" cap="rnd">
              <a:solidFill>
                <a:schemeClr val="accent3"/>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BE847FE4-1BED-4BF9-BC31-30501D04E9C4}"/>
                </a:ext>
              </a:extLst>
            </p:cNvPr>
            <p:cNvCxnSpPr>
              <a:cxnSpLocks/>
            </p:cNvCxnSpPr>
            <p:nvPr/>
          </p:nvCxnSpPr>
          <p:spPr>
            <a:xfrm flipH="1" flipV="1">
              <a:off x="4487991" y="4634811"/>
              <a:ext cx="419702" cy="391183"/>
            </a:xfrm>
            <a:prstGeom prst="line">
              <a:avLst/>
            </a:prstGeom>
            <a:ln w="15875" cap="rnd">
              <a:solidFill>
                <a:schemeClr val="accent3"/>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227" name="Group 226">
            <a:extLst>
              <a:ext uri="{FF2B5EF4-FFF2-40B4-BE49-F238E27FC236}">
                <a16:creationId xmlns:a16="http://schemas.microsoft.com/office/drawing/2014/main" id="{FF1BB642-19DC-4AE3-976B-79F2E0C3F7D9}"/>
              </a:ext>
            </a:extLst>
          </p:cNvPr>
          <p:cNvGrpSpPr/>
          <p:nvPr/>
        </p:nvGrpSpPr>
        <p:grpSpPr>
          <a:xfrm>
            <a:off x="393341" y="2529881"/>
            <a:ext cx="2286000" cy="2286000"/>
            <a:chOff x="380600" y="1693103"/>
            <a:chExt cx="4113462" cy="4088045"/>
          </a:xfrm>
        </p:grpSpPr>
        <p:sp>
          <p:nvSpPr>
            <p:cNvPr id="228" name="Arc 227">
              <a:extLst>
                <a:ext uri="{FF2B5EF4-FFF2-40B4-BE49-F238E27FC236}">
                  <a16:creationId xmlns:a16="http://schemas.microsoft.com/office/drawing/2014/main" id="{AA885104-79E8-4511-A716-CF1363BF1753}"/>
                </a:ext>
              </a:extLst>
            </p:cNvPr>
            <p:cNvSpPr/>
            <p:nvPr/>
          </p:nvSpPr>
          <p:spPr>
            <a:xfrm>
              <a:off x="380600" y="1693103"/>
              <a:ext cx="4088045" cy="4088045"/>
            </a:xfrm>
            <a:prstGeom prst="arc">
              <a:avLst>
                <a:gd name="adj1" fmla="val 16812435"/>
                <a:gd name="adj2" fmla="val 4781030"/>
              </a:avLst>
            </a:prstGeom>
            <a:ln w="25400" cap="rnd">
              <a:solidFill>
                <a:schemeClr val="accent6">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prstClr val="black"/>
                </a:solidFill>
                <a:effectLst/>
                <a:uLnTx/>
                <a:uFillTx/>
                <a:latin typeface="Verdana"/>
                <a:ea typeface="+mn-ea"/>
                <a:cs typeface="+mn-cs"/>
              </a:endParaRPr>
            </a:p>
          </p:txBody>
        </p:sp>
        <p:sp>
          <p:nvSpPr>
            <p:cNvPr id="229" name="Arc 228">
              <a:extLst>
                <a:ext uri="{FF2B5EF4-FFF2-40B4-BE49-F238E27FC236}">
                  <a16:creationId xmlns:a16="http://schemas.microsoft.com/office/drawing/2014/main" id="{679FE43F-B213-4A03-B0E2-4BA5A334536E}"/>
                </a:ext>
              </a:extLst>
            </p:cNvPr>
            <p:cNvSpPr/>
            <p:nvPr/>
          </p:nvSpPr>
          <p:spPr>
            <a:xfrm flipH="1">
              <a:off x="406017" y="1693103"/>
              <a:ext cx="4088045" cy="4088045"/>
            </a:xfrm>
            <a:prstGeom prst="arc">
              <a:avLst>
                <a:gd name="adj1" fmla="val 16812435"/>
                <a:gd name="adj2" fmla="val 4781841"/>
              </a:avLst>
            </a:prstGeom>
            <a:ln w="25400" cap="rnd">
              <a:solidFill>
                <a:schemeClr val="accent6">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prstClr val="black"/>
                </a:solidFill>
                <a:effectLst/>
                <a:uLnTx/>
                <a:uFillTx/>
                <a:latin typeface="Verdana"/>
                <a:ea typeface="+mn-ea"/>
                <a:cs typeface="+mn-cs"/>
              </a:endParaRPr>
            </a:p>
          </p:txBody>
        </p:sp>
        <p:sp>
          <p:nvSpPr>
            <p:cNvPr id="230" name="Oval 229">
              <a:extLst>
                <a:ext uri="{FF2B5EF4-FFF2-40B4-BE49-F238E27FC236}">
                  <a16:creationId xmlns:a16="http://schemas.microsoft.com/office/drawing/2014/main" id="{0293B6F1-4C0D-42E5-8583-B304AFE30516}"/>
                </a:ext>
              </a:extLst>
            </p:cNvPr>
            <p:cNvSpPr/>
            <p:nvPr/>
          </p:nvSpPr>
          <p:spPr bwMode="gray">
            <a:xfrm>
              <a:off x="618308" y="1899909"/>
              <a:ext cx="3674434" cy="3674434"/>
            </a:xfrm>
            <a:prstGeom prst="ellipse">
              <a:avLst/>
            </a:prstGeom>
            <a:noFill/>
            <a:ln w="19050" algn="ctr">
              <a:solidFill>
                <a:srgbClr val="046A38"/>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231" name="Oval 230">
              <a:extLst>
                <a:ext uri="{FF2B5EF4-FFF2-40B4-BE49-F238E27FC236}">
                  <a16:creationId xmlns:a16="http://schemas.microsoft.com/office/drawing/2014/main" id="{64DC720C-214F-4578-887E-A708E2361917}"/>
                </a:ext>
              </a:extLst>
            </p:cNvPr>
            <p:cNvSpPr/>
            <p:nvPr/>
          </p:nvSpPr>
          <p:spPr bwMode="gray">
            <a:xfrm>
              <a:off x="785328" y="2066929"/>
              <a:ext cx="3340395" cy="3340395"/>
            </a:xfrm>
            <a:prstGeom prst="ellipse">
              <a:avLst/>
            </a:prstGeom>
            <a:noFill/>
            <a:ln w="19050" algn="ctr">
              <a:solidFill>
                <a:srgbClr val="009A44"/>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232" name="Oval 231">
              <a:extLst>
                <a:ext uri="{FF2B5EF4-FFF2-40B4-BE49-F238E27FC236}">
                  <a16:creationId xmlns:a16="http://schemas.microsoft.com/office/drawing/2014/main" id="{CB125626-E6F0-4594-83BC-4A4116B13D16}"/>
                </a:ext>
              </a:extLst>
            </p:cNvPr>
            <p:cNvSpPr/>
            <p:nvPr/>
          </p:nvSpPr>
          <p:spPr bwMode="gray">
            <a:xfrm>
              <a:off x="937164" y="2218765"/>
              <a:ext cx="3036722" cy="3036722"/>
            </a:xfrm>
            <a:prstGeom prst="ellipse">
              <a:avLst/>
            </a:prstGeom>
            <a:noFill/>
            <a:ln w="19050" algn="ctr">
              <a:solidFill>
                <a:srgbClr val="009A44"/>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233" name="Oval 232">
              <a:extLst>
                <a:ext uri="{FF2B5EF4-FFF2-40B4-BE49-F238E27FC236}">
                  <a16:creationId xmlns:a16="http://schemas.microsoft.com/office/drawing/2014/main" id="{8AD7AB3B-588F-4A39-A1D3-36104650F19E}"/>
                </a:ext>
              </a:extLst>
            </p:cNvPr>
            <p:cNvSpPr/>
            <p:nvPr/>
          </p:nvSpPr>
          <p:spPr bwMode="gray">
            <a:xfrm>
              <a:off x="1075197" y="2356798"/>
              <a:ext cx="2760657" cy="2760657"/>
            </a:xfrm>
            <a:prstGeom prst="ellipse">
              <a:avLst/>
            </a:prstGeom>
            <a:noFill/>
            <a:ln w="19050" algn="ctr">
              <a:solidFill>
                <a:srgbClr val="43B02A"/>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grpSp>
      <p:grpSp>
        <p:nvGrpSpPr>
          <p:cNvPr id="237" name="Group 236">
            <a:extLst>
              <a:ext uri="{FF2B5EF4-FFF2-40B4-BE49-F238E27FC236}">
                <a16:creationId xmlns:a16="http://schemas.microsoft.com/office/drawing/2014/main" id="{2156C297-FCE6-4086-8E16-0AF30B350175}"/>
              </a:ext>
            </a:extLst>
          </p:cNvPr>
          <p:cNvGrpSpPr/>
          <p:nvPr/>
        </p:nvGrpSpPr>
        <p:grpSpPr>
          <a:xfrm>
            <a:off x="3296605" y="6438735"/>
            <a:ext cx="5871063" cy="365760"/>
            <a:chOff x="2789942" y="6324600"/>
            <a:chExt cx="5871063" cy="365760"/>
          </a:xfrm>
        </p:grpSpPr>
        <p:sp>
          <p:nvSpPr>
            <p:cNvPr id="238" name="Oval 237">
              <a:extLst>
                <a:ext uri="{FF2B5EF4-FFF2-40B4-BE49-F238E27FC236}">
                  <a16:creationId xmlns:a16="http://schemas.microsoft.com/office/drawing/2014/main" id="{28E27D51-FA6B-4A05-BFA2-48E75CE83C8E}"/>
                </a:ext>
              </a:extLst>
            </p:cNvPr>
            <p:cNvSpPr/>
            <p:nvPr/>
          </p:nvSpPr>
          <p:spPr bwMode="gray">
            <a:xfrm>
              <a:off x="4811486" y="6324600"/>
              <a:ext cx="365760" cy="365760"/>
            </a:xfrm>
            <a:prstGeom prst="ellipse">
              <a:avLst/>
            </a:prstGeom>
            <a:solidFill>
              <a:schemeClr val="accent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239" name="Oval 238">
              <a:extLst>
                <a:ext uri="{FF2B5EF4-FFF2-40B4-BE49-F238E27FC236}">
                  <a16:creationId xmlns:a16="http://schemas.microsoft.com/office/drawing/2014/main" id="{9DA9E60A-F1C5-48C2-BFEF-85F3F4089B62}"/>
                </a:ext>
              </a:extLst>
            </p:cNvPr>
            <p:cNvSpPr/>
            <p:nvPr/>
          </p:nvSpPr>
          <p:spPr bwMode="gray">
            <a:xfrm>
              <a:off x="6072053" y="6324600"/>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240" name="Oval 239">
              <a:extLst>
                <a:ext uri="{FF2B5EF4-FFF2-40B4-BE49-F238E27FC236}">
                  <a16:creationId xmlns:a16="http://schemas.microsoft.com/office/drawing/2014/main" id="{EAA2FF1D-1D0C-4A52-AE35-DADB210BBB7D}"/>
                </a:ext>
              </a:extLst>
            </p:cNvPr>
            <p:cNvSpPr/>
            <p:nvPr/>
          </p:nvSpPr>
          <p:spPr bwMode="gray">
            <a:xfrm>
              <a:off x="7405717" y="6324600"/>
              <a:ext cx="365760" cy="365760"/>
            </a:xfrm>
            <a:prstGeom prst="ellipse">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241" name="TextBox 240">
              <a:extLst>
                <a:ext uri="{FF2B5EF4-FFF2-40B4-BE49-F238E27FC236}">
                  <a16:creationId xmlns:a16="http://schemas.microsoft.com/office/drawing/2014/main" id="{0993172E-3E3C-4ABF-A862-35F9FF0C8622}"/>
                </a:ext>
              </a:extLst>
            </p:cNvPr>
            <p:cNvSpPr txBox="1"/>
            <p:nvPr/>
          </p:nvSpPr>
          <p:spPr>
            <a:xfrm>
              <a:off x="2789942" y="6442322"/>
              <a:ext cx="1698925"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1" u="none" strike="noStrike" kern="1200" cap="none" spc="0" normalizeH="0" baseline="0" noProof="0">
                  <a:ln>
                    <a:noFill/>
                  </a:ln>
                  <a:solidFill>
                    <a:srgbClr val="313131"/>
                  </a:solidFill>
                  <a:effectLst/>
                  <a:uLnTx/>
                  <a:uFillTx/>
                  <a:latin typeface="Verdana"/>
                  <a:ea typeface="+mn-ea"/>
                  <a:cs typeface="+mn-cs"/>
                </a:rPr>
                <a:t>Impact on Business</a:t>
              </a:r>
            </a:p>
          </p:txBody>
        </p:sp>
        <p:sp>
          <p:nvSpPr>
            <p:cNvPr id="242" name="TextBox 241">
              <a:extLst>
                <a:ext uri="{FF2B5EF4-FFF2-40B4-BE49-F238E27FC236}">
                  <a16:creationId xmlns:a16="http://schemas.microsoft.com/office/drawing/2014/main" id="{FE2CBA06-2998-4D11-999C-A18DFD5ABD2C}"/>
                </a:ext>
              </a:extLst>
            </p:cNvPr>
            <p:cNvSpPr txBox="1"/>
            <p:nvPr/>
          </p:nvSpPr>
          <p:spPr>
            <a:xfrm>
              <a:off x="5247379" y="6420550"/>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dirty="0">
                  <a:ln>
                    <a:noFill/>
                  </a:ln>
                  <a:solidFill>
                    <a:srgbClr val="313131"/>
                  </a:solidFill>
                  <a:effectLst/>
                  <a:uLnTx/>
                  <a:uFillTx/>
                  <a:latin typeface="Verdana"/>
                  <a:ea typeface="+mn-ea"/>
                  <a:cs typeface="+mn-cs"/>
                </a:rPr>
                <a:t>Low</a:t>
              </a:r>
            </a:p>
          </p:txBody>
        </p:sp>
        <p:sp>
          <p:nvSpPr>
            <p:cNvPr id="243" name="TextBox 242">
              <a:extLst>
                <a:ext uri="{FF2B5EF4-FFF2-40B4-BE49-F238E27FC236}">
                  <a16:creationId xmlns:a16="http://schemas.microsoft.com/office/drawing/2014/main" id="{79A31EE6-0BAD-45DF-B8AE-3F49F791B41C}"/>
                </a:ext>
              </a:extLst>
            </p:cNvPr>
            <p:cNvSpPr txBox="1"/>
            <p:nvPr/>
          </p:nvSpPr>
          <p:spPr>
            <a:xfrm>
              <a:off x="6537499" y="6412891"/>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Verdana"/>
                  <a:ea typeface="+mn-ea"/>
                  <a:cs typeface="+mn-cs"/>
                </a:rPr>
                <a:t>Medium</a:t>
              </a:r>
            </a:p>
          </p:txBody>
        </p:sp>
        <p:sp>
          <p:nvSpPr>
            <p:cNvPr id="244" name="TextBox 243">
              <a:extLst>
                <a:ext uri="{FF2B5EF4-FFF2-40B4-BE49-F238E27FC236}">
                  <a16:creationId xmlns:a16="http://schemas.microsoft.com/office/drawing/2014/main" id="{392B4C74-5045-479F-8D0E-8356731318D5}"/>
                </a:ext>
              </a:extLst>
            </p:cNvPr>
            <p:cNvSpPr txBox="1"/>
            <p:nvPr/>
          </p:nvSpPr>
          <p:spPr>
            <a:xfrm>
              <a:off x="7899005" y="6412891"/>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dirty="0">
                  <a:ln>
                    <a:noFill/>
                  </a:ln>
                  <a:solidFill>
                    <a:srgbClr val="313131"/>
                  </a:solidFill>
                  <a:effectLst/>
                  <a:uLnTx/>
                  <a:uFillTx/>
                  <a:latin typeface="Verdana"/>
                  <a:ea typeface="+mn-ea"/>
                  <a:cs typeface="+mn-cs"/>
                </a:rPr>
                <a:t>High</a:t>
              </a:r>
            </a:p>
          </p:txBody>
        </p:sp>
      </p:grpSp>
      <p:grpSp>
        <p:nvGrpSpPr>
          <p:cNvPr id="245" name="Graphic 4">
            <a:extLst>
              <a:ext uri="{FF2B5EF4-FFF2-40B4-BE49-F238E27FC236}">
                <a16:creationId xmlns:a16="http://schemas.microsoft.com/office/drawing/2014/main" id="{91FDEF59-EBC7-4D73-9D96-38B3E978C2B3}"/>
              </a:ext>
            </a:extLst>
          </p:cNvPr>
          <p:cNvGrpSpPr/>
          <p:nvPr/>
        </p:nvGrpSpPr>
        <p:grpSpPr>
          <a:xfrm>
            <a:off x="3953286" y="3668345"/>
            <a:ext cx="545289" cy="554513"/>
            <a:chOff x="10324860" y="2855717"/>
            <a:chExt cx="361674" cy="361333"/>
          </a:xfrm>
          <a:solidFill>
            <a:schemeClr val="accent2"/>
          </a:solidFill>
        </p:grpSpPr>
        <p:sp>
          <p:nvSpPr>
            <p:cNvPr id="246" name="Graphic 4">
              <a:extLst>
                <a:ext uri="{FF2B5EF4-FFF2-40B4-BE49-F238E27FC236}">
                  <a16:creationId xmlns:a16="http://schemas.microsoft.com/office/drawing/2014/main" id="{1A5729A5-675B-46DD-8722-089BAEDB005E}"/>
                </a:ext>
              </a:extLst>
            </p:cNvPr>
            <p:cNvSpPr/>
            <p:nvPr/>
          </p:nvSpPr>
          <p:spPr>
            <a:xfrm>
              <a:off x="10407290" y="3008933"/>
              <a:ext cx="23643" cy="23620"/>
            </a:xfrm>
            <a:custGeom>
              <a:avLst/>
              <a:gdLst>
                <a:gd name="connsiteX0" fmla="*/ 23643 w 23643"/>
                <a:gd name="connsiteY0" fmla="*/ 0 h 23620"/>
                <a:gd name="connsiteX1" fmla="*/ 0 w 23643"/>
                <a:gd name="connsiteY1" fmla="*/ 0 h 23620"/>
                <a:gd name="connsiteX2" fmla="*/ 0 w 23643"/>
                <a:gd name="connsiteY2" fmla="*/ 23621 h 23620"/>
                <a:gd name="connsiteX3" fmla="*/ 23643 w 23643"/>
                <a:gd name="connsiteY3" fmla="*/ 0 h 23620"/>
              </a:gdLst>
              <a:ahLst/>
              <a:cxnLst>
                <a:cxn ang="0">
                  <a:pos x="connsiteX0" y="connsiteY0"/>
                </a:cxn>
                <a:cxn ang="0">
                  <a:pos x="connsiteX1" y="connsiteY1"/>
                </a:cxn>
                <a:cxn ang="0">
                  <a:pos x="connsiteX2" y="connsiteY2"/>
                </a:cxn>
                <a:cxn ang="0">
                  <a:pos x="connsiteX3" y="connsiteY3"/>
                </a:cxn>
              </a:cxnLst>
              <a:rect l="l" t="t" r="r" b="b"/>
              <a:pathLst>
                <a:path w="23643" h="23620">
                  <a:moveTo>
                    <a:pt x="23643" y="0"/>
                  </a:moveTo>
                  <a:lnTo>
                    <a:pt x="0" y="0"/>
                  </a:lnTo>
                  <a:lnTo>
                    <a:pt x="0" y="23621"/>
                  </a:lnTo>
                  <a:cubicBezTo>
                    <a:pt x="11502" y="21067"/>
                    <a:pt x="21087" y="12130"/>
                    <a:pt x="23643" y="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247" name="Graphic 4">
              <a:extLst>
                <a:ext uri="{FF2B5EF4-FFF2-40B4-BE49-F238E27FC236}">
                  <a16:creationId xmlns:a16="http://schemas.microsoft.com/office/drawing/2014/main" id="{2A82FD18-5340-4910-8DD9-8F4D66C34076}"/>
                </a:ext>
              </a:extLst>
            </p:cNvPr>
            <p:cNvSpPr/>
            <p:nvPr/>
          </p:nvSpPr>
          <p:spPr>
            <a:xfrm>
              <a:off x="10550425" y="3009571"/>
              <a:ext cx="23003" cy="22982"/>
            </a:xfrm>
            <a:custGeom>
              <a:avLst/>
              <a:gdLst>
                <a:gd name="connsiteX0" fmla="*/ 23004 w 23003"/>
                <a:gd name="connsiteY0" fmla="*/ 22982 h 22982"/>
                <a:gd name="connsiteX1" fmla="*/ 23004 w 23003"/>
                <a:gd name="connsiteY1" fmla="*/ 0 h 22982"/>
                <a:gd name="connsiteX2" fmla="*/ 0 w 23003"/>
                <a:gd name="connsiteY2" fmla="*/ 0 h 22982"/>
                <a:gd name="connsiteX3" fmla="*/ 23004 w 23003"/>
                <a:gd name="connsiteY3" fmla="*/ 22982 h 22982"/>
              </a:gdLst>
              <a:ahLst/>
              <a:cxnLst>
                <a:cxn ang="0">
                  <a:pos x="connsiteX0" y="connsiteY0"/>
                </a:cxn>
                <a:cxn ang="0">
                  <a:pos x="connsiteX1" y="connsiteY1"/>
                </a:cxn>
                <a:cxn ang="0">
                  <a:pos x="connsiteX2" y="connsiteY2"/>
                </a:cxn>
                <a:cxn ang="0">
                  <a:pos x="connsiteX3" y="connsiteY3"/>
                </a:cxn>
              </a:cxnLst>
              <a:rect l="l" t="t" r="r" b="b"/>
              <a:pathLst>
                <a:path w="23003" h="22982">
                  <a:moveTo>
                    <a:pt x="23004" y="22982"/>
                  </a:moveTo>
                  <a:lnTo>
                    <a:pt x="23004" y="0"/>
                  </a:lnTo>
                  <a:lnTo>
                    <a:pt x="0" y="0"/>
                  </a:lnTo>
                  <a:cubicBezTo>
                    <a:pt x="2556" y="11491"/>
                    <a:pt x="11502" y="20429"/>
                    <a:pt x="23004" y="229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248" name="Graphic 4">
              <a:extLst>
                <a:ext uri="{FF2B5EF4-FFF2-40B4-BE49-F238E27FC236}">
                  <a16:creationId xmlns:a16="http://schemas.microsoft.com/office/drawing/2014/main" id="{5ACAD9F1-E03D-450C-8B93-1E89EFA5F0FE}"/>
                </a:ext>
              </a:extLst>
            </p:cNvPr>
            <p:cNvSpPr/>
            <p:nvPr/>
          </p:nvSpPr>
          <p:spPr>
            <a:xfrm>
              <a:off x="10406651" y="3008933"/>
              <a:ext cx="166777" cy="86183"/>
            </a:xfrm>
            <a:custGeom>
              <a:avLst/>
              <a:gdLst>
                <a:gd name="connsiteX0" fmla="*/ 0 w 166777"/>
                <a:gd name="connsiteY0" fmla="*/ 36389 h 86183"/>
                <a:gd name="connsiteX1" fmla="*/ 0 w 166777"/>
                <a:gd name="connsiteY1" fmla="*/ 49795 h 86183"/>
                <a:gd name="connsiteX2" fmla="*/ 36423 w 166777"/>
                <a:gd name="connsiteY2" fmla="*/ 86184 h 86183"/>
                <a:gd name="connsiteX3" fmla="*/ 129716 w 166777"/>
                <a:gd name="connsiteY3" fmla="*/ 86184 h 86183"/>
                <a:gd name="connsiteX4" fmla="*/ 166777 w 166777"/>
                <a:gd name="connsiteY4" fmla="*/ 49795 h 86183"/>
                <a:gd name="connsiteX5" fmla="*/ 166777 w 166777"/>
                <a:gd name="connsiteY5" fmla="*/ 36389 h 86183"/>
                <a:gd name="connsiteX6" fmla="*/ 130355 w 166777"/>
                <a:gd name="connsiteY6" fmla="*/ 0 h 86183"/>
                <a:gd name="connsiteX7" fmla="*/ 36423 w 166777"/>
                <a:gd name="connsiteY7" fmla="*/ 0 h 86183"/>
                <a:gd name="connsiteX8" fmla="*/ 0 w 166777"/>
                <a:gd name="connsiteY8" fmla="*/ 36389 h 86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777" h="86183">
                  <a:moveTo>
                    <a:pt x="0" y="36389"/>
                  </a:moveTo>
                  <a:lnTo>
                    <a:pt x="0" y="49795"/>
                  </a:lnTo>
                  <a:cubicBezTo>
                    <a:pt x="18531" y="52349"/>
                    <a:pt x="33228" y="67032"/>
                    <a:pt x="36423" y="86184"/>
                  </a:cubicBezTo>
                  <a:lnTo>
                    <a:pt x="129716" y="86184"/>
                  </a:lnTo>
                  <a:cubicBezTo>
                    <a:pt x="132272" y="67032"/>
                    <a:pt x="147607" y="52349"/>
                    <a:pt x="166777" y="49795"/>
                  </a:cubicBezTo>
                  <a:lnTo>
                    <a:pt x="166777" y="36389"/>
                  </a:lnTo>
                  <a:cubicBezTo>
                    <a:pt x="148247" y="33835"/>
                    <a:pt x="133550" y="19152"/>
                    <a:pt x="130355" y="0"/>
                  </a:cubicBezTo>
                  <a:lnTo>
                    <a:pt x="36423" y="0"/>
                  </a:lnTo>
                  <a:cubicBezTo>
                    <a:pt x="34506" y="19152"/>
                    <a:pt x="19170" y="33835"/>
                    <a:pt x="0" y="36389"/>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249" name="Graphic 4">
              <a:extLst>
                <a:ext uri="{FF2B5EF4-FFF2-40B4-BE49-F238E27FC236}">
                  <a16:creationId xmlns:a16="http://schemas.microsoft.com/office/drawing/2014/main" id="{24CB7342-F9A3-4EC3-A155-1706D52F491D}"/>
                </a:ext>
              </a:extLst>
            </p:cNvPr>
            <p:cNvSpPr/>
            <p:nvPr/>
          </p:nvSpPr>
          <p:spPr>
            <a:xfrm>
              <a:off x="10406651" y="3072134"/>
              <a:ext cx="23003" cy="22982"/>
            </a:xfrm>
            <a:custGeom>
              <a:avLst/>
              <a:gdLst>
                <a:gd name="connsiteX0" fmla="*/ 0 w 23003"/>
                <a:gd name="connsiteY0" fmla="*/ 0 h 22982"/>
                <a:gd name="connsiteX1" fmla="*/ 0 w 23003"/>
                <a:gd name="connsiteY1" fmla="*/ 22982 h 22982"/>
                <a:gd name="connsiteX2" fmla="*/ 23004 w 23003"/>
                <a:gd name="connsiteY2" fmla="*/ 22982 h 22982"/>
                <a:gd name="connsiteX3" fmla="*/ 0 w 23003"/>
                <a:gd name="connsiteY3" fmla="*/ 0 h 22982"/>
              </a:gdLst>
              <a:ahLst/>
              <a:cxnLst>
                <a:cxn ang="0">
                  <a:pos x="connsiteX0" y="connsiteY0"/>
                </a:cxn>
                <a:cxn ang="0">
                  <a:pos x="connsiteX1" y="connsiteY1"/>
                </a:cxn>
                <a:cxn ang="0">
                  <a:pos x="connsiteX2" y="connsiteY2"/>
                </a:cxn>
                <a:cxn ang="0">
                  <a:pos x="connsiteX3" y="connsiteY3"/>
                </a:cxn>
              </a:cxnLst>
              <a:rect l="l" t="t" r="r" b="b"/>
              <a:pathLst>
                <a:path w="23003" h="22982">
                  <a:moveTo>
                    <a:pt x="0" y="0"/>
                  </a:moveTo>
                  <a:lnTo>
                    <a:pt x="0" y="22982"/>
                  </a:lnTo>
                  <a:lnTo>
                    <a:pt x="23004" y="22982"/>
                  </a:lnTo>
                  <a:cubicBezTo>
                    <a:pt x="21087" y="11491"/>
                    <a:pt x="12141" y="1915"/>
                    <a:pt x="0" y="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250" name="Graphic 4">
              <a:extLst>
                <a:ext uri="{FF2B5EF4-FFF2-40B4-BE49-F238E27FC236}">
                  <a16:creationId xmlns:a16="http://schemas.microsoft.com/office/drawing/2014/main" id="{EDE4DAB9-3774-4EB0-9CB5-34ACF6A9A9E3}"/>
                </a:ext>
              </a:extLst>
            </p:cNvPr>
            <p:cNvSpPr/>
            <p:nvPr/>
          </p:nvSpPr>
          <p:spPr>
            <a:xfrm>
              <a:off x="10549786" y="3071496"/>
              <a:ext cx="23642" cy="23620"/>
            </a:xfrm>
            <a:custGeom>
              <a:avLst/>
              <a:gdLst>
                <a:gd name="connsiteX0" fmla="*/ 0 w 23642"/>
                <a:gd name="connsiteY0" fmla="*/ 23621 h 23620"/>
                <a:gd name="connsiteX1" fmla="*/ 23642 w 23642"/>
                <a:gd name="connsiteY1" fmla="*/ 23621 h 23620"/>
                <a:gd name="connsiteX2" fmla="*/ 23642 w 23642"/>
                <a:gd name="connsiteY2" fmla="*/ 0 h 23620"/>
                <a:gd name="connsiteX3" fmla="*/ 0 w 23642"/>
                <a:gd name="connsiteY3" fmla="*/ 23621 h 23620"/>
              </a:gdLst>
              <a:ahLst/>
              <a:cxnLst>
                <a:cxn ang="0">
                  <a:pos x="connsiteX0" y="connsiteY0"/>
                </a:cxn>
                <a:cxn ang="0">
                  <a:pos x="connsiteX1" y="connsiteY1"/>
                </a:cxn>
                <a:cxn ang="0">
                  <a:pos x="connsiteX2" y="connsiteY2"/>
                </a:cxn>
                <a:cxn ang="0">
                  <a:pos x="connsiteX3" y="connsiteY3"/>
                </a:cxn>
              </a:cxnLst>
              <a:rect l="l" t="t" r="r" b="b"/>
              <a:pathLst>
                <a:path w="23642" h="23620">
                  <a:moveTo>
                    <a:pt x="0" y="23621"/>
                  </a:moveTo>
                  <a:lnTo>
                    <a:pt x="23642" y="23621"/>
                  </a:lnTo>
                  <a:lnTo>
                    <a:pt x="23642" y="0"/>
                  </a:lnTo>
                  <a:cubicBezTo>
                    <a:pt x="12141" y="2554"/>
                    <a:pt x="2556" y="11491"/>
                    <a:pt x="0" y="23621"/>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251" name="Graphic 4">
              <a:extLst>
                <a:ext uri="{FF2B5EF4-FFF2-40B4-BE49-F238E27FC236}">
                  <a16:creationId xmlns:a16="http://schemas.microsoft.com/office/drawing/2014/main" id="{21D47714-857E-4B05-A1DE-9D7BFE6C6AE0}"/>
                </a:ext>
              </a:extLst>
            </p:cNvPr>
            <p:cNvSpPr/>
            <p:nvPr/>
          </p:nvSpPr>
          <p:spPr>
            <a:xfrm>
              <a:off x="10438601" y="2977013"/>
              <a:ext cx="166777" cy="86183"/>
            </a:xfrm>
            <a:custGeom>
              <a:avLst/>
              <a:gdLst>
                <a:gd name="connsiteX0" fmla="*/ 0 w 166777"/>
                <a:gd name="connsiteY0" fmla="*/ 19152 h 86183"/>
                <a:gd name="connsiteX1" fmla="*/ 141857 w 166777"/>
                <a:gd name="connsiteY1" fmla="*/ 19152 h 86183"/>
                <a:gd name="connsiteX2" fmla="*/ 148247 w 166777"/>
                <a:gd name="connsiteY2" fmla="*/ 25536 h 86183"/>
                <a:gd name="connsiteX3" fmla="*/ 148247 w 166777"/>
                <a:gd name="connsiteY3" fmla="*/ 86184 h 86183"/>
                <a:gd name="connsiteX4" fmla="*/ 166777 w 166777"/>
                <a:gd name="connsiteY4" fmla="*/ 86184 h 86183"/>
                <a:gd name="connsiteX5" fmla="*/ 166777 w 166777"/>
                <a:gd name="connsiteY5" fmla="*/ 0 h 86183"/>
                <a:gd name="connsiteX6" fmla="*/ 0 w 166777"/>
                <a:gd name="connsiteY6" fmla="*/ 0 h 86183"/>
                <a:gd name="connsiteX7" fmla="*/ 0 w 166777"/>
                <a:gd name="connsiteY7" fmla="*/ 19152 h 86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777" h="86183">
                  <a:moveTo>
                    <a:pt x="0" y="19152"/>
                  </a:moveTo>
                  <a:lnTo>
                    <a:pt x="141857" y="19152"/>
                  </a:lnTo>
                  <a:cubicBezTo>
                    <a:pt x="145691" y="19152"/>
                    <a:pt x="148247" y="21706"/>
                    <a:pt x="148247" y="25536"/>
                  </a:cubicBezTo>
                  <a:lnTo>
                    <a:pt x="148247" y="86184"/>
                  </a:lnTo>
                  <a:lnTo>
                    <a:pt x="166777" y="86184"/>
                  </a:lnTo>
                  <a:lnTo>
                    <a:pt x="166777" y="0"/>
                  </a:lnTo>
                  <a:lnTo>
                    <a:pt x="0" y="0"/>
                  </a:lnTo>
                  <a:lnTo>
                    <a:pt x="0" y="19152"/>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252" name="Graphic 4">
              <a:extLst>
                <a:ext uri="{FF2B5EF4-FFF2-40B4-BE49-F238E27FC236}">
                  <a16:creationId xmlns:a16="http://schemas.microsoft.com/office/drawing/2014/main" id="{B7762212-B0BA-4788-8624-BC55F9D5927C}"/>
                </a:ext>
              </a:extLst>
            </p:cNvPr>
            <p:cNvSpPr/>
            <p:nvPr/>
          </p:nvSpPr>
          <p:spPr>
            <a:xfrm>
              <a:off x="10324860" y="2855717"/>
              <a:ext cx="361674" cy="361333"/>
            </a:xfrm>
            <a:custGeom>
              <a:avLst/>
              <a:gdLst>
                <a:gd name="connsiteX0" fmla="*/ 180835 w 361674"/>
                <a:gd name="connsiteY0" fmla="*/ 0 h 361333"/>
                <a:gd name="connsiteX1" fmla="*/ 0 w 361674"/>
                <a:gd name="connsiteY1" fmla="*/ 180667 h 361333"/>
                <a:gd name="connsiteX2" fmla="*/ 180835 w 361674"/>
                <a:gd name="connsiteY2" fmla="*/ 361333 h 361333"/>
                <a:gd name="connsiteX3" fmla="*/ 361670 w 361674"/>
                <a:gd name="connsiteY3" fmla="*/ 180667 h 361333"/>
                <a:gd name="connsiteX4" fmla="*/ 180835 w 361674"/>
                <a:gd name="connsiteY4" fmla="*/ 0 h 361333"/>
                <a:gd name="connsiteX5" fmla="*/ 293298 w 361674"/>
                <a:gd name="connsiteY5" fmla="*/ 214502 h 361333"/>
                <a:gd name="connsiteX6" fmla="*/ 286908 w 361674"/>
                <a:gd name="connsiteY6" fmla="*/ 220886 h 361333"/>
                <a:gd name="connsiteX7" fmla="*/ 261987 w 361674"/>
                <a:gd name="connsiteY7" fmla="*/ 220886 h 361333"/>
                <a:gd name="connsiteX8" fmla="*/ 261987 w 361674"/>
                <a:gd name="connsiteY8" fmla="*/ 245783 h 361333"/>
                <a:gd name="connsiteX9" fmla="*/ 255597 w 361674"/>
                <a:gd name="connsiteY9" fmla="*/ 252167 h 361333"/>
                <a:gd name="connsiteX10" fmla="*/ 76040 w 361674"/>
                <a:gd name="connsiteY10" fmla="*/ 252167 h 361333"/>
                <a:gd name="connsiteX11" fmla="*/ 69650 w 361674"/>
                <a:gd name="connsiteY11" fmla="*/ 245783 h 361333"/>
                <a:gd name="connsiteX12" fmla="*/ 69650 w 361674"/>
                <a:gd name="connsiteY12" fmla="*/ 146832 h 361333"/>
                <a:gd name="connsiteX13" fmla="*/ 76040 w 361674"/>
                <a:gd name="connsiteY13" fmla="*/ 140448 h 361333"/>
                <a:gd name="connsiteX14" fmla="*/ 100961 w 361674"/>
                <a:gd name="connsiteY14" fmla="*/ 140448 h 361333"/>
                <a:gd name="connsiteX15" fmla="*/ 100961 w 361674"/>
                <a:gd name="connsiteY15" fmla="*/ 115550 h 361333"/>
                <a:gd name="connsiteX16" fmla="*/ 107350 w 361674"/>
                <a:gd name="connsiteY16" fmla="*/ 109166 h 361333"/>
                <a:gd name="connsiteX17" fmla="*/ 286908 w 361674"/>
                <a:gd name="connsiteY17" fmla="*/ 109166 h 361333"/>
                <a:gd name="connsiteX18" fmla="*/ 293298 w 361674"/>
                <a:gd name="connsiteY18" fmla="*/ 115550 h 361333"/>
                <a:gd name="connsiteX19" fmla="*/ 293298 w 361674"/>
                <a:gd name="connsiteY19" fmla="*/ 214502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61674" h="361333">
                  <a:moveTo>
                    <a:pt x="180835" y="0"/>
                  </a:moveTo>
                  <a:cubicBezTo>
                    <a:pt x="80513" y="0"/>
                    <a:pt x="0" y="81076"/>
                    <a:pt x="0" y="180667"/>
                  </a:cubicBezTo>
                  <a:cubicBezTo>
                    <a:pt x="0" y="280895"/>
                    <a:pt x="81152" y="361333"/>
                    <a:pt x="180835" y="361333"/>
                  </a:cubicBezTo>
                  <a:cubicBezTo>
                    <a:pt x="280518" y="361333"/>
                    <a:pt x="361670" y="280257"/>
                    <a:pt x="361670" y="180667"/>
                  </a:cubicBezTo>
                  <a:cubicBezTo>
                    <a:pt x="362309" y="80438"/>
                    <a:pt x="281157" y="0"/>
                    <a:pt x="180835" y="0"/>
                  </a:cubicBezTo>
                  <a:close/>
                  <a:moveTo>
                    <a:pt x="293298" y="214502"/>
                  </a:moveTo>
                  <a:cubicBezTo>
                    <a:pt x="293298" y="218332"/>
                    <a:pt x="290742" y="220886"/>
                    <a:pt x="286908" y="220886"/>
                  </a:cubicBezTo>
                  <a:lnTo>
                    <a:pt x="261987" y="220886"/>
                  </a:lnTo>
                  <a:lnTo>
                    <a:pt x="261987" y="245783"/>
                  </a:lnTo>
                  <a:cubicBezTo>
                    <a:pt x="261987" y="249614"/>
                    <a:pt x="259431" y="252167"/>
                    <a:pt x="255597" y="252167"/>
                  </a:cubicBezTo>
                  <a:lnTo>
                    <a:pt x="76040" y="252167"/>
                  </a:lnTo>
                  <a:cubicBezTo>
                    <a:pt x="72206" y="252167"/>
                    <a:pt x="69650" y="249614"/>
                    <a:pt x="69650" y="245783"/>
                  </a:cubicBezTo>
                  <a:lnTo>
                    <a:pt x="69650" y="146832"/>
                  </a:lnTo>
                  <a:cubicBezTo>
                    <a:pt x="69650" y="143001"/>
                    <a:pt x="72206" y="140448"/>
                    <a:pt x="76040" y="140448"/>
                  </a:cubicBezTo>
                  <a:lnTo>
                    <a:pt x="100961" y="140448"/>
                  </a:lnTo>
                  <a:lnTo>
                    <a:pt x="100961" y="115550"/>
                  </a:lnTo>
                  <a:cubicBezTo>
                    <a:pt x="100961" y="111720"/>
                    <a:pt x="103517" y="109166"/>
                    <a:pt x="107350" y="109166"/>
                  </a:cubicBezTo>
                  <a:lnTo>
                    <a:pt x="286908" y="109166"/>
                  </a:lnTo>
                  <a:cubicBezTo>
                    <a:pt x="290742" y="109166"/>
                    <a:pt x="293298" y="111720"/>
                    <a:pt x="293298" y="115550"/>
                  </a:cubicBezTo>
                  <a:lnTo>
                    <a:pt x="293298" y="214502"/>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sp>
        <p:nvSpPr>
          <p:cNvPr id="253" name="Oval 252">
            <a:extLst>
              <a:ext uri="{FF2B5EF4-FFF2-40B4-BE49-F238E27FC236}">
                <a16:creationId xmlns:a16="http://schemas.microsoft.com/office/drawing/2014/main" id="{A23DA3D1-42DF-49E7-9A15-5152BD3263DE}"/>
              </a:ext>
            </a:extLst>
          </p:cNvPr>
          <p:cNvSpPr/>
          <p:nvPr/>
        </p:nvSpPr>
        <p:spPr bwMode="gray">
          <a:xfrm>
            <a:off x="10774528" y="2188771"/>
            <a:ext cx="365760" cy="365760"/>
          </a:xfrm>
          <a:prstGeom prst="ellipse">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261" name="Graphic 4">
            <a:extLst>
              <a:ext uri="{FF2B5EF4-FFF2-40B4-BE49-F238E27FC236}">
                <a16:creationId xmlns:a16="http://schemas.microsoft.com/office/drawing/2014/main" id="{410CCD35-ECF1-45D3-BC4B-18F0373C3602}"/>
              </a:ext>
            </a:extLst>
          </p:cNvPr>
          <p:cNvSpPr/>
          <p:nvPr/>
        </p:nvSpPr>
        <p:spPr>
          <a:xfrm>
            <a:off x="1205901" y="3332587"/>
            <a:ext cx="640080" cy="640080"/>
          </a:xfrm>
          <a:custGeom>
            <a:avLst/>
            <a:gdLst>
              <a:gd name="connsiteX0" fmla="*/ 180836 w 361670"/>
              <a:gd name="connsiteY0" fmla="*/ 0 h 361333"/>
              <a:gd name="connsiteX1" fmla="*/ 0 w 361670"/>
              <a:gd name="connsiteY1" fmla="*/ 180667 h 361333"/>
              <a:gd name="connsiteX2" fmla="*/ 180836 w 361670"/>
              <a:gd name="connsiteY2" fmla="*/ 361334 h 361333"/>
              <a:gd name="connsiteX3" fmla="*/ 361670 w 361670"/>
              <a:gd name="connsiteY3" fmla="*/ 180667 h 361333"/>
              <a:gd name="connsiteX4" fmla="*/ 180836 w 361670"/>
              <a:gd name="connsiteY4" fmla="*/ 0 h 361333"/>
              <a:gd name="connsiteX5" fmla="*/ 251125 w 361670"/>
              <a:gd name="connsiteY5" fmla="*/ 207479 h 361333"/>
              <a:gd name="connsiteX6" fmla="*/ 251125 w 361670"/>
              <a:gd name="connsiteY6" fmla="*/ 207479 h 361333"/>
              <a:gd name="connsiteX7" fmla="*/ 201283 w 361670"/>
              <a:gd name="connsiteY7" fmla="*/ 207479 h 361333"/>
              <a:gd name="connsiteX8" fmla="*/ 207673 w 361670"/>
              <a:gd name="connsiteY8" fmla="*/ 278342 h 361333"/>
              <a:gd name="connsiteX9" fmla="*/ 189142 w 361670"/>
              <a:gd name="connsiteY9" fmla="*/ 291110 h 361333"/>
              <a:gd name="connsiteX10" fmla="*/ 187225 w 361670"/>
              <a:gd name="connsiteY10" fmla="*/ 291110 h 361333"/>
              <a:gd name="connsiteX11" fmla="*/ 175723 w 361670"/>
              <a:gd name="connsiteY11" fmla="*/ 282172 h 361333"/>
              <a:gd name="connsiteX12" fmla="*/ 168056 w 361670"/>
              <a:gd name="connsiteY12" fmla="*/ 254721 h 361333"/>
              <a:gd name="connsiteX13" fmla="*/ 156553 w 361670"/>
              <a:gd name="connsiteY13" fmla="*/ 235569 h 361333"/>
              <a:gd name="connsiteX14" fmla="*/ 127799 w 361670"/>
              <a:gd name="connsiteY14" fmla="*/ 199819 h 361333"/>
              <a:gd name="connsiteX15" fmla="*/ 118853 w 361670"/>
              <a:gd name="connsiteY15" fmla="*/ 194711 h 361333"/>
              <a:gd name="connsiteX16" fmla="*/ 96488 w 361670"/>
              <a:gd name="connsiteY16" fmla="*/ 194711 h 361333"/>
              <a:gd name="connsiteX17" fmla="*/ 90098 w 361670"/>
              <a:gd name="connsiteY17" fmla="*/ 188327 h 361333"/>
              <a:gd name="connsiteX18" fmla="*/ 96488 w 361670"/>
              <a:gd name="connsiteY18" fmla="*/ 181944 h 361333"/>
              <a:gd name="connsiteX19" fmla="*/ 118853 w 361670"/>
              <a:gd name="connsiteY19" fmla="*/ 181944 h 361333"/>
              <a:gd name="connsiteX20" fmla="*/ 138662 w 361670"/>
              <a:gd name="connsiteY20" fmla="*/ 193435 h 361333"/>
              <a:gd name="connsiteX21" fmla="*/ 165500 w 361670"/>
              <a:gd name="connsiteY21" fmla="*/ 226631 h 361333"/>
              <a:gd name="connsiteX22" fmla="*/ 180197 w 361670"/>
              <a:gd name="connsiteY22" fmla="*/ 251529 h 361333"/>
              <a:gd name="connsiteX23" fmla="*/ 187225 w 361670"/>
              <a:gd name="connsiteY23" fmla="*/ 278342 h 361333"/>
              <a:gd name="connsiteX24" fmla="*/ 196172 w 361670"/>
              <a:gd name="connsiteY24" fmla="*/ 271958 h 361333"/>
              <a:gd name="connsiteX25" fmla="*/ 185947 w 361670"/>
              <a:gd name="connsiteY25" fmla="*/ 203649 h 361333"/>
              <a:gd name="connsiteX26" fmla="*/ 186587 w 361670"/>
              <a:gd name="connsiteY26" fmla="*/ 197903 h 361333"/>
              <a:gd name="connsiteX27" fmla="*/ 191698 w 361670"/>
              <a:gd name="connsiteY27" fmla="*/ 195350 h 361333"/>
              <a:gd name="connsiteX28" fmla="*/ 251125 w 361670"/>
              <a:gd name="connsiteY28" fmla="*/ 195350 h 361333"/>
              <a:gd name="connsiteX29" fmla="*/ 260071 w 361670"/>
              <a:gd name="connsiteY29" fmla="*/ 186412 h 361333"/>
              <a:gd name="connsiteX30" fmla="*/ 257515 w 361670"/>
              <a:gd name="connsiteY30" fmla="*/ 180028 h 361333"/>
              <a:gd name="connsiteX31" fmla="*/ 251764 w 361670"/>
              <a:gd name="connsiteY31" fmla="*/ 177475 h 361333"/>
              <a:gd name="connsiteX32" fmla="*/ 251125 w 361670"/>
              <a:gd name="connsiteY32" fmla="*/ 177475 h 361333"/>
              <a:gd name="connsiteX33" fmla="*/ 250486 w 361670"/>
              <a:gd name="connsiteY33" fmla="*/ 177475 h 361333"/>
              <a:gd name="connsiteX34" fmla="*/ 249846 w 361670"/>
              <a:gd name="connsiteY34" fmla="*/ 177475 h 361333"/>
              <a:gd name="connsiteX35" fmla="*/ 248569 w 361670"/>
              <a:gd name="connsiteY35" fmla="*/ 177475 h 361333"/>
              <a:gd name="connsiteX36" fmla="*/ 233233 w 361670"/>
              <a:gd name="connsiteY36" fmla="*/ 177475 h 361333"/>
              <a:gd name="connsiteX37" fmla="*/ 226843 w 361670"/>
              <a:gd name="connsiteY37" fmla="*/ 171091 h 361333"/>
              <a:gd name="connsiteX38" fmla="*/ 233233 w 361670"/>
              <a:gd name="connsiteY38" fmla="*/ 164707 h 361333"/>
              <a:gd name="connsiteX39" fmla="*/ 248569 w 361670"/>
              <a:gd name="connsiteY39" fmla="*/ 164707 h 361333"/>
              <a:gd name="connsiteX40" fmla="*/ 249208 w 361670"/>
              <a:gd name="connsiteY40" fmla="*/ 164707 h 361333"/>
              <a:gd name="connsiteX41" fmla="*/ 257515 w 361670"/>
              <a:gd name="connsiteY41" fmla="*/ 157046 h 361333"/>
              <a:gd name="connsiteX42" fmla="*/ 257515 w 361670"/>
              <a:gd name="connsiteY42" fmla="*/ 155769 h 361333"/>
              <a:gd name="connsiteX43" fmla="*/ 256876 w 361670"/>
              <a:gd name="connsiteY43" fmla="*/ 152577 h 361333"/>
              <a:gd name="connsiteX44" fmla="*/ 254959 w 361670"/>
              <a:gd name="connsiteY44" fmla="*/ 148747 h 361333"/>
              <a:gd name="connsiteX45" fmla="*/ 248569 w 361670"/>
              <a:gd name="connsiteY45" fmla="*/ 146193 h 361333"/>
              <a:gd name="connsiteX46" fmla="*/ 230677 w 361670"/>
              <a:gd name="connsiteY46" fmla="*/ 146193 h 361333"/>
              <a:gd name="connsiteX47" fmla="*/ 224287 w 361670"/>
              <a:gd name="connsiteY47" fmla="*/ 139809 h 361333"/>
              <a:gd name="connsiteX48" fmla="*/ 230677 w 361670"/>
              <a:gd name="connsiteY48" fmla="*/ 133425 h 361333"/>
              <a:gd name="connsiteX49" fmla="*/ 246013 w 361670"/>
              <a:gd name="connsiteY49" fmla="*/ 133425 h 361333"/>
              <a:gd name="connsiteX50" fmla="*/ 254320 w 361670"/>
              <a:gd name="connsiteY50" fmla="*/ 124488 h 361333"/>
              <a:gd name="connsiteX51" fmla="*/ 251764 w 361670"/>
              <a:gd name="connsiteY51" fmla="*/ 118104 h 361333"/>
              <a:gd name="connsiteX52" fmla="*/ 245374 w 361670"/>
              <a:gd name="connsiteY52" fmla="*/ 115550 h 361333"/>
              <a:gd name="connsiteX53" fmla="*/ 238345 w 361670"/>
              <a:gd name="connsiteY53" fmla="*/ 115550 h 361333"/>
              <a:gd name="connsiteX54" fmla="*/ 227482 w 361670"/>
              <a:gd name="connsiteY54" fmla="*/ 115550 h 361333"/>
              <a:gd name="connsiteX55" fmla="*/ 227482 w 361670"/>
              <a:gd name="connsiteY55" fmla="*/ 115550 h 361333"/>
              <a:gd name="connsiteX56" fmla="*/ 221092 w 361670"/>
              <a:gd name="connsiteY56" fmla="*/ 109166 h 361333"/>
              <a:gd name="connsiteX57" fmla="*/ 227482 w 361670"/>
              <a:gd name="connsiteY57" fmla="*/ 102782 h 361333"/>
              <a:gd name="connsiteX58" fmla="*/ 227482 w 361670"/>
              <a:gd name="connsiteY58" fmla="*/ 102782 h 361333"/>
              <a:gd name="connsiteX59" fmla="*/ 238345 w 361670"/>
              <a:gd name="connsiteY59" fmla="*/ 102782 h 361333"/>
              <a:gd name="connsiteX60" fmla="*/ 247291 w 361670"/>
              <a:gd name="connsiteY60" fmla="*/ 93845 h 361333"/>
              <a:gd name="connsiteX61" fmla="*/ 244735 w 361670"/>
              <a:gd name="connsiteY61" fmla="*/ 87461 h 361333"/>
              <a:gd name="connsiteX62" fmla="*/ 238345 w 361670"/>
              <a:gd name="connsiteY62" fmla="*/ 84907 h 361333"/>
              <a:gd name="connsiteX63" fmla="*/ 171251 w 361670"/>
              <a:gd name="connsiteY63" fmla="*/ 84907 h 361333"/>
              <a:gd name="connsiteX64" fmla="*/ 138022 w 361670"/>
              <a:gd name="connsiteY64" fmla="*/ 98313 h 361333"/>
              <a:gd name="connsiteX65" fmla="*/ 122048 w 361670"/>
              <a:gd name="connsiteY65" fmla="*/ 104697 h 361333"/>
              <a:gd name="connsiteX66" fmla="*/ 95849 w 361670"/>
              <a:gd name="connsiteY66" fmla="*/ 104697 h 361333"/>
              <a:gd name="connsiteX67" fmla="*/ 89459 w 361670"/>
              <a:gd name="connsiteY67" fmla="*/ 98313 h 361333"/>
              <a:gd name="connsiteX68" fmla="*/ 95849 w 361670"/>
              <a:gd name="connsiteY68" fmla="*/ 91930 h 361333"/>
              <a:gd name="connsiteX69" fmla="*/ 122048 w 361670"/>
              <a:gd name="connsiteY69" fmla="*/ 91930 h 361333"/>
              <a:gd name="connsiteX70" fmla="*/ 129077 w 361670"/>
              <a:gd name="connsiteY70" fmla="*/ 88738 h 361333"/>
              <a:gd name="connsiteX71" fmla="*/ 171251 w 361670"/>
              <a:gd name="connsiteY71" fmla="*/ 72139 h 361333"/>
              <a:gd name="connsiteX72" fmla="*/ 238345 w 361670"/>
              <a:gd name="connsiteY72" fmla="*/ 72139 h 361333"/>
              <a:gd name="connsiteX73" fmla="*/ 253681 w 361670"/>
              <a:gd name="connsiteY73" fmla="*/ 78523 h 361333"/>
              <a:gd name="connsiteX74" fmla="*/ 260071 w 361670"/>
              <a:gd name="connsiteY74" fmla="*/ 93845 h 361333"/>
              <a:gd name="connsiteX75" fmla="*/ 256236 w 361670"/>
              <a:gd name="connsiteY75" fmla="*/ 105974 h 361333"/>
              <a:gd name="connsiteX76" fmla="*/ 260710 w 361670"/>
              <a:gd name="connsiteY76" fmla="*/ 109166 h 361333"/>
              <a:gd name="connsiteX77" fmla="*/ 267100 w 361670"/>
              <a:gd name="connsiteY77" fmla="*/ 124488 h 361333"/>
              <a:gd name="connsiteX78" fmla="*/ 261987 w 361670"/>
              <a:gd name="connsiteY78" fmla="*/ 137894 h 361333"/>
              <a:gd name="connsiteX79" fmla="*/ 263905 w 361670"/>
              <a:gd name="connsiteY79" fmla="*/ 139809 h 361333"/>
              <a:gd name="connsiteX80" fmla="*/ 269016 w 361670"/>
              <a:gd name="connsiteY80" fmla="*/ 148108 h 361333"/>
              <a:gd name="connsiteX81" fmla="*/ 270295 w 361670"/>
              <a:gd name="connsiteY81" fmla="*/ 155131 h 361333"/>
              <a:gd name="connsiteX82" fmla="*/ 270295 w 361670"/>
              <a:gd name="connsiteY82" fmla="*/ 158323 h 361333"/>
              <a:gd name="connsiteX83" fmla="*/ 265182 w 361670"/>
              <a:gd name="connsiteY83" fmla="*/ 169176 h 361333"/>
              <a:gd name="connsiteX84" fmla="*/ 267100 w 361670"/>
              <a:gd name="connsiteY84" fmla="*/ 170452 h 361333"/>
              <a:gd name="connsiteX85" fmla="*/ 273490 w 361670"/>
              <a:gd name="connsiteY85" fmla="*/ 185774 h 361333"/>
              <a:gd name="connsiteX86" fmla="*/ 251125 w 361670"/>
              <a:gd name="connsiteY86" fmla="*/ 207479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361670" h="361333">
                <a:moveTo>
                  <a:pt x="180836" y="0"/>
                </a:moveTo>
                <a:cubicBezTo>
                  <a:pt x="80513" y="0"/>
                  <a:pt x="0" y="81077"/>
                  <a:pt x="0" y="180667"/>
                </a:cubicBezTo>
                <a:cubicBezTo>
                  <a:pt x="0" y="280257"/>
                  <a:pt x="81153" y="361334"/>
                  <a:pt x="180836" y="361334"/>
                </a:cubicBezTo>
                <a:cubicBezTo>
                  <a:pt x="281157" y="361334"/>
                  <a:pt x="361670" y="280257"/>
                  <a:pt x="361670" y="180667"/>
                </a:cubicBezTo>
                <a:cubicBezTo>
                  <a:pt x="361670" y="81077"/>
                  <a:pt x="281157" y="0"/>
                  <a:pt x="180836" y="0"/>
                </a:cubicBezTo>
                <a:close/>
                <a:moveTo>
                  <a:pt x="251125" y="207479"/>
                </a:moveTo>
                <a:cubicBezTo>
                  <a:pt x="251125" y="207479"/>
                  <a:pt x="251125" y="207479"/>
                  <a:pt x="251125" y="207479"/>
                </a:cubicBezTo>
                <a:lnTo>
                  <a:pt x="201283" y="207479"/>
                </a:lnTo>
                <a:cubicBezTo>
                  <a:pt x="209590" y="231100"/>
                  <a:pt x="217258" y="261105"/>
                  <a:pt x="207673" y="278342"/>
                </a:cubicBezTo>
                <a:cubicBezTo>
                  <a:pt x="203839" y="285364"/>
                  <a:pt x="197449" y="289194"/>
                  <a:pt x="189142" y="291110"/>
                </a:cubicBezTo>
                <a:cubicBezTo>
                  <a:pt x="188503" y="291110"/>
                  <a:pt x="187864" y="291110"/>
                  <a:pt x="187225" y="291110"/>
                </a:cubicBezTo>
                <a:cubicBezTo>
                  <a:pt x="182113" y="291110"/>
                  <a:pt x="177002" y="287279"/>
                  <a:pt x="175723" y="282172"/>
                </a:cubicBezTo>
                <a:lnTo>
                  <a:pt x="168056" y="254721"/>
                </a:lnTo>
                <a:cubicBezTo>
                  <a:pt x="166138" y="247698"/>
                  <a:pt x="162305" y="240676"/>
                  <a:pt x="156553" y="235569"/>
                </a:cubicBezTo>
                <a:cubicBezTo>
                  <a:pt x="146330" y="224716"/>
                  <a:pt x="135467" y="213225"/>
                  <a:pt x="127799" y="199819"/>
                </a:cubicBezTo>
                <a:cubicBezTo>
                  <a:pt x="125882" y="196627"/>
                  <a:pt x="122687" y="194711"/>
                  <a:pt x="118853" y="194711"/>
                </a:cubicBezTo>
                <a:lnTo>
                  <a:pt x="96488" y="194711"/>
                </a:lnTo>
                <a:cubicBezTo>
                  <a:pt x="92654" y="194711"/>
                  <a:pt x="90098" y="192158"/>
                  <a:pt x="90098" y="188327"/>
                </a:cubicBezTo>
                <a:cubicBezTo>
                  <a:pt x="90098" y="184497"/>
                  <a:pt x="92654" y="181944"/>
                  <a:pt x="96488" y="181944"/>
                </a:cubicBezTo>
                <a:lnTo>
                  <a:pt x="118853" y="181944"/>
                </a:lnTo>
                <a:cubicBezTo>
                  <a:pt x="127160" y="181944"/>
                  <a:pt x="134828" y="186412"/>
                  <a:pt x="138662" y="193435"/>
                </a:cubicBezTo>
                <a:cubicBezTo>
                  <a:pt x="145691" y="205564"/>
                  <a:pt x="155915" y="216417"/>
                  <a:pt x="165500" y="226631"/>
                </a:cubicBezTo>
                <a:cubicBezTo>
                  <a:pt x="172528" y="233654"/>
                  <a:pt x="177641" y="242591"/>
                  <a:pt x="180197" y="251529"/>
                </a:cubicBezTo>
                <a:lnTo>
                  <a:pt x="187225" y="278342"/>
                </a:lnTo>
                <a:cubicBezTo>
                  <a:pt x="191698" y="277703"/>
                  <a:pt x="194254" y="275788"/>
                  <a:pt x="196172" y="271958"/>
                </a:cubicBezTo>
                <a:cubicBezTo>
                  <a:pt x="202561" y="261105"/>
                  <a:pt x="198727" y="238122"/>
                  <a:pt x="185947" y="203649"/>
                </a:cubicBezTo>
                <a:cubicBezTo>
                  <a:pt x="185308" y="201734"/>
                  <a:pt x="185308" y="199180"/>
                  <a:pt x="186587" y="197903"/>
                </a:cubicBezTo>
                <a:cubicBezTo>
                  <a:pt x="187864" y="195988"/>
                  <a:pt x="189782" y="195350"/>
                  <a:pt x="191698" y="195350"/>
                </a:cubicBezTo>
                <a:lnTo>
                  <a:pt x="251125" y="195350"/>
                </a:lnTo>
                <a:cubicBezTo>
                  <a:pt x="256236" y="195350"/>
                  <a:pt x="260071" y="190881"/>
                  <a:pt x="260071" y="186412"/>
                </a:cubicBezTo>
                <a:cubicBezTo>
                  <a:pt x="260071" y="183859"/>
                  <a:pt x="259431" y="181944"/>
                  <a:pt x="257515" y="180028"/>
                </a:cubicBezTo>
                <a:cubicBezTo>
                  <a:pt x="256236" y="178752"/>
                  <a:pt x="253681" y="177475"/>
                  <a:pt x="251764" y="177475"/>
                </a:cubicBezTo>
                <a:lnTo>
                  <a:pt x="251125" y="177475"/>
                </a:lnTo>
                <a:cubicBezTo>
                  <a:pt x="251125" y="177475"/>
                  <a:pt x="250486" y="177475"/>
                  <a:pt x="250486" y="177475"/>
                </a:cubicBezTo>
                <a:cubicBezTo>
                  <a:pt x="250486" y="177475"/>
                  <a:pt x="249846" y="177475"/>
                  <a:pt x="249846" y="177475"/>
                </a:cubicBezTo>
                <a:cubicBezTo>
                  <a:pt x="249208" y="177475"/>
                  <a:pt x="248569" y="177475"/>
                  <a:pt x="248569" y="177475"/>
                </a:cubicBezTo>
                <a:lnTo>
                  <a:pt x="233233" y="177475"/>
                </a:lnTo>
                <a:cubicBezTo>
                  <a:pt x="229399" y="177475"/>
                  <a:pt x="226843" y="174921"/>
                  <a:pt x="226843" y="171091"/>
                </a:cubicBezTo>
                <a:cubicBezTo>
                  <a:pt x="226843" y="167260"/>
                  <a:pt x="229399" y="164707"/>
                  <a:pt x="233233" y="164707"/>
                </a:cubicBezTo>
                <a:lnTo>
                  <a:pt x="248569" y="164707"/>
                </a:lnTo>
                <a:cubicBezTo>
                  <a:pt x="248569" y="164707"/>
                  <a:pt x="249208" y="164707"/>
                  <a:pt x="249208" y="164707"/>
                </a:cubicBezTo>
                <a:cubicBezTo>
                  <a:pt x="253681" y="164707"/>
                  <a:pt x="256876" y="160876"/>
                  <a:pt x="257515" y="157046"/>
                </a:cubicBezTo>
                <a:cubicBezTo>
                  <a:pt x="257515" y="156408"/>
                  <a:pt x="257515" y="156408"/>
                  <a:pt x="257515" y="155769"/>
                </a:cubicBezTo>
                <a:cubicBezTo>
                  <a:pt x="257515" y="154492"/>
                  <a:pt x="257515" y="153854"/>
                  <a:pt x="256876" y="152577"/>
                </a:cubicBezTo>
                <a:cubicBezTo>
                  <a:pt x="256236" y="151300"/>
                  <a:pt x="255597" y="150024"/>
                  <a:pt x="254959" y="148747"/>
                </a:cubicBezTo>
                <a:cubicBezTo>
                  <a:pt x="253041" y="146832"/>
                  <a:pt x="251125" y="146193"/>
                  <a:pt x="248569" y="146193"/>
                </a:cubicBezTo>
                <a:lnTo>
                  <a:pt x="230677" y="146193"/>
                </a:lnTo>
                <a:cubicBezTo>
                  <a:pt x="226843" y="146193"/>
                  <a:pt x="224287" y="143640"/>
                  <a:pt x="224287" y="139809"/>
                </a:cubicBezTo>
                <a:cubicBezTo>
                  <a:pt x="224287" y="135979"/>
                  <a:pt x="226843" y="133425"/>
                  <a:pt x="230677" y="133425"/>
                </a:cubicBezTo>
                <a:lnTo>
                  <a:pt x="246013" y="133425"/>
                </a:lnTo>
                <a:cubicBezTo>
                  <a:pt x="250486" y="132787"/>
                  <a:pt x="254320" y="128957"/>
                  <a:pt x="254320" y="124488"/>
                </a:cubicBezTo>
                <a:cubicBezTo>
                  <a:pt x="254320" y="121934"/>
                  <a:pt x="253681" y="120019"/>
                  <a:pt x="251764" y="118104"/>
                </a:cubicBezTo>
                <a:cubicBezTo>
                  <a:pt x="249846" y="116189"/>
                  <a:pt x="247930" y="115550"/>
                  <a:pt x="245374" y="115550"/>
                </a:cubicBezTo>
                <a:lnTo>
                  <a:pt x="238345" y="115550"/>
                </a:lnTo>
                <a:lnTo>
                  <a:pt x="227482" y="115550"/>
                </a:lnTo>
                <a:lnTo>
                  <a:pt x="227482" y="115550"/>
                </a:lnTo>
                <a:cubicBezTo>
                  <a:pt x="223648" y="115550"/>
                  <a:pt x="221092" y="112997"/>
                  <a:pt x="221092" y="109166"/>
                </a:cubicBezTo>
                <a:cubicBezTo>
                  <a:pt x="221092" y="105336"/>
                  <a:pt x="223648" y="102782"/>
                  <a:pt x="227482" y="102782"/>
                </a:cubicBezTo>
                <a:lnTo>
                  <a:pt x="227482" y="102782"/>
                </a:lnTo>
                <a:lnTo>
                  <a:pt x="238345" y="102782"/>
                </a:lnTo>
                <a:cubicBezTo>
                  <a:pt x="243456" y="102782"/>
                  <a:pt x="247291" y="98952"/>
                  <a:pt x="247291" y="93845"/>
                </a:cubicBezTo>
                <a:cubicBezTo>
                  <a:pt x="247291" y="91291"/>
                  <a:pt x="246651" y="89376"/>
                  <a:pt x="244735" y="87461"/>
                </a:cubicBezTo>
                <a:cubicBezTo>
                  <a:pt x="242818" y="85546"/>
                  <a:pt x="240901" y="84907"/>
                  <a:pt x="238345" y="84907"/>
                </a:cubicBezTo>
                <a:lnTo>
                  <a:pt x="171251" y="84907"/>
                </a:lnTo>
                <a:cubicBezTo>
                  <a:pt x="159110" y="84907"/>
                  <a:pt x="146969" y="89376"/>
                  <a:pt x="138022" y="98313"/>
                </a:cubicBezTo>
                <a:cubicBezTo>
                  <a:pt x="133550" y="102144"/>
                  <a:pt x="127799" y="104697"/>
                  <a:pt x="122048" y="104697"/>
                </a:cubicBezTo>
                <a:lnTo>
                  <a:pt x="95849" y="104697"/>
                </a:lnTo>
                <a:cubicBezTo>
                  <a:pt x="92015" y="104697"/>
                  <a:pt x="89459" y="102144"/>
                  <a:pt x="89459" y="98313"/>
                </a:cubicBezTo>
                <a:cubicBezTo>
                  <a:pt x="89459" y="94483"/>
                  <a:pt x="92015" y="91930"/>
                  <a:pt x="95849" y="91930"/>
                </a:cubicBezTo>
                <a:lnTo>
                  <a:pt x="122048" y="91930"/>
                </a:lnTo>
                <a:cubicBezTo>
                  <a:pt x="124604" y="91930"/>
                  <a:pt x="127160" y="90653"/>
                  <a:pt x="129077" y="88738"/>
                </a:cubicBezTo>
                <a:cubicBezTo>
                  <a:pt x="140579" y="77885"/>
                  <a:pt x="155276" y="72139"/>
                  <a:pt x="171251" y="72139"/>
                </a:cubicBezTo>
                <a:lnTo>
                  <a:pt x="238345" y="72139"/>
                </a:lnTo>
                <a:cubicBezTo>
                  <a:pt x="244096" y="72139"/>
                  <a:pt x="249846" y="74693"/>
                  <a:pt x="253681" y="78523"/>
                </a:cubicBezTo>
                <a:cubicBezTo>
                  <a:pt x="257515" y="82354"/>
                  <a:pt x="260071" y="88099"/>
                  <a:pt x="260071" y="93845"/>
                </a:cubicBezTo>
                <a:cubicBezTo>
                  <a:pt x="260071" y="98313"/>
                  <a:pt x="258792" y="102782"/>
                  <a:pt x="256236" y="105974"/>
                </a:cubicBezTo>
                <a:cubicBezTo>
                  <a:pt x="257515" y="106613"/>
                  <a:pt x="259431" y="107889"/>
                  <a:pt x="260710" y="109166"/>
                </a:cubicBezTo>
                <a:cubicBezTo>
                  <a:pt x="264544" y="112997"/>
                  <a:pt x="267100" y="118742"/>
                  <a:pt x="267100" y="124488"/>
                </a:cubicBezTo>
                <a:cubicBezTo>
                  <a:pt x="267100" y="129595"/>
                  <a:pt x="265182" y="134702"/>
                  <a:pt x="261987" y="137894"/>
                </a:cubicBezTo>
                <a:cubicBezTo>
                  <a:pt x="262626" y="138533"/>
                  <a:pt x="263266" y="139171"/>
                  <a:pt x="263905" y="139809"/>
                </a:cubicBezTo>
                <a:cubicBezTo>
                  <a:pt x="266461" y="142363"/>
                  <a:pt x="268377" y="144916"/>
                  <a:pt x="269016" y="148108"/>
                </a:cubicBezTo>
                <a:cubicBezTo>
                  <a:pt x="269656" y="150024"/>
                  <a:pt x="270295" y="152577"/>
                  <a:pt x="270295" y="155131"/>
                </a:cubicBezTo>
                <a:cubicBezTo>
                  <a:pt x="270295" y="156408"/>
                  <a:pt x="270295" y="157046"/>
                  <a:pt x="270295" y="158323"/>
                </a:cubicBezTo>
                <a:cubicBezTo>
                  <a:pt x="269656" y="162792"/>
                  <a:pt x="267739" y="166622"/>
                  <a:pt x="265182" y="169176"/>
                </a:cubicBezTo>
                <a:cubicBezTo>
                  <a:pt x="265821" y="169814"/>
                  <a:pt x="266461" y="169814"/>
                  <a:pt x="267100" y="170452"/>
                </a:cubicBezTo>
                <a:cubicBezTo>
                  <a:pt x="270934" y="174283"/>
                  <a:pt x="273490" y="180028"/>
                  <a:pt x="273490" y="185774"/>
                </a:cubicBezTo>
                <a:cubicBezTo>
                  <a:pt x="272851" y="197903"/>
                  <a:pt x="263266" y="207479"/>
                  <a:pt x="251125" y="207479"/>
                </a:cubicBezTo>
                <a:close/>
              </a:path>
            </a:pathLst>
          </a:custGeom>
          <a:solidFill>
            <a:schemeClr val="accent3">
              <a:lumMod val="75000"/>
            </a:schemeClr>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269" name="Oval 268">
            <a:extLst>
              <a:ext uri="{FF2B5EF4-FFF2-40B4-BE49-F238E27FC236}">
                <a16:creationId xmlns:a16="http://schemas.microsoft.com/office/drawing/2014/main" id="{F6719A2A-FC55-4681-B8A0-49A487FBF8AF}"/>
              </a:ext>
            </a:extLst>
          </p:cNvPr>
          <p:cNvSpPr/>
          <p:nvPr/>
        </p:nvSpPr>
        <p:spPr bwMode="gray">
          <a:xfrm>
            <a:off x="10774528" y="1022236"/>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270" name="Oval 269">
            <a:extLst>
              <a:ext uri="{FF2B5EF4-FFF2-40B4-BE49-F238E27FC236}">
                <a16:creationId xmlns:a16="http://schemas.microsoft.com/office/drawing/2014/main" id="{DEBC88FA-243F-46E7-9B67-33AA28564FFF}"/>
              </a:ext>
            </a:extLst>
          </p:cNvPr>
          <p:cNvSpPr/>
          <p:nvPr/>
        </p:nvSpPr>
        <p:spPr bwMode="gray">
          <a:xfrm>
            <a:off x="10782224" y="3803869"/>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Verdana"/>
              <a:ea typeface="+mn-ea"/>
              <a:cs typeface="+mn-cs"/>
            </a:endParaRPr>
          </a:p>
        </p:txBody>
      </p:sp>
      <p:sp>
        <p:nvSpPr>
          <p:cNvPr id="271" name="Oval 270">
            <a:extLst>
              <a:ext uri="{FF2B5EF4-FFF2-40B4-BE49-F238E27FC236}">
                <a16:creationId xmlns:a16="http://schemas.microsoft.com/office/drawing/2014/main" id="{2C75F74E-65C9-4FE8-85CD-B58B75300172}"/>
              </a:ext>
            </a:extLst>
          </p:cNvPr>
          <p:cNvSpPr/>
          <p:nvPr/>
        </p:nvSpPr>
        <p:spPr bwMode="gray">
          <a:xfrm>
            <a:off x="10782224" y="5433346"/>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75" name="TextBox 74">
            <a:extLst>
              <a:ext uri="{FF2B5EF4-FFF2-40B4-BE49-F238E27FC236}">
                <a16:creationId xmlns:a16="http://schemas.microsoft.com/office/drawing/2014/main" id="{44F4F13C-D228-44A4-AEE1-E83F31918A65}"/>
              </a:ext>
            </a:extLst>
          </p:cNvPr>
          <p:cNvSpPr txBox="1"/>
          <p:nvPr/>
        </p:nvSpPr>
        <p:spPr>
          <a:xfrm>
            <a:off x="4911399" y="5150819"/>
            <a:ext cx="5261560" cy="1077218"/>
          </a:xfrm>
          <a:prstGeom prst="rect">
            <a:avLst/>
          </a:prstGeom>
          <a:noFill/>
        </p:spPr>
        <p:txBody>
          <a:bodyPr wrap="square" lIns="0" tIns="0" rIns="0" bIns="0" rtlCol="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62B5E5"/>
                </a:solidFill>
                <a:effectLst/>
                <a:uLnTx/>
                <a:uFillTx/>
                <a:latin typeface="Verdana"/>
                <a:ea typeface="+mn-ea"/>
                <a:cs typeface="+mn-cs"/>
              </a:rPr>
              <a:t>Institutional Capacity Building: </a:t>
            </a:r>
            <a:r>
              <a:rPr kumimoji="0" lang="en-US" sz="1400" b="0" i="0" u="none" strike="noStrike" kern="1200" cap="none" spc="0" normalizeH="0" baseline="0" noProof="0" dirty="0">
                <a:ln>
                  <a:noFill/>
                </a:ln>
                <a:solidFill>
                  <a:prstClr val="black"/>
                </a:solidFill>
                <a:effectLst/>
                <a:uLnTx/>
                <a:uFillTx/>
                <a:latin typeface="Verdana"/>
                <a:ea typeface="+mn-ea"/>
                <a:cs typeface="+mn-cs"/>
              </a:rPr>
              <a:t>Lack of readiness with respect to digitization including lack of proper knowledge management and transfer mechanism, has and will continue to have detrimental impact on smooth transition and handover of responsibilities</a:t>
            </a:r>
          </a:p>
        </p:txBody>
      </p:sp>
      <p:pic>
        <p:nvPicPr>
          <p:cNvPr id="4" name="Graphic 3" descr="Eggs in basket with solid fill">
            <a:extLst>
              <a:ext uri="{FF2B5EF4-FFF2-40B4-BE49-F238E27FC236}">
                <a16:creationId xmlns:a16="http://schemas.microsoft.com/office/drawing/2014/main" id="{57EDF5D1-47A7-4D25-A837-97373E8E371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964681" y="980729"/>
            <a:ext cx="479665" cy="479665"/>
          </a:xfrm>
          <a:prstGeom prst="rect">
            <a:avLst/>
          </a:prstGeom>
        </p:spPr>
      </p:pic>
      <p:grpSp>
        <p:nvGrpSpPr>
          <p:cNvPr id="80" name="Graphic 4">
            <a:extLst>
              <a:ext uri="{FF2B5EF4-FFF2-40B4-BE49-F238E27FC236}">
                <a16:creationId xmlns:a16="http://schemas.microsoft.com/office/drawing/2014/main" id="{5BEA2E4A-B123-44D9-BAA0-D85AA86BCF2A}"/>
              </a:ext>
            </a:extLst>
          </p:cNvPr>
          <p:cNvGrpSpPr/>
          <p:nvPr/>
        </p:nvGrpSpPr>
        <p:grpSpPr>
          <a:xfrm>
            <a:off x="3922632" y="2190278"/>
            <a:ext cx="548639" cy="548643"/>
            <a:chOff x="905454" y="1402723"/>
            <a:chExt cx="362309" cy="361971"/>
          </a:xfrm>
          <a:solidFill>
            <a:schemeClr val="accent4"/>
          </a:solidFill>
        </p:grpSpPr>
        <p:sp>
          <p:nvSpPr>
            <p:cNvPr id="81" name="Graphic 4">
              <a:extLst>
                <a:ext uri="{FF2B5EF4-FFF2-40B4-BE49-F238E27FC236}">
                  <a16:creationId xmlns:a16="http://schemas.microsoft.com/office/drawing/2014/main" id="{040E2B23-3ACE-4F95-8CE0-0C58D657A5FA}"/>
                </a:ext>
              </a:extLst>
            </p:cNvPr>
            <p:cNvSpPr/>
            <p:nvPr/>
          </p:nvSpPr>
          <p:spPr>
            <a:xfrm>
              <a:off x="983411" y="1599988"/>
              <a:ext cx="57509" cy="67670"/>
            </a:xfrm>
            <a:custGeom>
              <a:avLst/>
              <a:gdLst>
                <a:gd name="connsiteX0" fmla="*/ 57509 w 57509"/>
                <a:gd name="connsiteY0" fmla="*/ 67670 h 67670"/>
                <a:gd name="connsiteX1" fmla="*/ 57509 w 57509"/>
                <a:gd name="connsiteY1" fmla="*/ 38304 h 67670"/>
                <a:gd name="connsiteX2" fmla="*/ 0 w 57509"/>
                <a:gd name="connsiteY2" fmla="*/ 0 h 67670"/>
                <a:gd name="connsiteX3" fmla="*/ 0 w 57509"/>
                <a:gd name="connsiteY3" fmla="*/ 67670 h 67670"/>
              </a:gdLst>
              <a:ahLst/>
              <a:cxnLst>
                <a:cxn ang="0">
                  <a:pos x="connsiteX0" y="connsiteY0"/>
                </a:cxn>
                <a:cxn ang="0">
                  <a:pos x="connsiteX1" y="connsiteY1"/>
                </a:cxn>
                <a:cxn ang="0">
                  <a:pos x="connsiteX2" y="connsiteY2"/>
                </a:cxn>
                <a:cxn ang="0">
                  <a:pos x="connsiteX3" y="connsiteY3"/>
                </a:cxn>
              </a:cxnLst>
              <a:rect l="l" t="t" r="r" b="b"/>
              <a:pathLst>
                <a:path w="57509" h="67670">
                  <a:moveTo>
                    <a:pt x="57509" y="67670"/>
                  </a:moveTo>
                  <a:lnTo>
                    <a:pt x="57509" y="38304"/>
                  </a:lnTo>
                  <a:lnTo>
                    <a:pt x="0" y="0"/>
                  </a:lnTo>
                  <a:lnTo>
                    <a:pt x="0" y="6767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82" name="Graphic 4">
              <a:extLst>
                <a:ext uri="{FF2B5EF4-FFF2-40B4-BE49-F238E27FC236}">
                  <a16:creationId xmlns:a16="http://schemas.microsoft.com/office/drawing/2014/main" id="{98A33FAF-3873-4211-9096-1A44A7FFDDF9}"/>
                </a:ext>
              </a:extLst>
            </p:cNvPr>
            <p:cNvSpPr/>
            <p:nvPr/>
          </p:nvSpPr>
          <p:spPr>
            <a:xfrm>
              <a:off x="1117599" y="1555300"/>
              <a:ext cx="70928" cy="112358"/>
            </a:xfrm>
            <a:custGeom>
              <a:avLst/>
              <a:gdLst>
                <a:gd name="connsiteX0" fmla="*/ 14058 w 70928"/>
                <a:gd name="connsiteY0" fmla="*/ 0 h 112358"/>
                <a:gd name="connsiteX1" fmla="*/ 0 w 70928"/>
                <a:gd name="connsiteY1" fmla="*/ 112358 h 112358"/>
                <a:gd name="connsiteX2" fmla="*/ 0 w 70928"/>
                <a:gd name="connsiteY2" fmla="*/ 112358 h 112358"/>
                <a:gd name="connsiteX3" fmla="*/ 70928 w 70928"/>
                <a:gd name="connsiteY3" fmla="*/ 112358 h 112358"/>
                <a:gd name="connsiteX4" fmla="*/ 49842 w 70928"/>
                <a:gd name="connsiteY4" fmla="*/ 0 h 1123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928" h="112358">
                  <a:moveTo>
                    <a:pt x="14058" y="0"/>
                  </a:moveTo>
                  <a:lnTo>
                    <a:pt x="0" y="112358"/>
                  </a:lnTo>
                  <a:lnTo>
                    <a:pt x="0" y="112358"/>
                  </a:lnTo>
                  <a:lnTo>
                    <a:pt x="70928" y="112358"/>
                  </a:lnTo>
                  <a:lnTo>
                    <a:pt x="49842" y="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83" name="Graphic 4">
              <a:extLst>
                <a:ext uri="{FF2B5EF4-FFF2-40B4-BE49-F238E27FC236}">
                  <a16:creationId xmlns:a16="http://schemas.microsoft.com/office/drawing/2014/main" id="{24141339-9075-4F10-9779-94790BDC3A5A}"/>
                </a:ext>
              </a:extLst>
            </p:cNvPr>
            <p:cNvSpPr/>
            <p:nvPr/>
          </p:nvSpPr>
          <p:spPr>
            <a:xfrm>
              <a:off x="1053700" y="1599988"/>
              <a:ext cx="54314" cy="67670"/>
            </a:xfrm>
            <a:custGeom>
              <a:avLst/>
              <a:gdLst>
                <a:gd name="connsiteX0" fmla="*/ 50481 w 54314"/>
                <a:gd name="connsiteY0" fmla="*/ 67670 h 67670"/>
                <a:gd name="connsiteX1" fmla="*/ 54314 w 54314"/>
                <a:gd name="connsiteY1" fmla="*/ 36389 h 67670"/>
                <a:gd name="connsiteX2" fmla="*/ 0 w 54314"/>
                <a:gd name="connsiteY2" fmla="*/ 0 h 67670"/>
                <a:gd name="connsiteX3" fmla="*/ 0 w 54314"/>
                <a:gd name="connsiteY3" fmla="*/ 67670 h 67670"/>
              </a:gdLst>
              <a:ahLst/>
              <a:cxnLst>
                <a:cxn ang="0">
                  <a:pos x="connsiteX0" y="connsiteY0"/>
                </a:cxn>
                <a:cxn ang="0">
                  <a:pos x="connsiteX1" y="connsiteY1"/>
                </a:cxn>
                <a:cxn ang="0">
                  <a:pos x="connsiteX2" y="connsiteY2"/>
                </a:cxn>
                <a:cxn ang="0">
                  <a:pos x="connsiteX3" y="connsiteY3"/>
                </a:cxn>
              </a:cxnLst>
              <a:rect l="l" t="t" r="r" b="b"/>
              <a:pathLst>
                <a:path w="54314" h="67670">
                  <a:moveTo>
                    <a:pt x="50481" y="67670"/>
                  </a:moveTo>
                  <a:lnTo>
                    <a:pt x="54314" y="36389"/>
                  </a:lnTo>
                  <a:lnTo>
                    <a:pt x="0" y="0"/>
                  </a:lnTo>
                  <a:lnTo>
                    <a:pt x="0" y="6767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84" name="Graphic 4">
              <a:extLst>
                <a:ext uri="{FF2B5EF4-FFF2-40B4-BE49-F238E27FC236}">
                  <a16:creationId xmlns:a16="http://schemas.microsoft.com/office/drawing/2014/main" id="{C4CAAC30-289F-4A18-AA4B-8ABDAC12A429}"/>
                </a:ext>
              </a:extLst>
            </p:cNvPr>
            <p:cNvSpPr/>
            <p:nvPr/>
          </p:nvSpPr>
          <p:spPr>
            <a:xfrm>
              <a:off x="905454" y="1402723"/>
              <a:ext cx="362309" cy="361971"/>
            </a:xfrm>
            <a:custGeom>
              <a:avLst/>
              <a:gdLst>
                <a:gd name="connsiteX0" fmla="*/ 180835 w 362309"/>
                <a:gd name="connsiteY0" fmla="*/ 0 h 361971"/>
                <a:gd name="connsiteX1" fmla="*/ 0 w 362309"/>
                <a:gd name="connsiteY1" fmla="*/ 181305 h 361971"/>
                <a:gd name="connsiteX2" fmla="*/ 180835 w 362309"/>
                <a:gd name="connsiteY2" fmla="*/ 361972 h 361971"/>
                <a:gd name="connsiteX3" fmla="*/ 362309 w 362309"/>
                <a:gd name="connsiteY3" fmla="*/ 181305 h 361971"/>
                <a:gd name="connsiteX4" fmla="*/ 362309 w 362309"/>
                <a:gd name="connsiteY4" fmla="*/ 181305 h 361971"/>
                <a:gd name="connsiteX5" fmla="*/ 180835 w 362309"/>
                <a:gd name="connsiteY5" fmla="*/ 0 h 361971"/>
                <a:gd name="connsiteX6" fmla="*/ 254959 w 362309"/>
                <a:gd name="connsiteY6" fmla="*/ 84907 h 361971"/>
                <a:gd name="connsiteX7" fmla="*/ 263904 w 362309"/>
                <a:gd name="connsiteY7" fmla="*/ 85545 h 361971"/>
                <a:gd name="connsiteX8" fmla="*/ 263904 w 362309"/>
                <a:gd name="connsiteY8" fmla="*/ 93845 h 361971"/>
                <a:gd name="connsiteX9" fmla="*/ 263265 w 362309"/>
                <a:gd name="connsiteY9" fmla="*/ 99590 h 361971"/>
                <a:gd name="connsiteX10" fmla="*/ 263904 w 362309"/>
                <a:gd name="connsiteY10" fmla="*/ 100229 h 361971"/>
                <a:gd name="connsiteX11" fmla="*/ 269016 w 362309"/>
                <a:gd name="connsiteY11" fmla="*/ 112358 h 361971"/>
                <a:gd name="connsiteX12" fmla="*/ 263265 w 362309"/>
                <a:gd name="connsiteY12" fmla="*/ 125126 h 361971"/>
                <a:gd name="connsiteX13" fmla="*/ 254320 w 362309"/>
                <a:gd name="connsiteY13" fmla="*/ 125126 h 361971"/>
                <a:gd name="connsiteX14" fmla="*/ 254320 w 362309"/>
                <a:gd name="connsiteY14" fmla="*/ 116188 h 361971"/>
                <a:gd name="connsiteX15" fmla="*/ 254320 w 362309"/>
                <a:gd name="connsiteY15" fmla="*/ 116188 h 361971"/>
                <a:gd name="connsiteX16" fmla="*/ 254959 w 362309"/>
                <a:gd name="connsiteY16" fmla="*/ 110443 h 361971"/>
                <a:gd name="connsiteX17" fmla="*/ 254320 w 362309"/>
                <a:gd name="connsiteY17" fmla="*/ 109804 h 361971"/>
                <a:gd name="connsiteX18" fmla="*/ 249208 w 362309"/>
                <a:gd name="connsiteY18" fmla="*/ 97675 h 361971"/>
                <a:gd name="connsiteX19" fmla="*/ 254959 w 362309"/>
                <a:gd name="connsiteY19" fmla="*/ 84907 h 361971"/>
                <a:gd name="connsiteX20" fmla="*/ 254959 w 362309"/>
                <a:gd name="connsiteY20" fmla="*/ 84907 h 361971"/>
                <a:gd name="connsiteX21" fmla="*/ 223009 w 362309"/>
                <a:gd name="connsiteY21" fmla="*/ 84907 h 361971"/>
                <a:gd name="connsiteX22" fmla="*/ 231955 w 362309"/>
                <a:gd name="connsiteY22" fmla="*/ 84907 h 361971"/>
                <a:gd name="connsiteX23" fmla="*/ 231955 w 362309"/>
                <a:gd name="connsiteY23" fmla="*/ 84907 h 361971"/>
                <a:gd name="connsiteX24" fmla="*/ 231955 w 362309"/>
                <a:gd name="connsiteY24" fmla="*/ 93845 h 361971"/>
                <a:gd name="connsiteX25" fmla="*/ 231316 w 362309"/>
                <a:gd name="connsiteY25" fmla="*/ 99590 h 361971"/>
                <a:gd name="connsiteX26" fmla="*/ 231955 w 362309"/>
                <a:gd name="connsiteY26" fmla="*/ 100229 h 361971"/>
                <a:gd name="connsiteX27" fmla="*/ 237067 w 362309"/>
                <a:gd name="connsiteY27" fmla="*/ 112358 h 361971"/>
                <a:gd name="connsiteX28" fmla="*/ 231316 w 362309"/>
                <a:gd name="connsiteY28" fmla="*/ 125126 h 361971"/>
                <a:gd name="connsiteX29" fmla="*/ 222370 w 362309"/>
                <a:gd name="connsiteY29" fmla="*/ 125126 h 361971"/>
                <a:gd name="connsiteX30" fmla="*/ 222370 w 362309"/>
                <a:gd name="connsiteY30" fmla="*/ 116188 h 361971"/>
                <a:gd name="connsiteX31" fmla="*/ 223009 w 362309"/>
                <a:gd name="connsiteY31" fmla="*/ 110443 h 361971"/>
                <a:gd name="connsiteX32" fmla="*/ 222370 w 362309"/>
                <a:gd name="connsiteY32" fmla="*/ 109804 h 361971"/>
                <a:gd name="connsiteX33" fmla="*/ 217258 w 362309"/>
                <a:gd name="connsiteY33" fmla="*/ 97675 h 361971"/>
                <a:gd name="connsiteX34" fmla="*/ 223009 w 362309"/>
                <a:gd name="connsiteY34" fmla="*/ 84907 h 361971"/>
                <a:gd name="connsiteX35" fmla="*/ 223009 w 362309"/>
                <a:gd name="connsiteY35" fmla="*/ 84907 h 361971"/>
                <a:gd name="connsiteX36" fmla="*/ 295854 w 362309"/>
                <a:gd name="connsiteY36" fmla="*/ 275788 h 361971"/>
                <a:gd name="connsiteX37" fmla="*/ 290742 w 362309"/>
                <a:gd name="connsiteY37" fmla="*/ 278342 h 361971"/>
                <a:gd name="connsiteX38" fmla="*/ 71567 w 362309"/>
                <a:gd name="connsiteY38" fmla="*/ 278342 h 361971"/>
                <a:gd name="connsiteX39" fmla="*/ 65177 w 362309"/>
                <a:gd name="connsiteY39" fmla="*/ 271958 h 361971"/>
                <a:gd name="connsiteX40" fmla="*/ 65177 w 362309"/>
                <a:gd name="connsiteY40" fmla="*/ 185774 h 361971"/>
                <a:gd name="connsiteX41" fmla="*/ 71567 w 362309"/>
                <a:gd name="connsiteY41" fmla="*/ 179390 h 361971"/>
                <a:gd name="connsiteX42" fmla="*/ 75401 w 362309"/>
                <a:gd name="connsiteY42" fmla="*/ 180667 h 361971"/>
                <a:gd name="connsiteX43" fmla="*/ 136106 w 362309"/>
                <a:gd name="connsiteY43" fmla="*/ 220886 h 361971"/>
                <a:gd name="connsiteX44" fmla="*/ 136106 w 362309"/>
                <a:gd name="connsiteY44" fmla="*/ 185774 h 361971"/>
                <a:gd name="connsiteX45" fmla="*/ 139301 w 362309"/>
                <a:gd name="connsiteY45" fmla="*/ 180028 h 361971"/>
                <a:gd name="connsiteX46" fmla="*/ 145691 w 362309"/>
                <a:gd name="connsiteY46" fmla="*/ 180667 h 361971"/>
                <a:gd name="connsiteX47" fmla="*/ 204478 w 362309"/>
                <a:gd name="connsiteY47" fmla="*/ 220247 h 361971"/>
                <a:gd name="connsiteX48" fmla="*/ 213424 w 362309"/>
                <a:gd name="connsiteY48" fmla="*/ 146193 h 361971"/>
                <a:gd name="connsiteX49" fmla="*/ 219814 w 362309"/>
                <a:gd name="connsiteY49" fmla="*/ 140448 h 361971"/>
                <a:gd name="connsiteX50" fmla="*/ 267099 w 362309"/>
                <a:gd name="connsiteY50" fmla="*/ 140448 h 361971"/>
                <a:gd name="connsiteX51" fmla="*/ 273489 w 362309"/>
                <a:gd name="connsiteY51" fmla="*/ 145555 h 361971"/>
                <a:gd name="connsiteX52" fmla="*/ 297132 w 362309"/>
                <a:gd name="connsiteY52" fmla="*/ 270681 h 361971"/>
                <a:gd name="connsiteX53" fmla="*/ 295854 w 362309"/>
                <a:gd name="connsiteY53" fmla="*/ 275788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62309" h="361971">
                  <a:moveTo>
                    <a:pt x="180835" y="0"/>
                  </a:moveTo>
                  <a:cubicBezTo>
                    <a:pt x="80513" y="0"/>
                    <a:pt x="0" y="81077"/>
                    <a:pt x="0" y="181305"/>
                  </a:cubicBezTo>
                  <a:cubicBezTo>
                    <a:pt x="0" y="281534"/>
                    <a:pt x="81152" y="361972"/>
                    <a:pt x="180835" y="361972"/>
                  </a:cubicBezTo>
                  <a:cubicBezTo>
                    <a:pt x="280518" y="361972"/>
                    <a:pt x="362309" y="280895"/>
                    <a:pt x="362309" y="181305"/>
                  </a:cubicBezTo>
                  <a:cubicBezTo>
                    <a:pt x="362309" y="181305"/>
                    <a:pt x="362309" y="181305"/>
                    <a:pt x="362309" y="181305"/>
                  </a:cubicBezTo>
                  <a:cubicBezTo>
                    <a:pt x="361670" y="80438"/>
                    <a:pt x="281157" y="0"/>
                    <a:pt x="180835" y="0"/>
                  </a:cubicBezTo>
                  <a:close/>
                  <a:moveTo>
                    <a:pt x="254959" y="84907"/>
                  </a:moveTo>
                  <a:cubicBezTo>
                    <a:pt x="257514" y="82353"/>
                    <a:pt x="261987" y="82992"/>
                    <a:pt x="263904" y="85545"/>
                  </a:cubicBezTo>
                  <a:cubicBezTo>
                    <a:pt x="265821" y="88099"/>
                    <a:pt x="265821" y="91291"/>
                    <a:pt x="263904" y="93845"/>
                  </a:cubicBezTo>
                  <a:cubicBezTo>
                    <a:pt x="261987" y="95121"/>
                    <a:pt x="261987" y="97675"/>
                    <a:pt x="263265" y="99590"/>
                  </a:cubicBezTo>
                  <a:cubicBezTo>
                    <a:pt x="263265" y="99590"/>
                    <a:pt x="263904" y="100229"/>
                    <a:pt x="263904" y="100229"/>
                  </a:cubicBezTo>
                  <a:cubicBezTo>
                    <a:pt x="267099" y="103420"/>
                    <a:pt x="269016" y="107889"/>
                    <a:pt x="269016" y="112358"/>
                  </a:cubicBezTo>
                  <a:cubicBezTo>
                    <a:pt x="269016" y="116827"/>
                    <a:pt x="267099" y="121934"/>
                    <a:pt x="263265" y="125126"/>
                  </a:cubicBezTo>
                  <a:cubicBezTo>
                    <a:pt x="260709" y="127680"/>
                    <a:pt x="256875" y="127680"/>
                    <a:pt x="254320" y="125126"/>
                  </a:cubicBezTo>
                  <a:cubicBezTo>
                    <a:pt x="251764" y="122572"/>
                    <a:pt x="251764" y="118742"/>
                    <a:pt x="254320" y="116188"/>
                  </a:cubicBezTo>
                  <a:lnTo>
                    <a:pt x="254320" y="116188"/>
                  </a:lnTo>
                  <a:cubicBezTo>
                    <a:pt x="256237" y="114912"/>
                    <a:pt x="256237" y="112358"/>
                    <a:pt x="254959" y="110443"/>
                  </a:cubicBezTo>
                  <a:cubicBezTo>
                    <a:pt x="254959" y="110443"/>
                    <a:pt x="254320" y="109804"/>
                    <a:pt x="254320" y="109804"/>
                  </a:cubicBezTo>
                  <a:cubicBezTo>
                    <a:pt x="251125" y="106612"/>
                    <a:pt x="249208" y="102144"/>
                    <a:pt x="249208" y="97675"/>
                  </a:cubicBezTo>
                  <a:cubicBezTo>
                    <a:pt x="249208" y="93206"/>
                    <a:pt x="251764" y="88099"/>
                    <a:pt x="254959" y="84907"/>
                  </a:cubicBezTo>
                  <a:lnTo>
                    <a:pt x="254959" y="84907"/>
                  </a:lnTo>
                  <a:close/>
                  <a:moveTo>
                    <a:pt x="223009" y="84907"/>
                  </a:moveTo>
                  <a:cubicBezTo>
                    <a:pt x="225565" y="82353"/>
                    <a:pt x="229399" y="82353"/>
                    <a:pt x="231955" y="84907"/>
                  </a:cubicBezTo>
                  <a:cubicBezTo>
                    <a:pt x="231955" y="84907"/>
                    <a:pt x="231955" y="84907"/>
                    <a:pt x="231955" y="84907"/>
                  </a:cubicBezTo>
                  <a:cubicBezTo>
                    <a:pt x="234511" y="87461"/>
                    <a:pt x="234511" y="91291"/>
                    <a:pt x="231955" y="93845"/>
                  </a:cubicBezTo>
                  <a:cubicBezTo>
                    <a:pt x="230038" y="95121"/>
                    <a:pt x="230038" y="97675"/>
                    <a:pt x="231316" y="99590"/>
                  </a:cubicBezTo>
                  <a:cubicBezTo>
                    <a:pt x="231316" y="99590"/>
                    <a:pt x="231955" y="100229"/>
                    <a:pt x="231955" y="100229"/>
                  </a:cubicBezTo>
                  <a:cubicBezTo>
                    <a:pt x="235150" y="103420"/>
                    <a:pt x="237067" y="107889"/>
                    <a:pt x="237067" y="112358"/>
                  </a:cubicBezTo>
                  <a:cubicBezTo>
                    <a:pt x="237067" y="116827"/>
                    <a:pt x="235150" y="121934"/>
                    <a:pt x="231316" y="125126"/>
                  </a:cubicBezTo>
                  <a:cubicBezTo>
                    <a:pt x="228760" y="127680"/>
                    <a:pt x="224926" y="127680"/>
                    <a:pt x="222370" y="125126"/>
                  </a:cubicBezTo>
                  <a:cubicBezTo>
                    <a:pt x="219814" y="122572"/>
                    <a:pt x="219814" y="118742"/>
                    <a:pt x="222370" y="116188"/>
                  </a:cubicBezTo>
                  <a:cubicBezTo>
                    <a:pt x="224287" y="114912"/>
                    <a:pt x="224287" y="112358"/>
                    <a:pt x="223009" y="110443"/>
                  </a:cubicBezTo>
                  <a:cubicBezTo>
                    <a:pt x="223009" y="110443"/>
                    <a:pt x="222370" y="109804"/>
                    <a:pt x="222370" y="109804"/>
                  </a:cubicBezTo>
                  <a:cubicBezTo>
                    <a:pt x="219175" y="106612"/>
                    <a:pt x="217258" y="102144"/>
                    <a:pt x="217258" y="97675"/>
                  </a:cubicBezTo>
                  <a:cubicBezTo>
                    <a:pt x="218536" y="92568"/>
                    <a:pt x="220453" y="88099"/>
                    <a:pt x="223009" y="84907"/>
                  </a:cubicBezTo>
                  <a:lnTo>
                    <a:pt x="223009" y="84907"/>
                  </a:lnTo>
                  <a:close/>
                  <a:moveTo>
                    <a:pt x="295854" y="275788"/>
                  </a:moveTo>
                  <a:cubicBezTo>
                    <a:pt x="294576" y="277065"/>
                    <a:pt x="292659" y="278342"/>
                    <a:pt x="290742" y="278342"/>
                  </a:cubicBezTo>
                  <a:lnTo>
                    <a:pt x="71567" y="278342"/>
                  </a:lnTo>
                  <a:cubicBezTo>
                    <a:pt x="67733" y="278342"/>
                    <a:pt x="65177" y="275788"/>
                    <a:pt x="65177" y="271958"/>
                  </a:cubicBezTo>
                  <a:lnTo>
                    <a:pt x="65177" y="185774"/>
                  </a:lnTo>
                  <a:cubicBezTo>
                    <a:pt x="65177" y="181944"/>
                    <a:pt x="67733" y="179390"/>
                    <a:pt x="71567" y="179390"/>
                  </a:cubicBezTo>
                  <a:cubicBezTo>
                    <a:pt x="72845" y="179390"/>
                    <a:pt x="74123" y="180028"/>
                    <a:pt x="75401" y="180667"/>
                  </a:cubicBezTo>
                  <a:lnTo>
                    <a:pt x="136106" y="220886"/>
                  </a:lnTo>
                  <a:lnTo>
                    <a:pt x="136106" y="185774"/>
                  </a:lnTo>
                  <a:cubicBezTo>
                    <a:pt x="136106" y="183220"/>
                    <a:pt x="137384" y="181305"/>
                    <a:pt x="139301" y="180028"/>
                  </a:cubicBezTo>
                  <a:cubicBezTo>
                    <a:pt x="141218" y="178752"/>
                    <a:pt x="143774" y="179390"/>
                    <a:pt x="145691" y="180667"/>
                  </a:cubicBezTo>
                  <a:lnTo>
                    <a:pt x="204478" y="220247"/>
                  </a:lnTo>
                  <a:lnTo>
                    <a:pt x="213424" y="146193"/>
                  </a:lnTo>
                  <a:cubicBezTo>
                    <a:pt x="214063" y="143001"/>
                    <a:pt x="216619" y="140448"/>
                    <a:pt x="219814" y="140448"/>
                  </a:cubicBezTo>
                  <a:lnTo>
                    <a:pt x="267099" y="140448"/>
                  </a:lnTo>
                  <a:cubicBezTo>
                    <a:pt x="270294" y="140448"/>
                    <a:pt x="272850" y="142363"/>
                    <a:pt x="273489" y="145555"/>
                  </a:cubicBezTo>
                  <a:lnTo>
                    <a:pt x="297132" y="270681"/>
                  </a:lnTo>
                  <a:cubicBezTo>
                    <a:pt x="297771" y="271958"/>
                    <a:pt x="297132" y="273873"/>
                    <a:pt x="295854" y="27578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sp>
        <p:nvSpPr>
          <p:cNvPr id="89" name="Oval 88">
            <a:extLst>
              <a:ext uri="{FF2B5EF4-FFF2-40B4-BE49-F238E27FC236}">
                <a16:creationId xmlns:a16="http://schemas.microsoft.com/office/drawing/2014/main" id="{58BF7910-7CD6-40BD-8FB7-233835F34A98}"/>
              </a:ext>
            </a:extLst>
          </p:cNvPr>
          <p:cNvSpPr/>
          <p:nvPr/>
        </p:nvSpPr>
        <p:spPr bwMode="gray">
          <a:xfrm>
            <a:off x="3928004" y="5306981"/>
            <a:ext cx="548639" cy="548642"/>
          </a:xfrm>
          <a:prstGeom prst="ellipse">
            <a:avLst/>
          </a:prstGeom>
          <a:solidFill>
            <a:schemeClr val="accent3"/>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Verdana"/>
              <a:ea typeface="+mn-ea"/>
              <a:cs typeface="+mn-cs"/>
            </a:endParaRPr>
          </a:p>
        </p:txBody>
      </p:sp>
      <p:pic>
        <p:nvPicPr>
          <p:cNvPr id="6" name="Graphic 5" descr="Business Growth with solid fill">
            <a:extLst>
              <a:ext uri="{FF2B5EF4-FFF2-40B4-BE49-F238E27FC236}">
                <a16:creationId xmlns:a16="http://schemas.microsoft.com/office/drawing/2014/main" id="{E499063F-BBE1-42E6-9786-ED5CBF75F39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040681" y="5399755"/>
            <a:ext cx="350554" cy="350554"/>
          </a:xfrm>
          <a:prstGeom prst="rect">
            <a:avLst/>
          </a:prstGeom>
        </p:spPr>
      </p:pic>
    </p:spTree>
    <p:extLst>
      <p:ext uri="{BB962C8B-B14F-4D97-AF65-F5344CB8AC3E}">
        <p14:creationId xmlns:p14="http://schemas.microsoft.com/office/powerpoint/2010/main" val="2699687970"/>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8E525C8-5B83-4553-B7A8-F5F66115ADBA}"/>
              </a:ext>
            </a:extLst>
          </p:cNvPr>
          <p:cNvGraphicFramePr>
            <a:graphicFrameLocks noChangeAspect="1"/>
          </p:cNvGraphicFramePr>
          <p:nvPr>
            <p:custDataLst>
              <p:tags r:id="rId2"/>
            </p:custDataLst>
          </p:nvPr>
        </p:nvGraphicFramePr>
        <p:xfrm>
          <a:off x="1680" y="1440"/>
          <a:ext cx="1440" cy="1440"/>
        </p:xfrm>
        <a:graphic>
          <a:graphicData uri="http://schemas.openxmlformats.org/presentationml/2006/ole">
            <mc:AlternateContent xmlns:mc="http://schemas.openxmlformats.org/markup-compatibility/2006">
              <mc:Choice xmlns:v="urn:schemas-microsoft-com:vml" Requires="v">
                <p:oleObj spid="_x0000_s47160" name="think-cell Slide" r:id="rId5" imgW="498" imgH="499" progId="TCLayout.ActiveDocument.1">
                  <p:embed/>
                </p:oleObj>
              </mc:Choice>
              <mc:Fallback>
                <p:oleObj name="think-cell Slide" r:id="rId5" imgW="498" imgH="499" progId="TCLayout.ActiveDocument.1">
                  <p:embed/>
                  <p:pic>
                    <p:nvPicPr>
                      <p:cNvPr id="5" name="Object 4" hidden="1">
                        <a:extLst>
                          <a:ext uri="{FF2B5EF4-FFF2-40B4-BE49-F238E27FC236}">
                            <a16:creationId xmlns:a16="http://schemas.microsoft.com/office/drawing/2014/main" id="{D8E525C8-5B83-4553-B7A8-F5F66115ADBA}"/>
                          </a:ext>
                        </a:extLst>
                      </p:cNvPr>
                      <p:cNvPicPr/>
                      <p:nvPr/>
                    </p:nvPicPr>
                    <p:blipFill>
                      <a:blip r:embed="rId6"/>
                      <a:stretch>
                        <a:fillRect/>
                      </a:stretch>
                    </p:blipFill>
                    <p:spPr>
                      <a:xfrm>
                        <a:off x="1680" y="1440"/>
                        <a:ext cx="1440" cy="1440"/>
                      </a:xfrm>
                      <a:prstGeom prst="rect">
                        <a:avLst/>
                      </a:prstGeom>
                    </p:spPr>
                  </p:pic>
                </p:oleObj>
              </mc:Fallback>
            </mc:AlternateContent>
          </a:graphicData>
        </a:graphic>
      </p:graphicFrame>
      <p:sp>
        <p:nvSpPr>
          <p:cNvPr id="88" name="Rectangle 87" hidden="1">
            <a:extLst>
              <a:ext uri="{FF2B5EF4-FFF2-40B4-BE49-F238E27FC236}">
                <a16:creationId xmlns:a16="http://schemas.microsoft.com/office/drawing/2014/main" id="{E8660C98-62A0-423C-8A5A-044FD3662E7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088" b="0" i="0" u="none" strike="noStrike" kern="1200" cap="none" spc="0" normalizeH="0" baseline="0" noProof="0">
              <a:ln>
                <a:noFill/>
              </a:ln>
              <a:solidFill>
                <a:prstClr val="white"/>
              </a:solidFill>
              <a:effectLst/>
              <a:uLnTx/>
              <a:uFillTx/>
              <a:latin typeface="Verdana"/>
              <a:ea typeface="+mn-ea"/>
              <a:cs typeface="+mn-cs"/>
            </a:endParaRPr>
          </a:p>
        </p:txBody>
      </p:sp>
      <p:sp>
        <p:nvSpPr>
          <p:cNvPr id="2" name="Rectangle 1" hidden="1">
            <a:extLst>
              <a:ext uri="{FF2B5EF4-FFF2-40B4-BE49-F238E27FC236}">
                <a16:creationId xmlns:a16="http://schemas.microsoft.com/office/drawing/2014/main" id="{2A521930-E564-4B05-B60F-B4D4B607A7F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Avenir Next LT Pro Light" panose="020B0304020202020204" pitchFamily="34" charset="0"/>
              <a:ea typeface="+mn-ea"/>
              <a:cs typeface="+mn-cs"/>
            </a:endParaRPr>
          </a:p>
        </p:txBody>
      </p:sp>
      <p:sp>
        <p:nvSpPr>
          <p:cNvPr id="33" name="Rectangle 32" hidden="1">
            <a:extLst>
              <a:ext uri="{FF2B5EF4-FFF2-40B4-BE49-F238E27FC236}">
                <a16:creationId xmlns:a16="http://schemas.microsoft.com/office/drawing/2014/main" id="{5CEEA709-822B-4D97-95B5-1E93A1A05919}"/>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54" name="Rectangle 53" hidden="1">
            <a:extLst>
              <a:ext uri="{FF2B5EF4-FFF2-40B4-BE49-F238E27FC236}">
                <a16:creationId xmlns:a16="http://schemas.microsoft.com/office/drawing/2014/main" id="{225F56F8-8BC1-48B6-BEFF-20E4914FDA4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58" name="Rectangle 57" hidden="1">
            <a:extLst>
              <a:ext uri="{FF2B5EF4-FFF2-40B4-BE49-F238E27FC236}">
                <a16:creationId xmlns:a16="http://schemas.microsoft.com/office/drawing/2014/main" id="{50C0A6EC-D618-4045-A144-16336B53AEFE}"/>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62" name="Rectangle 61" hidden="1">
            <a:extLst>
              <a:ext uri="{FF2B5EF4-FFF2-40B4-BE49-F238E27FC236}">
                <a16:creationId xmlns:a16="http://schemas.microsoft.com/office/drawing/2014/main" id="{8AC4DE8A-A90A-45C4-A128-6D6EC2EA41AF}"/>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123" name="Rectangle 122" hidden="1">
            <a:extLst>
              <a:ext uri="{FF2B5EF4-FFF2-40B4-BE49-F238E27FC236}">
                <a16:creationId xmlns:a16="http://schemas.microsoft.com/office/drawing/2014/main" id="{891D9B62-8447-4BF2-AAD5-EE8A0DC6CA59}"/>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154" name="Rectangle 153" hidden="1">
            <a:extLst>
              <a:ext uri="{FF2B5EF4-FFF2-40B4-BE49-F238E27FC236}">
                <a16:creationId xmlns:a16="http://schemas.microsoft.com/office/drawing/2014/main" id="{E6055FF4-59BE-4A31-A244-49C2AAC1E7B4}"/>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157" name="Rectangle 156" hidden="1">
            <a:extLst>
              <a:ext uri="{FF2B5EF4-FFF2-40B4-BE49-F238E27FC236}">
                <a16:creationId xmlns:a16="http://schemas.microsoft.com/office/drawing/2014/main" id="{79987C92-84CE-44DC-A97C-59F767A61EC1}"/>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361" name="Rectangle 360" hidden="1">
            <a:extLst>
              <a:ext uri="{FF2B5EF4-FFF2-40B4-BE49-F238E27FC236}">
                <a16:creationId xmlns:a16="http://schemas.microsoft.com/office/drawing/2014/main" id="{58D700BD-6F8F-4F7C-8892-9034C7A065B1}"/>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05" name="Rectangle 404" hidden="1">
            <a:extLst>
              <a:ext uri="{FF2B5EF4-FFF2-40B4-BE49-F238E27FC236}">
                <a16:creationId xmlns:a16="http://schemas.microsoft.com/office/drawing/2014/main" id="{0CEE0670-BDA8-4520-8F9D-5C046A637342}"/>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5" name="Rectangle 44" hidden="1">
            <a:extLst>
              <a:ext uri="{FF2B5EF4-FFF2-40B4-BE49-F238E27FC236}">
                <a16:creationId xmlns:a16="http://schemas.microsoft.com/office/drawing/2014/main" id="{767854C1-3E6E-4F2E-98B4-2A1F7DB28D5C}"/>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725"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219" name="Rectangle 218" hidden="1">
            <a:extLst>
              <a:ext uri="{FF2B5EF4-FFF2-40B4-BE49-F238E27FC236}">
                <a16:creationId xmlns:a16="http://schemas.microsoft.com/office/drawing/2014/main" id="{847846C5-C801-4BEE-9506-A16841F90D4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725" b="0" i="0" u="none" strike="noStrike" kern="1200" cap="none" spc="0" normalizeH="0" baseline="0" noProof="0">
              <a:ln>
                <a:noFill/>
              </a:ln>
              <a:solidFill>
                <a:prstClr val="white"/>
              </a:solidFill>
              <a:effectLst/>
              <a:uLnTx/>
              <a:uFillTx/>
              <a:latin typeface="Verdana"/>
              <a:ea typeface="+mn-ea"/>
              <a:cs typeface="+mn-cs"/>
            </a:endParaRPr>
          </a:p>
        </p:txBody>
      </p:sp>
      <p:sp>
        <p:nvSpPr>
          <p:cNvPr id="332" name="Rectangle 331" hidden="1">
            <a:extLst>
              <a:ext uri="{FF2B5EF4-FFF2-40B4-BE49-F238E27FC236}">
                <a16:creationId xmlns:a16="http://schemas.microsoft.com/office/drawing/2014/main" id="{B1BAC627-2155-4A3C-960D-101193C2287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088" b="0" i="0" u="none" strike="noStrike" kern="1200" cap="none" spc="0" normalizeH="0" baseline="0" noProof="0">
              <a:ln>
                <a:noFill/>
              </a:ln>
              <a:solidFill>
                <a:prstClr val="white"/>
              </a:solidFill>
              <a:effectLst/>
              <a:uLnTx/>
              <a:uFillTx/>
              <a:latin typeface="Verdana"/>
              <a:ea typeface="+mn-ea"/>
              <a:cs typeface="+mn-cs"/>
            </a:endParaRPr>
          </a:p>
        </p:txBody>
      </p:sp>
      <p:sp>
        <p:nvSpPr>
          <p:cNvPr id="532" name="Rectangle 531" hidden="1">
            <a:extLst>
              <a:ext uri="{FF2B5EF4-FFF2-40B4-BE49-F238E27FC236}">
                <a16:creationId xmlns:a16="http://schemas.microsoft.com/office/drawing/2014/main" id="{25F5028C-BFCA-4679-826B-D8FEBFE44C90}"/>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Avenir Next LT Pro Light" panose="020B0304020202020204" pitchFamily="34" charset="0"/>
              <a:ea typeface="+mn-ea"/>
              <a:cs typeface="+mn-cs"/>
            </a:endParaRPr>
          </a:p>
        </p:txBody>
      </p:sp>
      <p:sp>
        <p:nvSpPr>
          <p:cNvPr id="645" name="Rectangle 644" hidden="1">
            <a:extLst>
              <a:ext uri="{FF2B5EF4-FFF2-40B4-BE49-F238E27FC236}">
                <a16:creationId xmlns:a16="http://schemas.microsoft.com/office/drawing/2014/main" id="{E3C87C7A-307E-4E40-BF24-596ACA913F2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660" name="Rectangle 659" hidden="1">
            <a:extLst>
              <a:ext uri="{FF2B5EF4-FFF2-40B4-BE49-F238E27FC236}">
                <a16:creationId xmlns:a16="http://schemas.microsoft.com/office/drawing/2014/main" id="{2ECBF87A-E661-4272-A3A4-31486CCA0A14}"/>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0" name="Title 2">
            <a:extLst>
              <a:ext uri="{FF2B5EF4-FFF2-40B4-BE49-F238E27FC236}">
                <a16:creationId xmlns:a16="http://schemas.microsoft.com/office/drawing/2014/main" id="{4B8DEF8B-01E9-42C6-8321-05FF6A851792}"/>
              </a:ext>
            </a:extLst>
          </p:cNvPr>
          <p:cNvSpPr>
            <a:spLocks noGrp="1"/>
          </p:cNvSpPr>
          <p:nvPr>
            <p:ph type="title"/>
          </p:nvPr>
        </p:nvSpPr>
        <p:spPr>
          <a:xfrm>
            <a:off x="501652" y="317503"/>
            <a:ext cx="11162350" cy="334101"/>
          </a:xfrm>
        </p:spPr>
        <p:txBody>
          <a:bodyPr vert="horz"/>
          <a:lstStyle/>
          <a:p>
            <a:r>
              <a:rPr lang="en-US" sz="1814" b="1" dirty="0"/>
              <a:t>WBPDCL’s Opportunities Analysis (1/2)</a:t>
            </a:r>
          </a:p>
        </p:txBody>
      </p:sp>
      <p:sp>
        <p:nvSpPr>
          <p:cNvPr id="99" name="Rectangle 5">
            <a:extLst>
              <a:ext uri="{FF2B5EF4-FFF2-40B4-BE49-F238E27FC236}">
                <a16:creationId xmlns:a16="http://schemas.microsoft.com/office/drawing/2014/main" id="{E8103B65-9401-4F21-9B81-AA6B557D6C7A}"/>
              </a:ext>
            </a:extLst>
          </p:cNvPr>
          <p:cNvSpPr/>
          <p:nvPr/>
        </p:nvSpPr>
        <p:spPr bwMode="gray">
          <a:xfrm flipV="1">
            <a:off x="501652" y="749093"/>
            <a:ext cx="11134484" cy="27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829178" rtl="0" eaLnBrk="1" fontAlgn="auto" latinLnBrk="0" hangingPunct="1">
              <a:lnSpc>
                <a:spcPct val="100000"/>
              </a:lnSpc>
              <a:spcBef>
                <a:spcPts val="0"/>
              </a:spcBef>
              <a:spcAft>
                <a:spcPts val="0"/>
              </a:spcAft>
              <a:buClrTx/>
              <a:buSzTx/>
              <a:buFontTx/>
              <a:buNone/>
              <a:tabLst/>
              <a:defRPr/>
            </a:pPr>
            <a:endParaRPr kumimoji="0" lang="en-US" sz="1451" b="0" i="0" u="none" strike="noStrike" kern="1200" cap="none" spc="0" normalizeH="0" baseline="0" noProof="0">
              <a:ln>
                <a:noFill/>
              </a:ln>
              <a:solidFill>
                <a:prstClr val="white"/>
              </a:solidFill>
              <a:effectLst/>
              <a:uLnTx/>
              <a:uFillTx/>
              <a:latin typeface="Verdana"/>
              <a:ea typeface="+mn-ea"/>
              <a:cs typeface="+mn-cs"/>
            </a:endParaRPr>
          </a:p>
        </p:txBody>
      </p:sp>
      <p:sp>
        <p:nvSpPr>
          <p:cNvPr id="101" name="TextBox 100">
            <a:extLst>
              <a:ext uri="{FF2B5EF4-FFF2-40B4-BE49-F238E27FC236}">
                <a16:creationId xmlns:a16="http://schemas.microsoft.com/office/drawing/2014/main" id="{6F5DFA51-A93D-4898-9B6C-5BBE8C20344C}"/>
              </a:ext>
            </a:extLst>
          </p:cNvPr>
          <p:cNvSpPr txBox="1"/>
          <p:nvPr/>
        </p:nvSpPr>
        <p:spPr>
          <a:xfrm>
            <a:off x="10200640" y="263311"/>
            <a:ext cx="1435496" cy="43088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2800" b="0" i="0" u="none" strike="noStrike" kern="1200" cap="none" spc="0" normalizeH="0" baseline="0" noProof="0">
                <a:ln>
                  <a:noFill/>
                </a:ln>
                <a:solidFill>
                  <a:srgbClr val="D0D0CE"/>
                </a:solidFill>
                <a:effectLst/>
                <a:uLnTx/>
                <a:uFillTx/>
                <a:latin typeface="Verdana"/>
                <a:ea typeface="+mn-ea"/>
                <a:cs typeface="+mn-cs"/>
              </a:rPr>
              <a:t>SW</a:t>
            </a:r>
            <a:r>
              <a:rPr kumimoji="0" lang="en-US" sz="2800" b="0" i="0" u="none" strike="noStrike" kern="1200" cap="none" spc="0" normalizeH="0" baseline="0" noProof="0">
                <a:ln>
                  <a:noFill/>
                </a:ln>
                <a:solidFill>
                  <a:srgbClr val="86BC25"/>
                </a:solidFill>
                <a:effectLst/>
                <a:uLnTx/>
                <a:uFillTx/>
                <a:latin typeface="Verdana"/>
                <a:ea typeface="+mn-ea"/>
                <a:cs typeface="+mn-cs"/>
              </a:rPr>
              <a:t>O</a:t>
            </a:r>
            <a:r>
              <a:rPr kumimoji="0" lang="en-US" sz="2800" b="0" i="0" u="none" strike="noStrike" kern="1200" cap="none" spc="0" normalizeH="0" baseline="0" noProof="0">
                <a:ln>
                  <a:noFill/>
                </a:ln>
                <a:solidFill>
                  <a:srgbClr val="D0D0CE"/>
                </a:solidFill>
                <a:effectLst/>
                <a:uLnTx/>
                <a:uFillTx/>
                <a:latin typeface="Verdana"/>
                <a:ea typeface="+mn-ea"/>
                <a:cs typeface="+mn-cs"/>
              </a:rPr>
              <a:t>T</a:t>
            </a:r>
          </a:p>
        </p:txBody>
      </p:sp>
      <p:sp>
        <p:nvSpPr>
          <p:cNvPr id="187" name="Rectangle 186">
            <a:extLst>
              <a:ext uri="{FF2B5EF4-FFF2-40B4-BE49-F238E27FC236}">
                <a16:creationId xmlns:a16="http://schemas.microsoft.com/office/drawing/2014/main" id="{A9B31864-0153-486A-85D7-5B17CAB24277}"/>
              </a:ext>
            </a:extLst>
          </p:cNvPr>
          <p:cNvSpPr/>
          <p:nvPr/>
        </p:nvSpPr>
        <p:spPr>
          <a:xfrm>
            <a:off x="4937313" y="1038319"/>
            <a:ext cx="5261559" cy="1292662"/>
          </a:xfrm>
          <a:prstGeom prst="rect">
            <a:avLst/>
          </a:prstGeom>
        </p:spPr>
        <p:txBody>
          <a:bodyPr wrap="square" lIns="0" tIns="0" rIns="0" bIns="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86BC25"/>
                </a:solidFill>
                <a:effectLst/>
                <a:uLnTx/>
                <a:uFillTx/>
                <a:latin typeface="Verdana"/>
                <a:ea typeface="+mn-ea"/>
                <a:cs typeface="+mn-cs"/>
              </a:rPr>
              <a:t>Sale of excess power to other buyers or through power market: </a:t>
            </a:r>
            <a:r>
              <a:rPr kumimoji="0" lang="en-US" sz="1400" b="0" i="0" u="none" strike="noStrike" kern="1200" cap="none" spc="0" normalizeH="0" baseline="0" noProof="0" dirty="0">
                <a:ln>
                  <a:noFill/>
                </a:ln>
                <a:solidFill>
                  <a:prstClr val="black"/>
                </a:solidFill>
                <a:effectLst/>
                <a:uLnTx/>
                <a:uFillTx/>
                <a:latin typeface="Verdana"/>
                <a:ea typeface="+mn-ea"/>
                <a:cs typeface="+mn-cs"/>
              </a:rPr>
              <a:t>Currently, 100% power is sold to WBSEDCL. Sale of excess power to other buyers or through power market can bring in increased revenue; Scope for amending the existing PPA terms to allow WBPDCL to trade power / sell power to the market</a:t>
            </a:r>
          </a:p>
        </p:txBody>
      </p:sp>
      <p:sp>
        <p:nvSpPr>
          <p:cNvPr id="189" name="TextBox 188">
            <a:extLst>
              <a:ext uri="{FF2B5EF4-FFF2-40B4-BE49-F238E27FC236}">
                <a16:creationId xmlns:a16="http://schemas.microsoft.com/office/drawing/2014/main" id="{1BE4E55E-9879-4AC3-93F8-A7B82DC4373B}"/>
              </a:ext>
            </a:extLst>
          </p:cNvPr>
          <p:cNvSpPr txBox="1"/>
          <p:nvPr/>
        </p:nvSpPr>
        <p:spPr>
          <a:xfrm>
            <a:off x="4937313" y="2605279"/>
            <a:ext cx="5261559" cy="646331"/>
          </a:xfrm>
          <a:prstGeom prst="rect">
            <a:avLst/>
          </a:prstGeom>
          <a:noFill/>
        </p:spPr>
        <p:txBody>
          <a:bodyPr wrap="square" lIns="0" tIns="0" rIns="0" bIns="0" rtlCol="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12169"/>
                </a:solidFill>
                <a:effectLst/>
                <a:uLnTx/>
                <a:uFillTx/>
                <a:latin typeface="Verdana"/>
                <a:ea typeface="+mn-ea"/>
                <a:cs typeface="+mn-cs"/>
              </a:rPr>
              <a:t>Opportunity for portfolio diversification : </a:t>
            </a:r>
            <a:r>
              <a:rPr kumimoji="0" lang="en-US" sz="1400" b="0" i="0" u="none" strike="noStrike" kern="1200" cap="none" spc="0" normalizeH="0" baseline="0" noProof="0" dirty="0">
                <a:ln>
                  <a:noFill/>
                </a:ln>
                <a:solidFill>
                  <a:prstClr val="black"/>
                </a:solidFill>
                <a:effectLst/>
                <a:uLnTx/>
                <a:uFillTx/>
                <a:latin typeface="Verdana"/>
                <a:ea typeface="+mn-ea"/>
                <a:cs typeface="+mn-cs"/>
              </a:rPr>
              <a:t>Diversification into Renewable Energy, Hybrid and Storage technology by building suitable asset portfolio</a:t>
            </a:r>
          </a:p>
        </p:txBody>
      </p:sp>
      <p:sp>
        <p:nvSpPr>
          <p:cNvPr id="191" name="TextBox 190">
            <a:extLst>
              <a:ext uri="{FF2B5EF4-FFF2-40B4-BE49-F238E27FC236}">
                <a16:creationId xmlns:a16="http://schemas.microsoft.com/office/drawing/2014/main" id="{FA8086AE-9A4D-475A-8297-5CEC2E6E71BC}"/>
              </a:ext>
            </a:extLst>
          </p:cNvPr>
          <p:cNvSpPr txBox="1"/>
          <p:nvPr/>
        </p:nvSpPr>
        <p:spPr>
          <a:xfrm>
            <a:off x="4939081" y="3527241"/>
            <a:ext cx="5261560" cy="1292662"/>
          </a:xfrm>
          <a:prstGeom prst="rect">
            <a:avLst/>
          </a:prstGeom>
          <a:noFill/>
        </p:spPr>
        <p:txBody>
          <a:bodyPr wrap="square" lIns="0" tIns="0" rIns="0" bIns="0" rtlCol="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46A38"/>
                </a:solidFill>
                <a:effectLst/>
                <a:uLnTx/>
                <a:uFillTx/>
                <a:latin typeface="Verdana"/>
                <a:ea typeface="+mn-ea"/>
                <a:cs typeface="+mn-cs"/>
              </a:rPr>
              <a:t>Digitalization of Thermal Power plants: </a:t>
            </a:r>
            <a:r>
              <a:rPr kumimoji="0" lang="en-US" sz="1400" b="0" i="0" u="none" strike="noStrike" kern="1200" cap="none" spc="0" normalizeH="0" baseline="0" noProof="0" dirty="0">
                <a:ln>
                  <a:noFill/>
                </a:ln>
                <a:solidFill>
                  <a:prstClr val="black"/>
                </a:solidFill>
                <a:effectLst/>
                <a:uLnTx/>
                <a:uFillTx/>
                <a:latin typeface="Verdana"/>
                <a:ea typeface="+mn-ea"/>
                <a:cs typeface="+mn-cs"/>
              </a:rPr>
              <a:t>Maximizing possible gains in efficiency, reliability and sustainability through introduction of innovative technologies like Industrial Internet of Things (</a:t>
            </a:r>
            <a:r>
              <a:rPr kumimoji="0" lang="en-US" sz="1400" b="0" i="0" u="none" strike="noStrike" kern="1200" cap="none" spc="0" normalizeH="0" baseline="0" noProof="0" dirty="0" err="1">
                <a:ln>
                  <a:noFill/>
                </a:ln>
                <a:solidFill>
                  <a:prstClr val="black"/>
                </a:solidFill>
                <a:effectLst/>
                <a:uLnTx/>
                <a:uFillTx/>
                <a:latin typeface="Verdana"/>
                <a:ea typeface="+mn-ea"/>
                <a:cs typeface="+mn-cs"/>
              </a:rPr>
              <a:t>IIoT</a:t>
            </a:r>
            <a:r>
              <a:rPr kumimoji="0" lang="en-US" sz="1400" b="0" i="0" u="none" strike="noStrike" kern="1200" cap="none" spc="0" normalizeH="0" baseline="0" noProof="0" dirty="0">
                <a:ln>
                  <a:noFill/>
                </a:ln>
                <a:solidFill>
                  <a:prstClr val="black"/>
                </a:solidFill>
                <a:effectLst/>
                <a:uLnTx/>
                <a:uFillTx/>
                <a:latin typeface="Verdana"/>
                <a:ea typeface="+mn-ea"/>
                <a:cs typeface="+mn-cs"/>
              </a:rPr>
              <a:t>), Big Data, Analytics and Artificial Intelligence(AI), Digital Twins, Cloud and Mobility </a:t>
            </a:r>
          </a:p>
        </p:txBody>
      </p:sp>
      <p:grpSp>
        <p:nvGrpSpPr>
          <p:cNvPr id="206" name="Group 205">
            <a:extLst>
              <a:ext uri="{FF2B5EF4-FFF2-40B4-BE49-F238E27FC236}">
                <a16:creationId xmlns:a16="http://schemas.microsoft.com/office/drawing/2014/main" id="{B8316BE9-B7F1-418D-82DF-8B607C54347F}"/>
              </a:ext>
            </a:extLst>
          </p:cNvPr>
          <p:cNvGrpSpPr/>
          <p:nvPr/>
        </p:nvGrpSpPr>
        <p:grpSpPr>
          <a:xfrm>
            <a:off x="2441642" y="1687150"/>
            <a:ext cx="1337549" cy="772319"/>
            <a:chOff x="4207048" y="2110398"/>
            <a:chExt cx="1337549" cy="694394"/>
          </a:xfrm>
        </p:grpSpPr>
        <p:cxnSp>
          <p:nvCxnSpPr>
            <p:cNvPr id="207" name="Straight Connector 206">
              <a:extLst>
                <a:ext uri="{FF2B5EF4-FFF2-40B4-BE49-F238E27FC236}">
                  <a16:creationId xmlns:a16="http://schemas.microsoft.com/office/drawing/2014/main" id="{CFDC4DF9-7BDD-45F9-877C-A47211C57FF1}"/>
                </a:ext>
              </a:extLst>
            </p:cNvPr>
            <p:cNvCxnSpPr>
              <a:cxnSpLocks/>
            </p:cNvCxnSpPr>
            <p:nvPr/>
          </p:nvCxnSpPr>
          <p:spPr>
            <a:xfrm>
              <a:off x="4922598" y="2110398"/>
              <a:ext cx="621999" cy="0"/>
            </a:xfrm>
            <a:prstGeom prst="line">
              <a:avLst/>
            </a:prstGeom>
            <a:ln w="15875" cap="rnd">
              <a:solidFill>
                <a:schemeClr val="accent1"/>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60483344-0471-43B7-9859-1D95EE15A44E}"/>
                </a:ext>
              </a:extLst>
            </p:cNvPr>
            <p:cNvCxnSpPr>
              <a:cxnSpLocks/>
            </p:cNvCxnSpPr>
            <p:nvPr/>
          </p:nvCxnSpPr>
          <p:spPr>
            <a:xfrm flipH="1">
              <a:off x="4207048" y="2129350"/>
              <a:ext cx="696600" cy="675442"/>
            </a:xfrm>
            <a:prstGeom prst="line">
              <a:avLst/>
            </a:prstGeom>
            <a:ln w="15875" cap="rnd">
              <a:solidFill>
                <a:schemeClr val="accent1"/>
              </a:solidFill>
              <a:prstDash val="sysDot"/>
              <a:tailEnd type="oval"/>
            </a:ln>
          </p:spPr>
          <p:style>
            <a:lnRef idx="1">
              <a:schemeClr val="accent1"/>
            </a:lnRef>
            <a:fillRef idx="0">
              <a:schemeClr val="accent1"/>
            </a:fillRef>
            <a:effectRef idx="0">
              <a:schemeClr val="accent1"/>
            </a:effectRef>
            <a:fontRef idx="minor">
              <a:schemeClr val="tx1"/>
            </a:fontRef>
          </p:style>
        </p:cxnSp>
      </p:grpSp>
      <p:sp>
        <p:nvSpPr>
          <p:cNvPr id="209" name="Oval 208">
            <a:extLst>
              <a:ext uri="{FF2B5EF4-FFF2-40B4-BE49-F238E27FC236}">
                <a16:creationId xmlns:a16="http://schemas.microsoft.com/office/drawing/2014/main" id="{50624110-400E-439A-B203-D4E77FBED412}"/>
              </a:ext>
            </a:extLst>
          </p:cNvPr>
          <p:cNvSpPr/>
          <p:nvPr/>
        </p:nvSpPr>
        <p:spPr bwMode="gray">
          <a:xfrm>
            <a:off x="2318598" y="2350499"/>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210" name="Oval 209">
            <a:extLst>
              <a:ext uri="{FF2B5EF4-FFF2-40B4-BE49-F238E27FC236}">
                <a16:creationId xmlns:a16="http://schemas.microsoft.com/office/drawing/2014/main" id="{B64CD370-E471-446A-8A4D-EA280B9B3484}"/>
              </a:ext>
            </a:extLst>
          </p:cNvPr>
          <p:cNvSpPr/>
          <p:nvPr/>
        </p:nvSpPr>
        <p:spPr bwMode="gray">
          <a:xfrm>
            <a:off x="2635120" y="3045356"/>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211" name="Oval 210">
            <a:extLst>
              <a:ext uri="{FF2B5EF4-FFF2-40B4-BE49-F238E27FC236}">
                <a16:creationId xmlns:a16="http://schemas.microsoft.com/office/drawing/2014/main" id="{D2ECBD4F-3ED5-4CC7-81BE-2375C09E69CC}"/>
              </a:ext>
            </a:extLst>
          </p:cNvPr>
          <p:cNvSpPr/>
          <p:nvPr/>
        </p:nvSpPr>
        <p:spPr bwMode="gray">
          <a:xfrm>
            <a:off x="2699972" y="3820782"/>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212" name="Oval 211">
            <a:extLst>
              <a:ext uri="{FF2B5EF4-FFF2-40B4-BE49-F238E27FC236}">
                <a16:creationId xmlns:a16="http://schemas.microsoft.com/office/drawing/2014/main" id="{1F36BE48-2C6D-4ABD-8C21-B1978322476E}"/>
              </a:ext>
            </a:extLst>
          </p:cNvPr>
          <p:cNvSpPr/>
          <p:nvPr/>
        </p:nvSpPr>
        <p:spPr bwMode="gray">
          <a:xfrm>
            <a:off x="2356445" y="4586529"/>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grpSp>
        <p:nvGrpSpPr>
          <p:cNvPr id="214" name="Group 213">
            <a:extLst>
              <a:ext uri="{FF2B5EF4-FFF2-40B4-BE49-F238E27FC236}">
                <a16:creationId xmlns:a16="http://schemas.microsoft.com/office/drawing/2014/main" id="{B01B199A-89AE-4F59-87AA-450ACE7738FF}"/>
              </a:ext>
            </a:extLst>
          </p:cNvPr>
          <p:cNvGrpSpPr/>
          <p:nvPr/>
        </p:nvGrpSpPr>
        <p:grpSpPr>
          <a:xfrm>
            <a:off x="2757980" y="2997760"/>
            <a:ext cx="1021211" cy="155169"/>
            <a:chOff x="4523386" y="3151206"/>
            <a:chExt cx="1021211" cy="300631"/>
          </a:xfrm>
        </p:grpSpPr>
        <p:cxnSp>
          <p:nvCxnSpPr>
            <p:cNvPr id="215" name="Straight Connector 214">
              <a:extLst>
                <a:ext uri="{FF2B5EF4-FFF2-40B4-BE49-F238E27FC236}">
                  <a16:creationId xmlns:a16="http://schemas.microsoft.com/office/drawing/2014/main" id="{EE8E489B-D311-4497-AE70-9BBFB5CA846E}"/>
                </a:ext>
              </a:extLst>
            </p:cNvPr>
            <p:cNvCxnSpPr>
              <a:cxnSpLocks/>
            </p:cNvCxnSpPr>
            <p:nvPr/>
          </p:nvCxnSpPr>
          <p:spPr>
            <a:xfrm>
              <a:off x="4922598" y="3151712"/>
              <a:ext cx="621999" cy="0"/>
            </a:xfrm>
            <a:prstGeom prst="line">
              <a:avLst/>
            </a:prstGeom>
            <a:ln w="15875" cap="rnd">
              <a:solidFill>
                <a:schemeClr val="accent4"/>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64398EC1-1200-4AD3-B7EF-8A85457CFD6F}"/>
                </a:ext>
              </a:extLst>
            </p:cNvPr>
            <p:cNvCxnSpPr>
              <a:cxnSpLocks/>
            </p:cNvCxnSpPr>
            <p:nvPr/>
          </p:nvCxnSpPr>
          <p:spPr>
            <a:xfrm flipH="1">
              <a:off x="4523386" y="3151206"/>
              <a:ext cx="371734" cy="300631"/>
            </a:xfrm>
            <a:prstGeom prst="line">
              <a:avLst/>
            </a:prstGeom>
            <a:ln w="15875" cap="rnd">
              <a:solidFill>
                <a:schemeClr val="accent4"/>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217" name="Group 216">
            <a:extLst>
              <a:ext uri="{FF2B5EF4-FFF2-40B4-BE49-F238E27FC236}">
                <a16:creationId xmlns:a16="http://schemas.microsoft.com/office/drawing/2014/main" id="{1EE6F223-75A1-462E-8640-CB9621182859}"/>
              </a:ext>
            </a:extLst>
          </p:cNvPr>
          <p:cNvGrpSpPr/>
          <p:nvPr/>
        </p:nvGrpSpPr>
        <p:grpSpPr>
          <a:xfrm>
            <a:off x="2474642" y="4723685"/>
            <a:ext cx="1304549" cy="678084"/>
            <a:chOff x="4487991" y="4634811"/>
            <a:chExt cx="1056606" cy="391402"/>
          </a:xfrm>
        </p:grpSpPr>
        <p:cxnSp>
          <p:nvCxnSpPr>
            <p:cNvPr id="218" name="Straight Connector 217">
              <a:extLst>
                <a:ext uri="{FF2B5EF4-FFF2-40B4-BE49-F238E27FC236}">
                  <a16:creationId xmlns:a16="http://schemas.microsoft.com/office/drawing/2014/main" id="{96F7D521-6930-4F26-8352-CCD331463D12}"/>
                </a:ext>
              </a:extLst>
            </p:cNvPr>
            <p:cNvCxnSpPr>
              <a:cxnSpLocks/>
            </p:cNvCxnSpPr>
            <p:nvPr/>
          </p:nvCxnSpPr>
          <p:spPr>
            <a:xfrm>
              <a:off x="4922598" y="5026213"/>
              <a:ext cx="621999" cy="0"/>
            </a:xfrm>
            <a:prstGeom prst="line">
              <a:avLst/>
            </a:prstGeom>
            <a:ln w="15875" cap="rnd">
              <a:solidFill>
                <a:schemeClr val="accent3"/>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ADAE3414-E56A-4CDB-8CF1-A2E807814FC1}"/>
                </a:ext>
              </a:extLst>
            </p:cNvPr>
            <p:cNvCxnSpPr>
              <a:cxnSpLocks/>
            </p:cNvCxnSpPr>
            <p:nvPr/>
          </p:nvCxnSpPr>
          <p:spPr>
            <a:xfrm flipH="1" flipV="1">
              <a:off x="4487991" y="4634811"/>
              <a:ext cx="419702" cy="391183"/>
            </a:xfrm>
            <a:prstGeom prst="line">
              <a:avLst/>
            </a:prstGeom>
            <a:ln w="15875" cap="rnd">
              <a:solidFill>
                <a:schemeClr val="accent3"/>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221" name="Group 220">
            <a:extLst>
              <a:ext uri="{FF2B5EF4-FFF2-40B4-BE49-F238E27FC236}">
                <a16:creationId xmlns:a16="http://schemas.microsoft.com/office/drawing/2014/main" id="{3FC65451-658B-4AA2-9D6F-2E6D411DB948}"/>
              </a:ext>
            </a:extLst>
          </p:cNvPr>
          <p:cNvGrpSpPr/>
          <p:nvPr/>
        </p:nvGrpSpPr>
        <p:grpSpPr>
          <a:xfrm>
            <a:off x="393341" y="2529881"/>
            <a:ext cx="2286000" cy="2286000"/>
            <a:chOff x="380600" y="1693103"/>
            <a:chExt cx="4113462" cy="4088045"/>
          </a:xfrm>
        </p:grpSpPr>
        <p:sp>
          <p:nvSpPr>
            <p:cNvPr id="222" name="Arc 221">
              <a:extLst>
                <a:ext uri="{FF2B5EF4-FFF2-40B4-BE49-F238E27FC236}">
                  <a16:creationId xmlns:a16="http://schemas.microsoft.com/office/drawing/2014/main" id="{4ED94416-1564-4100-A1C8-876BEAA8BC6D}"/>
                </a:ext>
              </a:extLst>
            </p:cNvPr>
            <p:cNvSpPr/>
            <p:nvPr/>
          </p:nvSpPr>
          <p:spPr>
            <a:xfrm>
              <a:off x="380600" y="1693103"/>
              <a:ext cx="4088045" cy="4088045"/>
            </a:xfrm>
            <a:prstGeom prst="arc">
              <a:avLst>
                <a:gd name="adj1" fmla="val 16812435"/>
                <a:gd name="adj2" fmla="val 4781030"/>
              </a:avLst>
            </a:prstGeom>
            <a:ln w="25400" cap="rnd">
              <a:solidFill>
                <a:schemeClr val="accent6">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prstClr val="black"/>
                </a:solidFill>
                <a:effectLst/>
                <a:uLnTx/>
                <a:uFillTx/>
                <a:latin typeface="Verdana"/>
                <a:ea typeface="+mn-ea"/>
                <a:cs typeface="+mn-cs"/>
              </a:endParaRPr>
            </a:p>
          </p:txBody>
        </p:sp>
        <p:sp>
          <p:nvSpPr>
            <p:cNvPr id="223" name="Arc 222">
              <a:extLst>
                <a:ext uri="{FF2B5EF4-FFF2-40B4-BE49-F238E27FC236}">
                  <a16:creationId xmlns:a16="http://schemas.microsoft.com/office/drawing/2014/main" id="{F42450E8-73F7-4DB0-B05B-C3BE7B422797}"/>
                </a:ext>
              </a:extLst>
            </p:cNvPr>
            <p:cNvSpPr/>
            <p:nvPr/>
          </p:nvSpPr>
          <p:spPr>
            <a:xfrm flipH="1">
              <a:off x="406017" y="1693103"/>
              <a:ext cx="4088045" cy="4088045"/>
            </a:xfrm>
            <a:prstGeom prst="arc">
              <a:avLst>
                <a:gd name="adj1" fmla="val 16812435"/>
                <a:gd name="adj2" fmla="val 4781841"/>
              </a:avLst>
            </a:prstGeom>
            <a:ln w="25400" cap="rnd">
              <a:solidFill>
                <a:schemeClr val="accent6">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prstClr val="black"/>
                </a:solidFill>
                <a:effectLst/>
                <a:uLnTx/>
                <a:uFillTx/>
                <a:latin typeface="Verdana"/>
                <a:ea typeface="+mn-ea"/>
                <a:cs typeface="+mn-cs"/>
              </a:endParaRPr>
            </a:p>
          </p:txBody>
        </p:sp>
        <p:sp>
          <p:nvSpPr>
            <p:cNvPr id="224" name="Oval 223">
              <a:extLst>
                <a:ext uri="{FF2B5EF4-FFF2-40B4-BE49-F238E27FC236}">
                  <a16:creationId xmlns:a16="http://schemas.microsoft.com/office/drawing/2014/main" id="{A0B11948-84F4-49D0-BA1D-1842D222544E}"/>
                </a:ext>
              </a:extLst>
            </p:cNvPr>
            <p:cNvSpPr/>
            <p:nvPr/>
          </p:nvSpPr>
          <p:spPr bwMode="gray">
            <a:xfrm>
              <a:off x="618308" y="1899909"/>
              <a:ext cx="3674434" cy="3674434"/>
            </a:xfrm>
            <a:prstGeom prst="ellipse">
              <a:avLst/>
            </a:prstGeom>
            <a:noFill/>
            <a:ln w="19050" algn="ctr">
              <a:solidFill>
                <a:srgbClr val="046A38"/>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225" name="Oval 224">
              <a:extLst>
                <a:ext uri="{FF2B5EF4-FFF2-40B4-BE49-F238E27FC236}">
                  <a16:creationId xmlns:a16="http://schemas.microsoft.com/office/drawing/2014/main" id="{63180603-B71A-4477-A278-62B4694E5CCB}"/>
                </a:ext>
              </a:extLst>
            </p:cNvPr>
            <p:cNvSpPr/>
            <p:nvPr/>
          </p:nvSpPr>
          <p:spPr bwMode="gray">
            <a:xfrm>
              <a:off x="785328" y="2066929"/>
              <a:ext cx="3340395" cy="3340395"/>
            </a:xfrm>
            <a:prstGeom prst="ellipse">
              <a:avLst/>
            </a:prstGeom>
            <a:noFill/>
            <a:ln w="19050" algn="ctr">
              <a:solidFill>
                <a:srgbClr val="009A44"/>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226" name="Oval 225">
              <a:extLst>
                <a:ext uri="{FF2B5EF4-FFF2-40B4-BE49-F238E27FC236}">
                  <a16:creationId xmlns:a16="http://schemas.microsoft.com/office/drawing/2014/main" id="{7E6B7B56-7DEF-459D-B2D7-CC651A9EF208}"/>
                </a:ext>
              </a:extLst>
            </p:cNvPr>
            <p:cNvSpPr/>
            <p:nvPr/>
          </p:nvSpPr>
          <p:spPr bwMode="gray">
            <a:xfrm>
              <a:off x="937164" y="2218765"/>
              <a:ext cx="3036722" cy="3036722"/>
            </a:xfrm>
            <a:prstGeom prst="ellipse">
              <a:avLst/>
            </a:prstGeom>
            <a:noFill/>
            <a:ln w="19050" algn="ctr">
              <a:solidFill>
                <a:srgbClr val="009A44"/>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227" name="Oval 226">
              <a:extLst>
                <a:ext uri="{FF2B5EF4-FFF2-40B4-BE49-F238E27FC236}">
                  <a16:creationId xmlns:a16="http://schemas.microsoft.com/office/drawing/2014/main" id="{ABD276D3-FF81-45E7-BA60-7EDB884728A0}"/>
                </a:ext>
              </a:extLst>
            </p:cNvPr>
            <p:cNvSpPr/>
            <p:nvPr/>
          </p:nvSpPr>
          <p:spPr bwMode="gray">
            <a:xfrm>
              <a:off x="1075197" y="2356798"/>
              <a:ext cx="2760657" cy="2760657"/>
            </a:xfrm>
            <a:prstGeom prst="ellipse">
              <a:avLst/>
            </a:prstGeom>
            <a:noFill/>
            <a:ln w="19050" algn="ctr">
              <a:solidFill>
                <a:srgbClr val="43B02A"/>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grpSp>
      <p:sp>
        <p:nvSpPr>
          <p:cNvPr id="244" name="Oval 243">
            <a:extLst>
              <a:ext uri="{FF2B5EF4-FFF2-40B4-BE49-F238E27FC236}">
                <a16:creationId xmlns:a16="http://schemas.microsoft.com/office/drawing/2014/main" id="{542A9CC3-962C-426C-98F9-8DEDC31FD9FD}"/>
              </a:ext>
            </a:extLst>
          </p:cNvPr>
          <p:cNvSpPr/>
          <p:nvPr/>
        </p:nvSpPr>
        <p:spPr bwMode="gray">
          <a:xfrm>
            <a:off x="10774528" y="2674903"/>
            <a:ext cx="365760" cy="365760"/>
          </a:xfrm>
          <a:prstGeom prst="ellipse">
            <a:avLst/>
          </a:prstGeom>
          <a:solidFill>
            <a:srgbClr val="86BC25"/>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250" name="Oval 249">
            <a:extLst>
              <a:ext uri="{FF2B5EF4-FFF2-40B4-BE49-F238E27FC236}">
                <a16:creationId xmlns:a16="http://schemas.microsoft.com/office/drawing/2014/main" id="{A8F26437-CDE6-4E79-A2C7-A19B0B60CC18}"/>
              </a:ext>
            </a:extLst>
          </p:cNvPr>
          <p:cNvSpPr/>
          <p:nvPr/>
        </p:nvSpPr>
        <p:spPr bwMode="gray">
          <a:xfrm>
            <a:off x="10773695" y="1512614"/>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251" name="Oval 250">
            <a:extLst>
              <a:ext uri="{FF2B5EF4-FFF2-40B4-BE49-F238E27FC236}">
                <a16:creationId xmlns:a16="http://schemas.microsoft.com/office/drawing/2014/main" id="{C4B2DCE3-AD96-4F83-9199-C87C511D530C}"/>
              </a:ext>
            </a:extLst>
          </p:cNvPr>
          <p:cNvSpPr/>
          <p:nvPr/>
        </p:nvSpPr>
        <p:spPr bwMode="gray">
          <a:xfrm>
            <a:off x="10770233" y="3897631"/>
            <a:ext cx="365760" cy="365760"/>
          </a:xfrm>
          <a:prstGeom prst="ellipse">
            <a:avLst/>
          </a:prstGeom>
          <a:solidFill>
            <a:srgbClr val="86BC25"/>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Verdana"/>
              <a:ea typeface="+mn-ea"/>
              <a:cs typeface="+mn-cs"/>
            </a:endParaRPr>
          </a:p>
        </p:txBody>
      </p:sp>
      <p:sp>
        <p:nvSpPr>
          <p:cNvPr id="252" name="Oval 251">
            <a:extLst>
              <a:ext uri="{FF2B5EF4-FFF2-40B4-BE49-F238E27FC236}">
                <a16:creationId xmlns:a16="http://schemas.microsoft.com/office/drawing/2014/main" id="{1EF5DF1F-E2B7-42B7-820A-3E1A25302087}"/>
              </a:ext>
            </a:extLst>
          </p:cNvPr>
          <p:cNvSpPr/>
          <p:nvPr/>
        </p:nvSpPr>
        <p:spPr bwMode="gray">
          <a:xfrm>
            <a:off x="10782224" y="5109253"/>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253" name="TextBox 252">
            <a:extLst>
              <a:ext uri="{FF2B5EF4-FFF2-40B4-BE49-F238E27FC236}">
                <a16:creationId xmlns:a16="http://schemas.microsoft.com/office/drawing/2014/main" id="{50100BEF-B48D-4F29-B0B3-9824A0E09A13}"/>
              </a:ext>
            </a:extLst>
          </p:cNvPr>
          <p:cNvSpPr txBox="1"/>
          <p:nvPr/>
        </p:nvSpPr>
        <p:spPr>
          <a:xfrm>
            <a:off x="4911399" y="5076795"/>
            <a:ext cx="5261560" cy="646331"/>
          </a:xfrm>
          <a:prstGeom prst="rect">
            <a:avLst/>
          </a:prstGeom>
          <a:noFill/>
        </p:spPr>
        <p:txBody>
          <a:bodyPr wrap="square" lIns="0" tIns="0" rIns="0" bIns="0" rtlCol="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62B5E5"/>
                </a:solidFill>
                <a:effectLst/>
                <a:uLnTx/>
                <a:uFillTx/>
                <a:latin typeface="Verdana"/>
                <a:ea typeface="+mn-ea"/>
                <a:cs typeface="+mn-cs"/>
              </a:rPr>
              <a:t>Commercial Sales from Captive Mines: </a:t>
            </a:r>
            <a:r>
              <a:rPr kumimoji="0" lang="en-US" sz="1400" b="0" i="0" u="none" strike="noStrike" kern="1200" cap="none" spc="0" normalizeH="0" baseline="0" noProof="0" dirty="0">
                <a:ln>
                  <a:noFill/>
                </a:ln>
                <a:solidFill>
                  <a:prstClr val="black"/>
                </a:solidFill>
                <a:effectLst/>
                <a:uLnTx/>
                <a:uFillTx/>
                <a:latin typeface="Verdana"/>
                <a:ea typeface="+mn-ea"/>
                <a:cs typeface="+mn-cs"/>
              </a:rPr>
              <a:t>Commercial sales of excess coal from captive mines in the future can boost Non-tariff income for the company</a:t>
            </a:r>
          </a:p>
        </p:txBody>
      </p:sp>
      <p:sp>
        <p:nvSpPr>
          <p:cNvPr id="186" name="Oval 185">
            <a:extLst>
              <a:ext uri="{FF2B5EF4-FFF2-40B4-BE49-F238E27FC236}">
                <a16:creationId xmlns:a16="http://schemas.microsoft.com/office/drawing/2014/main" id="{FD0D3956-F743-4FBC-A35D-7E27E1E7A724}"/>
              </a:ext>
            </a:extLst>
          </p:cNvPr>
          <p:cNvSpPr/>
          <p:nvPr/>
        </p:nvSpPr>
        <p:spPr bwMode="gray">
          <a:xfrm>
            <a:off x="3949936" y="1410329"/>
            <a:ext cx="548639" cy="548642"/>
          </a:xfrm>
          <a:prstGeom prst="ellipse">
            <a:avLst/>
          </a:prstGeom>
          <a:solidFill>
            <a:srgbClr val="86BC25"/>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Verdana"/>
              <a:ea typeface="+mn-ea"/>
              <a:cs typeface="+mn-cs"/>
            </a:endParaRPr>
          </a:p>
        </p:txBody>
      </p:sp>
      <p:grpSp>
        <p:nvGrpSpPr>
          <p:cNvPr id="260" name="Graphic 4">
            <a:extLst>
              <a:ext uri="{FF2B5EF4-FFF2-40B4-BE49-F238E27FC236}">
                <a16:creationId xmlns:a16="http://schemas.microsoft.com/office/drawing/2014/main" id="{C3D0FF75-A5EC-4B95-B4AF-19E2CBF66659}"/>
              </a:ext>
            </a:extLst>
          </p:cNvPr>
          <p:cNvGrpSpPr/>
          <p:nvPr/>
        </p:nvGrpSpPr>
        <p:grpSpPr>
          <a:xfrm>
            <a:off x="1208089" y="3352840"/>
            <a:ext cx="640080" cy="640082"/>
            <a:chOff x="7192513" y="4792617"/>
            <a:chExt cx="361674" cy="361333"/>
          </a:xfrm>
          <a:solidFill>
            <a:srgbClr val="43B02A"/>
          </a:solidFill>
        </p:grpSpPr>
        <p:sp>
          <p:nvSpPr>
            <p:cNvPr id="261" name="Graphic 4">
              <a:extLst>
                <a:ext uri="{FF2B5EF4-FFF2-40B4-BE49-F238E27FC236}">
                  <a16:creationId xmlns:a16="http://schemas.microsoft.com/office/drawing/2014/main" id="{DE80A464-4094-4A7B-87DC-7996371B666F}"/>
                </a:ext>
              </a:extLst>
            </p:cNvPr>
            <p:cNvSpPr/>
            <p:nvPr/>
          </p:nvSpPr>
          <p:spPr>
            <a:xfrm>
              <a:off x="7316477" y="4908806"/>
              <a:ext cx="154636" cy="90652"/>
            </a:xfrm>
            <a:custGeom>
              <a:avLst/>
              <a:gdLst>
                <a:gd name="connsiteX0" fmla="*/ 120770 w 154636"/>
                <a:gd name="connsiteY0" fmla="*/ 15322 h 90652"/>
                <a:gd name="connsiteX1" fmla="*/ 118853 w 154636"/>
                <a:gd name="connsiteY1" fmla="*/ 15322 h 90652"/>
                <a:gd name="connsiteX2" fmla="*/ 65817 w 154636"/>
                <a:gd name="connsiteY2" fmla="*/ 0 h 90652"/>
                <a:gd name="connsiteX3" fmla="*/ 4473 w 154636"/>
                <a:gd name="connsiteY3" fmla="*/ 33197 h 90652"/>
                <a:gd name="connsiteX4" fmla="*/ 0 w 154636"/>
                <a:gd name="connsiteY4" fmla="*/ 40858 h 90652"/>
                <a:gd name="connsiteX5" fmla="*/ 3195 w 154636"/>
                <a:gd name="connsiteY5" fmla="*/ 49157 h 90652"/>
                <a:gd name="connsiteX6" fmla="*/ 8946 w 154636"/>
                <a:gd name="connsiteY6" fmla="*/ 50434 h 90652"/>
                <a:gd name="connsiteX7" fmla="*/ 99683 w 154636"/>
                <a:gd name="connsiteY7" fmla="*/ 35112 h 90652"/>
                <a:gd name="connsiteX8" fmla="*/ 106073 w 154636"/>
                <a:gd name="connsiteY8" fmla="*/ 38304 h 90652"/>
                <a:gd name="connsiteX9" fmla="*/ 135466 w 154636"/>
                <a:gd name="connsiteY9" fmla="*/ 90653 h 90652"/>
                <a:gd name="connsiteX10" fmla="*/ 137384 w 154636"/>
                <a:gd name="connsiteY10" fmla="*/ 90014 h 90652"/>
                <a:gd name="connsiteX11" fmla="*/ 153358 w 154636"/>
                <a:gd name="connsiteY11" fmla="*/ 90014 h 90652"/>
                <a:gd name="connsiteX12" fmla="*/ 154636 w 154636"/>
                <a:gd name="connsiteY12" fmla="*/ 90014 h 90652"/>
                <a:gd name="connsiteX13" fmla="*/ 154636 w 154636"/>
                <a:gd name="connsiteY13" fmla="*/ 14683 h 90652"/>
                <a:gd name="connsiteX14" fmla="*/ 120770 w 154636"/>
                <a:gd name="connsiteY14" fmla="*/ 14683 h 90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4636" h="90652">
                  <a:moveTo>
                    <a:pt x="120770" y="15322"/>
                  </a:moveTo>
                  <a:cubicBezTo>
                    <a:pt x="120131" y="15322"/>
                    <a:pt x="119492" y="15322"/>
                    <a:pt x="118853" y="15322"/>
                  </a:cubicBezTo>
                  <a:lnTo>
                    <a:pt x="65817" y="0"/>
                  </a:lnTo>
                  <a:lnTo>
                    <a:pt x="4473" y="33197"/>
                  </a:lnTo>
                  <a:cubicBezTo>
                    <a:pt x="1917" y="35112"/>
                    <a:pt x="0" y="37666"/>
                    <a:pt x="0" y="40858"/>
                  </a:cubicBezTo>
                  <a:cubicBezTo>
                    <a:pt x="0" y="44050"/>
                    <a:pt x="1278" y="47242"/>
                    <a:pt x="3195" y="49157"/>
                  </a:cubicBezTo>
                  <a:cubicBezTo>
                    <a:pt x="4473" y="50434"/>
                    <a:pt x="6390" y="51072"/>
                    <a:pt x="8946" y="50434"/>
                  </a:cubicBezTo>
                  <a:lnTo>
                    <a:pt x="99683" y="35112"/>
                  </a:lnTo>
                  <a:cubicBezTo>
                    <a:pt x="102239" y="34474"/>
                    <a:pt x="104795" y="35751"/>
                    <a:pt x="106073" y="38304"/>
                  </a:cubicBezTo>
                  <a:lnTo>
                    <a:pt x="135466" y="90653"/>
                  </a:lnTo>
                  <a:cubicBezTo>
                    <a:pt x="136106" y="90653"/>
                    <a:pt x="136745" y="90014"/>
                    <a:pt x="137384" y="90014"/>
                  </a:cubicBezTo>
                  <a:lnTo>
                    <a:pt x="153358" y="90014"/>
                  </a:lnTo>
                  <a:cubicBezTo>
                    <a:pt x="153997" y="90014"/>
                    <a:pt x="154636" y="90014"/>
                    <a:pt x="154636" y="90014"/>
                  </a:cubicBezTo>
                  <a:lnTo>
                    <a:pt x="154636" y="14683"/>
                  </a:lnTo>
                  <a:lnTo>
                    <a:pt x="120770" y="14683"/>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262" name="Graphic 4">
              <a:extLst>
                <a:ext uri="{FF2B5EF4-FFF2-40B4-BE49-F238E27FC236}">
                  <a16:creationId xmlns:a16="http://schemas.microsoft.com/office/drawing/2014/main" id="{5E8F2C2F-26E9-4132-887E-2F70F129119C}"/>
                </a:ext>
              </a:extLst>
            </p:cNvPr>
            <p:cNvSpPr/>
            <p:nvPr/>
          </p:nvSpPr>
          <p:spPr>
            <a:xfrm>
              <a:off x="7275582" y="4924128"/>
              <a:ext cx="169333" cy="123630"/>
            </a:xfrm>
            <a:custGeom>
              <a:avLst/>
              <a:gdLst>
                <a:gd name="connsiteX0" fmla="*/ 137384 w 169333"/>
                <a:gd name="connsiteY0" fmla="*/ 33197 h 123630"/>
                <a:gd name="connsiteX1" fmla="*/ 51119 w 169333"/>
                <a:gd name="connsiteY1" fmla="*/ 47880 h 123630"/>
                <a:gd name="connsiteX2" fmla="*/ 35145 w 169333"/>
                <a:gd name="connsiteY2" fmla="*/ 43411 h 123630"/>
                <a:gd name="connsiteX3" fmla="*/ 27477 w 169333"/>
                <a:gd name="connsiteY3" fmla="*/ 25536 h 123630"/>
                <a:gd name="connsiteX4" fmla="*/ 38340 w 169333"/>
                <a:gd name="connsiteY4" fmla="*/ 6384 h 123630"/>
                <a:gd name="connsiteX5" fmla="*/ 50481 w 169333"/>
                <a:gd name="connsiteY5" fmla="*/ 0 h 123630"/>
                <a:gd name="connsiteX6" fmla="*/ 0 w 169333"/>
                <a:gd name="connsiteY6" fmla="*/ 0 h 123630"/>
                <a:gd name="connsiteX7" fmla="*/ 0 w 169333"/>
                <a:gd name="connsiteY7" fmla="*/ 74693 h 123630"/>
                <a:gd name="connsiteX8" fmla="*/ 17253 w 169333"/>
                <a:gd name="connsiteY8" fmla="*/ 74693 h 123630"/>
                <a:gd name="connsiteX9" fmla="*/ 23004 w 169333"/>
                <a:gd name="connsiteY9" fmla="*/ 77885 h 123630"/>
                <a:gd name="connsiteX10" fmla="*/ 46647 w 169333"/>
                <a:gd name="connsiteY10" fmla="*/ 117465 h 123630"/>
                <a:gd name="connsiteX11" fmla="*/ 53676 w 169333"/>
                <a:gd name="connsiteY11" fmla="*/ 123211 h 123630"/>
                <a:gd name="connsiteX12" fmla="*/ 61343 w 169333"/>
                <a:gd name="connsiteY12" fmla="*/ 122573 h 123630"/>
                <a:gd name="connsiteX13" fmla="*/ 63899 w 169333"/>
                <a:gd name="connsiteY13" fmla="*/ 109805 h 123630"/>
                <a:gd name="connsiteX14" fmla="*/ 58148 w 169333"/>
                <a:gd name="connsiteY14" fmla="*/ 101505 h 123630"/>
                <a:gd name="connsiteX15" fmla="*/ 60066 w 169333"/>
                <a:gd name="connsiteY15" fmla="*/ 92568 h 123630"/>
                <a:gd name="connsiteX16" fmla="*/ 69012 w 169333"/>
                <a:gd name="connsiteY16" fmla="*/ 94483 h 123630"/>
                <a:gd name="connsiteX17" fmla="*/ 74763 w 169333"/>
                <a:gd name="connsiteY17" fmla="*/ 102782 h 123630"/>
                <a:gd name="connsiteX18" fmla="*/ 74763 w 169333"/>
                <a:gd name="connsiteY18" fmla="*/ 102782 h 123630"/>
                <a:gd name="connsiteX19" fmla="*/ 74763 w 169333"/>
                <a:gd name="connsiteY19" fmla="*/ 102782 h 123630"/>
                <a:gd name="connsiteX20" fmla="*/ 74763 w 169333"/>
                <a:gd name="connsiteY20" fmla="*/ 102782 h 123630"/>
                <a:gd name="connsiteX21" fmla="*/ 83708 w 169333"/>
                <a:gd name="connsiteY21" fmla="*/ 117465 h 123630"/>
                <a:gd name="connsiteX22" fmla="*/ 98405 w 169333"/>
                <a:gd name="connsiteY22" fmla="*/ 121296 h 123630"/>
                <a:gd name="connsiteX23" fmla="*/ 102239 w 169333"/>
                <a:gd name="connsiteY23" fmla="*/ 107251 h 123630"/>
                <a:gd name="connsiteX24" fmla="*/ 86903 w 169333"/>
                <a:gd name="connsiteY24" fmla="*/ 81715 h 123630"/>
                <a:gd name="connsiteX25" fmla="*/ 88820 w 169333"/>
                <a:gd name="connsiteY25" fmla="*/ 72777 h 123630"/>
                <a:gd name="connsiteX26" fmla="*/ 97766 w 169333"/>
                <a:gd name="connsiteY26" fmla="*/ 74693 h 123630"/>
                <a:gd name="connsiteX27" fmla="*/ 99683 w 169333"/>
                <a:gd name="connsiteY27" fmla="*/ 78523 h 123630"/>
                <a:gd name="connsiteX28" fmla="*/ 100322 w 169333"/>
                <a:gd name="connsiteY28" fmla="*/ 79161 h 123630"/>
                <a:gd name="connsiteX29" fmla="*/ 112463 w 169333"/>
                <a:gd name="connsiteY29" fmla="*/ 100229 h 123630"/>
                <a:gd name="connsiteX30" fmla="*/ 112463 w 169333"/>
                <a:gd name="connsiteY30" fmla="*/ 100867 h 123630"/>
                <a:gd name="connsiteX31" fmla="*/ 121409 w 169333"/>
                <a:gd name="connsiteY31" fmla="*/ 115550 h 123630"/>
                <a:gd name="connsiteX32" fmla="*/ 136106 w 169333"/>
                <a:gd name="connsiteY32" fmla="*/ 119381 h 123630"/>
                <a:gd name="connsiteX33" fmla="*/ 138662 w 169333"/>
                <a:gd name="connsiteY33" fmla="*/ 105336 h 123630"/>
                <a:gd name="connsiteX34" fmla="*/ 113102 w 169333"/>
                <a:gd name="connsiteY34" fmla="*/ 61925 h 123630"/>
                <a:gd name="connsiteX35" fmla="*/ 115658 w 169333"/>
                <a:gd name="connsiteY35" fmla="*/ 52987 h 123630"/>
                <a:gd name="connsiteX36" fmla="*/ 124604 w 169333"/>
                <a:gd name="connsiteY36" fmla="*/ 55541 h 123630"/>
                <a:gd name="connsiteX37" fmla="*/ 150164 w 169333"/>
                <a:gd name="connsiteY37" fmla="*/ 98952 h 123630"/>
                <a:gd name="connsiteX38" fmla="*/ 156553 w 169333"/>
                <a:gd name="connsiteY38" fmla="*/ 104059 h 123630"/>
                <a:gd name="connsiteX39" fmla="*/ 164222 w 169333"/>
                <a:gd name="connsiteY39" fmla="*/ 102782 h 123630"/>
                <a:gd name="connsiteX40" fmla="*/ 168056 w 169333"/>
                <a:gd name="connsiteY40" fmla="*/ 88099 h 123630"/>
                <a:gd name="connsiteX41" fmla="*/ 137384 w 169333"/>
                <a:gd name="connsiteY41" fmla="*/ 33197 h 123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69333" h="123630">
                  <a:moveTo>
                    <a:pt x="137384" y="33197"/>
                  </a:moveTo>
                  <a:lnTo>
                    <a:pt x="51119" y="47880"/>
                  </a:lnTo>
                  <a:cubicBezTo>
                    <a:pt x="44730" y="48518"/>
                    <a:pt x="39618" y="47241"/>
                    <a:pt x="35145" y="43411"/>
                  </a:cubicBezTo>
                  <a:cubicBezTo>
                    <a:pt x="30033" y="38942"/>
                    <a:pt x="27477" y="32558"/>
                    <a:pt x="27477" y="25536"/>
                  </a:cubicBezTo>
                  <a:cubicBezTo>
                    <a:pt x="27477" y="17875"/>
                    <a:pt x="31950" y="10853"/>
                    <a:pt x="38340" y="6384"/>
                  </a:cubicBezTo>
                  <a:lnTo>
                    <a:pt x="50481" y="0"/>
                  </a:lnTo>
                  <a:lnTo>
                    <a:pt x="0" y="0"/>
                  </a:lnTo>
                  <a:lnTo>
                    <a:pt x="0" y="74693"/>
                  </a:lnTo>
                  <a:lnTo>
                    <a:pt x="17253" y="74693"/>
                  </a:lnTo>
                  <a:cubicBezTo>
                    <a:pt x="19809" y="74693"/>
                    <a:pt x="21726" y="75969"/>
                    <a:pt x="23004" y="77885"/>
                  </a:cubicBezTo>
                  <a:lnTo>
                    <a:pt x="46647" y="117465"/>
                  </a:lnTo>
                  <a:cubicBezTo>
                    <a:pt x="47925" y="120019"/>
                    <a:pt x="50481" y="121934"/>
                    <a:pt x="53676" y="123211"/>
                  </a:cubicBezTo>
                  <a:cubicBezTo>
                    <a:pt x="56232" y="123849"/>
                    <a:pt x="58788" y="123849"/>
                    <a:pt x="61343" y="122573"/>
                  </a:cubicBezTo>
                  <a:cubicBezTo>
                    <a:pt x="67094" y="119381"/>
                    <a:pt x="66456" y="113635"/>
                    <a:pt x="63899" y="109805"/>
                  </a:cubicBezTo>
                  <a:lnTo>
                    <a:pt x="58148" y="101505"/>
                  </a:lnTo>
                  <a:cubicBezTo>
                    <a:pt x="56232" y="98313"/>
                    <a:pt x="56871" y="94483"/>
                    <a:pt x="60066" y="92568"/>
                  </a:cubicBezTo>
                  <a:cubicBezTo>
                    <a:pt x="63261" y="90653"/>
                    <a:pt x="67094" y="91291"/>
                    <a:pt x="69012" y="94483"/>
                  </a:cubicBezTo>
                  <a:lnTo>
                    <a:pt x="74763" y="102782"/>
                  </a:lnTo>
                  <a:cubicBezTo>
                    <a:pt x="74763" y="102782"/>
                    <a:pt x="74763" y="102782"/>
                    <a:pt x="74763" y="102782"/>
                  </a:cubicBezTo>
                  <a:cubicBezTo>
                    <a:pt x="74763" y="102782"/>
                    <a:pt x="74763" y="102782"/>
                    <a:pt x="74763" y="102782"/>
                  </a:cubicBezTo>
                  <a:cubicBezTo>
                    <a:pt x="74763" y="102782"/>
                    <a:pt x="74763" y="102782"/>
                    <a:pt x="74763" y="102782"/>
                  </a:cubicBezTo>
                  <a:lnTo>
                    <a:pt x="83708" y="117465"/>
                  </a:lnTo>
                  <a:cubicBezTo>
                    <a:pt x="86903" y="122573"/>
                    <a:pt x="93293" y="123849"/>
                    <a:pt x="98405" y="121296"/>
                  </a:cubicBezTo>
                  <a:cubicBezTo>
                    <a:pt x="103517" y="118104"/>
                    <a:pt x="104795" y="112358"/>
                    <a:pt x="102239" y="107251"/>
                  </a:cubicBezTo>
                  <a:lnTo>
                    <a:pt x="86903" y="81715"/>
                  </a:lnTo>
                  <a:cubicBezTo>
                    <a:pt x="84986" y="78523"/>
                    <a:pt x="86264" y="74693"/>
                    <a:pt x="88820" y="72777"/>
                  </a:cubicBezTo>
                  <a:cubicBezTo>
                    <a:pt x="92015" y="70862"/>
                    <a:pt x="95849" y="72139"/>
                    <a:pt x="97766" y="74693"/>
                  </a:cubicBezTo>
                  <a:lnTo>
                    <a:pt x="99683" y="78523"/>
                  </a:lnTo>
                  <a:cubicBezTo>
                    <a:pt x="99683" y="78523"/>
                    <a:pt x="100322" y="79161"/>
                    <a:pt x="100322" y="79161"/>
                  </a:cubicBezTo>
                  <a:lnTo>
                    <a:pt x="112463" y="100229"/>
                  </a:lnTo>
                  <a:cubicBezTo>
                    <a:pt x="112463" y="100229"/>
                    <a:pt x="112463" y="100229"/>
                    <a:pt x="112463" y="100867"/>
                  </a:cubicBezTo>
                  <a:lnTo>
                    <a:pt x="121409" y="115550"/>
                  </a:lnTo>
                  <a:cubicBezTo>
                    <a:pt x="124604" y="120657"/>
                    <a:pt x="130994" y="122573"/>
                    <a:pt x="136106" y="119381"/>
                  </a:cubicBezTo>
                  <a:cubicBezTo>
                    <a:pt x="141857" y="116189"/>
                    <a:pt x="141217" y="109805"/>
                    <a:pt x="138662" y="105336"/>
                  </a:cubicBezTo>
                  <a:lnTo>
                    <a:pt x="113102" y="61925"/>
                  </a:lnTo>
                  <a:cubicBezTo>
                    <a:pt x="111185" y="58733"/>
                    <a:pt x="112463" y="54902"/>
                    <a:pt x="115658" y="52987"/>
                  </a:cubicBezTo>
                  <a:cubicBezTo>
                    <a:pt x="118853" y="51072"/>
                    <a:pt x="122687" y="52349"/>
                    <a:pt x="124604" y="55541"/>
                  </a:cubicBezTo>
                  <a:lnTo>
                    <a:pt x="150164" y="98952"/>
                  </a:lnTo>
                  <a:cubicBezTo>
                    <a:pt x="151442" y="101505"/>
                    <a:pt x="153997" y="102782"/>
                    <a:pt x="156553" y="104059"/>
                  </a:cubicBezTo>
                  <a:cubicBezTo>
                    <a:pt x="159110" y="104697"/>
                    <a:pt x="162305" y="104059"/>
                    <a:pt x="164222" y="102782"/>
                  </a:cubicBezTo>
                  <a:cubicBezTo>
                    <a:pt x="169333" y="99590"/>
                    <a:pt x="170612" y="93206"/>
                    <a:pt x="168056" y="88099"/>
                  </a:cubicBezTo>
                  <a:lnTo>
                    <a:pt x="137384" y="33197"/>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263" name="Graphic 4">
              <a:extLst>
                <a:ext uri="{FF2B5EF4-FFF2-40B4-BE49-F238E27FC236}">
                  <a16:creationId xmlns:a16="http://schemas.microsoft.com/office/drawing/2014/main" id="{42C9B0F3-1868-4D13-9A32-7ADDE182E325}"/>
                </a:ext>
              </a:extLst>
            </p:cNvPr>
            <p:cNvSpPr/>
            <p:nvPr/>
          </p:nvSpPr>
          <p:spPr>
            <a:xfrm>
              <a:off x="7192513" y="4792617"/>
              <a:ext cx="361674" cy="361333"/>
            </a:xfrm>
            <a:custGeom>
              <a:avLst/>
              <a:gdLst>
                <a:gd name="connsiteX0" fmla="*/ 180836 w 361674"/>
                <a:gd name="connsiteY0" fmla="*/ 0 h 361333"/>
                <a:gd name="connsiteX1" fmla="*/ 0 w 361674"/>
                <a:gd name="connsiteY1" fmla="*/ 180667 h 361333"/>
                <a:gd name="connsiteX2" fmla="*/ 180836 w 361674"/>
                <a:gd name="connsiteY2" fmla="*/ 361334 h 361333"/>
                <a:gd name="connsiteX3" fmla="*/ 361670 w 361674"/>
                <a:gd name="connsiteY3" fmla="*/ 180667 h 361333"/>
                <a:gd name="connsiteX4" fmla="*/ 180836 w 361674"/>
                <a:gd name="connsiteY4" fmla="*/ 0 h 361333"/>
                <a:gd name="connsiteX5" fmla="*/ 292659 w 361674"/>
                <a:gd name="connsiteY5" fmla="*/ 222163 h 361333"/>
                <a:gd name="connsiteX6" fmla="*/ 299049 w 361674"/>
                <a:gd name="connsiteY6" fmla="*/ 228547 h 361333"/>
                <a:gd name="connsiteX7" fmla="*/ 292659 w 361674"/>
                <a:gd name="connsiteY7" fmla="*/ 234931 h 361333"/>
                <a:gd name="connsiteX8" fmla="*/ 284991 w 361674"/>
                <a:gd name="connsiteY8" fmla="*/ 234931 h 361333"/>
                <a:gd name="connsiteX9" fmla="*/ 278601 w 361674"/>
                <a:gd name="connsiteY9" fmla="*/ 228547 h 361333"/>
                <a:gd name="connsiteX10" fmla="*/ 278601 w 361674"/>
                <a:gd name="connsiteY10" fmla="*/ 218971 h 361333"/>
                <a:gd name="connsiteX11" fmla="*/ 277323 w 361674"/>
                <a:gd name="connsiteY11" fmla="*/ 218971 h 361333"/>
                <a:gd name="connsiteX12" fmla="*/ 265821 w 361674"/>
                <a:gd name="connsiteY12" fmla="*/ 218971 h 361333"/>
                <a:gd name="connsiteX13" fmla="*/ 255597 w 361674"/>
                <a:gd name="connsiteY13" fmla="*/ 245145 h 361333"/>
                <a:gd name="connsiteX14" fmla="*/ 243456 w 361674"/>
                <a:gd name="connsiteY14" fmla="*/ 248337 h 361333"/>
                <a:gd name="connsiteX15" fmla="*/ 237706 w 361674"/>
                <a:gd name="connsiteY15" fmla="*/ 247699 h 361333"/>
                <a:gd name="connsiteX16" fmla="*/ 237706 w 361674"/>
                <a:gd name="connsiteY16" fmla="*/ 247699 h 361333"/>
                <a:gd name="connsiteX17" fmla="*/ 227482 w 361674"/>
                <a:gd name="connsiteY17" fmla="*/ 261743 h 361333"/>
                <a:gd name="connsiteX18" fmla="*/ 215980 w 361674"/>
                <a:gd name="connsiteY18" fmla="*/ 264935 h 361333"/>
                <a:gd name="connsiteX19" fmla="*/ 197449 w 361674"/>
                <a:gd name="connsiteY19" fmla="*/ 255998 h 361333"/>
                <a:gd name="connsiteX20" fmla="*/ 189782 w 361674"/>
                <a:gd name="connsiteY20" fmla="*/ 263659 h 361333"/>
                <a:gd name="connsiteX21" fmla="*/ 177641 w 361674"/>
                <a:gd name="connsiteY21" fmla="*/ 266851 h 361333"/>
                <a:gd name="connsiteX22" fmla="*/ 159748 w 361674"/>
                <a:gd name="connsiteY22" fmla="*/ 258551 h 361333"/>
                <a:gd name="connsiteX23" fmla="*/ 152720 w 361674"/>
                <a:gd name="connsiteY23" fmla="*/ 264935 h 361333"/>
                <a:gd name="connsiteX24" fmla="*/ 141857 w 361674"/>
                <a:gd name="connsiteY24" fmla="*/ 268127 h 361333"/>
                <a:gd name="connsiteX25" fmla="*/ 134828 w 361674"/>
                <a:gd name="connsiteY25" fmla="*/ 266851 h 361333"/>
                <a:gd name="connsiteX26" fmla="*/ 120770 w 361674"/>
                <a:gd name="connsiteY26" fmla="*/ 255998 h 361333"/>
                <a:gd name="connsiteX27" fmla="*/ 98405 w 361674"/>
                <a:gd name="connsiteY27" fmla="*/ 218971 h 361333"/>
                <a:gd name="connsiteX28" fmla="*/ 84348 w 361674"/>
                <a:gd name="connsiteY28" fmla="*/ 218971 h 361333"/>
                <a:gd name="connsiteX29" fmla="*/ 84348 w 361674"/>
                <a:gd name="connsiteY29" fmla="*/ 228547 h 361333"/>
                <a:gd name="connsiteX30" fmla="*/ 77958 w 361674"/>
                <a:gd name="connsiteY30" fmla="*/ 234931 h 361333"/>
                <a:gd name="connsiteX31" fmla="*/ 70289 w 361674"/>
                <a:gd name="connsiteY31" fmla="*/ 234931 h 361333"/>
                <a:gd name="connsiteX32" fmla="*/ 63899 w 361674"/>
                <a:gd name="connsiteY32" fmla="*/ 228547 h 361333"/>
                <a:gd name="connsiteX33" fmla="*/ 70289 w 361674"/>
                <a:gd name="connsiteY33" fmla="*/ 222163 h 361333"/>
                <a:gd name="connsiteX34" fmla="*/ 71568 w 361674"/>
                <a:gd name="connsiteY34" fmla="*/ 222163 h 361333"/>
                <a:gd name="connsiteX35" fmla="*/ 71568 w 361674"/>
                <a:gd name="connsiteY35" fmla="*/ 107251 h 361333"/>
                <a:gd name="connsiteX36" fmla="*/ 70289 w 361674"/>
                <a:gd name="connsiteY36" fmla="*/ 107251 h 361333"/>
                <a:gd name="connsiteX37" fmla="*/ 63899 w 361674"/>
                <a:gd name="connsiteY37" fmla="*/ 100867 h 361333"/>
                <a:gd name="connsiteX38" fmla="*/ 70289 w 361674"/>
                <a:gd name="connsiteY38" fmla="*/ 94483 h 361333"/>
                <a:gd name="connsiteX39" fmla="*/ 77958 w 361674"/>
                <a:gd name="connsiteY39" fmla="*/ 94483 h 361333"/>
                <a:gd name="connsiteX40" fmla="*/ 84348 w 361674"/>
                <a:gd name="connsiteY40" fmla="*/ 100867 h 361333"/>
                <a:gd name="connsiteX41" fmla="*/ 84348 w 361674"/>
                <a:gd name="connsiteY41" fmla="*/ 118104 h 361333"/>
                <a:gd name="connsiteX42" fmla="*/ 157832 w 361674"/>
                <a:gd name="connsiteY42" fmla="*/ 118104 h 361333"/>
                <a:gd name="connsiteX43" fmla="*/ 158471 w 361674"/>
                <a:gd name="connsiteY43" fmla="*/ 118104 h 361333"/>
                <a:gd name="connsiteX44" fmla="*/ 186587 w 361674"/>
                <a:gd name="connsiteY44" fmla="*/ 102782 h 361333"/>
                <a:gd name="connsiteX45" fmla="*/ 191059 w 361674"/>
                <a:gd name="connsiteY45" fmla="*/ 102144 h 361333"/>
                <a:gd name="connsiteX46" fmla="*/ 246013 w 361674"/>
                <a:gd name="connsiteY46" fmla="*/ 118104 h 361333"/>
                <a:gd name="connsiteX47" fmla="*/ 278601 w 361674"/>
                <a:gd name="connsiteY47" fmla="*/ 118104 h 361333"/>
                <a:gd name="connsiteX48" fmla="*/ 278601 w 361674"/>
                <a:gd name="connsiteY48" fmla="*/ 100867 h 361333"/>
                <a:gd name="connsiteX49" fmla="*/ 284991 w 361674"/>
                <a:gd name="connsiteY49" fmla="*/ 94483 h 361333"/>
                <a:gd name="connsiteX50" fmla="*/ 292659 w 361674"/>
                <a:gd name="connsiteY50" fmla="*/ 94483 h 361333"/>
                <a:gd name="connsiteX51" fmla="*/ 299049 w 361674"/>
                <a:gd name="connsiteY51" fmla="*/ 100867 h 361333"/>
                <a:gd name="connsiteX52" fmla="*/ 292659 w 361674"/>
                <a:gd name="connsiteY52" fmla="*/ 107251 h 361333"/>
                <a:gd name="connsiteX53" fmla="*/ 291381 w 361674"/>
                <a:gd name="connsiteY53" fmla="*/ 107251 h 361333"/>
                <a:gd name="connsiteX54" fmla="*/ 291381 w 361674"/>
                <a:gd name="connsiteY54" fmla="*/ 222163 h 361333"/>
                <a:gd name="connsiteX55" fmla="*/ 292659 w 361674"/>
                <a:gd name="connsiteY55" fmla="*/ 222163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61674" h="361333">
                  <a:moveTo>
                    <a:pt x="180836" y="0"/>
                  </a:moveTo>
                  <a:cubicBezTo>
                    <a:pt x="80513" y="0"/>
                    <a:pt x="0" y="81077"/>
                    <a:pt x="0" y="180667"/>
                  </a:cubicBezTo>
                  <a:cubicBezTo>
                    <a:pt x="0" y="280895"/>
                    <a:pt x="81153" y="361334"/>
                    <a:pt x="180836" y="361334"/>
                  </a:cubicBezTo>
                  <a:cubicBezTo>
                    <a:pt x="280518" y="361334"/>
                    <a:pt x="361670" y="280257"/>
                    <a:pt x="361670" y="180667"/>
                  </a:cubicBezTo>
                  <a:cubicBezTo>
                    <a:pt x="362310" y="81077"/>
                    <a:pt x="281157" y="0"/>
                    <a:pt x="180836" y="0"/>
                  </a:cubicBezTo>
                  <a:close/>
                  <a:moveTo>
                    <a:pt x="292659" y="222163"/>
                  </a:moveTo>
                  <a:cubicBezTo>
                    <a:pt x="296493" y="222163"/>
                    <a:pt x="299049" y="224716"/>
                    <a:pt x="299049" y="228547"/>
                  </a:cubicBezTo>
                  <a:cubicBezTo>
                    <a:pt x="299049" y="232377"/>
                    <a:pt x="296493" y="234931"/>
                    <a:pt x="292659" y="234931"/>
                  </a:cubicBezTo>
                  <a:lnTo>
                    <a:pt x="284991" y="234931"/>
                  </a:lnTo>
                  <a:cubicBezTo>
                    <a:pt x="281157" y="234931"/>
                    <a:pt x="278601" y="232377"/>
                    <a:pt x="278601" y="228547"/>
                  </a:cubicBezTo>
                  <a:lnTo>
                    <a:pt x="278601" y="218971"/>
                  </a:lnTo>
                  <a:cubicBezTo>
                    <a:pt x="277962" y="218971"/>
                    <a:pt x="277323" y="218971"/>
                    <a:pt x="277323" y="218971"/>
                  </a:cubicBezTo>
                  <a:lnTo>
                    <a:pt x="265821" y="218971"/>
                  </a:lnTo>
                  <a:cubicBezTo>
                    <a:pt x="268377" y="228547"/>
                    <a:pt x="264544" y="239399"/>
                    <a:pt x="255597" y="245145"/>
                  </a:cubicBezTo>
                  <a:cubicBezTo>
                    <a:pt x="251764" y="247060"/>
                    <a:pt x="247930" y="248337"/>
                    <a:pt x="243456" y="248337"/>
                  </a:cubicBezTo>
                  <a:cubicBezTo>
                    <a:pt x="241540" y="248337"/>
                    <a:pt x="239623" y="248337"/>
                    <a:pt x="237706" y="247699"/>
                  </a:cubicBezTo>
                  <a:cubicBezTo>
                    <a:pt x="237706" y="247699"/>
                    <a:pt x="237706" y="247699"/>
                    <a:pt x="237706" y="247699"/>
                  </a:cubicBezTo>
                  <a:cubicBezTo>
                    <a:pt x="236428" y="253444"/>
                    <a:pt x="233233" y="258551"/>
                    <a:pt x="227482" y="261743"/>
                  </a:cubicBezTo>
                  <a:cubicBezTo>
                    <a:pt x="223648" y="263659"/>
                    <a:pt x="219814" y="264935"/>
                    <a:pt x="215980" y="264935"/>
                  </a:cubicBezTo>
                  <a:cubicBezTo>
                    <a:pt x="208951" y="264935"/>
                    <a:pt x="201922" y="261743"/>
                    <a:pt x="197449" y="255998"/>
                  </a:cubicBezTo>
                  <a:cubicBezTo>
                    <a:pt x="195532" y="259190"/>
                    <a:pt x="192977" y="261743"/>
                    <a:pt x="189782" y="263659"/>
                  </a:cubicBezTo>
                  <a:cubicBezTo>
                    <a:pt x="185947" y="265574"/>
                    <a:pt x="182113" y="266851"/>
                    <a:pt x="177641" y="266851"/>
                  </a:cubicBezTo>
                  <a:cubicBezTo>
                    <a:pt x="170612" y="266851"/>
                    <a:pt x="164222" y="263659"/>
                    <a:pt x="159748" y="258551"/>
                  </a:cubicBezTo>
                  <a:cubicBezTo>
                    <a:pt x="157832" y="261105"/>
                    <a:pt x="155915" y="263020"/>
                    <a:pt x="152720" y="264935"/>
                  </a:cubicBezTo>
                  <a:cubicBezTo>
                    <a:pt x="149525" y="266851"/>
                    <a:pt x="145691" y="268127"/>
                    <a:pt x="141857" y="268127"/>
                  </a:cubicBezTo>
                  <a:cubicBezTo>
                    <a:pt x="139301" y="268127"/>
                    <a:pt x="137384" y="267489"/>
                    <a:pt x="134828" y="266851"/>
                  </a:cubicBezTo>
                  <a:cubicBezTo>
                    <a:pt x="129077" y="264935"/>
                    <a:pt x="123965" y="261105"/>
                    <a:pt x="120770" y="255998"/>
                  </a:cubicBezTo>
                  <a:lnTo>
                    <a:pt x="98405" y="218971"/>
                  </a:lnTo>
                  <a:lnTo>
                    <a:pt x="84348" y="218971"/>
                  </a:lnTo>
                  <a:lnTo>
                    <a:pt x="84348" y="228547"/>
                  </a:lnTo>
                  <a:cubicBezTo>
                    <a:pt x="84348" y="232377"/>
                    <a:pt x="81792" y="234931"/>
                    <a:pt x="77958" y="234931"/>
                  </a:cubicBezTo>
                  <a:lnTo>
                    <a:pt x="70289" y="234931"/>
                  </a:lnTo>
                  <a:cubicBezTo>
                    <a:pt x="66456" y="234931"/>
                    <a:pt x="63899" y="232377"/>
                    <a:pt x="63899" y="228547"/>
                  </a:cubicBezTo>
                  <a:cubicBezTo>
                    <a:pt x="63899" y="224716"/>
                    <a:pt x="66456" y="222163"/>
                    <a:pt x="70289" y="222163"/>
                  </a:cubicBezTo>
                  <a:lnTo>
                    <a:pt x="71568" y="222163"/>
                  </a:lnTo>
                  <a:lnTo>
                    <a:pt x="71568" y="107251"/>
                  </a:lnTo>
                  <a:lnTo>
                    <a:pt x="70289" y="107251"/>
                  </a:lnTo>
                  <a:cubicBezTo>
                    <a:pt x="66456" y="107251"/>
                    <a:pt x="63899" y="104697"/>
                    <a:pt x="63899" y="100867"/>
                  </a:cubicBezTo>
                  <a:cubicBezTo>
                    <a:pt x="63899" y="97037"/>
                    <a:pt x="66456" y="94483"/>
                    <a:pt x="70289" y="94483"/>
                  </a:cubicBezTo>
                  <a:lnTo>
                    <a:pt x="77958" y="94483"/>
                  </a:lnTo>
                  <a:cubicBezTo>
                    <a:pt x="81792" y="94483"/>
                    <a:pt x="84348" y="97037"/>
                    <a:pt x="84348" y="100867"/>
                  </a:cubicBezTo>
                  <a:lnTo>
                    <a:pt x="84348" y="118104"/>
                  </a:lnTo>
                  <a:lnTo>
                    <a:pt x="157832" y="118104"/>
                  </a:lnTo>
                  <a:cubicBezTo>
                    <a:pt x="157832" y="118104"/>
                    <a:pt x="158471" y="118104"/>
                    <a:pt x="158471" y="118104"/>
                  </a:cubicBezTo>
                  <a:lnTo>
                    <a:pt x="186587" y="102782"/>
                  </a:lnTo>
                  <a:cubicBezTo>
                    <a:pt x="187864" y="102144"/>
                    <a:pt x="189782" y="101505"/>
                    <a:pt x="191059" y="102144"/>
                  </a:cubicBezTo>
                  <a:lnTo>
                    <a:pt x="246013" y="118104"/>
                  </a:lnTo>
                  <a:lnTo>
                    <a:pt x="278601" y="118104"/>
                  </a:lnTo>
                  <a:lnTo>
                    <a:pt x="278601" y="100867"/>
                  </a:lnTo>
                  <a:cubicBezTo>
                    <a:pt x="278601" y="97037"/>
                    <a:pt x="281157" y="94483"/>
                    <a:pt x="284991" y="94483"/>
                  </a:cubicBezTo>
                  <a:lnTo>
                    <a:pt x="292659" y="94483"/>
                  </a:lnTo>
                  <a:cubicBezTo>
                    <a:pt x="296493" y="94483"/>
                    <a:pt x="299049" y="97037"/>
                    <a:pt x="299049" y="100867"/>
                  </a:cubicBezTo>
                  <a:cubicBezTo>
                    <a:pt x="299049" y="104697"/>
                    <a:pt x="296493" y="107251"/>
                    <a:pt x="292659" y="107251"/>
                  </a:cubicBezTo>
                  <a:lnTo>
                    <a:pt x="291381" y="107251"/>
                  </a:lnTo>
                  <a:lnTo>
                    <a:pt x="291381" y="222163"/>
                  </a:lnTo>
                  <a:lnTo>
                    <a:pt x="292659" y="222163"/>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grpSp>
        <p:nvGrpSpPr>
          <p:cNvPr id="264" name="Group 263">
            <a:extLst>
              <a:ext uri="{FF2B5EF4-FFF2-40B4-BE49-F238E27FC236}">
                <a16:creationId xmlns:a16="http://schemas.microsoft.com/office/drawing/2014/main" id="{56FD97E1-14DD-4A5F-A172-9F1E2309EF2F}"/>
              </a:ext>
            </a:extLst>
          </p:cNvPr>
          <p:cNvGrpSpPr/>
          <p:nvPr/>
        </p:nvGrpSpPr>
        <p:grpSpPr>
          <a:xfrm>
            <a:off x="3296605" y="6393881"/>
            <a:ext cx="5871063" cy="365760"/>
            <a:chOff x="2789942" y="6324600"/>
            <a:chExt cx="5871063" cy="365760"/>
          </a:xfrm>
        </p:grpSpPr>
        <p:sp>
          <p:nvSpPr>
            <p:cNvPr id="265" name="Oval 264">
              <a:extLst>
                <a:ext uri="{FF2B5EF4-FFF2-40B4-BE49-F238E27FC236}">
                  <a16:creationId xmlns:a16="http://schemas.microsoft.com/office/drawing/2014/main" id="{28CAFEA4-D020-4A15-BCA1-AE74DFDE0117}"/>
                </a:ext>
              </a:extLst>
            </p:cNvPr>
            <p:cNvSpPr/>
            <p:nvPr/>
          </p:nvSpPr>
          <p:spPr bwMode="gray">
            <a:xfrm>
              <a:off x="4811486" y="6324600"/>
              <a:ext cx="365760" cy="365760"/>
            </a:xfrm>
            <a:prstGeom prst="ellipse">
              <a:avLst/>
            </a:prstGeom>
            <a:solidFill>
              <a:schemeClr val="accent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266" name="Oval 265">
              <a:extLst>
                <a:ext uri="{FF2B5EF4-FFF2-40B4-BE49-F238E27FC236}">
                  <a16:creationId xmlns:a16="http://schemas.microsoft.com/office/drawing/2014/main" id="{52E0D10B-9499-44F6-864D-B72AC730334F}"/>
                </a:ext>
              </a:extLst>
            </p:cNvPr>
            <p:cNvSpPr/>
            <p:nvPr/>
          </p:nvSpPr>
          <p:spPr bwMode="gray">
            <a:xfrm>
              <a:off x="6072053" y="6324600"/>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267" name="Oval 266">
              <a:extLst>
                <a:ext uri="{FF2B5EF4-FFF2-40B4-BE49-F238E27FC236}">
                  <a16:creationId xmlns:a16="http://schemas.microsoft.com/office/drawing/2014/main" id="{17AE215B-0BD0-4B68-BEA5-0BD9DEE09B96}"/>
                </a:ext>
              </a:extLst>
            </p:cNvPr>
            <p:cNvSpPr/>
            <p:nvPr/>
          </p:nvSpPr>
          <p:spPr bwMode="gray">
            <a:xfrm>
              <a:off x="7405717" y="6324600"/>
              <a:ext cx="365760" cy="365760"/>
            </a:xfrm>
            <a:prstGeom prst="ellipse">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268" name="TextBox 267">
              <a:extLst>
                <a:ext uri="{FF2B5EF4-FFF2-40B4-BE49-F238E27FC236}">
                  <a16:creationId xmlns:a16="http://schemas.microsoft.com/office/drawing/2014/main" id="{37144182-4D90-4878-BDF8-9B96CE3E532B}"/>
                </a:ext>
              </a:extLst>
            </p:cNvPr>
            <p:cNvSpPr txBox="1"/>
            <p:nvPr/>
          </p:nvSpPr>
          <p:spPr>
            <a:xfrm>
              <a:off x="2789942" y="6442322"/>
              <a:ext cx="1698925"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1" u="none" strike="noStrike" kern="1200" cap="none" spc="0" normalizeH="0" baseline="0" noProof="0">
                  <a:ln>
                    <a:noFill/>
                  </a:ln>
                  <a:solidFill>
                    <a:srgbClr val="313131"/>
                  </a:solidFill>
                  <a:effectLst/>
                  <a:uLnTx/>
                  <a:uFillTx/>
                  <a:latin typeface="Verdana"/>
                  <a:ea typeface="+mn-ea"/>
                  <a:cs typeface="+mn-cs"/>
                </a:rPr>
                <a:t>Impact on Business</a:t>
              </a:r>
            </a:p>
          </p:txBody>
        </p:sp>
        <p:sp>
          <p:nvSpPr>
            <p:cNvPr id="269" name="TextBox 268">
              <a:extLst>
                <a:ext uri="{FF2B5EF4-FFF2-40B4-BE49-F238E27FC236}">
                  <a16:creationId xmlns:a16="http://schemas.microsoft.com/office/drawing/2014/main" id="{70C9CBE8-019A-494E-BD95-A4D61BC90A7F}"/>
                </a:ext>
              </a:extLst>
            </p:cNvPr>
            <p:cNvSpPr txBox="1"/>
            <p:nvPr/>
          </p:nvSpPr>
          <p:spPr>
            <a:xfrm>
              <a:off x="5247379" y="6420550"/>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Verdana"/>
                  <a:ea typeface="+mn-ea"/>
                  <a:cs typeface="+mn-cs"/>
                </a:rPr>
                <a:t>High</a:t>
              </a:r>
            </a:p>
          </p:txBody>
        </p:sp>
        <p:sp>
          <p:nvSpPr>
            <p:cNvPr id="270" name="TextBox 269">
              <a:extLst>
                <a:ext uri="{FF2B5EF4-FFF2-40B4-BE49-F238E27FC236}">
                  <a16:creationId xmlns:a16="http://schemas.microsoft.com/office/drawing/2014/main" id="{A7C282ED-B366-4867-935B-A05DA22480DF}"/>
                </a:ext>
              </a:extLst>
            </p:cNvPr>
            <p:cNvSpPr txBox="1"/>
            <p:nvPr/>
          </p:nvSpPr>
          <p:spPr>
            <a:xfrm>
              <a:off x="6537499" y="6412891"/>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Verdana"/>
                  <a:ea typeface="+mn-ea"/>
                  <a:cs typeface="+mn-cs"/>
                </a:rPr>
                <a:t>Medium</a:t>
              </a:r>
            </a:p>
          </p:txBody>
        </p:sp>
        <p:sp>
          <p:nvSpPr>
            <p:cNvPr id="271" name="TextBox 270">
              <a:extLst>
                <a:ext uri="{FF2B5EF4-FFF2-40B4-BE49-F238E27FC236}">
                  <a16:creationId xmlns:a16="http://schemas.microsoft.com/office/drawing/2014/main" id="{99F79A66-7D0B-4FBB-8166-7615DF63BD39}"/>
                </a:ext>
              </a:extLst>
            </p:cNvPr>
            <p:cNvSpPr txBox="1"/>
            <p:nvPr/>
          </p:nvSpPr>
          <p:spPr>
            <a:xfrm>
              <a:off x="7899005" y="6412891"/>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Verdana"/>
                  <a:ea typeface="+mn-ea"/>
                  <a:cs typeface="+mn-cs"/>
                </a:rPr>
                <a:t>Low</a:t>
              </a:r>
            </a:p>
          </p:txBody>
        </p:sp>
      </p:grpSp>
      <p:grpSp>
        <p:nvGrpSpPr>
          <p:cNvPr id="3" name="Group 2">
            <a:extLst>
              <a:ext uri="{FF2B5EF4-FFF2-40B4-BE49-F238E27FC236}">
                <a16:creationId xmlns:a16="http://schemas.microsoft.com/office/drawing/2014/main" id="{B21132FD-E479-4B07-B266-E653691615DB}"/>
              </a:ext>
            </a:extLst>
          </p:cNvPr>
          <p:cNvGrpSpPr/>
          <p:nvPr/>
        </p:nvGrpSpPr>
        <p:grpSpPr>
          <a:xfrm>
            <a:off x="3898930" y="2682543"/>
            <a:ext cx="601964" cy="548642"/>
            <a:chOff x="3898222" y="2350499"/>
            <a:chExt cx="601964" cy="548642"/>
          </a:xfrm>
        </p:grpSpPr>
        <p:sp>
          <p:nvSpPr>
            <p:cNvPr id="85" name="Oval 84">
              <a:extLst>
                <a:ext uri="{FF2B5EF4-FFF2-40B4-BE49-F238E27FC236}">
                  <a16:creationId xmlns:a16="http://schemas.microsoft.com/office/drawing/2014/main" id="{266E92D8-5DAC-4FC7-8376-A9C2B42ED139}"/>
                </a:ext>
              </a:extLst>
            </p:cNvPr>
            <p:cNvSpPr/>
            <p:nvPr/>
          </p:nvSpPr>
          <p:spPr bwMode="gray">
            <a:xfrm>
              <a:off x="3951547" y="2350499"/>
              <a:ext cx="548639" cy="548642"/>
            </a:xfrm>
            <a:prstGeom prst="ellipse">
              <a:avLst/>
            </a:prstGeom>
            <a:solidFill>
              <a:schemeClr val="accent4">
                <a:lumMod val="7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Verdana"/>
                <a:ea typeface="+mn-ea"/>
                <a:cs typeface="+mn-cs"/>
              </a:endParaRPr>
            </a:p>
          </p:txBody>
        </p:sp>
        <p:pic>
          <p:nvPicPr>
            <p:cNvPr id="4" name="Graphic 3" descr="Solar Panels with solid fill">
              <a:extLst>
                <a:ext uri="{FF2B5EF4-FFF2-40B4-BE49-F238E27FC236}">
                  <a16:creationId xmlns:a16="http://schemas.microsoft.com/office/drawing/2014/main" id="{38C04D88-CCD8-4B88-ADDD-D09C23924A0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898222" y="2403475"/>
              <a:ext cx="562154" cy="383579"/>
            </a:xfrm>
            <a:prstGeom prst="rect">
              <a:avLst/>
            </a:prstGeom>
          </p:spPr>
        </p:pic>
      </p:grpSp>
      <p:grpSp>
        <p:nvGrpSpPr>
          <p:cNvPr id="82" name="Group 81">
            <a:extLst>
              <a:ext uri="{FF2B5EF4-FFF2-40B4-BE49-F238E27FC236}">
                <a16:creationId xmlns:a16="http://schemas.microsoft.com/office/drawing/2014/main" id="{CECADA6A-A33F-4AE8-B04B-92CFB3DDF7C1}"/>
              </a:ext>
            </a:extLst>
          </p:cNvPr>
          <p:cNvGrpSpPr/>
          <p:nvPr/>
        </p:nvGrpSpPr>
        <p:grpSpPr>
          <a:xfrm flipV="1">
            <a:off x="2797319" y="3922898"/>
            <a:ext cx="1021211" cy="184665"/>
            <a:chOff x="4523386" y="3151206"/>
            <a:chExt cx="1021211" cy="300631"/>
          </a:xfrm>
        </p:grpSpPr>
        <p:cxnSp>
          <p:nvCxnSpPr>
            <p:cNvPr id="83" name="Straight Connector 82">
              <a:extLst>
                <a:ext uri="{FF2B5EF4-FFF2-40B4-BE49-F238E27FC236}">
                  <a16:creationId xmlns:a16="http://schemas.microsoft.com/office/drawing/2014/main" id="{7092E11F-2069-4E90-BDBE-79D1A23FE099}"/>
                </a:ext>
              </a:extLst>
            </p:cNvPr>
            <p:cNvCxnSpPr>
              <a:cxnSpLocks/>
            </p:cNvCxnSpPr>
            <p:nvPr/>
          </p:nvCxnSpPr>
          <p:spPr>
            <a:xfrm>
              <a:off x="4922598" y="3151712"/>
              <a:ext cx="621999" cy="0"/>
            </a:xfrm>
            <a:prstGeom prst="line">
              <a:avLst/>
            </a:prstGeom>
            <a:ln w="15875" cap="rnd">
              <a:solidFill>
                <a:srgbClr val="046A38"/>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AA4D1879-AC24-437B-8006-511D2AF5A592}"/>
                </a:ext>
              </a:extLst>
            </p:cNvPr>
            <p:cNvCxnSpPr>
              <a:cxnSpLocks/>
            </p:cNvCxnSpPr>
            <p:nvPr/>
          </p:nvCxnSpPr>
          <p:spPr>
            <a:xfrm flipH="1">
              <a:off x="4523386" y="3151206"/>
              <a:ext cx="371734" cy="300631"/>
            </a:xfrm>
            <a:prstGeom prst="line">
              <a:avLst/>
            </a:prstGeom>
            <a:ln w="15875" cap="rnd">
              <a:solidFill>
                <a:srgbClr val="046A38"/>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86" name="Graphic 4">
            <a:extLst>
              <a:ext uri="{FF2B5EF4-FFF2-40B4-BE49-F238E27FC236}">
                <a16:creationId xmlns:a16="http://schemas.microsoft.com/office/drawing/2014/main" id="{4BF43E91-C818-45D2-9E61-4536C3E0C728}"/>
              </a:ext>
            </a:extLst>
          </p:cNvPr>
          <p:cNvGrpSpPr/>
          <p:nvPr/>
        </p:nvGrpSpPr>
        <p:grpSpPr>
          <a:xfrm>
            <a:off x="3949936" y="5062537"/>
            <a:ext cx="545289" cy="554513"/>
            <a:chOff x="10324860" y="2855717"/>
            <a:chExt cx="361674" cy="361333"/>
          </a:xfrm>
          <a:solidFill>
            <a:srgbClr val="A0DCFF"/>
          </a:solidFill>
        </p:grpSpPr>
        <p:sp>
          <p:nvSpPr>
            <p:cNvPr id="87" name="Graphic 4">
              <a:extLst>
                <a:ext uri="{FF2B5EF4-FFF2-40B4-BE49-F238E27FC236}">
                  <a16:creationId xmlns:a16="http://schemas.microsoft.com/office/drawing/2014/main" id="{908B8CD6-BD06-4CCD-8099-BC814C1CAC33}"/>
                </a:ext>
              </a:extLst>
            </p:cNvPr>
            <p:cNvSpPr/>
            <p:nvPr/>
          </p:nvSpPr>
          <p:spPr>
            <a:xfrm>
              <a:off x="10407290" y="3008933"/>
              <a:ext cx="23643" cy="23620"/>
            </a:xfrm>
            <a:custGeom>
              <a:avLst/>
              <a:gdLst>
                <a:gd name="connsiteX0" fmla="*/ 23643 w 23643"/>
                <a:gd name="connsiteY0" fmla="*/ 0 h 23620"/>
                <a:gd name="connsiteX1" fmla="*/ 0 w 23643"/>
                <a:gd name="connsiteY1" fmla="*/ 0 h 23620"/>
                <a:gd name="connsiteX2" fmla="*/ 0 w 23643"/>
                <a:gd name="connsiteY2" fmla="*/ 23621 h 23620"/>
                <a:gd name="connsiteX3" fmla="*/ 23643 w 23643"/>
                <a:gd name="connsiteY3" fmla="*/ 0 h 23620"/>
              </a:gdLst>
              <a:ahLst/>
              <a:cxnLst>
                <a:cxn ang="0">
                  <a:pos x="connsiteX0" y="connsiteY0"/>
                </a:cxn>
                <a:cxn ang="0">
                  <a:pos x="connsiteX1" y="connsiteY1"/>
                </a:cxn>
                <a:cxn ang="0">
                  <a:pos x="connsiteX2" y="connsiteY2"/>
                </a:cxn>
                <a:cxn ang="0">
                  <a:pos x="connsiteX3" y="connsiteY3"/>
                </a:cxn>
              </a:cxnLst>
              <a:rect l="l" t="t" r="r" b="b"/>
              <a:pathLst>
                <a:path w="23643" h="23620">
                  <a:moveTo>
                    <a:pt x="23643" y="0"/>
                  </a:moveTo>
                  <a:lnTo>
                    <a:pt x="0" y="0"/>
                  </a:lnTo>
                  <a:lnTo>
                    <a:pt x="0" y="23621"/>
                  </a:lnTo>
                  <a:cubicBezTo>
                    <a:pt x="11502" y="21067"/>
                    <a:pt x="21087" y="12130"/>
                    <a:pt x="23643" y="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89" name="Graphic 4">
              <a:extLst>
                <a:ext uri="{FF2B5EF4-FFF2-40B4-BE49-F238E27FC236}">
                  <a16:creationId xmlns:a16="http://schemas.microsoft.com/office/drawing/2014/main" id="{F7DDF1C7-2C25-4DEC-8FCE-A6D5BDE4AE1B}"/>
                </a:ext>
              </a:extLst>
            </p:cNvPr>
            <p:cNvSpPr/>
            <p:nvPr/>
          </p:nvSpPr>
          <p:spPr>
            <a:xfrm>
              <a:off x="10550425" y="3009571"/>
              <a:ext cx="23003" cy="22982"/>
            </a:xfrm>
            <a:custGeom>
              <a:avLst/>
              <a:gdLst>
                <a:gd name="connsiteX0" fmla="*/ 23004 w 23003"/>
                <a:gd name="connsiteY0" fmla="*/ 22982 h 22982"/>
                <a:gd name="connsiteX1" fmla="*/ 23004 w 23003"/>
                <a:gd name="connsiteY1" fmla="*/ 0 h 22982"/>
                <a:gd name="connsiteX2" fmla="*/ 0 w 23003"/>
                <a:gd name="connsiteY2" fmla="*/ 0 h 22982"/>
                <a:gd name="connsiteX3" fmla="*/ 23004 w 23003"/>
                <a:gd name="connsiteY3" fmla="*/ 22982 h 22982"/>
              </a:gdLst>
              <a:ahLst/>
              <a:cxnLst>
                <a:cxn ang="0">
                  <a:pos x="connsiteX0" y="connsiteY0"/>
                </a:cxn>
                <a:cxn ang="0">
                  <a:pos x="connsiteX1" y="connsiteY1"/>
                </a:cxn>
                <a:cxn ang="0">
                  <a:pos x="connsiteX2" y="connsiteY2"/>
                </a:cxn>
                <a:cxn ang="0">
                  <a:pos x="connsiteX3" y="connsiteY3"/>
                </a:cxn>
              </a:cxnLst>
              <a:rect l="l" t="t" r="r" b="b"/>
              <a:pathLst>
                <a:path w="23003" h="22982">
                  <a:moveTo>
                    <a:pt x="23004" y="22982"/>
                  </a:moveTo>
                  <a:lnTo>
                    <a:pt x="23004" y="0"/>
                  </a:lnTo>
                  <a:lnTo>
                    <a:pt x="0" y="0"/>
                  </a:lnTo>
                  <a:cubicBezTo>
                    <a:pt x="2556" y="11491"/>
                    <a:pt x="11502" y="20429"/>
                    <a:pt x="23004" y="229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90" name="Graphic 4">
              <a:extLst>
                <a:ext uri="{FF2B5EF4-FFF2-40B4-BE49-F238E27FC236}">
                  <a16:creationId xmlns:a16="http://schemas.microsoft.com/office/drawing/2014/main" id="{48E37929-BFFD-46AD-BA5D-43FC0AAD8FA5}"/>
                </a:ext>
              </a:extLst>
            </p:cNvPr>
            <p:cNvSpPr/>
            <p:nvPr/>
          </p:nvSpPr>
          <p:spPr>
            <a:xfrm>
              <a:off x="10406651" y="3008933"/>
              <a:ext cx="166777" cy="86183"/>
            </a:xfrm>
            <a:custGeom>
              <a:avLst/>
              <a:gdLst>
                <a:gd name="connsiteX0" fmla="*/ 0 w 166777"/>
                <a:gd name="connsiteY0" fmla="*/ 36389 h 86183"/>
                <a:gd name="connsiteX1" fmla="*/ 0 w 166777"/>
                <a:gd name="connsiteY1" fmla="*/ 49795 h 86183"/>
                <a:gd name="connsiteX2" fmla="*/ 36423 w 166777"/>
                <a:gd name="connsiteY2" fmla="*/ 86184 h 86183"/>
                <a:gd name="connsiteX3" fmla="*/ 129716 w 166777"/>
                <a:gd name="connsiteY3" fmla="*/ 86184 h 86183"/>
                <a:gd name="connsiteX4" fmla="*/ 166777 w 166777"/>
                <a:gd name="connsiteY4" fmla="*/ 49795 h 86183"/>
                <a:gd name="connsiteX5" fmla="*/ 166777 w 166777"/>
                <a:gd name="connsiteY5" fmla="*/ 36389 h 86183"/>
                <a:gd name="connsiteX6" fmla="*/ 130355 w 166777"/>
                <a:gd name="connsiteY6" fmla="*/ 0 h 86183"/>
                <a:gd name="connsiteX7" fmla="*/ 36423 w 166777"/>
                <a:gd name="connsiteY7" fmla="*/ 0 h 86183"/>
                <a:gd name="connsiteX8" fmla="*/ 0 w 166777"/>
                <a:gd name="connsiteY8" fmla="*/ 36389 h 86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777" h="86183">
                  <a:moveTo>
                    <a:pt x="0" y="36389"/>
                  </a:moveTo>
                  <a:lnTo>
                    <a:pt x="0" y="49795"/>
                  </a:lnTo>
                  <a:cubicBezTo>
                    <a:pt x="18531" y="52349"/>
                    <a:pt x="33228" y="67032"/>
                    <a:pt x="36423" y="86184"/>
                  </a:cubicBezTo>
                  <a:lnTo>
                    <a:pt x="129716" y="86184"/>
                  </a:lnTo>
                  <a:cubicBezTo>
                    <a:pt x="132272" y="67032"/>
                    <a:pt x="147607" y="52349"/>
                    <a:pt x="166777" y="49795"/>
                  </a:cubicBezTo>
                  <a:lnTo>
                    <a:pt x="166777" y="36389"/>
                  </a:lnTo>
                  <a:cubicBezTo>
                    <a:pt x="148247" y="33835"/>
                    <a:pt x="133550" y="19152"/>
                    <a:pt x="130355" y="0"/>
                  </a:cubicBezTo>
                  <a:lnTo>
                    <a:pt x="36423" y="0"/>
                  </a:lnTo>
                  <a:cubicBezTo>
                    <a:pt x="34506" y="19152"/>
                    <a:pt x="19170" y="33835"/>
                    <a:pt x="0" y="36389"/>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91" name="Graphic 4">
              <a:extLst>
                <a:ext uri="{FF2B5EF4-FFF2-40B4-BE49-F238E27FC236}">
                  <a16:creationId xmlns:a16="http://schemas.microsoft.com/office/drawing/2014/main" id="{7DEDE95E-DBC7-4147-B586-3DBC1D7A8C79}"/>
                </a:ext>
              </a:extLst>
            </p:cNvPr>
            <p:cNvSpPr/>
            <p:nvPr/>
          </p:nvSpPr>
          <p:spPr>
            <a:xfrm>
              <a:off x="10406651" y="3072134"/>
              <a:ext cx="23003" cy="22982"/>
            </a:xfrm>
            <a:custGeom>
              <a:avLst/>
              <a:gdLst>
                <a:gd name="connsiteX0" fmla="*/ 0 w 23003"/>
                <a:gd name="connsiteY0" fmla="*/ 0 h 22982"/>
                <a:gd name="connsiteX1" fmla="*/ 0 w 23003"/>
                <a:gd name="connsiteY1" fmla="*/ 22982 h 22982"/>
                <a:gd name="connsiteX2" fmla="*/ 23004 w 23003"/>
                <a:gd name="connsiteY2" fmla="*/ 22982 h 22982"/>
                <a:gd name="connsiteX3" fmla="*/ 0 w 23003"/>
                <a:gd name="connsiteY3" fmla="*/ 0 h 22982"/>
              </a:gdLst>
              <a:ahLst/>
              <a:cxnLst>
                <a:cxn ang="0">
                  <a:pos x="connsiteX0" y="connsiteY0"/>
                </a:cxn>
                <a:cxn ang="0">
                  <a:pos x="connsiteX1" y="connsiteY1"/>
                </a:cxn>
                <a:cxn ang="0">
                  <a:pos x="connsiteX2" y="connsiteY2"/>
                </a:cxn>
                <a:cxn ang="0">
                  <a:pos x="connsiteX3" y="connsiteY3"/>
                </a:cxn>
              </a:cxnLst>
              <a:rect l="l" t="t" r="r" b="b"/>
              <a:pathLst>
                <a:path w="23003" h="22982">
                  <a:moveTo>
                    <a:pt x="0" y="0"/>
                  </a:moveTo>
                  <a:lnTo>
                    <a:pt x="0" y="22982"/>
                  </a:lnTo>
                  <a:lnTo>
                    <a:pt x="23004" y="22982"/>
                  </a:lnTo>
                  <a:cubicBezTo>
                    <a:pt x="21087" y="11491"/>
                    <a:pt x="12141" y="1915"/>
                    <a:pt x="0" y="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92" name="Graphic 4">
              <a:extLst>
                <a:ext uri="{FF2B5EF4-FFF2-40B4-BE49-F238E27FC236}">
                  <a16:creationId xmlns:a16="http://schemas.microsoft.com/office/drawing/2014/main" id="{B95723C1-1A40-469E-87AC-03C9DB0AD7A9}"/>
                </a:ext>
              </a:extLst>
            </p:cNvPr>
            <p:cNvSpPr/>
            <p:nvPr/>
          </p:nvSpPr>
          <p:spPr>
            <a:xfrm>
              <a:off x="10549786" y="3071496"/>
              <a:ext cx="23642" cy="23620"/>
            </a:xfrm>
            <a:custGeom>
              <a:avLst/>
              <a:gdLst>
                <a:gd name="connsiteX0" fmla="*/ 0 w 23642"/>
                <a:gd name="connsiteY0" fmla="*/ 23621 h 23620"/>
                <a:gd name="connsiteX1" fmla="*/ 23642 w 23642"/>
                <a:gd name="connsiteY1" fmla="*/ 23621 h 23620"/>
                <a:gd name="connsiteX2" fmla="*/ 23642 w 23642"/>
                <a:gd name="connsiteY2" fmla="*/ 0 h 23620"/>
                <a:gd name="connsiteX3" fmla="*/ 0 w 23642"/>
                <a:gd name="connsiteY3" fmla="*/ 23621 h 23620"/>
              </a:gdLst>
              <a:ahLst/>
              <a:cxnLst>
                <a:cxn ang="0">
                  <a:pos x="connsiteX0" y="connsiteY0"/>
                </a:cxn>
                <a:cxn ang="0">
                  <a:pos x="connsiteX1" y="connsiteY1"/>
                </a:cxn>
                <a:cxn ang="0">
                  <a:pos x="connsiteX2" y="connsiteY2"/>
                </a:cxn>
                <a:cxn ang="0">
                  <a:pos x="connsiteX3" y="connsiteY3"/>
                </a:cxn>
              </a:cxnLst>
              <a:rect l="l" t="t" r="r" b="b"/>
              <a:pathLst>
                <a:path w="23642" h="23620">
                  <a:moveTo>
                    <a:pt x="0" y="23621"/>
                  </a:moveTo>
                  <a:lnTo>
                    <a:pt x="23642" y="23621"/>
                  </a:lnTo>
                  <a:lnTo>
                    <a:pt x="23642" y="0"/>
                  </a:lnTo>
                  <a:cubicBezTo>
                    <a:pt x="12141" y="2554"/>
                    <a:pt x="2556" y="11491"/>
                    <a:pt x="0" y="23621"/>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93" name="Graphic 4">
              <a:extLst>
                <a:ext uri="{FF2B5EF4-FFF2-40B4-BE49-F238E27FC236}">
                  <a16:creationId xmlns:a16="http://schemas.microsoft.com/office/drawing/2014/main" id="{2413E25C-BCE2-4541-885B-6B50E180F083}"/>
                </a:ext>
              </a:extLst>
            </p:cNvPr>
            <p:cNvSpPr/>
            <p:nvPr/>
          </p:nvSpPr>
          <p:spPr>
            <a:xfrm>
              <a:off x="10438601" y="2977013"/>
              <a:ext cx="166777" cy="86183"/>
            </a:xfrm>
            <a:custGeom>
              <a:avLst/>
              <a:gdLst>
                <a:gd name="connsiteX0" fmla="*/ 0 w 166777"/>
                <a:gd name="connsiteY0" fmla="*/ 19152 h 86183"/>
                <a:gd name="connsiteX1" fmla="*/ 141857 w 166777"/>
                <a:gd name="connsiteY1" fmla="*/ 19152 h 86183"/>
                <a:gd name="connsiteX2" fmla="*/ 148247 w 166777"/>
                <a:gd name="connsiteY2" fmla="*/ 25536 h 86183"/>
                <a:gd name="connsiteX3" fmla="*/ 148247 w 166777"/>
                <a:gd name="connsiteY3" fmla="*/ 86184 h 86183"/>
                <a:gd name="connsiteX4" fmla="*/ 166777 w 166777"/>
                <a:gd name="connsiteY4" fmla="*/ 86184 h 86183"/>
                <a:gd name="connsiteX5" fmla="*/ 166777 w 166777"/>
                <a:gd name="connsiteY5" fmla="*/ 0 h 86183"/>
                <a:gd name="connsiteX6" fmla="*/ 0 w 166777"/>
                <a:gd name="connsiteY6" fmla="*/ 0 h 86183"/>
                <a:gd name="connsiteX7" fmla="*/ 0 w 166777"/>
                <a:gd name="connsiteY7" fmla="*/ 19152 h 86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777" h="86183">
                  <a:moveTo>
                    <a:pt x="0" y="19152"/>
                  </a:moveTo>
                  <a:lnTo>
                    <a:pt x="141857" y="19152"/>
                  </a:lnTo>
                  <a:cubicBezTo>
                    <a:pt x="145691" y="19152"/>
                    <a:pt x="148247" y="21706"/>
                    <a:pt x="148247" y="25536"/>
                  </a:cubicBezTo>
                  <a:lnTo>
                    <a:pt x="148247" y="86184"/>
                  </a:lnTo>
                  <a:lnTo>
                    <a:pt x="166777" y="86184"/>
                  </a:lnTo>
                  <a:lnTo>
                    <a:pt x="166777" y="0"/>
                  </a:lnTo>
                  <a:lnTo>
                    <a:pt x="0" y="0"/>
                  </a:lnTo>
                  <a:lnTo>
                    <a:pt x="0" y="19152"/>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94" name="Graphic 4">
              <a:extLst>
                <a:ext uri="{FF2B5EF4-FFF2-40B4-BE49-F238E27FC236}">
                  <a16:creationId xmlns:a16="http://schemas.microsoft.com/office/drawing/2014/main" id="{3121B12A-757E-41F1-957C-0574886177BF}"/>
                </a:ext>
              </a:extLst>
            </p:cNvPr>
            <p:cNvSpPr/>
            <p:nvPr/>
          </p:nvSpPr>
          <p:spPr>
            <a:xfrm>
              <a:off x="10324860" y="2855717"/>
              <a:ext cx="361674" cy="361333"/>
            </a:xfrm>
            <a:custGeom>
              <a:avLst/>
              <a:gdLst>
                <a:gd name="connsiteX0" fmla="*/ 180835 w 361674"/>
                <a:gd name="connsiteY0" fmla="*/ 0 h 361333"/>
                <a:gd name="connsiteX1" fmla="*/ 0 w 361674"/>
                <a:gd name="connsiteY1" fmla="*/ 180667 h 361333"/>
                <a:gd name="connsiteX2" fmla="*/ 180835 w 361674"/>
                <a:gd name="connsiteY2" fmla="*/ 361333 h 361333"/>
                <a:gd name="connsiteX3" fmla="*/ 361670 w 361674"/>
                <a:gd name="connsiteY3" fmla="*/ 180667 h 361333"/>
                <a:gd name="connsiteX4" fmla="*/ 180835 w 361674"/>
                <a:gd name="connsiteY4" fmla="*/ 0 h 361333"/>
                <a:gd name="connsiteX5" fmla="*/ 293298 w 361674"/>
                <a:gd name="connsiteY5" fmla="*/ 214502 h 361333"/>
                <a:gd name="connsiteX6" fmla="*/ 286908 w 361674"/>
                <a:gd name="connsiteY6" fmla="*/ 220886 h 361333"/>
                <a:gd name="connsiteX7" fmla="*/ 261987 w 361674"/>
                <a:gd name="connsiteY7" fmla="*/ 220886 h 361333"/>
                <a:gd name="connsiteX8" fmla="*/ 261987 w 361674"/>
                <a:gd name="connsiteY8" fmla="*/ 245783 h 361333"/>
                <a:gd name="connsiteX9" fmla="*/ 255597 w 361674"/>
                <a:gd name="connsiteY9" fmla="*/ 252167 h 361333"/>
                <a:gd name="connsiteX10" fmla="*/ 76040 w 361674"/>
                <a:gd name="connsiteY10" fmla="*/ 252167 h 361333"/>
                <a:gd name="connsiteX11" fmla="*/ 69650 w 361674"/>
                <a:gd name="connsiteY11" fmla="*/ 245783 h 361333"/>
                <a:gd name="connsiteX12" fmla="*/ 69650 w 361674"/>
                <a:gd name="connsiteY12" fmla="*/ 146832 h 361333"/>
                <a:gd name="connsiteX13" fmla="*/ 76040 w 361674"/>
                <a:gd name="connsiteY13" fmla="*/ 140448 h 361333"/>
                <a:gd name="connsiteX14" fmla="*/ 100961 w 361674"/>
                <a:gd name="connsiteY14" fmla="*/ 140448 h 361333"/>
                <a:gd name="connsiteX15" fmla="*/ 100961 w 361674"/>
                <a:gd name="connsiteY15" fmla="*/ 115550 h 361333"/>
                <a:gd name="connsiteX16" fmla="*/ 107350 w 361674"/>
                <a:gd name="connsiteY16" fmla="*/ 109166 h 361333"/>
                <a:gd name="connsiteX17" fmla="*/ 286908 w 361674"/>
                <a:gd name="connsiteY17" fmla="*/ 109166 h 361333"/>
                <a:gd name="connsiteX18" fmla="*/ 293298 w 361674"/>
                <a:gd name="connsiteY18" fmla="*/ 115550 h 361333"/>
                <a:gd name="connsiteX19" fmla="*/ 293298 w 361674"/>
                <a:gd name="connsiteY19" fmla="*/ 214502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61674" h="361333">
                  <a:moveTo>
                    <a:pt x="180835" y="0"/>
                  </a:moveTo>
                  <a:cubicBezTo>
                    <a:pt x="80513" y="0"/>
                    <a:pt x="0" y="81076"/>
                    <a:pt x="0" y="180667"/>
                  </a:cubicBezTo>
                  <a:cubicBezTo>
                    <a:pt x="0" y="280895"/>
                    <a:pt x="81152" y="361333"/>
                    <a:pt x="180835" y="361333"/>
                  </a:cubicBezTo>
                  <a:cubicBezTo>
                    <a:pt x="280518" y="361333"/>
                    <a:pt x="361670" y="280257"/>
                    <a:pt x="361670" y="180667"/>
                  </a:cubicBezTo>
                  <a:cubicBezTo>
                    <a:pt x="362309" y="80438"/>
                    <a:pt x="281157" y="0"/>
                    <a:pt x="180835" y="0"/>
                  </a:cubicBezTo>
                  <a:close/>
                  <a:moveTo>
                    <a:pt x="293298" y="214502"/>
                  </a:moveTo>
                  <a:cubicBezTo>
                    <a:pt x="293298" y="218332"/>
                    <a:pt x="290742" y="220886"/>
                    <a:pt x="286908" y="220886"/>
                  </a:cubicBezTo>
                  <a:lnTo>
                    <a:pt x="261987" y="220886"/>
                  </a:lnTo>
                  <a:lnTo>
                    <a:pt x="261987" y="245783"/>
                  </a:lnTo>
                  <a:cubicBezTo>
                    <a:pt x="261987" y="249614"/>
                    <a:pt x="259431" y="252167"/>
                    <a:pt x="255597" y="252167"/>
                  </a:cubicBezTo>
                  <a:lnTo>
                    <a:pt x="76040" y="252167"/>
                  </a:lnTo>
                  <a:cubicBezTo>
                    <a:pt x="72206" y="252167"/>
                    <a:pt x="69650" y="249614"/>
                    <a:pt x="69650" y="245783"/>
                  </a:cubicBezTo>
                  <a:lnTo>
                    <a:pt x="69650" y="146832"/>
                  </a:lnTo>
                  <a:cubicBezTo>
                    <a:pt x="69650" y="143001"/>
                    <a:pt x="72206" y="140448"/>
                    <a:pt x="76040" y="140448"/>
                  </a:cubicBezTo>
                  <a:lnTo>
                    <a:pt x="100961" y="140448"/>
                  </a:lnTo>
                  <a:lnTo>
                    <a:pt x="100961" y="115550"/>
                  </a:lnTo>
                  <a:cubicBezTo>
                    <a:pt x="100961" y="111720"/>
                    <a:pt x="103517" y="109166"/>
                    <a:pt x="107350" y="109166"/>
                  </a:cubicBezTo>
                  <a:lnTo>
                    <a:pt x="286908" y="109166"/>
                  </a:lnTo>
                  <a:cubicBezTo>
                    <a:pt x="290742" y="109166"/>
                    <a:pt x="293298" y="111720"/>
                    <a:pt x="293298" y="115550"/>
                  </a:cubicBezTo>
                  <a:lnTo>
                    <a:pt x="293298" y="214502"/>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sp>
        <p:nvSpPr>
          <p:cNvPr id="96" name="Oval 95">
            <a:extLst>
              <a:ext uri="{FF2B5EF4-FFF2-40B4-BE49-F238E27FC236}">
                <a16:creationId xmlns:a16="http://schemas.microsoft.com/office/drawing/2014/main" id="{B5C5CD87-53F0-4294-827F-98F626782D4E}"/>
              </a:ext>
            </a:extLst>
          </p:cNvPr>
          <p:cNvSpPr/>
          <p:nvPr/>
        </p:nvSpPr>
        <p:spPr bwMode="gray">
          <a:xfrm>
            <a:off x="3949936" y="3816496"/>
            <a:ext cx="548639" cy="548642"/>
          </a:xfrm>
          <a:prstGeom prst="ellipse">
            <a:avLst/>
          </a:prstGeom>
          <a:solidFill>
            <a:srgbClr val="046A38"/>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Verdana"/>
              <a:ea typeface="+mn-ea"/>
              <a:cs typeface="+mn-cs"/>
            </a:endParaRPr>
          </a:p>
        </p:txBody>
      </p:sp>
      <p:pic>
        <p:nvPicPr>
          <p:cNvPr id="8" name="Graphic 7" descr="Cloud Computing outline">
            <a:extLst>
              <a:ext uri="{FF2B5EF4-FFF2-40B4-BE49-F238E27FC236}">
                <a16:creationId xmlns:a16="http://schemas.microsoft.com/office/drawing/2014/main" id="{BA03796A-28BA-4A45-B4F8-9ED1EFE5EE7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961847" y="3837604"/>
            <a:ext cx="545288" cy="545288"/>
          </a:xfrm>
          <a:prstGeom prst="rect">
            <a:avLst/>
          </a:prstGeom>
        </p:spPr>
      </p:pic>
      <p:pic>
        <p:nvPicPr>
          <p:cNvPr id="12" name="Graphic 11" descr="Upward trend with solid fill">
            <a:extLst>
              <a:ext uri="{FF2B5EF4-FFF2-40B4-BE49-F238E27FC236}">
                <a16:creationId xmlns:a16="http://schemas.microsoft.com/office/drawing/2014/main" id="{785645EA-9E15-407B-AB2B-47EC68C5AEDA}"/>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016088" y="1477059"/>
            <a:ext cx="365771" cy="365771"/>
          </a:xfrm>
          <a:prstGeom prst="rect">
            <a:avLst/>
          </a:prstGeom>
        </p:spPr>
      </p:pic>
    </p:spTree>
    <p:extLst>
      <p:ext uri="{BB962C8B-B14F-4D97-AF65-F5344CB8AC3E}">
        <p14:creationId xmlns:p14="http://schemas.microsoft.com/office/powerpoint/2010/main" val="1476670836"/>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8E525C8-5B83-4553-B7A8-F5F66115ADBA}"/>
              </a:ext>
            </a:extLst>
          </p:cNvPr>
          <p:cNvGraphicFramePr>
            <a:graphicFrameLocks noChangeAspect="1"/>
          </p:cNvGraphicFramePr>
          <p:nvPr>
            <p:custDataLst>
              <p:tags r:id="rId2"/>
            </p:custDataLst>
          </p:nvPr>
        </p:nvGraphicFramePr>
        <p:xfrm>
          <a:off x="1680" y="1440"/>
          <a:ext cx="1440" cy="1440"/>
        </p:xfrm>
        <a:graphic>
          <a:graphicData uri="http://schemas.openxmlformats.org/presentationml/2006/ole">
            <mc:AlternateContent xmlns:mc="http://schemas.openxmlformats.org/markup-compatibility/2006">
              <mc:Choice xmlns:v="urn:schemas-microsoft-com:vml" Requires="v">
                <p:oleObj spid="_x0000_s48184" name="think-cell Slide" r:id="rId5" imgW="498" imgH="499" progId="TCLayout.ActiveDocument.1">
                  <p:embed/>
                </p:oleObj>
              </mc:Choice>
              <mc:Fallback>
                <p:oleObj name="think-cell Slide" r:id="rId5" imgW="498" imgH="499" progId="TCLayout.ActiveDocument.1">
                  <p:embed/>
                  <p:pic>
                    <p:nvPicPr>
                      <p:cNvPr id="5" name="Object 4" hidden="1">
                        <a:extLst>
                          <a:ext uri="{FF2B5EF4-FFF2-40B4-BE49-F238E27FC236}">
                            <a16:creationId xmlns:a16="http://schemas.microsoft.com/office/drawing/2014/main" id="{D8E525C8-5B83-4553-B7A8-F5F66115ADBA}"/>
                          </a:ext>
                        </a:extLst>
                      </p:cNvPr>
                      <p:cNvPicPr/>
                      <p:nvPr/>
                    </p:nvPicPr>
                    <p:blipFill>
                      <a:blip r:embed="rId6"/>
                      <a:stretch>
                        <a:fillRect/>
                      </a:stretch>
                    </p:blipFill>
                    <p:spPr>
                      <a:xfrm>
                        <a:off x="1680" y="1440"/>
                        <a:ext cx="1440" cy="1440"/>
                      </a:xfrm>
                      <a:prstGeom prst="rect">
                        <a:avLst/>
                      </a:prstGeom>
                    </p:spPr>
                  </p:pic>
                </p:oleObj>
              </mc:Fallback>
            </mc:AlternateContent>
          </a:graphicData>
        </a:graphic>
      </p:graphicFrame>
      <p:sp>
        <p:nvSpPr>
          <p:cNvPr id="88" name="Rectangle 87" hidden="1">
            <a:extLst>
              <a:ext uri="{FF2B5EF4-FFF2-40B4-BE49-F238E27FC236}">
                <a16:creationId xmlns:a16="http://schemas.microsoft.com/office/drawing/2014/main" id="{E8660C98-62A0-423C-8A5A-044FD3662E7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088" b="0" i="0" u="none" strike="noStrike" kern="1200" cap="none" spc="0" normalizeH="0" baseline="0" noProof="0">
              <a:ln>
                <a:noFill/>
              </a:ln>
              <a:solidFill>
                <a:prstClr val="white"/>
              </a:solidFill>
              <a:effectLst/>
              <a:uLnTx/>
              <a:uFillTx/>
              <a:latin typeface="Verdana"/>
              <a:ea typeface="+mn-ea"/>
              <a:cs typeface="+mn-cs"/>
            </a:endParaRPr>
          </a:p>
        </p:txBody>
      </p:sp>
      <p:sp>
        <p:nvSpPr>
          <p:cNvPr id="2" name="Rectangle 1" hidden="1">
            <a:extLst>
              <a:ext uri="{FF2B5EF4-FFF2-40B4-BE49-F238E27FC236}">
                <a16:creationId xmlns:a16="http://schemas.microsoft.com/office/drawing/2014/main" id="{2A521930-E564-4B05-B60F-B4D4B607A7F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Avenir Next LT Pro Light" panose="020B0304020202020204" pitchFamily="34" charset="0"/>
              <a:ea typeface="+mn-ea"/>
              <a:cs typeface="+mn-cs"/>
            </a:endParaRPr>
          </a:p>
        </p:txBody>
      </p:sp>
      <p:sp>
        <p:nvSpPr>
          <p:cNvPr id="33" name="Rectangle 32" hidden="1">
            <a:extLst>
              <a:ext uri="{FF2B5EF4-FFF2-40B4-BE49-F238E27FC236}">
                <a16:creationId xmlns:a16="http://schemas.microsoft.com/office/drawing/2014/main" id="{5CEEA709-822B-4D97-95B5-1E93A1A05919}"/>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54" name="Rectangle 53" hidden="1">
            <a:extLst>
              <a:ext uri="{FF2B5EF4-FFF2-40B4-BE49-F238E27FC236}">
                <a16:creationId xmlns:a16="http://schemas.microsoft.com/office/drawing/2014/main" id="{225F56F8-8BC1-48B6-BEFF-20E4914FDA4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58" name="Rectangle 57" hidden="1">
            <a:extLst>
              <a:ext uri="{FF2B5EF4-FFF2-40B4-BE49-F238E27FC236}">
                <a16:creationId xmlns:a16="http://schemas.microsoft.com/office/drawing/2014/main" id="{50C0A6EC-D618-4045-A144-16336B53AEFE}"/>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62" name="Rectangle 61" hidden="1">
            <a:extLst>
              <a:ext uri="{FF2B5EF4-FFF2-40B4-BE49-F238E27FC236}">
                <a16:creationId xmlns:a16="http://schemas.microsoft.com/office/drawing/2014/main" id="{8AC4DE8A-A90A-45C4-A128-6D6EC2EA41AF}"/>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123" name="Rectangle 122" hidden="1">
            <a:extLst>
              <a:ext uri="{FF2B5EF4-FFF2-40B4-BE49-F238E27FC236}">
                <a16:creationId xmlns:a16="http://schemas.microsoft.com/office/drawing/2014/main" id="{891D9B62-8447-4BF2-AAD5-EE8A0DC6CA59}"/>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154" name="Rectangle 153" hidden="1">
            <a:extLst>
              <a:ext uri="{FF2B5EF4-FFF2-40B4-BE49-F238E27FC236}">
                <a16:creationId xmlns:a16="http://schemas.microsoft.com/office/drawing/2014/main" id="{E6055FF4-59BE-4A31-A244-49C2AAC1E7B4}"/>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157" name="Rectangle 156" hidden="1">
            <a:extLst>
              <a:ext uri="{FF2B5EF4-FFF2-40B4-BE49-F238E27FC236}">
                <a16:creationId xmlns:a16="http://schemas.microsoft.com/office/drawing/2014/main" id="{79987C92-84CE-44DC-A97C-59F767A61EC1}"/>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361" name="Rectangle 360" hidden="1">
            <a:extLst>
              <a:ext uri="{FF2B5EF4-FFF2-40B4-BE49-F238E27FC236}">
                <a16:creationId xmlns:a16="http://schemas.microsoft.com/office/drawing/2014/main" id="{58D700BD-6F8F-4F7C-8892-9034C7A065B1}"/>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05" name="Rectangle 404" hidden="1">
            <a:extLst>
              <a:ext uri="{FF2B5EF4-FFF2-40B4-BE49-F238E27FC236}">
                <a16:creationId xmlns:a16="http://schemas.microsoft.com/office/drawing/2014/main" id="{0CEE0670-BDA8-4520-8F9D-5C046A637342}"/>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5" name="Rectangle 44" hidden="1">
            <a:extLst>
              <a:ext uri="{FF2B5EF4-FFF2-40B4-BE49-F238E27FC236}">
                <a16:creationId xmlns:a16="http://schemas.microsoft.com/office/drawing/2014/main" id="{767854C1-3E6E-4F2E-98B4-2A1F7DB28D5C}"/>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725"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219" name="Rectangle 218" hidden="1">
            <a:extLst>
              <a:ext uri="{FF2B5EF4-FFF2-40B4-BE49-F238E27FC236}">
                <a16:creationId xmlns:a16="http://schemas.microsoft.com/office/drawing/2014/main" id="{847846C5-C801-4BEE-9506-A16841F90D4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725" b="0" i="0" u="none" strike="noStrike" kern="1200" cap="none" spc="0" normalizeH="0" baseline="0" noProof="0">
              <a:ln>
                <a:noFill/>
              </a:ln>
              <a:solidFill>
                <a:prstClr val="white"/>
              </a:solidFill>
              <a:effectLst/>
              <a:uLnTx/>
              <a:uFillTx/>
              <a:latin typeface="Verdana"/>
              <a:ea typeface="+mn-ea"/>
              <a:cs typeface="+mn-cs"/>
            </a:endParaRPr>
          </a:p>
        </p:txBody>
      </p:sp>
      <p:sp>
        <p:nvSpPr>
          <p:cNvPr id="332" name="Rectangle 331" hidden="1">
            <a:extLst>
              <a:ext uri="{FF2B5EF4-FFF2-40B4-BE49-F238E27FC236}">
                <a16:creationId xmlns:a16="http://schemas.microsoft.com/office/drawing/2014/main" id="{B1BAC627-2155-4A3C-960D-101193C2287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088" b="0" i="0" u="none" strike="noStrike" kern="1200" cap="none" spc="0" normalizeH="0" baseline="0" noProof="0">
              <a:ln>
                <a:noFill/>
              </a:ln>
              <a:solidFill>
                <a:prstClr val="white"/>
              </a:solidFill>
              <a:effectLst/>
              <a:uLnTx/>
              <a:uFillTx/>
              <a:latin typeface="Verdana"/>
              <a:ea typeface="+mn-ea"/>
              <a:cs typeface="+mn-cs"/>
            </a:endParaRPr>
          </a:p>
        </p:txBody>
      </p:sp>
      <p:sp>
        <p:nvSpPr>
          <p:cNvPr id="532" name="Rectangle 531" hidden="1">
            <a:extLst>
              <a:ext uri="{FF2B5EF4-FFF2-40B4-BE49-F238E27FC236}">
                <a16:creationId xmlns:a16="http://schemas.microsoft.com/office/drawing/2014/main" id="{25F5028C-BFCA-4679-826B-D8FEBFE44C90}"/>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Avenir Next LT Pro Light" panose="020B0304020202020204" pitchFamily="34" charset="0"/>
              <a:ea typeface="+mn-ea"/>
              <a:cs typeface="+mn-cs"/>
            </a:endParaRPr>
          </a:p>
        </p:txBody>
      </p:sp>
      <p:sp>
        <p:nvSpPr>
          <p:cNvPr id="645" name="Rectangle 644" hidden="1">
            <a:extLst>
              <a:ext uri="{FF2B5EF4-FFF2-40B4-BE49-F238E27FC236}">
                <a16:creationId xmlns:a16="http://schemas.microsoft.com/office/drawing/2014/main" id="{E3C87C7A-307E-4E40-BF24-596ACA913F2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660" name="Rectangle 659" hidden="1">
            <a:extLst>
              <a:ext uri="{FF2B5EF4-FFF2-40B4-BE49-F238E27FC236}">
                <a16:creationId xmlns:a16="http://schemas.microsoft.com/office/drawing/2014/main" id="{2ECBF87A-E661-4272-A3A4-31486CCA0A14}"/>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0" name="Title 2">
            <a:extLst>
              <a:ext uri="{FF2B5EF4-FFF2-40B4-BE49-F238E27FC236}">
                <a16:creationId xmlns:a16="http://schemas.microsoft.com/office/drawing/2014/main" id="{4B8DEF8B-01E9-42C6-8321-05FF6A851792}"/>
              </a:ext>
            </a:extLst>
          </p:cNvPr>
          <p:cNvSpPr>
            <a:spLocks noGrp="1"/>
          </p:cNvSpPr>
          <p:nvPr>
            <p:ph type="title"/>
          </p:nvPr>
        </p:nvSpPr>
        <p:spPr>
          <a:xfrm>
            <a:off x="501652" y="317503"/>
            <a:ext cx="11162350" cy="334101"/>
          </a:xfrm>
        </p:spPr>
        <p:txBody>
          <a:bodyPr vert="horz"/>
          <a:lstStyle/>
          <a:p>
            <a:r>
              <a:rPr lang="en-US" sz="1814" b="1" dirty="0"/>
              <a:t>WBPDCL’s Opportunities Analysis (2/2)</a:t>
            </a:r>
          </a:p>
        </p:txBody>
      </p:sp>
      <p:sp>
        <p:nvSpPr>
          <p:cNvPr id="99" name="Rectangle 5">
            <a:extLst>
              <a:ext uri="{FF2B5EF4-FFF2-40B4-BE49-F238E27FC236}">
                <a16:creationId xmlns:a16="http://schemas.microsoft.com/office/drawing/2014/main" id="{E8103B65-9401-4F21-9B81-AA6B557D6C7A}"/>
              </a:ext>
            </a:extLst>
          </p:cNvPr>
          <p:cNvSpPr/>
          <p:nvPr/>
        </p:nvSpPr>
        <p:spPr bwMode="gray">
          <a:xfrm flipV="1">
            <a:off x="501652" y="749093"/>
            <a:ext cx="11134484" cy="27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829178" rtl="0" eaLnBrk="1" fontAlgn="auto" latinLnBrk="0" hangingPunct="1">
              <a:lnSpc>
                <a:spcPct val="100000"/>
              </a:lnSpc>
              <a:spcBef>
                <a:spcPts val="0"/>
              </a:spcBef>
              <a:spcAft>
                <a:spcPts val="0"/>
              </a:spcAft>
              <a:buClrTx/>
              <a:buSzTx/>
              <a:buFontTx/>
              <a:buNone/>
              <a:tabLst/>
              <a:defRPr/>
            </a:pPr>
            <a:endParaRPr kumimoji="0" lang="en-US" sz="1451" b="0" i="0" u="none" strike="noStrike" kern="1200" cap="none" spc="0" normalizeH="0" baseline="0" noProof="0">
              <a:ln>
                <a:noFill/>
              </a:ln>
              <a:solidFill>
                <a:prstClr val="white"/>
              </a:solidFill>
              <a:effectLst/>
              <a:uLnTx/>
              <a:uFillTx/>
              <a:latin typeface="Verdana"/>
              <a:ea typeface="+mn-ea"/>
              <a:cs typeface="+mn-cs"/>
            </a:endParaRPr>
          </a:p>
        </p:txBody>
      </p:sp>
      <p:sp>
        <p:nvSpPr>
          <p:cNvPr id="101" name="TextBox 100">
            <a:extLst>
              <a:ext uri="{FF2B5EF4-FFF2-40B4-BE49-F238E27FC236}">
                <a16:creationId xmlns:a16="http://schemas.microsoft.com/office/drawing/2014/main" id="{6F5DFA51-A93D-4898-9B6C-5BBE8C20344C}"/>
              </a:ext>
            </a:extLst>
          </p:cNvPr>
          <p:cNvSpPr txBox="1"/>
          <p:nvPr/>
        </p:nvSpPr>
        <p:spPr>
          <a:xfrm>
            <a:off x="10200640" y="263311"/>
            <a:ext cx="1435496" cy="43088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2800" b="0" i="0" u="none" strike="noStrike" kern="1200" cap="none" spc="0" normalizeH="0" baseline="0" noProof="0">
                <a:ln>
                  <a:noFill/>
                </a:ln>
                <a:solidFill>
                  <a:srgbClr val="D0D0CE"/>
                </a:solidFill>
                <a:effectLst/>
                <a:uLnTx/>
                <a:uFillTx/>
                <a:latin typeface="Verdana"/>
                <a:ea typeface="+mn-ea"/>
                <a:cs typeface="+mn-cs"/>
              </a:rPr>
              <a:t>SW</a:t>
            </a:r>
            <a:r>
              <a:rPr kumimoji="0" lang="en-US" sz="2800" b="0" i="0" u="none" strike="noStrike" kern="1200" cap="none" spc="0" normalizeH="0" baseline="0" noProof="0">
                <a:ln>
                  <a:noFill/>
                </a:ln>
                <a:solidFill>
                  <a:srgbClr val="86BC25"/>
                </a:solidFill>
                <a:effectLst/>
                <a:uLnTx/>
                <a:uFillTx/>
                <a:latin typeface="Verdana"/>
                <a:ea typeface="+mn-ea"/>
                <a:cs typeface="+mn-cs"/>
              </a:rPr>
              <a:t>O</a:t>
            </a:r>
            <a:r>
              <a:rPr kumimoji="0" lang="en-US" sz="2800" b="0" i="0" u="none" strike="noStrike" kern="1200" cap="none" spc="0" normalizeH="0" baseline="0" noProof="0">
                <a:ln>
                  <a:noFill/>
                </a:ln>
                <a:solidFill>
                  <a:srgbClr val="D0D0CE"/>
                </a:solidFill>
                <a:effectLst/>
                <a:uLnTx/>
                <a:uFillTx/>
                <a:latin typeface="Verdana"/>
                <a:ea typeface="+mn-ea"/>
                <a:cs typeface="+mn-cs"/>
              </a:rPr>
              <a:t>T</a:t>
            </a:r>
          </a:p>
        </p:txBody>
      </p:sp>
      <p:sp>
        <p:nvSpPr>
          <p:cNvPr id="187" name="Rectangle 186">
            <a:extLst>
              <a:ext uri="{FF2B5EF4-FFF2-40B4-BE49-F238E27FC236}">
                <a16:creationId xmlns:a16="http://schemas.microsoft.com/office/drawing/2014/main" id="{A9B31864-0153-486A-85D7-5B17CAB24277}"/>
              </a:ext>
            </a:extLst>
          </p:cNvPr>
          <p:cNvSpPr/>
          <p:nvPr/>
        </p:nvSpPr>
        <p:spPr>
          <a:xfrm>
            <a:off x="4911400" y="1392909"/>
            <a:ext cx="5261559" cy="3016210"/>
          </a:xfrm>
          <a:prstGeom prst="rect">
            <a:avLst/>
          </a:prstGeom>
        </p:spPr>
        <p:txBody>
          <a:bodyPr wrap="square" lIns="0" tIns="0" rIns="0" bIns="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86BC25"/>
                </a:solidFill>
                <a:effectLst/>
                <a:uLnTx/>
                <a:uFillTx/>
                <a:latin typeface="Verdana"/>
                <a:ea typeface="+mn-ea"/>
                <a:cs typeface="+mn-cs"/>
              </a:rPr>
              <a:t>Just Transition  with respect to repurposing of ageing coal plants: </a:t>
            </a:r>
            <a:r>
              <a:rPr kumimoji="0" lang="en-US" sz="1400" b="0" i="0" u="none" strike="noStrike" kern="1200" cap="none" spc="0" normalizeH="0" baseline="0" noProof="0" dirty="0">
                <a:ln>
                  <a:noFill/>
                </a:ln>
                <a:solidFill>
                  <a:prstClr val="black"/>
                </a:solidFill>
                <a:effectLst/>
                <a:uLnTx/>
                <a:uFillTx/>
                <a:latin typeface="Verdana"/>
                <a:ea typeface="+mn-ea"/>
                <a:cs typeface="+mn-cs"/>
              </a:rPr>
              <a:t>Achieving Sustainable Development Goals and targets through a well-managed retirement of old coal power plants and corresponding scale up of clean Renewable Energy. Post decommission of old thermal assets, options include:</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Verdana"/>
                <a:ea typeface="+mn-ea"/>
                <a:cs typeface="+mn-cs"/>
              </a:rPr>
              <a:t>Establishing solar power plants in vacant lands post decommissioning of thermal assets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Verdana"/>
                <a:ea typeface="+mn-ea"/>
                <a:cs typeface="+mn-cs"/>
              </a:rPr>
              <a:t>Establishing solar plants and substations in vacant land with strategic power network infrastructure</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Verdana"/>
                <a:ea typeface="+mn-ea"/>
                <a:cs typeface="+mn-cs"/>
              </a:rPr>
              <a:t>Opportunity for creation of industrial park in vacant leads with proper water linkage </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solidFill>
                  <a:prstClr val="black"/>
                </a:solidFill>
                <a:latin typeface="Verdana"/>
              </a:rPr>
              <a:t>Establishing Energy Storage Solutions in land post decommissioning of thermal plant</a:t>
            </a:r>
            <a:endParaRPr kumimoji="0" lang="en-US" sz="1400" b="0" i="0" u="none" strike="noStrike" kern="1200" cap="none" spc="0" normalizeH="0" baseline="0" noProof="0" dirty="0">
              <a:ln>
                <a:noFill/>
              </a:ln>
              <a:solidFill>
                <a:prstClr val="black"/>
              </a:solidFill>
              <a:effectLst/>
              <a:uLnTx/>
              <a:uFillTx/>
              <a:latin typeface="Verdana"/>
              <a:ea typeface="+mn-ea"/>
              <a:cs typeface="+mn-cs"/>
            </a:endParaRPr>
          </a:p>
        </p:txBody>
      </p:sp>
      <p:grpSp>
        <p:nvGrpSpPr>
          <p:cNvPr id="206" name="Group 205">
            <a:extLst>
              <a:ext uri="{FF2B5EF4-FFF2-40B4-BE49-F238E27FC236}">
                <a16:creationId xmlns:a16="http://schemas.microsoft.com/office/drawing/2014/main" id="{B8316BE9-B7F1-418D-82DF-8B607C54347F}"/>
              </a:ext>
            </a:extLst>
          </p:cNvPr>
          <p:cNvGrpSpPr/>
          <p:nvPr/>
        </p:nvGrpSpPr>
        <p:grpSpPr>
          <a:xfrm>
            <a:off x="2432306" y="2161748"/>
            <a:ext cx="1337549" cy="308289"/>
            <a:chOff x="4207048" y="2110398"/>
            <a:chExt cx="1337549" cy="694394"/>
          </a:xfrm>
        </p:grpSpPr>
        <p:cxnSp>
          <p:nvCxnSpPr>
            <p:cNvPr id="207" name="Straight Connector 206">
              <a:extLst>
                <a:ext uri="{FF2B5EF4-FFF2-40B4-BE49-F238E27FC236}">
                  <a16:creationId xmlns:a16="http://schemas.microsoft.com/office/drawing/2014/main" id="{CFDC4DF9-7BDD-45F9-877C-A47211C57FF1}"/>
                </a:ext>
              </a:extLst>
            </p:cNvPr>
            <p:cNvCxnSpPr>
              <a:cxnSpLocks/>
            </p:cNvCxnSpPr>
            <p:nvPr/>
          </p:nvCxnSpPr>
          <p:spPr>
            <a:xfrm>
              <a:off x="4922598" y="2110398"/>
              <a:ext cx="621999" cy="0"/>
            </a:xfrm>
            <a:prstGeom prst="line">
              <a:avLst/>
            </a:prstGeom>
            <a:ln w="15875" cap="rnd">
              <a:solidFill>
                <a:schemeClr val="accent1"/>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60483344-0471-43B7-9859-1D95EE15A44E}"/>
                </a:ext>
              </a:extLst>
            </p:cNvPr>
            <p:cNvCxnSpPr>
              <a:cxnSpLocks/>
            </p:cNvCxnSpPr>
            <p:nvPr/>
          </p:nvCxnSpPr>
          <p:spPr>
            <a:xfrm flipH="1">
              <a:off x="4207048" y="2129350"/>
              <a:ext cx="696600" cy="675442"/>
            </a:xfrm>
            <a:prstGeom prst="line">
              <a:avLst/>
            </a:prstGeom>
            <a:ln w="15875" cap="rnd">
              <a:solidFill>
                <a:schemeClr val="accent1"/>
              </a:solidFill>
              <a:prstDash val="sysDot"/>
              <a:tailEnd type="oval"/>
            </a:ln>
          </p:spPr>
          <p:style>
            <a:lnRef idx="1">
              <a:schemeClr val="accent1"/>
            </a:lnRef>
            <a:fillRef idx="0">
              <a:schemeClr val="accent1"/>
            </a:fillRef>
            <a:effectRef idx="0">
              <a:schemeClr val="accent1"/>
            </a:effectRef>
            <a:fontRef idx="minor">
              <a:schemeClr val="tx1"/>
            </a:fontRef>
          </p:style>
        </p:cxnSp>
      </p:grpSp>
      <p:sp>
        <p:nvSpPr>
          <p:cNvPr id="209" name="Oval 208">
            <a:extLst>
              <a:ext uri="{FF2B5EF4-FFF2-40B4-BE49-F238E27FC236}">
                <a16:creationId xmlns:a16="http://schemas.microsoft.com/office/drawing/2014/main" id="{50624110-400E-439A-B203-D4E77FBED412}"/>
              </a:ext>
            </a:extLst>
          </p:cNvPr>
          <p:cNvSpPr/>
          <p:nvPr/>
        </p:nvSpPr>
        <p:spPr bwMode="gray">
          <a:xfrm>
            <a:off x="2318598" y="2350499"/>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grpSp>
        <p:nvGrpSpPr>
          <p:cNvPr id="217" name="Group 216">
            <a:extLst>
              <a:ext uri="{FF2B5EF4-FFF2-40B4-BE49-F238E27FC236}">
                <a16:creationId xmlns:a16="http://schemas.microsoft.com/office/drawing/2014/main" id="{1EE6F223-75A1-462E-8640-CB9621182859}"/>
              </a:ext>
            </a:extLst>
          </p:cNvPr>
          <p:cNvGrpSpPr/>
          <p:nvPr/>
        </p:nvGrpSpPr>
        <p:grpSpPr>
          <a:xfrm>
            <a:off x="2474642" y="4723685"/>
            <a:ext cx="1304549" cy="424438"/>
            <a:chOff x="4487991" y="4634811"/>
            <a:chExt cx="1056606" cy="391402"/>
          </a:xfrm>
        </p:grpSpPr>
        <p:cxnSp>
          <p:nvCxnSpPr>
            <p:cNvPr id="218" name="Straight Connector 217">
              <a:extLst>
                <a:ext uri="{FF2B5EF4-FFF2-40B4-BE49-F238E27FC236}">
                  <a16:creationId xmlns:a16="http://schemas.microsoft.com/office/drawing/2014/main" id="{96F7D521-6930-4F26-8352-CCD331463D12}"/>
                </a:ext>
              </a:extLst>
            </p:cNvPr>
            <p:cNvCxnSpPr>
              <a:cxnSpLocks/>
            </p:cNvCxnSpPr>
            <p:nvPr/>
          </p:nvCxnSpPr>
          <p:spPr>
            <a:xfrm>
              <a:off x="4922598" y="5026213"/>
              <a:ext cx="621999" cy="0"/>
            </a:xfrm>
            <a:prstGeom prst="line">
              <a:avLst/>
            </a:prstGeom>
            <a:ln w="15875" cap="rnd">
              <a:solidFill>
                <a:schemeClr val="accent3"/>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ADAE3414-E56A-4CDB-8CF1-A2E807814FC1}"/>
                </a:ext>
              </a:extLst>
            </p:cNvPr>
            <p:cNvCxnSpPr>
              <a:cxnSpLocks/>
            </p:cNvCxnSpPr>
            <p:nvPr/>
          </p:nvCxnSpPr>
          <p:spPr>
            <a:xfrm flipH="1" flipV="1">
              <a:off x="4487991" y="4634811"/>
              <a:ext cx="419702" cy="391183"/>
            </a:xfrm>
            <a:prstGeom prst="line">
              <a:avLst/>
            </a:prstGeom>
            <a:ln w="15875" cap="rnd">
              <a:solidFill>
                <a:schemeClr val="accent3"/>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221" name="Group 220">
            <a:extLst>
              <a:ext uri="{FF2B5EF4-FFF2-40B4-BE49-F238E27FC236}">
                <a16:creationId xmlns:a16="http://schemas.microsoft.com/office/drawing/2014/main" id="{3FC65451-658B-4AA2-9D6F-2E6D411DB948}"/>
              </a:ext>
            </a:extLst>
          </p:cNvPr>
          <p:cNvGrpSpPr/>
          <p:nvPr/>
        </p:nvGrpSpPr>
        <p:grpSpPr>
          <a:xfrm>
            <a:off x="393341" y="2529881"/>
            <a:ext cx="2286000" cy="2286000"/>
            <a:chOff x="380600" y="1693103"/>
            <a:chExt cx="4113462" cy="4088045"/>
          </a:xfrm>
        </p:grpSpPr>
        <p:sp>
          <p:nvSpPr>
            <p:cNvPr id="222" name="Arc 221">
              <a:extLst>
                <a:ext uri="{FF2B5EF4-FFF2-40B4-BE49-F238E27FC236}">
                  <a16:creationId xmlns:a16="http://schemas.microsoft.com/office/drawing/2014/main" id="{4ED94416-1564-4100-A1C8-876BEAA8BC6D}"/>
                </a:ext>
              </a:extLst>
            </p:cNvPr>
            <p:cNvSpPr/>
            <p:nvPr/>
          </p:nvSpPr>
          <p:spPr>
            <a:xfrm>
              <a:off x="380600" y="1693103"/>
              <a:ext cx="4088045" cy="4088045"/>
            </a:xfrm>
            <a:prstGeom prst="arc">
              <a:avLst>
                <a:gd name="adj1" fmla="val 16812435"/>
                <a:gd name="adj2" fmla="val 4781030"/>
              </a:avLst>
            </a:prstGeom>
            <a:ln w="25400" cap="rnd">
              <a:solidFill>
                <a:schemeClr val="accent6">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prstClr val="black"/>
                </a:solidFill>
                <a:effectLst/>
                <a:uLnTx/>
                <a:uFillTx/>
                <a:latin typeface="Verdana"/>
                <a:ea typeface="+mn-ea"/>
                <a:cs typeface="+mn-cs"/>
              </a:endParaRPr>
            </a:p>
          </p:txBody>
        </p:sp>
        <p:sp>
          <p:nvSpPr>
            <p:cNvPr id="223" name="Arc 222">
              <a:extLst>
                <a:ext uri="{FF2B5EF4-FFF2-40B4-BE49-F238E27FC236}">
                  <a16:creationId xmlns:a16="http://schemas.microsoft.com/office/drawing/2014/main" id="{F42450E8-73F7-4DB0-B05B-C3BE7B422797}"/>
                </a:ext>
              </a:extLst>
            </p:cNvPr>
            <p:cNvSpPr/>
            <p:nvPr/>
          </p:nvSpPr>
          <p:spPr>
            <a:xfrm flipH="1">
              <a:off x="406017" y="1693103"/>
              <a:ext cx="4088045" cy="4088045"/>
            </a:xfrm>
            <a:prstGeom prst="arc">
              <a:avLst>
                <a:gd name="adj1" fmla="val 16812435"/>
                <a:gd name="adj2" fmla="val 4781841"/>
              </a:avLst>
            </a:prstGeom>
            <a:ln w="25400" cap="rnd">
              <a:solidFill>
                <a:schemeClr val="accent6">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prstClr val="black"/>
                </a:solidFill>
                <a:effectLst/>
                <a:uLnTx/>
                <a:uFillTx/>
                <a:latin typeface="Verdana"/>
                <a:ea typeface="+mn-ea"/>
                <a:cs typeface="+mn-cs"/>
              </a:endParaRPr>
            </a:p>
          </p:txBody>
        </p:sp>
        <p:sp>
          <p:nvSpPr>
            <p:cNvPr id="224" name="Oval 223">
              <a:extLst>
                <a:ext uri="{FF2B5EF4-FFF2-40B4-BE49-F238E27FC236}">
                  <a16:creationId xmlns:a16="http://schemas.microsoft.com/office/drawing/2014/main" id="{A0B11948-84F4-49D0-BA1D-1842D222544E}"/>
                </a:ext>
              </a:extLst>
            </p:cNvPr>
            <p:cNvSpPr/>
            <p:nvPr/>
          </p:nvSpPr>
          <p:spPr bwMode="gray">
            <a:xfrm>
              <a:off x="618308" y="1899909"/>
              <a:ext cx="3674434" cy="3674434"/>
            </a:xfrm>
            <a:prstGeom prst="ellipse">
              <a:avLst/>
            </a:prstGeom>
            <a:noFill/>
            <a:ln w="19050" algn="ctr">
              <a:solidFill>
                <a:srgbClr val="046A38"/>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225" name="Oval 224">
              <a:extLst>
                <a:ext uri="{FF2B5EF4-FFF2-40B4-BE49-F238E27FC236}">
                  <a16:creationId xmlns:a16="http://schemas.microsoft.com/office/drawing/2014/main" id="{63180603-B71A-4477-A278-62B4694E5CCB}"/>
                </a:ext>
              </a:extLst>
            </p:cNvPr>
            <p:cNvSpPr/>
            <p:nvPr/>
          </p:nvSpPr>
          <p:spPr bwMode="gray">
            <a:xfrm>
              <a:off x="785328" y="2066929"/>
              <a:ext cx="3340395" cy="3340395"/>
            </a:xfrm>
            <a:prstGeom prst="ellipse">
              <a:avLst/>
            </a:prstGeom>
            <a:noFill/>
            <a:ln w="19050" algn="ctr">
              <a:solidFill>
                <a:srgbClr val="009A44"/>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226" name="Oval 225">
              <a:extLst>
                <a:ext uri="{FF2B5EF4-FFF2-40B4-BE49-F238E27FC236}">
                  <a16:creationId xmlns:a16="http://schemas.microsoft.com/office/drawing/2014/main" id="{7E6B7B56-7DEF-459D-B2D7-CC651A9EF208}"/>
                </a:ext>
              </a:extLst>
            </p:cNvPr>
            <p:cNvSpPr/>
            <p:nvPr/>
          </p:nvSpPr>
          <p:spPr bwMode="gray">
            <a:xfrm>
              <a:off x="937164" y="2218765"/>
              <a:ext cx="3036722" cy="3036722"/>
            </a:xfrm>
            <a:prstGeom prst="ellipse">
              <a:avLst/>
            </a:prstGeom>
            <a:noFill/>
            <a:ln w="19050" algn="ctr">
              <a:solidFill>
                <a:srgbClr val="009A44"/>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227" name="Oval 226">
              <a:extLst>
                <a:ext uri="{FF2B5EF4-FFF2-40B4-BE49-F238E27FC236}">
                  <a16:creationId xmlns:a16="http://schemas.microsoft.com/office/drawing/2014/main" id="{ABD276D3-FF81-45E7-BA60-7EDB884728A0}"/>
                </a:ext>
              </a:extLst>
            </p:cNvPr>
            <p:cNvSpPr/>
            <p:nvPr/>
          </p:nvSpPr>
          <p:spPr bwMode="gray">
            <a:xfrm>
              <a:off x="1075197" y="2356798"/>
              <a:ext cx="2760657" cy="2760657"/>
            </a:xfrm>
            <a:prstGeom prst="ellipse">
              <a:avLst/>
            </a:prstGeom>
            <a:noFill/>
            <a:ln w="19050" algn="ctr">
              <a:solidFill>
                <a:srgbClr val="43B02A"/>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grpSp>
      <p:sp>
        <p:nvSpPr>
          <p:cNvPr id="250" name="Oval 249">
            <a:extLst>
              <a:ext uri="{FF2B5EF4-FFF2-40B4-BE49-F238E27FC236}">
                <a16:creationId xmlns:a16="http://schemas.microsoft.com/office/drawing/2014/main" id="{A8F26437-CDE6-4E79-A2C7-A19B0B60CC18}"/>
              </a:ext>
            </a:extLst>
          </p:cNvPr>
          <p:cNvSpPr/>
          <p:nvPr/>
        </p:nvSpPr>
        <p:spPr bwMode="gray">
          <a:xfrm>
            <a:off x="10782224" y="2697117"/>
            <a:ext cx="365760" cy="365760"/>
          </a:xfrm>
          <a:prstGeom prst="ellipse">
            <a:avLst/>
          </a:prstGeom>
          <a:solidFill>
            <a:srgbClr val="92D05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252" name="Oval 251">
            <a:extLst>
              <a:ext uri="{FF2B5EF4-FFF2-40B4-BE49-F238E27FC236}">
                <a16:creationId xmlns:a16="http://schemas.microsoft.com/office/drawing/2014/main" id="{1EF5DF1F-E2B7-42B7-820A-3E1A25302087}"/>
              </a:ext>
            </a:extLst>
          </p:cNvPr>
          <p:cNvSpPr/>
          <p:nvPr/>
        </p:nvSpPr>
        <p:spPr bwMode="gray">
          <a:xfrm>
            <a:off x="10782224" y="4958935"/>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253" name="TextBox 252">
            <a:extLst>
              <a:ext uri="{FF2B5EF4-FFF2-40B4-BE49-F238E27FC236}">
                <a16:creationId xmlns:a16="http://schemas.microsoft.com/office/drawing/2014/main" id="{50100BEF-B48D-4F29-B0B3-9824A0E09A13}"/>
              </a:ext>
            </a:extLst>
          </p:cNvPr>
          <p:cNvSpPr txBox="1"/>
          <p:nvPr/>
        </p:nvSpPr>
        <p:spPr>
          <a:xfrm>
            <a:off x="4911399" y="4773675"/>
            <a:ext cx="5261560" cy="861774"/>
          </a:xfrm>
          <a:prstGeom prst="rect">
            <a:avLst/>
          </a:prstGeom>
          <a:noFill/>
        </p:spPr>
        <p:txBody>
          <a:bodyPr wrap="square" lIns="0" tIns="0" rIns="0" bIns="0" rtlCol="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62B5E5"/>
                </a:solidFill>
                <a:effectLst/>
                <a:uLnTx/>
                <a:uFillTx/>
                <a:latin typeface="Verdana"/>
                <a:ea typeface="+mn-ea"/>
                <a:cs typeface="+mn-cs"/>
              </a:rPr>
              <a:t>Optimal Usage of Operational Byproducts: </a:t>
            </a:r>
            <a:r>
              <a:rPr kumimoji="0" lang="en-US" sz="1400" b="0" i="0" u="none" strike="noStrike" kern="1200" cap="none" spc="0" normalizeH="0" baseline="0" noProof="0" dirty="0">
                <a:ln>
                  <a:noFill/>
                </a:ln>
                <a:solidFill>
                  <a:prstClr val="black"/>
                </a:solidFill>
                <a:effectLst/>
                <a:uLnTx/>
                <a:uFillTx/>
                <a:latin typeface="Verdana"/>
                <a:ea typeface="+mn-ea"/>
                <a:cs typeface="+mn-cs"/>
              </a:rPr>
              <a:t>Opportunities present for utilization of bottom ash and fly ash for mine backfilling or establishing cement/brick production operations through fly ash</a:t>
            </a:r>
          </a:p>
        </p:txBody>
      </p:sp>
      <p:sp>
        <p:nvSpPr>
          <p:cNvPr id="186" name="Oval 185">
            <a:extLst>
              <a:ext uri="{FF2B5EF4-FFF2-40B4-BE49-F238E27FC236}">
                <a16:creationId xmlns:a16="http://schemas.microsoft.com/office/drawing/2014/main" id="{FD0D3956-F743-4FBC-A35D-7E27E1E7A724}"/>
              </a:ext>
            </a:extLst>
          </p:cNvPr>
          <p:cNvSpPr/>
          <p:nvPr/>
        </p:nvSpPr>
        <p:spPr bwMode="gray">
          <a:xfrm>
            <a:off x="3924021" y="1865683"/>
            <a:ext cx="548639" cy="548642"/>
          </a:xfrm>
          <a:prstGeom prst="ellipse">
            <a:avLst/>
          </a:prstGeom>
          <a:solidFill>
            <a:srgbClr val="86BC25"/>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Verdana"/>
              <a:ea typeface="+mn-ea"/>
              <a:cs typeface="+mn-cs"/>
            </a:endParaRPr>
          </a:p>
        </p:txBody>
      </p:sp>
      <p:grpSp>
        <p:nvGrpSpPr>
          <p:cNvPr id="260" name="Graphic 4">
            <a:extLst>
              <a:ext uri="{FF2B5EF4-FFF2-40B4-BE49-F238E27FC236}">
                <a16:creationId xmlns:a16="http://schemas.microsoft.com/office/drawing/2014/main" id="{C3D0FF75-A5EC-4B95-B4AF-19E2CBF66659}"/>
              </a:ext>
            </a:extLst>
          </p:cNvPr>
          <p:cNvGrpSpPr/>
          <p:nvPr/>
        </p:nvGrpSpPr>
        <p:grpSpPr>
          <a:xfrm>
            <a:off x="1208089" y="3352840"/>
            <a:ext cx="640080" cy="640082"/>
            <a:chOff x="7192513" y="4792617"/>
            <a:chExt cx="361674" cy="361333"/>
          </a:xfrm>
          <a:solidFill>
            <a:srgbClr val="43B02A"/>
          </a:solidFill>
        </p:grpSpPr>
        <p:sp>
          <p:nvSpPr>
            <p:cNvPr id="261" name="Graphic 4">
              <a:extLst>
                <a:ext uri="{FF2B5EF4-FFF2-40B4-BE49-F238E27FC236}">
                  <a16:creationId xmlns:a16="http://schemas.microsoft.com/office/drawing/2014/main" id="{DE80A464-4094-4A7B-87DC-7996371B666F}"/>
                </a:ext>
              </a:extLst>
            </p:cNvPr>
            <p:cNvSpPr/>
            <p:nvPr/>
          </p:nvSpPr>
          <p:spPr>
            <a:xfrm>
              <a:off x="7316477" y="4908806"/>
              <a:ext cx="154636" cy="90652"/>
            </a:xfrm>
            <a:custGeom>
              <a:avLst/>
              <a:gdLst>
                <a:gd name="connsiteX0" fmla="*/ 120770 w 154636"/>
                <a:gd name="connsiteY0" fmla="*/ 15322 h 90652"/>
                <a:gd name="connsiteX1" fmla="*/ 118853 w 154636"/>
                <a:gd name="connsiteY1" fmla="*/ 15322 h 90652"/>
                <a:gd name="connsiteX2" fmla="*/ 65817 w 154636"/>
                <a:gd name="connsiteY2" fmla="*/ 0 h 90652"/>
                <a:gd name="connsiteX3" fmla="*/ 4473 w 154636"/>
                <a:gd name="connsiteY3" fmla="*/ 33197 h 90652"/>
                <a:gd name="connsiteX4" fmla="*/ 0 w 154636"/>
                <a:gd name="connsiteY4" fmla="*/ 40858 h 90652"/>
                <a:gd name="connsiteX5" fmla="*/ 3195 w 154636"/>
                <a:gd name="connsiteY5" fmla="*/ 49157 h 90652"/>
                <a:gd name="connsiteX6" fmla="*/ 8946 w 154636"/>
                <a:gd name="connsiteY6" fmla="*/ 50434 h 90652"/>
                <a:gd name="connsiteX7" fmla="*/ 99683 w 154636"/>
                <a:gd name="connsiteY7" fmla="*/ 35112 h 90652"/>
                <a:gd name="connsiteX8" fmla="*/ 106073 w 154636"/>
                <a:gd name="connsiteY8" fmla="*/ 38304 h 90652"/>
                <a:gd name="connsiteX9" fmla="*/ 135466 w 154636"/>
                <a:gd name="connsiteY9" fmla="*/ 90653 h 90652"/>
                <a:gd name="connsiteX10" fmla="*/ 137384 w 154636"/>
                <a:gd name="connsiteY10" fmla="*/ 90014 h 90652"/>
                <a:gd name="connsiteX11" fmla="*/ 153358 w 154636"/>
                <a:gd name="connsiteY11" fmla="*/ 90014 h 90652"/>
                <a:gd name="connsiteX12" fmla="*/ 154636 w 154636"/>
                <a:gd name="connsiteY12" fmla="*/ 90014 h 90652"/>
                <a:gd name="connsiteX13" fmla="*/ 154636 w 154636"/>
                <a:gd name="connsiteY13" fmla="*/ 14683 h 90652"/>
                <a:gd name="connsiteX14" fmla="*/ 120770 w 154636"/>
                <a:gd name="connsiteY14" fmla="*/ 14683 h 90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4636" h="90652">
                  <a:moveTo>
                    <a:pt x="120770" y="15322"/>
                  </a:moveTo>
                  <a:cubicBezTo>
                    <a:pt x="120131" y="15322"/>
                    <a:pt x="119492" y="15322"/>
                    <a:pt x="118853" y="15322"/>
                  </a:cubicBezTo>
                  <a:lnTo>
                    <a:pt x="65817" y="0"/>
                  </a:lnTo>
                  <a:lnTo>
                    <a:pt x="4473" y="33197"/>
                  </a:lnTo>
                  <a:cubicBezTo>
                    <a:pt x="1917" y="35112"/>
                    <a:pt x="0" y="37666"/>
                    <a:pt x="0" y="40858"/>
                  </a:cubicBezTo>
                  <a:cubicBezTo>
                    <a:pt x="0" y="44050"/>
                    <a:pt x="1278" y="47242"/>
                    <a:pt x="3195" y="49157"/>
                  </a:cubicBezTo>
                  <a:cubicBezTo>
                    <a:pt x="4473" y="50434"/>
                    <a:pt x="6390" y="51072"/>
                    <a:pt x="8946" y="50434"/>
                  </a:cubicBezTo>
                  <a:lnTo>
                    <a:pt x="99683" y="35112"/>
                  </a:lnTo>
                  <a:cubicBezTo>
                    <a:pt x="102239" y="34474"/>
                    <a:pt x="104795" y="35751"/>
                    <a:pt x="106073" y="38304"/>
                  </a:cubicBezTo>
                  <a:lnTo>
                    <a:pt x="135466" y="90653"/>
                  </a:lnTo>
                  <a:cubicBezTo>
                    <a:pt x="136106" y="90653"/>
                    <a:pt x="136745" y="90014"/>
                    <a:pt x="137384" y="90014"/>
                  </a:cubicBezTo>
                  <a:lnTo>
                    <a:pt x="153358" y="90014"/>
                  </a:lnTo>
                  <a:cubicBezTo>
                    <a:pt x="153997" y="90014"/>
                    <a:pt x="154636" y="90014"/>
                    <a:pt x="154636" y="90014"/>
                  </a:cubicBezTo>
                  <a:lnTo>
                    <a:pt x="154636" y="14683"/>
                  </a:lnTo>
                  <a:lnTo>
                    <a:pt x="120770" y="14683"/>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262" name="Graphic 4">
              <a:extLst>
                <a:ext uri="{FF2B5EF4-FFF2-40B4-BE49-F238E27FC236}">
                  <a16:creationId xmlns:a16="http://schemas.microsoft.com/office/drawing/2014/main" id="{5E8F2C2F-26E9-4132-887E-2F70F129119C}"/>
                </a:ext>
              </a:extLst>
            </p:cNvPr>
            <p:cNvSpPr/>
            <p:nvPr/>
          </p:nvSpPr>
          <p:spPr>
            <a:xfrm>
              <a:off x="7275582" y="4924128"/>
              <a:ext cx="169333" cy="123630"/>
            </a:xfrm>
            <a:custGeom>
              <a:avLst/>
              <a:gdLst>
                <a:gd name="connsiteX0" fmla="*/ 137384 w 169333"/>
                <a:gd name="connsiteY0" fmla="*/ 33197 h 123630"/>
                <a:gd name="connsiteX1" fmla="*/ 51119 w 169333"/>
                <a:gd name="connsiteY1" fmla="*/ 47880 h 123630"/>
                <a:gd name="connsiteX2" fmla="*/ 35145 w 169333"/>
                <a:gd name="connsiteY2" fmla="*/ 43411 h 123630"/>
                <a:gd name="connsiteX3" fmla="*/ 27477 w 169333"/>
                <a:gd name="connsiteY3" fmla="*/ 25536 h 123630"/>
                <a:gd name="connsiteX4" fmla="*/ 38340 w 169333"/>
                <a:gd name="connsiteY4" fmla="*/ 6384 h 123630"/>
                <a:gd name="connsiteX5" fmla="*/ 50481 w 169333"/>
                <a:gd name="connsiteY5" fmla="*/ 0 h 123630"/>
                <a:gd name="connsiteX6" fmla="*/ 0 w 169333"/>
                <a:gd name="connsiteY6" fmla="*/ 0 h 123630"/>
                <a:gd name="connsiteX7" fmla="*/ 0 w 169333"/>
                <a:gd name="connsiteY7" fmla="*/ 74693 h 123630"/>
                <a:gd name="connsiteX8" fmla="*/ 17253 w 169333"/>
                <a:gd name="connsiteY8" fmla="*/ 74693 h 123630"/>
                <a:gd name="connsiteX9" fmla="*/ 23004 w 169333"/>
                <a:gd name="connsiteY9" fmla="*/ 77885 h 123630"/>
                <a:gd name="connsiteX10" fmla="*/ 46647 w 169333"/>
                <a:gd name="connsiteY10" fmla="*/ 117465 h 123630"/>
                <a:gd name="connsiteX11" fmla="*/ 53676 w 169333"/>
                <a:gd name="connsiteY11" fmla="*/ 123211 h 123630"/>
                <a:gd name="connsiteX12" fmla="*/ 61343 w 169333"/>
                <a:gd name="connsiteY12" fmla="*/ 122573 h 123630"/>
                <a:gd name="connsiteX13" fmla="*/ 63899 w 169333"/>
                <a:gd name="connsiteY13" fmla="*/ 109805 h 123630"/>
                <a:gd name="connsiteX14" fmla="*/ 58148 w 169333"/>
                <a:gd name="connsiteY14" fmla="*/ 101505 h 123630"/>
                <a:gd name="connsiteX15" fmla="*/ 60066 w 169333"/>
                <a:gd name="connsiteY15" fmla="*/ 92568 h 123630"/>
                <a:gd name="connsiteX16" fmla="*/ 69012 w 169333"/>
                <a:gd name="connsiteY16" fmla="*/ 94483 h 123630"/>
                <a:gd name="connsiteX17" fmla="*/ 74763 w 169333"/>
                <a:gd name="connsiteY17" fmla="*/ 102782 h 123630"/>
                <a:gd name="connsiteX18" fmla="*/ 74763 w 169333"/>
                <a:gd name="connsiteY18" fmla="*/ 102782 h 123630"/>
                <a:gd name="connsiteX19" fmla="*/ 74763 w 169333"/>
                <a:gd name="connsiteY19" fmla="*/ 102782 h 123630"/>
                <a:gd name="connsiteX20" fmla="*/ 74763 w 169333"/>
                <a:gd name="connsiteY20" fmla="*/ 102782 h 123630"/>
                <a:gd name="connsiteX21" fmla="*/ 83708 w 169333"/>
                <a:gd name="connsiteY21" fmla="*/ 117465 h 123630"/>
                <a:gd name="connsiteX22" fmla="*/ 98405 w 169333"/>
                <a:gd name="connsiteY22" fmla="*/ 121296 h 123630"/>
                <a:gd name="connsiteX23" fmla="*/ 102239 w 169333"/>
                <a:gd name="connsiteY23" fmla="*/ 107251 h 123630"/>
                <a:gd name="connsiteX24" fmla="*/ 86903 w 169333"/>
                <a:gd name="connsiteY24" fmla="*/ 81715 h 123630"/>
                <a:gd name="connsiteX25" fmla="*/ 88820 w 169333"/>
                <a:gd name="connsiteY25" fmla="*/ 72777 h 123630"/>
                <a:gd name="connsiteX26" fmla="*/ 97766 w 169333"/>
                <a:gd name="connsiteY26" fmla="*/ 74693 h 123630"/>
                <a:gd name="connsiteX27" fmla="*/ 99683 w 169333"/>
                <a:gd name="connsiteY27" fmla="*/ 78523 h 123630"/>
                <a:gd name="connsiteX28" fmla="*/ 100322 w 169333"/>
                <a:gd name="connsiteY28" fmla="*/ 79161 h 123630"/>
                <a:gd name="connsiteX29" fmla="*/ 112463 w 169333"/>
                <a:gd name="connsiteY29" fmla="*/ 100229 h 123630"/>
                <a:gd name="connsiteX30" fmla="*/ 112463 w 169333"/>
                <a:gd name="connsiteY30" fmla="*/ 100867 h 123630"/>
                <a:gd name="connsiteX31" fmla="*/ 121409 w 169333"/>
                <a:gd name="connsiteY31" fmla="*/ 115550 h 123630"/>
                <a:gd name="connsiteX32" fmla="*/ 136106 w 169333"/>
                <a:gd name="connsiteY32" fmla="*/ 119381 h 123630"/>
                <a:gd name="connsiteX33" fmla="*/ 138662 w 169333"/>
                <a:gd name="connsiteY33" fmla="*/ 105336 h 123630"/>
                <a:gd name="connsiteX34" fmla="*/ 113102 w 169333"/>
                <a:gd name="connsiteY34" fmla="*/ 61925 h 123630"/>
                <a:gd name="connsiteX35" fmla="*/ 115658 w 169333"/>
                <a:gd name="connsiteY35" fmla="*/ 52987 h 123630"/>
                <a:gd name="connsiteX36" fmla="*/ 124604 w 169333"/>
                <a:gd name="connsiteY36" fmla="*/ 55541 h 123630"/>
                <a:gd name="connsiteX37" fmla="*/ 150164 w 169333"/>
                <a:gd name="connsiteY37" fmla="*/ 98952 h 123630"/>
                <a:gd name="connsiteX38" fmla="*/ 156553 w 169333"/>
                <a:gd name="connsiteY38" fmla="*/ 104059 h 123630"/>
                <a:gd name="connsiteX39" fmla="*/ 164222 w 169333"/>
                <a:gd name="connsiteY39" fmla="*/ 102782 h 123630"/>
                <a:gd name="connsiteX40" fmla="*/ 168056 w 169333"/>
                <a:gd name="connsiteY40" fmla="*/ 88099 h 123630"/>
                <a:gd name="connsiteX41" fmla="*/ 137384 w 169333"/>
                <a:gd name="connsiteY41" fmla="*/ 33197 h 123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69333" h="123630">
                  <a:moveTo>
                    <a:pt x="137384" y="33197"/>
                  </a:moveTo>
                  <a:lnTo>
                    <a:pt x="51119" y="47880"/>
                  </a:lnTo>
                  <a:cubicBezTo>
                    <a:pt x="44730" y="48518"/>
                    <a:pt x="39618" y="47241"/>
                    <a:pt x="35145" y="43411"/>
                  </a:cubicBezTo>
                  <a:cubicBezTo>
                    <a:pt x="30033" y="38942"/>
                    <a:pt x="27477" y="32558"/>
                    <a:pt x="27477" y="25536"/>
                  </a:cubicBezTo>
                  <a:cubicBezTo>
                    <a:pt x="27477" y="17875"/>
                    <a:pt x="31950" y="10853"/>
                    <a:pt x="38340" y="6384"/>
                  </a:cubicBezTo>
                  <a:lnTo>
                    <a:pt x="50481" y="0"/>
                  </a:lnTo>
                  <a:lnTo>
                    <a:pt x="0" y="0"/>
                  </a:lnTo>
                  <a:lnTo>
                    <a:pt x="0" y="74693"/>
                  </a:lnTo>
                  <a:lnTo>
                    <a:pt x="17253" y="74693"/>
                  </a:lnTo>
                  <a:cubicBezTo>
                    <a:pt x="19809" y="74693"/>
                    <a:pt x="21726" y="75969"/>
                    <a:pt x="23004" y="77885"/>
                  </a:cubicBezTo>
                  <a:lnTo>
                    <a:pt x="46647" y="117465"/>
                  </a:lnTo>
                  <a:cubicBezTo>
                    <a:pt x="47925" y="120019"/>
                    <a:pt x="50481" y="121934"/>
                    <a:pt x="53676" y="123211"/>
                  </a:cubicBezTo>
                  <a:cubicBezTo>
                    <a:pt x="56232" y="123849"/>
                    <a:pt x="58788" y="123849"/>
                    <a:pt x="61343" y="122573"/>
                  </a:cubicBezTo>
                  <a:cubicBezTo>
                    <a:pt x="67094" y="119381"/>
                    <a:pt x="66456" y="113635"/>
                    <a:pt x="63899" y="109805"/>
                  </a:cubicBezTo>
                  <a:lnTo>
                    <a:pt x="58148" y="101505"/>
                  </a:lnTo>
                  <a:cubicBezTo>
                    <a:pt x="56232" y="98313"/>
                    <a:pt x="56871" y="94483"/>
                    <a:pt x="60066" y="92568"/>
                  </a:cubicBezTo>
                  <a:cubicBezTo>
                    <a:pt x="63261" y="90653"/>
                    <a:pt x="67094" y="91291"/>
                    <a:pt x="69012" y="94483"/>
                  </a:cubicBezTo>
                  <a:lnTo>
                    <a:pt x="74763" y="102782"/>
                  </a:lnTo>
                  <a:cubicBezTo>
                    <a:pt x="74763" y="102782"/>
                    <a:pt x="74763" y="102782"/>
                    <a:pt x="74763" y="102782"/>
                  </a:cubicBezTo>
                  <a:cubicBezTo>
                    <a:pt x="74763" y="102782"/>
                    <a:pt x="74763" y="102782"/>
                    <a:pt x="74763" y="102782"/>
                  </a:cubicBezTo>
                  <a:cubicBezTo>
                    <a:pt x="74763" y="102782"/>
                    <a:pt x="74763" y="102782"/>
                    <a:pt x="74763" y="102782"/>
                  </a:cubicBezTo>
                  <a:lnTo>
                    <a:pt x="83708" y="117465"/>
                  </a:lnTo>
                  <a:cubicBezTo>
                    <a:pt x="86903" y="122573"/>
                    <a:pt x="93293" y="123849"/>
                    <a:pt x="98405" y="121296"/>
                  </a:cubicBezTo>
                  <a:cubicBezTo>
                    <a:pt x="103517" y="118104"/>
                    <a:pt x="104795" y="112358"/>
                    <a:pt x="102239" y="107251"/>
                  </a:cubicBezTo>
                  <a:lnTo>
                    <a:pt x="86903" y="81715"/>
                  </a:lnTo>
                  <a:cubicBezTo>
                    <a:pt x="84986" y="78523"/>
                    <a:pt x="86264" y="74693"/>
                    <a:pt x="88820" y="72777"/>
                  </a:cubicBezTo>
                  <a:cubicBezTo>
                    <a:pt x="92015" y="70862"/>
                    <a:pt x="95849" y="72139"/>
                    <a:pt x="97766" y="74693"/>
                  </a:cubicBezTo>
                  <a:lnTo>
                    <a:pt x="99683" y="78523"/>
                  </a:lnTo>
                  <a:cubicBezTo>
                    <a:pt x="99683" y="78523"/>
                    <a:pt x="100322" y="79161"/>
                    <a:pt x="100322" y="79161"/>
                  </a:cubicBezTo>
                  <a:lnTo>
                    <a:pt x="112463" y="100229"/>
                  </a:lnTo>
                  <a:cubicBezTo>
                    <a:pt x="112463" y="100229"/>
                    <a:pt x="112463" y="100229"/>
                    <a:pt x="112463" y="100867"/>
                  </a:cubicBezTo>
                  <a:lnTo>
                    <a:pt x="121409" y="115550"/>
                  </a:lnTo>
                  <a:cubicBezTo>
                    <a:pt x="124604" y="120657"/>
                    <a:pt x="130994" y="122573"/>
                    <a:pt x="136106" y="119381"/>
                  </a:cubicBezTo>
                  <a:cubicBezTo>
                    <a:pt x="141857" y="116189"/>
                    <a:pt x="141217" y="109805"/>
                    <a:pt x="138662" y="105336"/>
                  </a:cubicBezTo>
                  <a:lnTo>
                    <a:pt x="113102" y="61925"/>
                  </a:lnTo>
                  <a:cubicBezTo>
                    <a:pt x="111185" y="58733"/>
                    <a:pt x="112463" y="54902"/>
                    <a:pt x="115658" y="52987"/>
                  </a:cubicBezTo>
                  <a:cubicBezTo>
                    <a:pt x="118853" y="51072"/>
                    <a:pt x="122687" y="52349"/>
                    <a:pt x="124604" y="55541"/>
                  </a:cubicBezTo>
                  <a:lnTo>
                    <a:pt x="150164" y="98952"/>
                  </a:lnTo>
                  <a:cubicBezTo>
                    <a:pt x="151442" y="101505"/>
                    <a:pt x="153997" y="102782"/>
                    <a:pt x="156553" y="104059"/>
                  </a:cubicBezTo>
                  <a:cubicBezTo>
                    <a:pt x="159110" y="104697"/>
                    <a:pt x="162305" y="104059"/>
                    <a:pt x="164222" y="102782"/>
                  </a:cubicBezTo>
                  <a:cubicBezTo>
                    <a:pt x="169333" y="99590"/>
                    <a:pt x="170612" y="93206"/>
                    <a:pt x="168056" y="88099"/>
                  </a:cubicBezTo>
                  <a:lnTo>
                    <a:pt x="137384" y="33197"/>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263" name="Graphic 4">
              <a:extLst>
                <a:ext uri="{FF2B5EF4-FFF2-40B4-BE49-F238E27FC236}">
                  <a16:creationId xmlns:a16="http://schemas.microsoft.com/office/drawing/2014/main" id="{42C9B0F3-1868-4D13-9A32-7ADDE182E325}"/>
                </a:ext>
              </a:extLst>
            </p:cNvPr>
            <p:cNvSpPr/>
            <p:nvPr/>
          </p:nvSpPr>
          <p:spPr>
            <a:xfrm>
              <a:off x="7192513" y="4792617"/>
              <a:ext cx="361674" cy="361333"/>
            </a:xfrm>
            <a:custGeom>
              <a:avLst/>
              <a:gdLst>
                <a:gd name="connsiteX0" fmla="*/ 180836 w 361674"/>
                <a:gd name="connsiteY0" fmla="*/ 0 h 361333"/>
                <a:gd name="connsiteX1" fmla="*/ 0 w 361674"/>
                <a:gd name="connsiteY1" fmla="*/ 180667 h 361333"/>
                <a:gd name="connsiteX2" fmla="*/ 180836 w 361674"/>
                <a:gd name="connsiteY2" fmla="*/ 361334 h 361333"/>
                <a:gd name="connsiteX3" fmla="*/ 361670 w 361674"/>
                <a:gd name="connsiteY3" fmla="*/ 180667 h 361333"/>
                <a:gd name="connsiteX4" fmla="*/ 180836 w 361674"/>
                <a:gd name="connsiteY4" fmla="*/ 0 h 361333"/>
                <a:gd name="connsiteX5" fmla="*/ 292659 w 361674"/>
                <a:gd name="connsiteY5" fmla="*/ 222163 h 361333"/>
                <a:gd name="connsiteX6" fmla="*/ 299049 w 361674"/>
                <a:gd name="connsiteY6" fmla="*/ 228547 h 361333"/>
                <a:gd name="connsiteX7" fmla="*/ 292659 w 361674"/>
                <a:gd name="connsiteY7" fmla="*/ 234931 h 361333"/>
                <a:gd name="connsiteX8" fmla="*/ 284991 w 361674"/>
                <a:gd name="connsiteY8" fmla="*/ 234931 h 361333"/>
                <a:gd name="connsiteX9" fmla="*/ 278601 w 361674"/>
                <a:gd name="connsiteY9" fmla="*/ 228547 h 361333"/>
                <a:gd name="connsiteX10" fmla="*/ 278601 w 361674"/>
                <a:gd name="connsiteY10" fmla="*/ 218971 h 361333"/>
                <a:gd name="connsiteX11" fmla="*/ 277323 w 361674"/>
                <a:gd name="connsiteY11" fmla="*/ 218971 h 361333"/>
                <a:gd name="connsiteX12" fmla="*/ 265821 w 361674"/>
                <a:gd name="connsiteY12" fmla="*/ 218971 h 361333"/>
                <a:gd name="connsiteX13" fmla="*/ 255597 w 361674"/>
                <a:gd name="connsiteY13" fmla="*/ 245145 h 361333"/>
                <a:gd name="connsiteX14" fmla="*/ 243456 w 361674"/>
                <a:gd name="connsiteY14" fmla="*/ 248337 h 361333"/>
                <a:gd name="connsiteX15" fmla="*/ 237706 w 361674"/>
                <a:gd name="connsiteY15" fmla="*/ 247699 h 361333"/>
                <a:gd name="connsiteX16" fmla="*/ 237706 w 361674"/>
                <a:gd name="connsiteY16" fmla="*/ 247699 h 361333"/>
                <a:gd name="connsiteX17" fmla="*/ 227482 w 361674"/>
                <a:gd name="connsiteY17" fmla="*/ 261743 h 361333"/>
                <a:gd name="connsiteX18" fmla="*/ 215980 w 361674"/>
                <a:gd name="connsiteY18" fmla="*/ 264935 h 361333"/>
                <a:gd name="connsiteX19" fmla="*/ 197449 w 361674"/>
                <a:gd name="connsiteY19" fmla="*/ 255998 h 361333"/>
                <a:gd name="connsiteX20" fmla="*/ 189782 w 361674"/>
                <a:gd name="connsiteY20" fmla="*/ 263659 h 361333"/>
                <a:gd name="connsiteX21" fmla="*/ 177641 w 361674"/>
                <a:gd name="connsiteY21" fmla="*/ 266851 h 361333"/>
                <a:gd name="connsiteX22" fmla="*/ 159748 w 361674"/>
                <a:gd name="connsiteY22" fmla="*/ 258551 h 361333"/>
                <a:gd name="connsiteX23" fmla="*/ 152720 w 361674"/>
                <a:gd name="connsiteY23" fmla="*/ 264935 h 361333"/>
                <a:gd name="connsiteX24" fmla="*/ 141857 w 361674"/>
                <a:gd name="connsiteY24" fmla="*/ 268127 h 361333"/>
                <a:gd name="connsiteX25" fmla="*/ 134828 w 361674"/>
                <a:gd name="connsiteY25" fmla="*/ 266851 h 361333"/>
                <a:gd name="connsiteX26" fmla="*/ 120770 w 361674"/>
                <a:gd name="connsiteY26" fmla="*/ 255998 h 361333"/>
                <a:gd name="connsiteX27" fmla="*/ 98405 w 361674"/>
                <a:gd name="connsiteY27" fmla="*/ 218971 h 361333"/>
                <a:gd name="connsiteX28" fmla="*/ 84348 w 361674"/>
                <a:gd name="connsiteY28" fmla="*/ 218971 h 361333"/>
                <a:gd name="connsiteX29" fmla="*/ 84348 w 361674"/>
                <a:gd name="connsiteY29" fmla="*/ 228547 h 361333"/>
                <a:gd name="connsiteX30" fmla="*/ 77958 w 361674"/>
                <a:gd name="connsiteY30" fmla="*/ 234931 h 361333"/>
                <a:gd name="connsiteX31" fmla="*/ 70289 w 361674"/>
                <a:gd name="connsiteY31" fmla="*/ 234931 h 361333"/>
                <a:gd name="connsiteX32" fmla="*/ 63899 w 361674"/>
                <a:gd name="connsiteY32" fmla="*/ 228547 h 361333"/>
                <a:gd name="connsiteX33" fmla="*/ 70289 w 361674"/>
                <a:gd name="connsiteY33" fmla="*/ 222163 h 361333"/>
                <a:gd name="connsiteX34" fmla="*/ 71568 w 361674"/>
                <a:gd name="connsiteY34" fmla="*/ 222163 h 361333"/>
                <a:gd name="connsiteX35" fmla="*/ 71568 w 361674"/>
                <a:gd name="connsiteY35" fmla="*/ 107251 h 361333"/>
                <a:gd name="connsiteX36" fmla="*/ 70289 w 361674"/>
                <a:gd name="connsiteY36" fmla="*/ 107251 h 361333"/>
                <a:gd name="connsiteX37" fmla="*/ 63899 w 361674"/>
                <a:gd name="connsiteY37" fmla="*/ 100867 h 361333"/>
                <a:gd name="connsiteX38" fmla="*/ 70289 w 361674"/>
                <a:gd name="connsiteY38" fmla="*/ 94483 h 361333"/>
                <a:gd name="connsiteX39" fmla="*/ 77958 w 361674"/>
                <a:gd name="connsiteY39" fmla="*/ 94483 h 361333"/>
                <a:gd name="connsiteX40" fmla="*/ 84348 w 361674"/>
                <a:gd name="connsiteY40" fmla="*/ 100867 h 361333"/>
                <a:gd name="connsiteX41" fmla="*/ 84348 w 361674"/>
                <a:gd name="connsiteY41" fmla="*/ 118104 h 361333"/>
                <a:gd name="connsiteX42" fmla="*/ 157832 w 361674"/>
                <a:gd name="connsiteY42" fmla="*/ 118104 h 361333"/>
                <a:gd name="connsiteX43" fmla="*/ 158471 w 361674"/>
                <a:gd name="connsiteY43" fmla="*/ 118104 h 361333"/>
                <a:gd name="connsiteX44" fmla="*/ 186587 w 361674"/>
                <a:gd name="connsiteY44" fmla="*/ 102782 h 361333"/>
                <a:gd name="connsiteX45" fmla="*/ 191059 w 361674"/>
                <a:gd name="connsiteY45" fmla="*/ 102144 h 361333"/>
                <a:gd name="connsiteX46" fmla="*/ 246013 w 361674"/>
                <a:gd name="connsiteY46" fmla="*/ 118104 h 361333"/>
                <a:gd name="connsiteX47" fmla="*/ 278601 w 361674"/>
                <a:gd name="connsiteY47" fmla="*/ 118104 h 361333"/>
                <a:gd name="connsiteX48" fmla="*/ 278601 w 361674"/>
                <a:gd name="connsiteY48" fmla="*/ 100867 h 361333"/>
                <a:gd name="connsiteX49" fmla="*/ 284991 w 361674"/>
                <a:gd name="connsiteY49" fmla="*/ 94483 h 361333"/>
                <a:gd name="connsiteX50" fmla="*/ 292659 w 361674"/>
                <a:gd name="connsiteY50" fmla="*/ 94483 h 361333"/>
                <a:gd name="connsiteX51" fmla="*/ 299049 w 361674"/>
                <a:gd name="connsiteY51" fmla="*/ 100867 h 361333"/>
                <a:gd name="connsiteX52" fmla="*/ 292659 w 361674"/>
                <a:gd name="connsiteY52" fmla="*/ 107251 h 361333"/>
                <a:gd name="connsiteX53" fmla="*/ 291381 w 361674"/>
                <a:gd name="connsiteY53" fmla="*/ 107251 h 361333"/>
                <a:gd name="connsiteX54" fmla="*/ 291381 w 361674"/>
                <a:gd name="connsiteY54" fmla="*/ 222163 h 361333"/>
                <a:gd name="connsiteX55" fmla="*/ 292659 w 361674"/>
                <a:gd name="connsiteY55" fmla="*/ 222163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61674" h="361333">
                  <a:moveTo>
                    <a:pt x="180836" y="0"/>
                  </a:moveTo>
                  <a:cubicBezTo>
                    <a:pt x="80513" y="0"/>
                    <a:pt x="0" y="81077"/>
                    <a:pt x="0" y="180667"/>
                  </a:cubicBezTo>
                  <a:cubicBezTo>
                    <a:pt x="0" y="280895"/>
                    <a:pt x="81153" y="361334"/>
                    <a:pt x="180836" y="361334"/>
                  </a:cubicBezTo>
                  <a:cubicBezTo>
                    <a:pt x="280518" y="361334"/>
                    <a:pt x="361670" y="280257"/>
                    <a:pt x="361670" y="180667"/>
                  </a:cubicBezTo>
                  <a:cubicBezTo>
                    <a:pt x="362310" y="81077"/>
                    <a:pt x="281157" y="0"/>
                    <a:pt x="180836" y="0"/>
                  </a:cubicBezTo>
                  <a:close/>
                  <a:moveTo>
                    <a:pt x="292659" y="222163"/>
                  </a:moveTo>
                  <a:cubicBezTo>
                    <a:pt x="296493" y="222163"/>
                    <a:pt x="299049" y="224716"/>
                    <a:pt x="299049" y="228547"/>
                  </a:cubicBezTo>
                  <a:cubicBezTo>
                    <a:pt x="299049" y="232377"/>
                    <a:pt x="296493" y="234931"/>
                    <a:pt x="292659" y="234931"/>
                  </a:cubicBezTo>
                  <a:lnTo>
                    <a:pt x="284991" y="234931"/>
                  </a:lnTo>
                  <a:cubicBezTo>
                    <a:pt x="281157" y="234931"/>
                    <a:pt x="278601" y="232377"/>
                    <a:pt x="278601" y="228547"/>
                  </a:cubicBezTo>
                  <a:lnTo>
                    <a:pt x="278601" y="218971"/>
                  </a:lnTo>
                  <a:cubicBezTo>
                    <a:pt x="277962" y="218971"/>
                    <a:pt x="277323" y="218971"/>
                    <a:pt x="277323" y="218971"/>
                  </a:cubicBezTo>
                  <a:lnTo>
                    <a:pt x="265821" y="218971"/>
                  </a:lnTo>
                  <a:cubicBezTo>
                    <a:pt x="268377" y="228547"/>
                    <a:pt x="264544" y="239399"/>
                    <a:pt x="255597" y="245145"/>
                  </a:cubicBezTo>
                  <a:cubicBezTo>
                    <a:pt x="251764" y="247060"/>
                    <a:pt x="247930" y="248337"/>
                    <a:pt x="243456" y="248337"/>
                  </a:cubicBezTo>
                  <a:cubicBezTo>
                    <a:pt x="241540" y="248337"/>
                    <a:pt x="239623" y="248337"/>
                    <a:pt x="237706" y="247699"/>
                  </a:cubicBezTo>
                  <a:cubicBezTo>
                    <a:pt x="237706" y="247699"/>
                    <a:pt x="237706" y="247699"/>
                    <a:pt x="237706" y="247699"/>
                  </a:cubicBezTo>
                  <a:cubicBezTo>
                    <a:pt x="236428" y="253444"/>
                    <a:pt x="233233" y="258551"/>
                    <a:pt x="227482" y="261743"/>
                  </a:cubicBezTo>
                  <a:cubicBezTo>
                    <a:pt x="223648" y="263659"/>
                    <a:pt x="219814" y="264935"/>
                    <a:pt x="215980" y="264935"/>
                  </a:cubicBezTo>
                  <a:cubicBezTo>
                    <a:pt x="208951" y="264935"/>
                    <a:pt x="201922" y="261743"/>
                    <a:pt x="197449" y="255998"/>
                  </a:cubicBezTo>
                  <a:cubicBezTo>
                    <a:pt x="195532" y="259190"/>
                    <a:pt x="192977" y="261743"/>
                    <a:pt x="189782" y="263659"/>
                  </a:cubicBezTo>
                  <a:cubicBezTo>
                    <a:pt x="185947" y="265574"/>
                    <a:pt x="182113" y="266851"/>
                    <a:pt x="177641" y="266851"/>
                  </a:cubicBezTo>
                  <a:cubicBezTo>
                    <a:pt x="170612" y="266851"/>
                    <a:pt x="164222" y="263659"/>
                    <a:pt x="159748" y="258551"/>
                  </a:cubicBezTo>
                  <a:cubicBezTo>
                    <a:pt x="157832" y="261105"/>
                    <a:pt x="155915" y="263020"/>
                    <a:pt x="152720" y="264935"/>
                  </a:cubicBezTo>
                  <a:cubicBezTo>
                    <a:pt x="149525" y="266851"/>
                    <a:pt x="145691" y="268127"/>
                    <a:pt x="141857" y="268127"/>
                  </a:cubicBezTo>
                  <a:cubicBezTo>
                    <a:pt x="139301" y="268127"/>
                    <a:pt x="137384" y="267489"/>
                    <a:pt x="134828" y="266851"/>
                  </a:cubicBezTo>
                  <a:cubicBezTo>
                    <a:pt x="129077" y="264935"/>
                    <a:pt x="123965" y="261105"/>
                    <a:pt x="120770" y="255998"/>
                  </a:cubicBezTo>
                  <a:lnTo>
                    <a:pt x="98405" y="218971"/>
                  </a:lnTo>
                  <a:lnTo>
                    <a:pt x="84348" y="218971"/>
                  </a:lnTo>
                  <a:lnTo>
                    <a:pt x="84348" y="228547"/>
                  </a:lnTo>
                  <a:cubicBezTo>
                    <a:pt x="84348" y="232377"/>
                    <a:pt x="81792" y="234931"/>
                    <a:pt x="77958" y="234931"/>
                  </a:cubicBezTo>
                  <a:lnTo>
                    <a:pt x="70289" y="234931"/>
                  </a:lnTo>
                  <a:cubicBezTo>
                    <a:pt x="66456" y="234931"/>
                    <a:pt x="63899" y="232377"/>
                    <a:pt x="63899" y="228547"/>
                  </a:cubicBezTo>
                  <a:cubicBezTo>
                    <a:pt x="63899" y="224716"/>
                    <a:pt x="66456" y="222163"/>
                    <a:pt x="70289" y="222163"/>
                  </a:cubicBezTo>
                  <a:lnTo>
                    <a:pt x="71568" y="222163"/>
                  </a:lnTo>
                  <a:lnTo>
                    <a:pt x="71568" y="107251"/>
                  </a:lnTo>
                  <a:lnTo>
                    <a:pt x="70289" y="107251"/>
                  </a:lnTo>
                  <a:cubicBezTo>
                    <a:pt x="66456" y="107251"/>
                    <a:pt x="63899" y="104697"/>
                    <a:pt x="63899" y="100867"/>
                  </a:cubicBezTo>
                  <a:cubicBezTo>
                    <a:pt x="63899" y="97037"/>
                    <a:pt x="66456" y="94483"/>
                    <a:pt x="70289" y="94483"/>
                  </a:cubicBezTo>
                  <a:lnTo>
                    <a:pt x="77958" y="94483"/>
                  </a:lnTo>
                  <a:cubicBezTo>
                    <a:pt x="81792" y="94483"/>
                    <a:pt x="84348" y="97037"/>
                    <a:pt x="84348" y="100867"/>
                  </a:cubicBezTo>
                  <a:lnTo>
                    <a:pt x="84348" y="118104"/>
                  </a:lnTo>
                  <a:lnTo>
                    <a:pt x="157832" y="118104"/>
                  </a:lnTo>
                  <a:cubicBezTo>
                    <a:pt x="157832" y="118104"/>
                    <a:pt x="158471" y="118104"/>
                    <a:pt x="158471" y="118104"/>
                  </a:cubicBezTo>
                  <a:lnTo>
                    <a:pt x="186587" y="102782"/>
                  </a:lnTo>
                  <a:cubicBezTo>
                    <a:pt x="187864" y="102144"/>
                    <a:pt x="189782" y="101505"/>
                    <a:pt x="191059" y="102144"/>
                  </a:cubicBezTo>
                  <a:lnTo>
                    <a:pt x="246013" y="118104"/>
                  </a:lnTo>
                  <a:lnTo>
                    <a:pt x="278601" y="118104"/>
                  </a:lnTo>
                  <a:lnTo>
                    <a:pt x="278601" y="100867"/>
                  </a:lnTo>
                  <a:cubicBezTo>
                    <a:pt x="278601" y="97037"/>
                    <a:pt x="281157" y="94483"/>
                    <a:pt x="284991" y="94483"/>
                  </a:cubicBezTo>
                  <a:lnTo>
                    <a:pt x="292659" y="94483"/>
                  </a:lnTo>
                  <a:cubicBezTo>
                    <a:pt x="296493" y="94483"/>
                    <a:pt x="299049" y="97037"/>
                    <a:pt x="299049" y="100867"/>
                  </a:cubicBezTo>
                  <a:cubicBezTo>
                    <a:pt x="299049" y="104697"/>
                    <a:pt x="296493" y="107251"/>
                    <a:pt x="292659" y="107251"/>
                  </a:cubicBezTo>
                  <a:lnTo>
                    <a:pt x="291381" y="107251"/>
                  </a:lnTo>
                  <a:lnTo>
                    <a:pt x="291381" y="222163"/>
                  </a:lnTo>
                  <a:lnTo>
                    <a:pt x="292659" y="222163"/>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grpSp>
        <p:nvGrpSpPr>
          <p:cNvPr id="264" name="Group 263">
            <a:extLst>
              <a:ext uri="{FF2B5EF4-FFF2-40B4-BE49-F238E27FC236}">
                <a16:creationId xmlns:a16="http://schemas.microsoft.com/office/drawing/2014/main" id="{56FD97E1-14DD-4A5F-A172-9F1E2309EF2F}"/>
              </a:ext>
            </a:extLst>
          </p:cNvPr>
          <p:cNvGrpSpPr/>
          <p:nvPr/>
        </p:nvGrpSpPr>
        <p:grpSpPr>
          <a:xfrm>
            <a:off x="3296605" y="6393881"/>
            <a:ext cx="5871063" cy="365760"/>
            <a:chOff x="2789942" y="6324600"/>
            <a:chExt cx="5871063" cy="365760"/>
          </a:xfrm>
        </p:grpSpPr>
        <p:sp>
          <p:nvSpPr>
            <p:cNvPr id="265" name="Oval 264">
              <a:extLst>
                <a:ext uri="{FF2B5EF4-FFF2-40B4-BE49-F238E27FC236}">
                  <a16:creationId xmlns:a16="http://schemas.microsoft.com/office/drawing/2014/main" id="{28CAFEA4-D020-4A15-BCA1-AE74DFDE0117}"/>
                </a:ext>
              </a:extLst>
            </p:cNvPr>
            <p:cNvSpPr/>
            <p:nvPr/>
          </p:nvSpPr>
          <p:spPr bwMode="gray">
            <a:xfrm>
              <a:off x="4811486" y="6324600"/>
              <a:ext cx="365760" cy="365760"/>
            </a:xfrm>
            <a:prstGeom prst="ellipse">
              <a:avLst/>
            </a:prstGeom>
            <a:solidFill>
              <a:schemeClr val="accent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266" name="Oval 265">
              <a:extLst>
                <a:ext uri="{FF2B5EF4-FFF2-40B4-BE49-F238E27FC236}">
                  <a16:creationId xmlns:a16="http://schemas.microsoft.com/office/drawing/2014/main" id="{52E0D10B-9499-44F6-864D-B72AC730334F}"/>
                </a:ext>
              </a:extLst>
            </p:cNvPr>
            <p:cNvSpPr/>
            <p:nvPr/>
          </p:nvSpPr>
          <p:spPr bwMode="gray">
            <a:xfrm>
              <a:off x="6072053" y="6324600"/>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267" name="Oval 266">
              <a:extLst>
                <a:ext uri="{FF2B5EF4-FFF2-40B4-BE49-F238E27FC236}">
                  <a16:creationId xmlns:a16="http://schemas.microsoft.com/office/drawing/2014/main" id="{17AE215B-0BD0-4B68-BEA5-0BD9DEE09B96}"/>
                </a:ext>
              </a:extLst>
            </p:cNvPr>
            <p:cNvSpPr/>
            <p:nvPr/>
          </p:nvSpPr>
          <p:spPr bwMode="gray">
            <a:xfrm>
              <a:off x="7405717" y="6324600"/>
              <a:ext cx="365760" cy="365760"/>
            </a:xfrm>
            <a:prstGeom prst="ellipse">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268" name="TextBox 267">
              <a:extLst>
                <a:ext uri="{FF2B5EF4-FFF2-40B4-BE49-F238E27FC236}">
                  <a16:creationId xmlns:a16="http://schemas.microsoft.com/office/drawing/2014/main" id="{37144182-4D90-4878-BDF8-9B96CE3E532B}"/>
                </a:ext>
              </a:extLst>
            </p:cNvPr>
            <p:cNvSpPr txBox="1"/>
            <p:nvPr/>
          </p:nvSpPr>
          <p:spPr>
            <a:xfrm>
              <a:off x="2789942" y="6442322"/>
              <a:ext cx="1698925"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1" u="none" strike="noStrike" kern="1200" cap="none" spc="0" normalizeH="0" baseline="0" noProof="0">
                  <a:ln>
                    <a:noFill/>
                  </a:ln>
                  <a:solidFill>
                    <a:srgbClr val="313131"/>
                  </a:solidFill>
                  <a:effectLst/>
                  <a:uLnTx/>
                  <a:uFillTx/>
                  <a:latin typeface="Verdana"/>
                  <a:ea typeface="+mn-ea"/>
                  <a:cs typeface="+mn-cs"/>
                </a:rPr>
                <a:t>Impact on Business</a:t>
              </a:r>
            </a:p>
          </p:txBody>
        </p:sp>
        <p:sp>
          <p:nvSpPr>
            <p:cNvPr id="269" name="TextBox 268">
              <a:extLst>
                <a:ext uri="{FF2B5EF4-FFF2-40B4-BE49-F238E27FC236}">
                  <a16:creationId xmlns:a16="http://schemas.microsoft.com/office/drawing/2014/main" id="{70C9CBE8-019A-494E-BD95-A4D61BC90A7F}"/>
                </a:ext>
              </a:extLst>
            </p:cNvPr>
            <p:cNvSpPr txBox="1"/>
            <p:nvPr/>
          </p:nvSpPr>
          <p:spPr>
            <a:xfrm>
              <a:off x="5247379" y="6420550"/>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Verdana"/>
                  <a:ea typeface="+mn-ea"/>
                  <a:cs typeface="+mn-cs"/>
                </a:rPr>
                <a:t>High</a:t>
              </a:r>
            </a:p>
          </p:txBody>
        </p:sp>
        <p:sp>
          <p:nvSpPr>
            <p:cNvPr id="270" name="TextBox 269">
              <a:extLst>
                <a:ext uri="{FF2B5EF4-FFF2-40B4-BE49-F238E27FC236}">
                  <a16:creationId xmlns:a16="http://schemas.microsoft.com/office/drawing/2014/main" id="{A7C282ED-B366-4867-935B-A05DA22480DF}"/>
                </a:ext>
              </a:extLst>
            </p:cNvPr>
            <p:cNvSpPr txBox="1"/>
            <p:nvPr/>
          </p:nvSpPr>
          <p:spPr>
            <a:xfrm>
              <a:off x="6537499" y="6412891"/>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Verdana"/>
                  <a:ea typeface="+mn-ea"/>
                  <a:cs typeface="+mn-cs"/>
                </a:rPr>
                <a:t>Medium</a:t>
              </a:r>
            </a:p>
          </p:txBody>
        </p:sp>
        <p:sp>
          <p:nvSpPr>
            <p:cNvPr id="271" name="TextBox 270">
              <a:extLst>
                <a:ext uri="{FF2B5EF4-FFF2-40B4-BE49-F238E27FC236}">
                  <a16:creationId xmlns:a16="http://schemas.microsoft.com/office/drawing/2014/main" id="{99F79A66-7D0B-4FBB-8166-7615DF63BD39}"/>
                </a:ext>
              </a:extLst>
            </p:cNvPr>
            <p:cNvSpPr txBox="1"/>
            <p:nvPr/>
          </p:nvSpPr>
          <p:spPr>
            <a:xfrm>
              <a:off x="7899005" y="6412891"/>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Verdana"/>
                  <a:ea typeface="+mn-ea"/>
                  <a:cs typeface="+mn-cs"/>
                </a:rPr>
                <a:t>Low</a:t>
              </a:r>
            </a:p>
          </p:txBody>
        </p:sp>
      </p:grpSp>
      <p:sp>
        <p:nvSpPr>
          <p:cNvPr id="82" name="Oval 81">
            <a:extLst>
              <a:ext uri="{FF2B5EF4-FFF2-40B4-BE49-F238E27FC236}">
                <a16:creationId xmlns:a16="http://schemas.microsoft.com/office/drawing/2014/main" id="{10C59787-513D-4A11-8F53-3C94CFCA6A5B}"/>
              </a:ext>
            </a:extLst>
          </p:cNvPr>
          <p:cNvSpPr/>
          <p:nvPr/>
        </p:nvSpPr>
        <p:spPr bwMode="gray">
          <a:xfrm>
            <a:off x="2368020" y="4598104"/>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87" name="Oval 86">
            <a:extLst>
              <a:ext uri="{FF2B5EF4-FFF2-40B4-BE49-F238E27FC236}">
                <a16:creationId xmlns:a16="http://schemas.microsoft.com/office/drawing/2014/main" id="{453E4BE6-FC8B-4067-8CD2-401D21F6F99F}"/>
              </a:ext>
            </a:extLst>
          </p:cNvPr>
          <p:cNvSpPr/>
          <p:nvPr/>
        </p:nvSpPr>
        <p:spPr bwMode="gray">
          <a:xfrm>
            <a:off x="3924021" y="4773675"/>
            <a:ext cx="548639" cy="548642"/>
          </a:xfrm>
          <a:prstGeom prst="ellipse">
            <a:avLst/>
          </a:prstGeom>
          <a:solidFill>
            <a:schemeClr val="accent3"/>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Verdana"/>
              <a:ea typeface="+mn-ea"/>
              <a:cs typeface="+mn-cs"/>
            </a:endParaRPr>
          </a:p>
        </p:txBody>
      </p:sp>
      <p:pic>
        <p:nvPicPr>
          <p:cNvPr id="12" name="Graphic 11" descr="Cement truck with solid fill">
            <a:extLst>
              <a:ext uri="{FF2B5EF4-FFF2-40B4-BE49-F238E27FC236}">
                <a16:creationId xmlns:a16="http://schemas.microsoft.com/office/drawing/2014/main" id="{454A72D9-C855-4A1D-90D2-5351E71C75D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021334" y="4859332"/>
            <a:ext cx="354015" cy="354015"/>
          </a:xfrm>
          <a:prstGeom prst="rect">
            <a:avLst/>
          </a:prstGeom>
        </p:spPr>
      </p:pic>
      <p:pic>
        <p:nvPicPr>
          <p:cNvPr id="14" name="Graphic 13" descr="Mining tools with solid fill">
            <a:extLst>
              <a:ext uri="{FF2B5EF4-FFF2-40B4-BE49-F238E27FC236}">
                <a16:creationId xmlns:a16="http://schemas.microsoft.com/office/drawing/2014/main" id="{DE5867BA-F918-4C5C-A3F3-573DAA7D3D2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988879" y="1940028"/>
            <a:ext cx="380071" cy="380071"/>
          </a:xfrm>
          <a:prstGeom prst="rect">
            <a:avLst/>
          </a:prstGeom>
        </p:spPr>
      </p:pic>
    </p:spTree>
    <p:extLst>
      <p:ext uri="{BB962C8B-B14F-4D97-AF65-F5344CB8AC3E}">
        <p14:creationId xmlns:p14="http://schemas.microsoft.com/office/powerpoint/2010/main" val="18243156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8E525C8-5B83-4553-B7A8-F5F66115ADBA}"/>
              </a:ext>
            </a:extLst>
          </p:cNvPr>
          <p:cNvGraphicFramePr>
            <a:graphicFrameLocks noChangeAspect="1"/>
          </p:cNvGraphicFramePr>
          <p:nvPr>
            <p:custDataLst>
              <p:tags r:id="rId2"/>
            </p:custDataLst>
          </p:nvPr>
        </p:nvGraphicFramePr>
        <p:xfrm>
          <a:off x="1680" y="1440"/>
          <a:ext cx="1440" cy="1440"/>
        </p:xfrm>
        <a:graphic>
          <a:graphicData uri="http://schemas.openxmlformats.org/presentationml/2006/ole">
            <mc:AlternateContent xmlns:mc="http://schemas.openxmlformats.org/markup-compatibility/2006">
              <mc:Choice xmlns:v="urn:schemas-microsoft-com:vml" Requires="v">
                <p:oleObj spid="_x0000_s49209" name="think-cell Slide" r:id="rId5" imgW="498" imgH="499" progId="TCLayout.ActiveDocument.1">
                  <p:embed/>
                </p:oleObj>
              </mc:Choice>
              <mc:Fallback>
                <p:oleObj name="think-cell Slide" r:id="rId5" imgW="498" imgH="499" progId="TCLayout.ActiveDocument.1">
                  <p:embed/>
                  <p:pic>
                    <p:nvPicPr>
                      <p:cNvPr id="5" name="Object 4" hidden="1">
                        <a:extLst>
                          <a:ext uri="{FF2B5EF4-FFF2-40B4-BE49-F238E27FC236}">
                            <a16:creationId xmlns:a16="http://schemas.microsoft.com/office/drawing/2014/main" id="{D8E525C8-5B83-4553-B7A8-F5F66115ADBA}"/>
                          </a:ext>
                        </a:extLst>
                      </p:cNvPr>
                      <p:cNvPicPr/>
                      <p:nvPr/>
                    </p:nvPicPr>
                    <p:blipFill>
                      <a:blip r:embed="rId6"/>
                      <a:stretch>
                        <a:fillRect/>
                      </a:stretch>
                    </p:blipFill>
                    <p:spPr>
                      <a:xfrm>
                        <a:off x="1680" y="1440"/>
                        <a:ext cx="1440" cy="1440"/>
                      </a:xfrm>
                      <a:prstGeom prst="rect">
                        <a:avLst/>
                      </a:prstGeom>
                    </p:spPr>
                  </p:pic>
                </p:oleObj>
              </mc:Fallback>
            </mc:AlternateContent>
          </a:graphicData>
        </a:graphic>
      </p:graphicFrame>
      <p:sp>
        <p:nvSpPr>
          <p:cNvPr id="88" name="Rectangle 87" hidden="1">
            <a:extLst>
              <a:ext uri="{FF2B5EF4-FFF2-40B4-BE49-F238E27FC236}">
                <a16:creationId xmlns:a16="http://schemas.microsoft.com/office/drawing/2014/main" id="{E8660C98-62A0-423C-8A5A-044FD3662E7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088" b="0" i="0" u="none" strike="noStrike" kern="1200" cap="none" spc="0" normalizeH="0" baseline="0" noProof="0">
              <a:ln>
                <a:noFill/>
              </a:ln>
              <a:solidFill>
                <a:prstClr val="white"/>
              </a:solidFill>
              <a:effectLst/>
              <a:uLnTx/>
              <a:uFillTx/>
              <a:latin typeface="Verdana"/>
              <a:ea typeface="+mn-ea"/>
              <a:cs typeface="+mn-cs"/>
            </a:endParaRPr>
          </a:p>
        </p:txBody>
      </p:sp>
      <p:sp>
        <p:nvSpPr>
          <p:cNvPr id="2" name="Rectangle 1" hidden="1">
            <a:extLst>
              <a:ext uri="{FF2B5EF4-FFF2-40B4-BE49-F238E27FC236}">
                <a16:creationId xmlns:a16="http://schemas.microsoft.com/office/drawing/2014/main" id="{2A521930-E564-4B05-B60F-B4D4B607A7F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Avenir Next LT Pro Light" panose="020B0304020202020204" pitchFamily="34" charset="0"/>
              <a:ea typeface="+mn-ea"/>
              <a:cs typeface="+mn-cs"/>
            </a:endParaRPr>
          </a:p>
        </p:txBody>
      </p:sp>
      <p:sp>
        <p:nvSpPr>
          <p:cNvPr id="33" name="Rectangle 32" hidden="1">
            <a:extLst>
              <a:ext uri="{FF2B5EF4-FFF2-40B4-BE49-F238E27FC236}">
                <a16:creationId xmlns:a16="http://schemas.microsoft.com/office/drawing/2014/main" id="{5CEEA709-822B-4D97-95B5-1E93A1A05919}"/>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54" name="Rectangle 53" hidden="1">
            <a:extLst>
              <a:ext uri="{FF2B5EF4-FFF2-40B4-BE49-F238E27FC236}">
                <a16:creationId xmlns:a16="http://schemas.microsoft.com/office/drawing/2014/main" id="{225F56F8-8BC1-48B6-BEFF-20E4914FDA4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58" name="Rectangle 57" hidden="1">
            <a:extLst>
              <a:ext uri="{FF2B5EF4-FFF2-40B4-BE49-F238E27FC236}">
                <a16:creationId xmlns:a16="http://schemas.microsoft.com/office/drawing/2014/main" id="{50C0A6EC-D618-4045-A144-16336B53AEFE}"/>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62" name="Rectangle 61" hidden="1">
            <a:extLst>
              <a:ext uri="{FF2B5EF4-FFF2-40B4-BE49-F238E27FC236}">
                <a16:creationId xmlns:a16="http://schemas.microsoft.com/office/drawing/2014/main" id="{8AC4DE8A-A90A-45C4-A128-6D6EC2EA41AF}"/>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123" name="Rectangle 122" hidden="1">
            <a:extLst>
              <a:ext uri="{FF2B5EF4-FFF2-40B4-BE49-F238E27FC236}">
                <a16:creationId xmlns:a16="http://schemas.microsoft.com/office/drawing/2014/main" id="{891D9B62-8447-4BF2-AAD5-EE8A0DC6CA59}"/>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154" name="Rectangle 153" hidden="1">
            <a:extLst>
              <a:ext uri="{FF2B5EF4-FFF2-40B4-BE49-F238E27FC236}">
                <a16:creationId xmlns:a16="http://schemas.microsoft.com/office/drawing/2014/main" id="{E6055FF4-59BE-4A31-A244-49C2AAC1E7B4}"/>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157" name="Rectangle 156" hidden="1">
            <a:extLst>
              <a:ext uri="{FF2B5EF4-FFF2-40B4-BE49-F238E27FC236}">
                <a16:creationId xmlns:a16="http://schemas.microsoft.com/office/drawing/2014/main" id="{79987C92-84CE-44DC-A97C-59F767A61EC1}"/>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361" name="Rectangle 360" hidden="1">
            <a:extLst>
              <a:ext uri="{FF2B5EF4-FFF2-40B4-BE49-F238E27FC236}">
                <a16:creationId xmlns:a16="http://schemas.microsoft.com/office/drawing/2014/main" id="{58D700BD-6F8F-4F7C-8892-9034C7A065B1}"/>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05" name="Rectangle 404" hidden="1">
            <a:extLst>
              <a:ext uri="{FF2B5EF4-FFF2-40B4-BE49-F238E27FC236}">
                <a16:creationId xmlns:a16="http://schemas.microsoft.com/office/drawing/2014/main" id="{0CEE0670-BDA8-4520-8F9D-5C046A637342}"/>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5" name="Rectangle 44" hidden="1">
            <a:extLst>
              <a:ext uri="{FF2B5EF4-FFF2-40B4-BE49-F238E27FC236}">
                <a16:creationId xmlns:a16="http://schemas.microsoft.com/office/drawing/2014/main" id="{767854C1-3E6E-4F2E-98B4-2A1F7DB28D5C}"/>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725"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219" name="Rectangle 218" hidden="1">
            <a:extLst>
              <a:ext uri="{FF2B5EF4-FFF2-40B4-BE49-F238E27FC236}">
                <a16:creationId xmlns:a16="http://schemas.microsoft.com/office/drawing/2014/main" id="{847846C5-C801-4BEE-9506-A16841F90D4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725" b="0" i="0" u="none" strike="noStrike" kern="1200" cap="none" spc="0" normalizeH="0" baseline="0" noProof="0">
              <a:ln>
                <a:noFill/>
              </a:ln>
              <a:solidFill>
                <a:prstClr val="white"/>
              </a:solidFill>
              <a:effectLst/>
              <a:uLnTx/>
              <a:uFillTx/>
              <a:latin typeface="Verdana"/>
              <a:ea typeface="+mn-ea"/>
              <a:cs typeface="+mn-cs"/>
            </a:endParaRPr>
          </a:p>
        </p:txBody>
      </p:sp>
      <p:sp>
        <p:nvSpPr>
          <p:cNvPr id="332" name="Rectangle 331" hidden="1">
            <a:extLst>
              <a:ext uri="{FF2B5EF4-FFF2-40B4-BE49-F238E27FC236}">
                <a16:creationId xmlns:a16="http://schemas.microsoft.com/office/drawing/2014/main" id="{B1BAC627-2155-4A3C-960D-101193C2287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088" b="0" i="0" u="none" strike="noStrike" kern="1200" cap="none" spc="0" normalizeH="0" baseline="0" noProof="0">
              <a:ln>
                <a:noFill/>
              </a:ln>
              <a:solidFill>
                <a:prstClr val="white"/>
              </a:solidFill>
              <a:effectLst/>
              <a:uLnTx/>
              <a:uFillTx/>
              <a:latin typeface="Verdana"/>
              <a:ea typeface="+mn-ea"/>
              <a:cs typeface="+mn-cs"/>
            </a:endParaRPr>
          </a:p>
        </p:txBody>
      </p:sp>
      <p:sp>
        <p:nvSpPr>
          <p:cNvPr id="532" name="Rectangle 531" hidden="1">
            <a:extLst>
              <a:ext uri="{FF2B5EF4-FFF2-40B4-BE49-F238E27FC236}">
                <a16:creationId xmlns:a16="http://schemas.microsoft.com/office/drawing/2014/main" id="{25F5028C-BFCA-4679-826B-D8FEBFE44C90}"/>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Avenir Next LT Pro Light" panose="020B0304020202020204" pitchFamily="34" charset="0"/>
              <a:ea typeface="+mn-ea"/>
              <a:cs typeface="+mn-cs"/>
            </a:endParaRPr>
          </a:p>
        </p:txBody>
      </p:sp>
      <p:sp>
        <p:nvSpPr>
          <p:cNvPr id="645" name="Rectangle 644" hidden="1">
            <a:extLst>
              <a:ext uri="{FF2B5EF4-FFF2-40B4-BE49-F238E27FC236}">
                <a16:creationId xmlns:a16="http://schemas.microsoft.com/office/drawing/2014/main" id="{E3C87C7A-307E-4E40-BF24-596ACA913F2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660" name="Rectangle 659" hidden="1">
            <a:extLst>
              <a:ext uri="{FF2B5EF4-FFF2-40B4-BE49-F238E27FC236}">
                <a16:creationId xmlns:a16="http://schemas.microsoft.com/office/drawing/2014/main" id="{2ECBF87A-E661-4272-A3A4-31486CCA0A14}"/>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0" name="Title 2">
            <a:extLst>
              <a:ext uri="{FF2B5EF4-FFF2-40B4-BE49-F238E27FC236}">
                <a16:creationId xmlns:a16="http://schemas.microsoft.com/office/drawing/2014/main" id="{4B8DEF8B-01E9-42C6-8321-05FF6A851792}"/>
              </a:ext>
            </a:extLst>
          </p:cNvPr>
          <p:cNvSpPr>
            <a:spLocks noGrp="1"/>
          </p:cNvSpPr>
          <p:nvPr>
            <p:ph type="title"/>
          </p:nvPr>
        </p:nvSpPr>
        <p:spPr>
          <a:xfrm>
            <a:off x="501652" y="317503"/>
            <a:ext cx="11162350" cy="334101"/>
          </a:xfrm>
        </p:spPr>
        <p:txBody>
          <a:bodyPr vert="horz"/>
          <a:lstStyle/>
          <a:p>
            <a:r>
              <a:rPr lang="en-US" sz="1814" b="1" dirty="0"/>
              <a:t>WBPDCL’s Threat Analysis (1/2)</a:t>
            </a:r>
          </a:p>
        </p:txBody>
      </p:sp>
      <p:sp>
        <p:nvSpPr>
          <p:cNvPr id="99" name="Rectangle 5">
            <a:extLst>
              <a:ext uri="{FF2B5EF4-FFF2-40B4-BE49-F238E27FC236}">
                <a16:creationId xmlns:a16="http://schemas.microsoft.com/office/drawing/2014/main" id="{D6AB1BC1-312F-4557-BBBF-C6F919BA5F07}"/>
              </a:ext>
            </a:extLst>
          </p:cNvPr>
          <p:cNvSpPr/>
          <p:nvPr/>
        </p:nvSpPr>
        <p:spPr bwMode="gray">
          <a:xfrm flipV="1">
            <a:off x="501652" y="749093"/>
            <a:ext cx="11134484" cy="27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829178" rtl="0" eaLnBrk="1" fontAlgn="auto" latinLnBrk="0" hangingPunct="1">
              <a:lnSpc>
                <a:spcPct val="100000"/>
              </a:lnSpc>
              <a:spcBef>
                <a:spcPts val="0"/>
              </a:spcBef>
              <a:spcAft>
                <a:spcPts val="0"/>
              </a:spcAft>
              <a:buClrTx/>
              <a:buSzTx/>
              <a:buFontTx/>
              <a:buNone/>
              <a:tabLst/>
              <a:defRPr/>
            </a:pPr>
            <a:endParaRPr kumimoji="0" lang="en-US" sz="1451" b="0" i="0" u="none" strike="noStrike" kern="1200" cap="none" spc="0" normalizeH="0" baseline="0" noProof="0">
              <a:ln>
                <a:noFill/>
              </a:ln>
              <a:solidFill>
                <a:prstClr val="white"/>
              </a:solidFill>
              <a:effectLst/>
              <a:uLnTx/>
              <a:uFillTx/>
              <a:latin typeface="Verdana"/>
              <a:ea typeface="+mn-ea"/>
              <a:cs typeface="+mn-cs"/>
            </a:endParaRPr>
          </a:p>
        </p:txBody>
      </p:sp>
      <p:sp>
        <p:nvSpPr>
          <p:cNvPr id="128" name="TextBox 127">
            <a:extLst>
              <a:ext uri="{FF2B5EF4-FFF2-40B4-BE49-F238E27FC236}">
                <a16:creationId xmlns:a16="http://schemas.microsoft.com/office/drawing/2014/main" id="{274CAC2F-5F29-40C3-BF7D-1526E4AF6514}"/>
              </a:ext>
            </a:extLst>
          </p:cNvPr>
          <p:cNvSpPr txBox="1"/>
          <p:nvPr/>
        </p:nvSpPr>
        <p:spPr>
          <a:xfrm>
            <a:off x="10200640" y="263311"/>
            <a:ext cx="1435496" cy="43088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2800" b="0" i="0" u="none" strike="noStrike" kern="1200" cap="none" spc="0" normalizeH="0" baseline="0" noProof="0">
                <a:ln>
                  <a:noFill/>
                </a:ln>
                <a:solidFill>
                  <a:srgbClr val="D0D0CE"/>
                </a:solidFill>
                <a:effectLst/>
                <a:uLnTx/>
                <a:uFillTx/>
                <a:latin typeface="Verdana"/>
                <a:ea typeface="+mn-ea"/>
                <a:cs typeface="+mn-cs"/>
              </a:rPr>
              <a:t>SWO</a:t>
            </a:r>
            <a:r>
              <a:rPr kumimoji="0" lang="en-US" sz="2800" b="0" i="0" u="none" strike="noStrike" kern="1200" cap="none" spc="0" normalizeH="0" baseline="0" noProof="0">
                <a:ln>
                  <a:noFill/>
                </a:ln>
                <a:solidFill>
                  <a:srgbClr val="86BC25"/>
                </a:solidFill>
                <a:effectLst/>
                <a:uLnTx/>
                <a:uFillTx/>
                <a:latin typeface="Verdana"/>
                <a:ea typeface="+mn-ea"/>
                <a:cs typeface="+mn-cs"/>
              </a:rPr>
              <a:t>T</a:t>
            </a:r>
          </a:p>
        </p:txBody>
      </p:sp>
      <p:grpSp>
        <p:nvGrpSpPr>
          <p:cNvPr id="137" name="Group 136">
            <a:extLst>
              <a:ext uri="{FF2B5EF4-FFF2-40B4-BE49-F238E27FC236}">
                <a16:creationId xmlns:a16="http://schemas.microsoft.com/office/drawing/2014/main" id="{6906D7BD-E98A-4071-B894-5A2FA8E9C7DE}"/>
              </a:ext>
            </a:extLst>
          </p:cNvPr>
          <p:cNvGrpSpPr/>
          <p:nvPr/>
        </p:nvGrpSpPr>
        <p:grpSpPr>
          <a:xfrm>
            <a:off x="3296605" y="6357711"/>
            <a:ext cx="5871063" cy="365760"/>
            <a:chOff x="2789942" y="6324600"/>
            <a:chExt cx="5871063" cy="365760"/>
          </a:xfrm>
        </p:grpSpPr>
        <p:sp>
          <p:nvSpPr>
            <p:cNvPr id="138" name="Oval 137">
              <a:extLst>
                <a:ext uri="{FF2B5EF4-FFF2-40B4-BE49-F238E27FC236}">
                  <a16:creationId xmlns:a16="http://schemas.microsoft.com/office/drawing/2014/main" id="{604550A6-A949-4E79-AE40-81CB1133C0F8}"/>
                </a:ext>
              </a:extLst>
            </p:cNvPr>
            <p:cNvSpPr/>
            <p:nvPr/>
          </p:nvSpPr>
          <p:spPr bwMode="gray">
            <a:xfrm>
              <a:off x="4811486" y="6324600"/>
              <a:ext cx="365760" cy="365760"/>
            </a:xfrm>
            <a:prstGeom prst="ellipse">
              <a:avLst/>
            </a:prstGeom>
            <a:solidFill>
              <a:schemeClr val="accent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139" name="Oval 138">
              <a:extLst>
                <a:ext uri="{FF2B5EF4-FFF2-40B4-BE49-F238E27FC236}">
                  <a16:creationId xmlns:a16="http://schemas.microsoft.com/office/drawing/2014/main" id="{887A844D-BA9B-4B0E-9771-6410A6292D07}"/>
                </a:ext>
              </a:extLst>
            </p:cNvPr>
            <p:cNvSpPr/>
            <p:nvPr/>
          </p:nvSpPr>
          <p:spPr bwMode="gray">
            <a:xfrm>
              <a:off x="6072053" y="6324600"/>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140" name="Oval 139">
              <a:extLst>
                <a:ext uri="{FF2B5EF4-FFF2-40B4-BE49-F238E27FC236}">
                  <a16:creationId xmlns:a16="http://schemas.microsoft.com/office/drawing/2014/main" id="{8A1C12BA-022D-4C17-B9EC-4B3F4B09BDDD}"/>
                </a:ext>
              </a:extLst>
            </p:cNvPr>
            <p:cNvSpPr/>
            <p:nvPr/>
          </p:nvSpPr>
          <p:spPr bwMode="gray">
            <a:xfrm>
              <a:off x="7405717" y="6324600"/>
              <a:ext cx="365760" cy="365760"/>
            </a:xfrm>
            <a:prstGeom prst="ellipse">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141" name="TextBox 140">
              <a:extLst>
                <a:ext uri="{FF2B5EF4-FFF2-40B4-BE49-F238E27FC236}">
                  <a16:creationId xmlns:a16="http://schemas.microsoft.com/office/drawing/2014/main" id="{5B8B4530-C8A8-4DDF-8C25-9626B0A002DB}"/>
                </a:ext>
              </a:extLst>
            </p:cNvPr>
            <p:cNvSpPr txBox="1"/>
            <p:nvPr/>
          </p:nvSpPr>
          <p:spPr>
            <a:xfrm>
              <a:off x="2789942" y="6442322"/>
              <a:ext cx="1698925"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1" u="none" strike="noStrike" kern="1200" cap="none" spc="0" normalizeH="0" baseline="0" noProof="0">
                  <a:ln>
                    <a:noFill/>
                  </a:ln>
                  <a:solidFill>
                    <a:srgbClr val="313131"/>
                  </a:solidFill>
                  <a:effectLst/>
                  <a:uLnTx/>
                  <a:uFillTx/>
                  <a:latin typeface="Verdana"/>
                  <a:ea typeface="+mn-ea"/>
                  <a:cs typeface="+mn-cs"/>
                </a:rPr>
                <a:t>Impact on Business</a:t>
              </a:r>
            </a:p>
          </p:txBody>
        </p:sp>
        <p:sp>
          <p:nvSpPr>
            <p:cNvPr id="142" name="TextBox 141">
              <a:extLst>
                <a:ext uri="{FF2B5EF4-FFF2-40B4-BE49-F238E27FC236}">
                  <a16:creationId xmlns:a16="http://schemas.microsoft.com/office/drawing/2014/main" id="{67E73959-67D1-4836-9C9D-52390257C87F}"/>
                </a:ext>
              </a:extLst>
            </p:cNvPr>
            <p:cNvSpPr txBox="1"/>
            <p:nvPr/>
          </p:nvSpPr>
          <p:spPr>
            <a:xfrm>
              <a:off x="5247379" y="6420550"/>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dirty="0">
                  <a:ln>
                    <a:noFill/>
                  </a:ln>
                  <a:solidFill>
                    <a:srgbClr val="313131"/>
                  </a:solidFill>
                  <a:effectLst/>
                  <a:uLnTx/>
                  <a:uFillTx/>
                  <a:latin typeface="Verdana"/>
                  <a:ea typeface="+mn-ea"/>
                  <a:cs typeface="+mn-cs"/>
                </a:rPr>
                <a:t>Low</a:t>
              </a:r>
            </a:p>
          </p:txBody>
        </p:sp>
        <p:sp>
          <p:nvSpPr>
            <p:cNvPr id="143" name="TextBox 142">
              <a:extLst>
                <a:ext uri="{FF2B5EF4-FFF2-40B4-BE49-F238E27FC236}">
                  <a16:creationId xmlns:a16="http://schemas.microsoft.com/office/drawing/2014/main" id="{BED68828-2BD7-4467-B391-2C3FB356E526}"/>
                </a:ext>
              </a:extLst>
            </p:cNvPr>
            <p:cNvSpPr txBox="1"/>
            <p:nvPr/>
          </p:nvSpPr>
          <p:spPr>
            <a:xfrm>
              <a:off x="6537499" y="6412891"/>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Verdana"/>
                  <a:ea typeface="+mn-ea"/>
                  <a:cs typeface="+mn-cs"/>
                </a:rPr>
                <a:t>Medium</a:t>
              </a:r>
            </a:p>
          </p:txBody>
        </p:sp>
        <p:sp>
          <p:nvSpPr>
            <p:cNvPr id="144" name="TextBox 143">
              <a:extLst>
                <a:ext uri="{FF2B5EF4-FFF2-40B4-BE49-F238E27FC236}">
                  <a16:creationId xmlns:a16="http://schemas.microsoft.com/office/drawing/2014/main" id="{28D46E5D-D529-4A50-AFD6-66639F505752}"/>
                </a:ext>
              </a:extLst>
            </p:cNvPr>
            <p:cNvSpPr txBox="1"/>
            <p:nvPr/>
          </p:nvSpPr>
          <p:spPr>
            <a:xfrm>
              <a:off x="7899005" y="6412891"/>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dirty="0">
                  <a:ln>
                    <a:noFill/>
                  </a:ln>
                  <a:solidFill>
                    <a:srgbClr val="313131"/>
                  </a:solidFill>
                  <a:effectLst/>
                  <a:uLnTx/>
                  <a:uFillTx/>
                  <a:latin typeface="Verdana"/>
                  <a:ea typeface="+mn-ea"/>
                  <a:cs typeface="+mn-cs"/>
                </a:rPr>
                <a:t>High</a:t>
              </a:r>
            </a:p>
          </p:txBody>
        </p:sp>
      </p:grpSp>
      <p:sp>
        <p:nvSpPr>
          <p:cNvPr id="77" name="Rectangle 76">
            <a:extLst>
              <a:ext uri="{FF2B5EF4-FFF2-40B4-BE49-F238E27FC236}">
                <a16:creationId xmlns:a16="http://schemas.microsoft.com/office/drawing/2014/main" id="{E27F1446-EBAC-47F6-9870-81C5EB913791}"/>
              </a:ext>
            </a:extLst>
          </p:cNvPr>
          <p:cNvSpPr/>
          <p:nvPr/>
        </p:nvSpPr>
        <p:spPr>
          <a:xfrm>
            <a:off x="4944411" y="974757"/>
            <a:ext cx="5257348" cy="1508105"/>
          </a:xfrm>
          <a:prstGeom prst="rect">
            <a:avLst/>
          </a:prstGeom>
        </p:spPr>
        <p:txBody>
          <a:bodyPr wrap="square" lIns="0" tIns="0" rIns="0" bIns="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86BC25"/>
                </a:solidFill>
                <a:effectLst/>
                <a:uLnTx/>
                <a:uFillTx/>
                <a:latin typeface="Verdana"/>
                <a:ea typeface="+mn-ea"/>
                <a:cs typeface="+mn-cs"/>
              </a:rPr>
              <a:t>Delay in issuance of Tariff/APR/FCA orders by WBERC: </a:t>
            </a:r>
            <a:r>
              <a:rPr kumimoji="0" lang="en-US" sz="1400" b="0" i="0" u="none" strike="noStrike" kern="1200" cap="none" spc="0" normalizeH="0" baseline="0" noProof="0" dirty="0">
                <a:ln>
                  <a:noFill/>
                </a:ln>
                <a:solidFill>
                  <a:prstClr val="black"/>
                </a:solidFill>
                <a:effectLst/>
                <a:uLnTx/>
                <a:uFillTx/>
                <a:latin typeface="Verdana"/>
                <a:ea typeface="+mn-ea"/>
                <a:cs typeface="+mn-cs"/>
              </a:rPr>
              <a:t>Delay in issuance of Tariff/APR/FCA orders and release of admitted APR/FCA amounts result in significant accumulation of pending claim amounts, further resulting in increase in requirement of Working Capital and associated interest costs (</a:t>
            </a:r>
            <a:r>
              <a:rPr kumimoji="0" lang="en-US" sz="1400" b="1" i="1" u="none" strike="noStrike" kern="1200" cap="none" spc="0" normalizeH="0" baseline="0" noProof="0" dirty="0">
                <a:ln>
                  <a:noFill/>
                </a:ln>
                <a:solidFill>
                  <a:prstClr val="black"/>
                </a:solidFill>
                <a:effectLst/>
                <a:uLnTx/>
                <a:uFillTx/>
                <a:latin typeface="Verdana"/>
                <a:ea typeface="+mn-ea"/>
                <a:cs typeface="+mn-cs"/>
              </a:rPr>
              <a:t>APR and FCA Orders for WBPDCL have not been issued from FY 15 onwards)</a:t>
            </a:r>
          </a:p>
        </p:txBody>
      </p:sp>
      <p:sp>
        <p:nvSpPr>
          <p:cNvPr id="80" name="TextBox 79">
            <a:extLst>
              <a:ext uri="{FF2B5EF4-FFF2-40B4-BE49-F238E27FC236}">
                <a16:creationId xmlns:a16="http://schemas.microsoft.com/office/drawing/2014/main" id="{68442447-6F0E-4208-B702-D77F1A22945C}"/>
              </a:ext>
            </a:extLst>
          </p:cNvPr>
          <p:cNvSpPr txBox="1"/>
          <p:nvPr/>
        </p:nvSpPr>
        <p:spPr>
          <a:xfrm>
            <a:off x="4938116" y="2547638"/>
            <a:ext cx="5257347" cy="1292662"/>
          </a:xfrm>
          <a:prstGeom prst="rect">
            <a:avLst/>
          </a:prstGeom>
          <a:noFill/>
        </p:spPr>
        <p:txBody>
          <a:bodyPr wrap="square" lIns="0" tIns="0" rIns="0" bIns="0" rtlCol="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12169"/>
                </a:solidFill>
                <a:effectLst/>
                <a:uLnTx/>
                <a:uFillTx/>
                <a:latin typeface="Verdana"/>
                <a:ea typeface="+mn-ea"/>
                <a:cs typeface="+mn-cs"/>
              </a:rPr>
              <a:t>Risk of Coal source Dependency: </a:t>
            </a:r>
            <a:r>
              <a:rPr lang="en-US" sz="1400" dirty="0">
                <a:solidFill>
                  <a:prstClr val="black"/>
                </a:solidFill>
                <a:latin typeface="Verdana"/>
              </a:rPr>
              <a:t>High dependence on </a:t>
            </a:r>
            <a:r>
              <a:rPr lang="en-US" sz="1400" dirty="0" err="1">
                <a:solidFill>
                  <a:prstClr val="black"/>
                </a:solidFill>
                <a:latin typeface="Verdana"/>
              </a:rPr>
              <a:t>Panchwara</a:t>
            </a:r>
            <a:r>
              <a:rPr lang="en-US" sz="1400" dirty="0">
                <a:solidFill>
                  <a:prstClr val="black"/>
                </a:solidFill>
                <a:latin typeface="Verdana"/>
              </a:rPr>
              <a:t>(N) captive coal mine along with captive coal mine supply side issues </a:t>
            </a:r>
            <a:r>
              <a:rPr kumimoji="0" lang="en-US" sz="1400" b="0" i="0" u="none" strike="noStrike" kern="1200" cap="none" spc="0" normalizeH="0" baseline="0" noProof="0" dirty="0">
                <a:ln>
                  <a:noFill/>
                </a:ln>
                <a:solidFill>
                  <a:prstClr val="black"/>
                </a:solidFill>
                <a:effectLst/>
                <a:uLnTx/>
                <a:uFillTx/>
                <a:latin typeface="Verdana"/>
                <a:ea typeface="+mn-ea"/>
                <a:cs typeface="+mn-cs"/>
              </a:rPr>
              <a:t>in monsoon;</a:t>
            </a:r>
            <a:r>
              <a:rPr kumimoji="0" lang="en-US" sz="1400" i="0" u="none" strike="noStrike" kern="1200" cap="none" spc="0" normalizeH="0" baseline="0" noProof="0" dirty="0">
                <a:ln>
                  <a:noFill/>
                </a:ln>
                <a:solidFill>
                  <a:srgbClr val="012169"/>
                </a:solidFill>
                <a:effectLst/>
                <a:uLnTx/>
                <a:uFillTx/>
                <a:latin typeface="Verdana"/>
                <a:ea typeface="+mn-ea"/>
                <a:cs typeface="+mn-cs"/>
              </a:rPr>
              <a:t> f</a:t>
            </a:r>
            <a:r>
              <a:rPr lang="en-US" sz="1400" dirty="0" err="1">
                <a:solidFill>
                  <a:prstClr val="black"/>
                </a:solidFill>
                <a:latin typeface="Verdana"/>
              </a:rPr>
              <a:t>luctuation</a:t>
            </a:r>
            <a:r>
              <a:rPr lang="en-US" sz="1400" dirty="0">
                <a:solidFill>
                  <a:prstClr val="black"/>
                </a:solidFill>
                <a:latin typeface="Verdana"/>
              </a:rPr>
              <a:t> in </a:t>
            </a:r>
            <a:r>
              <a:rPr kumimoji="0" lang="en-US" sz="1400" b="0" i="0" u="none" strike="noStrike" kern="1200" cap="none" spc="0" normalizeH="0" baseline="0" noProof="0" dirty="0">
                <a:ln>
                  <a:noFill/>
                </a:ln>
                <a:solidFill>
                  <a:prstClr val="black"/>
                </a:solidFill>
                <a:effectLst/>
                <a:uLnTx/>
                <a:uFillTx/>
                <a:latin typeface="Verdana"/>
                <a:ea typeface="+mn-ea"/>
                <a:cs typeface="+mn-cs"/>
              </a:rPr>
              <a:t>coal supply from CIL below standard rakes requirement may present threats in terms of generation and availability for the WBPDCL Plants</a:t>
            </a:r>
          </a:p>
        </p:txBody>
      </p:sp>
      <p:sp>
        <p:nvSpPr>
          <p:cNvPr id="81" name="TextBox 80">
            <a:extLst>
              <a:ext uri="{FF2B5EF4-FFF2-40B4-BE49-F238E27FC236}">
                <a16:creationId xmlns:a16="http://schemas.microsoft.com/office/drawing/2014/main" id="{3FF9D843-20BB-4DCD-8169-499929CE367E}"/>
              </a:ext>
            </a:extLst>
          </p:cNvPr>
          <p:cNvSpPr txBox="1"/>
          <p:nvPr/>
        </p:nvSpPr>
        <p:spPr>
          <a:xfrm>
            <a:off x="4938116" y="5279754"/>
            <a:ext cx="5257346" cy="861774"/>
          </a:xfrm>
          <a:prstGeom prst="rect">
            <a:avLst/>
          </a:prstGeom>
          <a:noFill/>
        </p:spPr>
        <p:txBody>
          <a:bodyPr wrap="square" lIns="0" tIns="0" rIns="0" bIns="0" rtlCol="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46A38"/>
                </a:solidFill>
                <a:effectLst/>
                <a:uLnTx/>
                <a:uFillTx/>
                <a:latin typeface="Verdana"/>
                <a:ea typeface="+mn-ea"/>
                <a:cs typeface="+mn-cs"/>
              </a:rPr>
              <a:t>Single Buyer Risk: </a:t>
            </a:r>
            <a:r>
              <a:rPr lang="en-US" sz="1400" dirty="0">
                <a:solidFill>
                  <a:prstClr val="black"/>
                </a:solidFill>
                <a:latin typeface="Verdana"/>
              </a:rPr>
              <a:t>Financial health of WBSEDCL if aggregated due to cost recovery, regulatory delays in tariff order issuance may </a:t>
            </a:r>
            <a:r>
              <a:rPr kumimoji="0" lang="en-US" sz="1400" b="0" i="0" u="none" strike="noStrike" kern="1200" cap="none" spc="0" normalizeH="0" baseline="0" noProof="0" dirty="0">
                <a:ln>
                  <a:noFill/>
                </a:ln>
                <a:solidFill>
                  <a:prstClr val="black"/>
                </a:solidFill>
                <a:effectLst/>
                <a:uLnTx/>
                <a:uFillTx/>
                <a:latin typeface="Verdana"/>
                <a:ea typeface="+mn-ea"/>
                <a:cs typeface="+mn-cs"/>
              </a:rPr>
              <a:t>impact WBSEDCL’s ability to service timely payments to the state owned generator</a:t>
            </a:r>
            <a:endParaRPr kumimoji="0" lang="en-US" sz="1400" b="0" i="0" u="none" strike="noStrike" kern="1200" cap="none" spc="0" normalizeH="0" baseline="0" noProof="0" dirty="0">
              <a:ln>
                <a:noFill/>
              </a:ln>
              <a:solidFill>
                <a:prstClr val="white"/>
              </a:solidFill>
              <a:effectLst/>
              <a:uLnTx/>
              <a:uFillTx/>
              <a:latin typeface="Verdana"/>
              <a:ea typeface="+mn-ea"/>
              <a:cs typeface="+mn-cs"/>
            </a:endParaRPr>
          </a:p>
        </p:txBody>
      </p:sp>
      <p:grpSp>
        <p:nvGrpSpPr>
          <p:cNvPr id="82" name="Group 81">
            <a:extLst>
              <a:ext uri="{FF2B5EF4-FFF2-40B4-BE49-F238E27FC236}">
                <a16:creationId xmlns:a16="http://schemas.microsoft.com/office/drawing/2014/main" id="{85C43CC0-0F89-4DBC-A4F4-E67F04353B73}"/>
              </a:ext>
            </a:extLst>
          </p:cNvPr>
          <p:cNvGrpSpPr/>
          <p:nvPr/>
        </p:nvGrpSpPr>
        <p:grpSpPr>
          <a:xfrm>
            <a:off x="2356446" y="1597940"/>
            <a:ext cx="1422746" cy="1011641"/>
            <a:chOff x="4207048" y="2110398"/>
            <a:chExt cx="1337549" cy="694394"/>
          </a:xfrm>
        </p:grpSpPr>
        <p:cxnSp>
          <p:nvCxnSpPr>
            <p:cNvPr id="83" name="Straight Connector 82">
              <a:extLst>
                <a:ext uri="{FF2B5EF4-FFF2-40B4-BE49-F238E27FC236}">
                  <a16:creationId xmlns:a16="http://schemas.microsoft.com/office/drawing/2014/main" id="{0FDBA72F-783C-4E77-A184-A878DAABF41D}"/>
                </a:ext>
              </a:extLst>
            </p:cNvPr>
            <p:cNvCxnSpPr>
              <a:cxnSpLocks/>
            </p:cNvCxnSpPr>
            <p:nvPr/>
          </p:nvCxnSpPr>
          <p:spPr>
            <a:xfrm>
              <a:off x="4922598" y="2110398"/>
              <a:ext cx="621999" cy="0"/>
            </a:xfrm>
            <a:prstGeom prst="line">
              <a:avLst/>
            </a:prstGeom>
            <a:ln w="15875" cap="rnd">
              <a:solidFill>
                <a:schemeClr val="accent1"/>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83FAEB02-8270-4B02-9FF1-8DDA5286A6E9}"/>
                </a:ext>
              </a:extLst>
            </p:cNvPr>
            <p:cNvCxnSpPr>
              <a:cxnSpLocks/>
            </p:cNvCxnSpPr>
            <p:nvPr/>
          </p:nvCxnSpPr>
          <p:spPr>
            <a:xfrm flipH="1">
              <a:off x="4207048" y="2129350"/>
              <a:ext cx="696600" cy="675442"/>
            </a:xfrm>
            <a:prstGeom prst="line">
              <a:avLst/>
            </a:prstGeom>
            <a:ln w="15875" cap="rnd">
              <a:solidFill>
                <a:schemeClr val="accent1"/>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100" name="Group 99">
            <a:extLst>
              <a:ext uri="{FF2B5EF4-FFF2-40B4-BE49-F238E27FC236}">
                <a16:creationId xmlns:a16="http://schemas.microsoft.com/office/drawing/2014/main" id="{A2802F19-61F0-40D8-85F3-0AB015F89795}"/>
              </a:ext>
            </a:extLst>
          </p:cNvPr>
          <p:cNvGrpSpPr/>
          <p:nvPr/>
        </p:nvGrpSpPr>
        <p:grpSpPr>
          <a:xfrm>
            <a:off x="2757980" y="3495978"/>
            <a:ext cx="1021211" cy="184663"/>
            <a:chOff x="4523386" y="3151206"/>
            <a:chExt cx="1021211" cy="300631"/>
          </a:xfrm>
        </p:grpSpPr>
        <p:cxnSp>
          <p:nvCxnSpPr>
            <p:cNvPr id="101" name="Straight Connector 100">
              <a:extLst>
                <a:ext uri="{FF2B5EF4-FFF2-40B4-BE49-F238E27FC236}">
                  <a16:creationId xmlns:a16="http://schemas.microsoft.com/office/drawing/2014/main" id="{0560906B-9B2E-4FFA-A0BC-DAFD19EB4330}"/>
                </a:ext>
              </a:extLst>
            </p:cNvPr>
            <p:cNvCxnSpPr>
              <a:cxnSpLocks/>
            </p:cNvCxnSpPr>
            <p:nvPr/>
          </p:nvCxnSpPr>
          <p:spPr>
            <a:xfrm>
              <a:off x="4922598" y="3151712"/>
              <a:ext cx="621999" cy="0"/>
            </a:xfrm>
            <a:prstGeom prst="line">
              <a:avLst/>
            </a:prstGeom>
            <a:ln w="15875" cap="rnd">
              <a:solidFill>
                <a:schemeClr val="accent4"/>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A0005428-4676-42FD-A4B4-F6ECDBF065D5}"/>
                </a:ext>
              </a:extLst>
            </p:cNvPr>
            <p:cNvCxnSpPr>
              <a:cxnSpLocks/>
            </p:cNvCxnSpPr>
            <p:nvPr/>
          </p:nvCxnSpPr>
          <p:spPr>
            <a:xfrm flipH="1">
              <a:off x="4523386" y="3151206"/>
              <a:ext cx="371734" cy="300631"/>
            </a:xfrm>
            <a:prstGeom prst="line">
              <a:avLst/>
            </a:prstGeom>
            <a:ln w="15875" cap="rnd">
              <a:solidFill>
                <a:schemeClr val="accent4"/>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130" name="Graphic 4">
            <a:extLst>
              <a:ext uri="{FF2B5EF4-FFF2-40B4-BE49-F238E27FC236}">
                <a16:creationId xmlns:a16="http://schemas.microsoft.com/office/drawing/2014/main" id="{D9EBF445-A0FD-4FC3-B547-4FBBC416DB09}"/>
              </a:ext>
            </a:extLst>
          </p:cNvPr>
          <p:cNvGrpSpPr/>
          <p:nvPr/>
        </p:nvGrpSpPr>
        <p:grpSpPr>
          <a:xfrm>
            <a:off x="3921326" y="4906461"/>
            <a:ext cx="548641" cy="548640"/>
            <a:chOff x="905454" y="2855717"/>
            <a:chExt cx="361674" cy="361333"/>
          </a:xfrm>
          <a:solidFill>
            <a:schemeClr val="accent2"/>
          </a:solidFill>
        </p:grpSpPr>
        <p:sp>
          <p:nvSpPr>
            <p:cNvPr id="131" name="Graphic 4">
              <a:extLst>
                <a:ext uri="{FF2B5EF4-FFF2-40B4-BE49-F238E27FC236}">
                  <a16:creationId xmlns:a16="http://schemas.microsoft.com/office/drawing/2014/main" id="{86AD754F-DF71-4723-BC75-8E47A1CB574A}"/>
                </a:ext>
              </a:extLst>
            </p:cNvPr>
            <p:cNvSpPr/>
            <p:nvPr/>
          </p:nvSpPr>
          <p:spPr>
            <a:xfrm>
              <a:off x="1149549" y="2979567"/>
              <a:ext cx="35783" cy="35750"/>
            </a:xfrm>
            <a:custGeom>
              <a:avLst/>
              <a:gdLst>
                <a:gd name="connsiteX0" fmla="*/ 35784 w 35783"/>
                <a:gd name="connsiteY0" fmla="*/ 17875 h 35750"/>
                <a:gd name="connsiteX1" fmla="*/ 17892 w 35783"/>
                <a:gd name="connsiteY1" fmla="*/ 35750 h 35750"/>
                <a:gd name="connsiteX2" fmla="*/ 0 w 35783"/>
                <a:gd name="connsiteY2" fmla="*/ 17875 h 35750"/>
                <a:gd name="connsiteX3" fmla="*/ 17892 w 35783"/>
                <a:gd name="connsiteY3" fmla="*/ 0 h 35750"/>
                <a:gd name="connsiteX4" fmla="*/ 35784 w 35783"/>
                <a:gd name="connsiteY4" fmla="*/ 17875 h 3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83" h="35750">
                  <a:moveTo>
                    <a:pt x="35784" y="17875"/>
                  </a:moveTo>
                  <a:cubicBezTo>
                    <a:pt x="35784" y="27747"/>
                    <a:pt x="27773" y="35750"/>
                    <a:pt x="17892" y="35750"/>
                  </a:cubicBezTo>
                  <a:cubicBezTo>
                    <a:pt x="8010" y="35750"/>
                    <a:pt x="0" y="27747"/>
                    <a:pt x="0" y="17875"/>
                  </a:cubicBezTo>
                  <a:cubicBezTo>
                    <a:pt x="0" y="8003"/>
                    <a:pt x="8010" y="0"/>
                    <a:pt x="17892" y="0"/>
                  </a:cubicBezTo>
                  <a:cubicBezTo>
                    <a:pt x="27773" y="0"/>
                    <a:pt x="35784" y="8003"/>
                    <a:pt x="35784" y="1787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32" name="Graphic 4">
              <a:extLst>
                <a:ext uri="{FF2B5EF4-FFF2-40B4-BE49-F238E27FC236}">
                  <a16:creationId xmlns:a16="http://schemas.microsoft.com/office/drawing/2014/main" id="{542AB558-F494-46F2-B0A5-602E7E4D52E2}"/>
                </a:ext>
              </a:extLst>
            </p:cNvPr>
            <p:cNvSpPr/>
            <p:nvPr/>
          </p:nvSpPr>
          <p:spPr>
            <a:xfrm>
              <a:off x="991079" y="2979567"/>
              <a:ext cx="35783" cy="35750"/>
            </a:xfrm>
            <a:custGeom>
              <a:avLst/>
              <a:gdLst>
                <a:gd name="connsiteX0" fmla="*/ 35784 w 35783"/>
                <a:gd name="connsiteY0" fmla="*/ 17875 h 35750"/>
                <a:gd name="connsiteX1" fmla="*/ 17892 w 35783"/>
                <a:gd name="connsiteY1" fmla="*/ 35750 h 35750"/>
                <a:gd name="connsiteX2" fmla="*/ 0 w 35783"/>
                <a:gd name="connsiteY2" fmla="*/ 17875 h 35750"/>
                <a:gd name="connsiteX3" fmla="*/ 17892 w 35783"/>
                <a:gd name="connsiteY3" fmla="*/ 0 h 35750"/>
                <a:gd name="connsiteX4" fmla="*/ 35784 w 35783"/>
                <a:gd name="connsiteY4" fmla="*/ 17875 h 3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83" h="35750">
                  <a:moveTo>
                    <a:pt x="35784" y="17875"/>
                  </a:moveTo>
                  <a:cubicBezTo>
                    <a:pt x="35784" y="27747"/>
                    <a:pt x="27773" y="35750"/>
                    <a:pt x="17892" y="35750"/>
                  </a:cubicBezTo>
                  <a:cubicBezTo>
                    <a:pt x="8010" y="35750"/>
                    <a:pt x="0" y="27747"/>
                    <a:pt x="0" y="17875"/>
                  </a:cubicBezTo>
                  <a:cubicBezTo>
                    <a:pt x="0" y="8003"/>
                    <a:pt x="8010" y="0"/>
                    <a:pt x="17892" y="0"/>
                  </a:cubicBezTo>
                  <a:cubicBezTo>
                    <a:pt x="27773" y="0"/>
                    <a:pt x="35784" y="8003"/>
                    <a:pt x="35784" y="1787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33" name="Graphic 4">
              <a:extLst>
                <a:ext uri="{FF2B5EF4-FFF2-40B4-BE49-F238E27FC236}">
                  <a16:creationId xmlns:a16="http://schemas.microsoft.com/office/drawing/2014/main" id="{B99116E3-62CA-4BDF-A34A-BE4B88BACE94}"/>
                </a:ext>
              </a:extLst>
            </p:cNvPr>
            <p:cNvSpPr/>
            <p:nvPr/>
          </p:nvSpPr>
          <p:spPr>
            <a:xfrm>
              <a:off x="905454" y="2855717"/>
              <a:ext cx="361674" cy="361333"/>
            </a:xfrm>
            <a:custGeom>
              <a:avLst/>
              <a:gdLst>
                <a:gd name="connsiteX0" fmla="*/ 180835 w 361674"/>
                <a:gd name="connsiteY0" fmla="*/ 0 h 361333"/>
                <a:gd name="connsiteX1" fmla="*/ 0 w 361674"/>
                <a:gd name="connsiteY1" fmla="*/ 180667 h 361333"/>
                <a:gd name="connsiteX2" fmla="*/ 180835 w 361674"/>
                <a:gd name="connsiteY2" fmla="*/ 361333 h 361333"/>
                <a:gd name="connsiteX3" fmla="*/ 361670 w 361674"/>
                <a:gd name="connsiteY3" fmla="*/ 180667 h 361333"/>
                <a:gd name="connsiteX4" fmla="*/ 180835 w 361674"/>
                <a:gd name="connsiteY4" fmla="*/ 0 h 361333"/>
                <a:gd name="connsiteX5" fmla="*/ 261987 w 361674"/>
                <a:gd name="connsiteY5" fmla="*/ 111081 h 361333"/>
                <a:gd name="connsiteX6" fmla="*/ 292659 w 361674"/>
                <a:gd name="connsiteY6" fmla="*/ 141724 h 361333"/>
                <a:gd name="connsiteX7" fmla="*/ 261987 w 361674"/>
                <a:gd name="connsiteY7" fmla="*/ 172368 h 361333"/>
                <a:gd name="connsiteX8" fmla="*/ 231316 w 361674"/>
                <a:gd name="connsiteY8" fmla="*/ 141724 h 361333"/>
                <a:gd name="connsiteX9" fmla="*/ 261987 w 361674"/>
                <a:gd name="connsiteY9" fmla="*/ 111081 h 361333"/>
                <a:gd name="connsiteX10" fmla="*/ 182752 w 361674"/>
                <a:gd name="connsiteY10" fmla="*/ 95760 h 361333"/>
                <a:gd name="connsiteX11" fmla="*/ 223648 w 361674"/>
                <a:gd name="connsiteY11" fmla="*/ 136617 h 361333"/>
                <a:gd name="connsiteX12" fmla="*/ 182752 w 361674"/>
                <a:gd name="connsiteY12" fmla="*/ 177475 h 361333"/>
                <a:gd name="connsiteX13" fmla="*/ 141857 w 361674"/>
                <a:gd name="connsiteY13" fmla="*/ 136617 h 361333"/>
                <a:gd name="connsiteX14" fmla="*/ 182752 w 361674"/>
                <a:gd name="connsiteY14" fmla="*/ 95760 h 361333"/>
                <a:gd name="connsiteX15" fmla="*/ 103517 w 361674"/>
                <a:gd name="connsiteY15" fmla="*/ 111081 h 361333"/>
                <a:gd name="connsiteX16" fmla="*/ 134189 w 361674"/>
                <a:gd name="connsiteY16" fmla="*/ 141724 h 361333"/>
                <a:gd name="connsiteX17" fmla="*/ 103517 w 361674"/>
                <a:gd name="connsiteY17" fmla="*/ 172368 h 361333"/>
                <a:gd name="connsiteX18" fmla="*/ 72845 w 361674"/>
                <a:gd name="connsiteY18" fmla="*/ 141724 h 361333"/>
                <a:gd name="connsiteX19" fmla="*/ 103517 w 361674"/>
                <a:gd name="connsiteY19" fmla="*/ 111081 h 361333"/>
                <a:gd name="connsiteX20" fmla="*/ 93293 w 361674"/>
                <a:gd name="connsiteY20" fmla="*/ 246422 h 361333"/>
                <a:gd name="connsiteX21" fmla="*/ 48564 w 361674"/>
                <a:gd name="connsiteY21" fmla="*/ 246422 h 361333"/>
                <a:gd name="connsiteX22" fmla="*/ 42174 w 361674"/>
                <a:gd name="connsiteY22" fmla="*/ 240038 h 361333"/>
                <a:gd name="connsiteX23" fmla="*/ 42174 w 361674"/>
                <a:gd name="connsiteY23" fmla="*/ 231100 h 361333"/>
                <a:gd name="connsiteX24" fmla="*/ 87542 w 361674"/>
                <a:gd name="connsiteY24" fmla="*/ 182582 h 361333"/>
                <a:gd name="connsiteX25" fmla="*/ 111824 w 361674"/>
                <a:gd name="connsiteY25" fmla="*/ 182582 h 361333"/>
                <a:gd name="connsiteX26" fmla="*/ 118214 w 361674"/>
                <a:gd name="connsiteY26" fmla="*/ 188966 h 361333"/>
                <a:gd name="connsiteX27" fmla="*/ 111824 w 361674"/>
                <a:gd name="connsiteY27" fmla="*/ 195350 h 361333"/>
                <a:gd name="connsiteX28" fmla="*/ 87542 w 361674"/>
                <a:gd name="connsiteY28" fmla="*/ 195350 h 361333"/>
                <a:gd name="connsiteX29" fmla="*/ 54954 w 361674"/>
                <a:gd name="connsiteY29" fmla="*/ 231100 h 361333"/>
                <a:gd name="connsiteX30" fmla="*/ 54954 w 361674"/>
                <a:gd name="connsiteY30" fmla="*/ 233654 h 361333"/>
                <a:gd name="connsiteX31" fmla="*/ 93293 w 361674"/>
                <a:gd name="connsiteY31" fmla="*/ 233654 h 361333"/>
                <a:gd name="connsiteX32" fmla="*/ 99683 w 361674"/>
                <a:gd name="connsiteY32" fmla="*/ 240038 h 361333"/>
                <a:gd name="connsiteX33" fmla="*/ 93293 w 361674"/>
                <a:gd name="connsiteY33" fmla="*/ 246422 h 361333"/>
                <a:gd name="connsiteX34" fmla="*/ 254320 w 361674"/>
                <a:gd name="connsiteY34" fmla="*/ 251529 h 361333"/>
                <a:gd name="connsiteX35" fmla="*/ 247930 w 361674"/>
                <a:gd name="connsiteY35" fmla="*/ 257913 h 361333"/>
                <a:gd name="connsiteX36" fmla="*/ 118214 w 361674"/>
                <a:gd name="connsiteY36" fmla="*/ 257913 h 361333"/>
                <a:gd name="connsiteX37" fmla="*/ 111824 w 361674"/>
                <a:gd name="connsiteY37" fmla="*/ 251529 h 361333"/>
                <a:gd name="connsiteX38" fmla="*/ 111824 w 361674"/>
                <a:gd name="connsiteY38" fmla="*/ 240676 h 361333"/>
                <a:gd name="connsiteX39" fmla="*/ 164860 w 361674"/>
                <a:gd name="connsiteY39" fmla="*/ 183859 h 361333"/>
                <a:gd name="connsiteX40" fmla="*/ 200644 w 361674"/>
                <a:gd name="connsiteY40" fmla="*/ 183859 h 361333"/>
                <a:gd name="connsiteX41" fmla="*/ 253680 w 361674"/>
                <a:gd name="connsiteY41" fmla="*/ 240676 h 361333"/>
                <a:gd name="connsiteX42" fmla="*/ 253680 w 361674"/>
                <a:gd name="connsiteY42" fmla="*/ 251529 h 361333"/>
                <a:gd name="connsiteX43" fmla="*/ 313746 w 361674"/>
                <a:gd name="connsiteY43" fmla="*/ 246422 h 361333"/>
                <a:gd name="connsiteX44" fmla="*/ 269016 w 361674"/>
                <a:gd name="connsiteY44" fmla="*/ 246422 h 361333"/>
                <a:gd name="connsiteX45" fmla="*/ 262626 w 361674"/>
                <a:gd name="connsiteY45" fmla="*/ 240038 h 361333"/>
                <a:gd name="connsiteX46" fmla="*/ 269016 w 361674"/>
                <a:gd name="connsiteY46" fmla="*/ 233654 h 361333"/>
                <a:gd name="connsiteX47" fmla="*/ 307356 w 361674"/>
                <a:gd name="connsiteY47" fmla="*/ 233654 h 361333"/>
                <a:gd name="connsiteX48" fmla="*/ 307356 w 361674"/>
                <a:gd name="connsiteY48" fmla="*/ 231100 h 361333"/>
                <a:gd name="connsiteX49" fmla="*/ 274767 w 361674"/>
                <a:gd name="connsiteY49" fmla="*/ 195350 h 361333"/>
                <a:gd name="connsiteX50" fmla="*/ 250486 w 361674"/>
                <a:gd name="connsiteY50" fmla="*/ 195350 h 361333"/>
                <a:gd name="connsiteX51" fmla="*/ 244096 w 361674"/>
                <a:gd name="connsiteY51" fmla="*/ 188966 h 361333"/>
                <a:gd name="connsiteX52" fmla="*/ 250486 w 361674"/>
                <a:gd name="connsiteY52" fmla="*/ 182582 h 361333"/>
                <a:gd name="connsiteX53" fmla="*/ 274767 w 361674"/>
                <a:gd name="connsiteY53" fmla="*/ 182582 h 361333"/>
                <a:gd name="connsiteX54" fmla="*/ 320136 w 361674"/>
                <a:gd name="connsiteY54" fmla="*/ 231100 h 361333"/>
                <a:gd name="connsiteX55" fmla="*/ 320136 w 361674"/>
                <a:gd name="connsiteY55" fmla="*/ 240038 h 361333"/>
                <a:gd name="connsiteX56" fmla="*/ 313746 w 361674"/>
                <a:gd name="connsiteY56" fmla="*/ 246422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61674" h="361333">
                  <a:moveTo>
                    <a:pt x="180835" y="0"/>
                  </a:moveTo>
                  <a:cubicBezTo>
                    <a:pt x="80513" y="0"/>
                    <a:pt x="0" y="81076"/>
                    <a:pt x="0" y="180667"/>
                  </a:cubicBezTo>
                  <a:cubicBezTo>
                    <a:pt x="0" y="280895"/>
                    <a:pt x="81152" y="361333"/>
                    <a:pt x="180835" y="361333"/>
                  </a:cubicBezTo>
                  <a:cubicBezTo>
                    <a:pt x="281157" y="361333"/>
                    <a:pt x="361670" y="280257"/>
                    <a:pt x="361670" y="180667"/>
                  </a:cubicBezTo>
                  <a:cubicBezTo>
                    <a:pt x="362309" y="80438"/>
                    <a:pt x="281157" y="0"/>
                    <a:pt x="180835" y="0"/>
                  </a:cubicBezTo>
                  <a:close/>
                  <a:moveTo>
                    <a:pt x="261987" y="111081"/>
                  </a:moveTo>
                  <a:cubicBezTo>
                    <a:pt x="279240" y="111081"/>
                    <a:pt x="292659" y="125126"/>
                    <a:pt x="292659" y="141724"/>
                  </a:cubicBezTo>
                  <a:cubicBezTo>
                    <a:pt x="292659" y="158323"/>
                    <a:pt x="278601" y="172368"/>
                    <a:pt x="261987" y="172368"/>
                  </a:cubicBezTo>
                  <a:cubicBezTo>
                    <a:pt x="245374" y="172368"/>
                    <a:pt x="231316" y="158323"/>
                    <a:pt x="231316" y="141724"/>
                  </a:cubicBezTo>
                  <a:cubicBezTo>
                    <a:pt x="231316" y="125126"/>
                    <a:pt x="244735" y="111081"/>
                    <a:pt x="261987" y="111081"/>
                  </a:cubicBezTo>
                  <a:close/>
                  <a:moveTo>
                    <a:pt x="182752" y="95760"/>
                  </a:moveTo>
                  <a:cubicBezTo>
                    <a:pt x="205117" y="95760"/>
                    <a:pt x="223648" y="114273"/>
                    <a:pt x="223648" y="136617"/>
                  </a:cubicBezTo>
                  <a:cubicBezTo>
                    <a:pt x="223648" y="158961"/>
                    <a:pt x="205117" y="177475"/>
                    <a:pt x="182752" y="177475"/>
                  </a:cubicBezTo>
                  <a:cubicBezTo>
                    <a:pt x="160387" y="177475"/>
                    <a:pt x="141857" y="158961"/>
                    <a:pt x="141857" y="136617"/>
                  </a:cubicBezTo>
                  <a:cubicBezTo>
                    <a:pt x="141857" y="114273"/>
                    <a:pt x="160387" y="95760"/>
                    <a:pt x="182752" y="95760"/>
                  </a:cubicBezTo>
                  <a:close/>
                  <a:moveTo>
                    <a:pt x="103517" y="111081"/>
                  </a:moveTo>
                  <a:cubicBezTo>
                    <a:pt x="120770" y="111081"/>
                    <a:pt x="134189" y="125126"/>
                    <a:pt x="134189" y="141724"/>
                  </a:cubicBezTo>
                  <a:cubicBezTo>
                    <a:pt x="134189" y="158323"/>
                    <a:pt x="120131" y="172368"/>
                    <a:pt x="103517" y="172368"/>
                  </a:cubicBezTo>
                  <a:cubicBezTo>
                    <a:pt x="86903" y="172368"/>
                    <a:pt x="72845" y="158323"/>
                    <a:pt x="72845" y="141724"/>
                  </a:cubicBezTo>
                  <a:cubicBezTo>
                    <a:pt x="72845" y="125126"/>
                    <a:pt x="86264" y="111081"/>
                    <a:pt x="103517" y="111081"/>
                  </a:cubicBezTo>
                  <a:close/>
                  <a:moveTo>
                    <a:pt x="93293" y="246422"/>
                  </a:moveTo>
                  <a:lnTo>
                    <a:pt x="48564" y="246422"/>
                  </a:lnTo>
                  <a:cubicBezTo>
                    <a:pt x="44730" y="246422"/>
                    <a:pt x="42174" y="243868"/>
                    <a:pt x="42174" y="240038"/>
                  </a:cubicBezTo>
                  <a:lnTo>
                    <a:pt x="42174" y="231100"/>
                  </a:lnTo>
                  <a:cubicBezTo>
                    <a:pt x="42174" y="204287"/>
                    <a:pt x="62621" y="182582"/>
                    <a:pt x="87542" y="182582"/>
                  </a:cubicBezTo>
                  <a:lnTo>
                    <a:pt x="111824" y="182582"/>
                  </a:lnTo>
                  <a:cubicBezTo>
                    <a:pt x="115658" y="182582"/>
                    <a:pt x="118214" y="185135"/>
                    <a:pt x="118214" y="188966"/>
                  </a:cubicBezTo>
                  <a:cubicBezTo>
                    <a:pt x="118214" y="192796"/>
                    <a:pt x="115658" y="195350"/>
                    <a:pt x="111824" y="195350"/>
                  </a:cubicBezTo>
                  <a:lnTo>
                    <a:pt x="87542" y="195350"/>
                  </a:lnTo>
                  <a:cubicBezTo>
                    <a:pt x="69650" y="195350"/>
                    <a:pt x="54954" y="211310"/>
                    <a:pt x="54954" y="231100"/>
                  </a:cubicBezTo>
                  <a:lnTo>
                    <a:pt x="54954" y="233654"/>
                  </a:lnTo>
                  <a:lnTo>
                    <a:pt x="93293" y="233654"/>
                  </a:lnTo>
                  <a:cubicBezTo>
                    <a:pt x="97127" y="233654"/>
                    <a:pt x="99683" y="236207"/>
                    <a:pt x="99683" y="240038"/>
                  </a:cubicBezTo>
                  <a:cubicBezTo>
                    <a:pt x="99683" y="243868"/>
                    <a:pt x="97127" y="246422"/>
                    <a:pt x="93293" y="246422"/>
                  </a:cubicBezTo>
                  <a:close/>
                  <a:moveTo>
                    <a:pt x="254320" y="251529"/>
                  </a:moveTo>
                  <a:cubicBezTo>
                    <a:pt x="254320" y="255359"/>
                    <a:pt x="251764" y="257913"/>
                    <a:pt x="247930" y="257913"/>
                  </a:cubicBezTo>
                  <a:lnTo>
                    <a:pt x="118214" y="257913"/>
                  </a:lnTo>
                  <a:cubicBezTo>
                    <a:pt x="114380" y="257913"/>
                    <a:pt x="111824" y="255359"/>
                    <a:pt x="111824" y="251529"/>
                  </a:cubicBezTo>
                  <a:lnTo>
                    <a:pt x="111824" y="240676"/>
                  </a:lnTo>
                  <a:cubicBezTo>
                    <a:pt x="111824" y="209395"/>
                    <a:pt x="135467" y="183859"/>
                    <a:pt x="164860" y="183859"/>
                  </a:cubicBezTo>
                  <a:lnTo>
                    <a:pt x="200644" y="183859"/>
                  </a:lnTo>
                  <a:cubicBezTo>
                    <a:pt x="230038" y="183859"/>
                    <a:pt x="253680" y="209395"/>
                    <a:pt x="253680" y="240676"/>
                  </a:cubicBezTo>
                  <a:lnTo>
                    <a:pt x="253680" y="251529"/>
                  </a:lnTo>
                  <a:close/>
                  <a:moveTo>
                    <a:pt x="313746" y="246422"/>
                  </a:moveTo>
                  <a:lnTo>
                    <a:pt x="269016" y="246422"/>
                  </a:lnTo>
                  <a:cubicBezTo>
                    <a:pt x="265182" y="246422"/>
                    <a:pt x="262626" y="243868"/>
                    <a:pt x="262626" y="240038"/>
                  </a:cubicBezTo>
                  <a:cubicBezTo>
                    <a:pt x="262626" y="236207"/>
                    <a:pt x="265182" y="233654"/>
                    <a:pt x="269016" y="233654"/>
                  </a:cubicBezTo>
                  <a:lnTo>
                    <a:pt x="307356" y="233654"/>
                  </a:lnTo>
                  <a:lnTo>
                    <a:pt x="307356" y="231100"/>
                  </a:lnTo>
                  <a:cubicBezTo>
                    <a:pt x="307356" y="211310"/>
                    <a:pt x="292659" y="195350"/>
                    <a:pt x="274767" y="195350"/>
                  </a:cubicBezTo>
                  <a:lnTo>
                    <a:pt x="250486" y="195350"/>
                  </a:lnTo>
                  <a:cubicBezTo>
                    <a:pt x="246652" y="195350"/>
                    <a:pt x="244096" y="192796"/>
                    <a:pt x="244096" y="188966"/>
                  </a:cubicBezTo>
                  <a:cubicBezTo>
                    <a:pt x="244096" y="185135"/>
                    <a:pt x="246652" y="182582"/>
                    <a:pt x="250486" y="182582"/>
                  </a:cubicBezTo>
                  <a:lnTo>
                    <a:pt x="274767" y="182582"/>
                  </a:lnTo>
                  <a:cubicBezTo>
                    <a:pt x="299688" y="182582"/>
                    <a:pt x="320136" y="204287"/>
                    <a:pt x="320136" y="231100"/>
                  </a:cubicBezTo>
                  <a:lnTo>
                    <a:pt x="320136" y="240038"/>
                  </a:lnTo>
                  <a:cubicBezTo>
                    <a:pt x="320136" y="243868"/>
                    <a:pt x="317580" y="246422"/>
                    <a:pt x="313746" y="24642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grpSp>
        <p:nvGrpSpPr>
          <p:cNvPr id="183" name="Group 182">
            <a:extLst>
              <a:ext uri="{FF2B5EF4-FFF2-40B4-BE49-F238E27FC236}">
                <a16:creationId xmlns:a16="http://schemas.microsoft.com/office/drawing/2014/main" id="{5106C99B-0F4D-45CA-9156-F0FB0A302604}"/>
              </a:ext>
            </a:extLst>
          </p:cNvPr>
          <p:cNvGrpSpPr/>
          <p:nvPr/>
        </p:nvGrpSpPr>
        <p:grpSpPr>
          <a:xfrm>
            <a:off x="3296605" y="6357711"/>
            <a:ext cx="4981535" cy="365760"/>
            <a:chOff x="2789942" y="6324600"/>
            <a:chExt cx="4981535" cy="365760"/>
          </a:xfrm>
        </p:grpSpPr>
        <p:sp>
          <p:nvSpPr>
            <p:cNvPr id="184" name="Oval 183">
              <a:extLst>
                <a:ext uri="{FF2B5EF4-FFF2-40B4-BE49-F238E27FC236}">
                  <a16:creationId xmlns:a16="http://schemas.microsoft.com/office/drawing/2014/main" id="{24D81CD8-77A0-492D-AABF-B6B53AB1CB7F}"/>
                </a:ext>
              </a:extLst>
            </p:cNvPr>
            <p:cNvSpPr/>
            <p:nvPr/>
          </p:nvSpPr>
          <p:spPr bwMode="gray">
            <a:xfrm>
              <a:off x="4811486" y="6324600"/>
              <a:ext cx="365760" cy="365760"/>
            </a:xfrm>
            <a:prstGeom prst="ellipse">
              <a:avLst/>
            </a:prstGeom>
            <a:solidFill>
              <a:schemeClr val="accent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185" name="Oval 184">
              <a:extLst>
                <a:ext uri="{FF2B5EF4-FFF2-40B4-BE49-F238E27FC236}">
                  <a16:creationId xmlns:a16="http://schemas.microsoft.com/office/drawing/2014/main" id="{13FD88D6-0690-4FCE-803C-AE22761EF0CD}"/>
                </a:ext>
              </a:extLst>
            </p:cNvPr>
            <p:cNvSpPr/>
            <p:nvPr/>
          </p:nvSpPr>
          <p:spPr bwMode="gray">
            <a:xfrm>
              <a:off x="6072053" y="6324600"/>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186" name="Oval 185">
              <a:extLst>
                <a:ext uri="{FF2B5EF4-FFF2-40B4-BE49-F238E27FC236}">
                  <a16:creationId xmlns:a16="http://schemas.microsoft.com/office/drawing/2014/main" id="{D2FE0829-1596-4EE0-8EE0-867B4A426572}"/>
                </a:ext>
              </a:extLst>
            </p:cNvPr>
            <p:cNvSpPr/>
            <p:nvPr/>
          </p:nvSpPr>
          <p:spPr bwMode="gray">
            <a:xfrm>
              <a:off x="7405717" y="6324600"/>
              <a:ext cx="365760" cy="365760"/>
            </a:xfrm>
            <a:prstGeom prst="ellipse">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187" name="TextBox 186">
              <a:extLst>
                <a:ext uri="{FF2B5EF4-FFF2-40B4-BE49-F238E27FC236}">
                  <a16:creationId xmlns:a16="http://schemas.microsoft.com/office/drawing/2014/main" id="{75DE7018-A971-4466-80E1-7D954116702B}"/>
                </a:ext>
              </a:extLst>
            </p:cNvPr>
            <p:cNvSpPr txBox="1"/>
            <p:nvPr/>
          </p:nvSpPr>
          <p:spPr>
            <a:xfrm>
              <a:off x="2789942" y="6442322"/>
              <a:ext cx="1698925"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1" u="none" strike="noStrike" kern="1200" cap="none" spc="0" normalizeH="0" baseline="0" noProof="0">
                  <a:ln>
                    <a:noFill/>
                  </a:ln>
                  <a:solidFill>
                    <a:srgbClr val="313131"/>
                  </a:solidFill>
                  <a:effectLst/>
                  <a:uLnTx/>
                  <a:uFillTx/>
                  <a:latin typeface="Verdana"/>
                  <a:ea typeface="+mn-ea"/>
                  <a:cs typeface="+mn-cs"/>
                </a:rPr>
                <a:t>Impact on Business</a:t>
              </a:r>
            </a:p>
          </p:txBody>
        </p:sp>
        <p:sp>
          <p:nvSpPr>
            <p:cNvPr id="189" name="TextBox 188">
              <a:extLst>
                <a:ext uri="{FF2B5EF4-FFF2-40B4-BE49-F238E27FC236}">
                  <a16:creationId xmlns:a16="http://schemas.microsoft.com/office/drawing/2014/main" id="{89E523D8-DDC8-475A-B133-78BA5C7D2CEE}"/>
                </a:ext>
              </a:extLst>
            </p:cNvPr>
            <p:cNvSpPr txBox="1"/>
            <p:nvPr/>
          </p:nvSpPr>
          <p:spPr>
            <a:xfrm>
              <a:off x="6537499" y="6412891"/>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dirty="0">
                  <a:ln>
                    <a:noFill/>
                  </a:ln>
                  <a:solidFill>
                    <a:srgbClr val="313131"/>
                  </a:solidFill>
                  <a:effectLst/>
                  <a:uLnTx/>
                  <a:uFillTx/>
                  <a:latin typeface="Verdana"/>
                  <a:ea typeface="+mn-ea"/>
                  <a:cs typeface="+mn-cs"/>
                </a:rPr>
                <a:t>Medium</a:t>
              </a:r>
            </a:p>
          </p:txBody>
        </p:sp>
      </p:grpSp>
      <p:sp>
        <p:nvSpPr>
          <p:cNvPr id="193" name="Oval 192">
            <a:extLst>
              <a:ext uri="{FF2B5EF4-FFF2-40B4-BE49-F238E27FC236}">
                <a16:creationId xmlns:a16="http://schemas.microsoft.com/office/drawing/2014/main" id="{38153AB6-C74F-4D50-8748-67516321B8E1}"/>
              </a:ext>
            </a:extLst>
          </p:cNvPr>
          <p:cNvSpPr/>
          <p:nvPr/>
        </p:nvSpPr>
        <p:spPr bwMode="gray">
          <a:xfrm>
            <a:off x="10775695" y="2919539"/>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grpSp>
        <p:nvGrpSpPr>
          <p:cNvPr id="196" name="Group 195">
            <a:extLst>
              <a:ext uri="{FF2B5EF4-FFF2-40B4-BE49-F238E27FC236}">
                <a16:creationId xmlns:a16="http://schemas.microsoft.com/office/drawing/2014/main" id="{33FF30F8-56B1-48A6-8AE0-3E000B622068}"/>
              </a:ext>
            </a:extLst>
          </p:cNvPr>
          <p:cNvGrpSpPr/>
          <p:nvPr/>
        </p:nvGrpSpPr>
        <p:grpSpPr>
          <a:xfrm>
            <a:off x="390802" y="2527945"/>
            <a:ext cx="2286000" cy="2286000"/>
            <a:chOff x="380600" y="1693103"/>
            <a:chExt cx="4113462" cy="4088045"/>
          </a:xfrm>
        </p:grpSpPr>
        <p:sp>
          <p:nvSpPr>
            <p:cNvPr id="197" name="Arc 196">
              <a:extLst>
                <a:ext uri="{FF2B5EF4-FFF2-40B4-BE49-F238E27FC236}">
                  <a16:creationId xmlns:a16="http://schemas.microsoft.com/office/drawing/2014/main" id="{6EB8B840-FAA7-47A1-9FDC-E1A776598A31}"/>
                </a:ext>
              </a:extLst>
            </p:cNvPr>
            <p:cNvSpPr/>
            <p:nvPr/>
          </p:nvSpPr>
          <p:spPr>
            <a:xfrm>
              <a:off x="380600" y="1693103"/>
              <a:ext cx="4088045" cy="4088045"/>
            </a:xfrm>
            <a:prstGeom prst="arc">
              <a:avLst>
                <a:gd name="adj1" fmla="val 16812435"/>
                <a:gd name="adj2" fmla="val 4781030"/>
              </a:avLst>
            </a:prstGeom>
            <a:ln w="25400" cap="rnd">
              <a:solidFill>
                <a:schemeClr val="accent6">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prstClr val="black"/>
                </a:solidFill>
                <a:effectLst/>
                <a:uLnTx/>
                <a:uFillTx/>
                <a:latin typeface="Verdana"/>
                <a:ea typeface="+mn-ea"/>
                <a:cs typeface="+mn-cs"/>
              </a:endParaRPr>
            </a:p>
          </p:txBody>
        </p:sp>
        <p:sp>
          <p:nvSpPr>
            <p:cNvPr id="198" name="Arc 197">
              <a:extLst>
                <a:ext uri="{FF2B5EF4-FFF2-40B4-BE49-F238E27FC236}">
                  <a16:creationId xmlns:a16="http://schemas.microsoft.com/office/drawing/2014/main" id="{C59A5200-C490-4FD5-BC84-0A86D05FAA38}"/>
                </a:ext>
              </a:extLst>
            </p:cNvPr>
            <p:cNvSpPr/>
            <p:nvPr/>
          </p:nvSpPr>
          <p:spPr>
            <a:xfrm flipH="1">
              <a:off x="406017" y="1693103"/>
              <a:ext cx="4088045" cy="4088045"/>
            </a:xfrm>
            <a:prstGeom prst="arc">
              <a:avLst>
                <a:gd name="adj1" fmla="val 16812435"/>
                <a:gd name="adj2" fmla="val 4781841"/>
              </a:avLst>
            </a:prstGeom>
            <a:ln w="25400" cap="rnd">
              <a:solidFill>
                <a:schemeClr val="accent6">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prstClr val="black"/>
                </a:solidFill>
                <a:effectLst/>
                <a:uLnTx/>
                <a:uFillTx/>
                <a:latin typeface="Verdana"/>
                <a:ea typeface="+mn-ea"/>
                <a:cs typeface="+mn-cs"/>
              </a:endParaRPr>
            </a:p>
          </p:txBody>
        </p:sp>
        <p:sp>
          <p:nvSpPr>
            <p:cNvPr id="199" name="Oval 198">
              <a:extLst>
                <a:ext uri="{FF2B5EF4-FFF2-40B4-BE49-F238E27FC236}">
                  <a16:creationId xmlns:a16="http://schemas.microsoft.com/office/drawing/2014/main" id="{1D00146F-477E-41F6-8BE8-C91398E5B1B3}"/>
                </a:ext>
              </a:extLst>
            </p:cNvPr>
            <p:cNvSpPr/>
            <p:nvPr/>
          </p:nvSpPr>
          <p:spPr bwMode="gray">
            <a:xfrm>
              <a:off x="618308" y="1899909"/>
              <a:ext cx="3674434" cy="3674434"/>
            </a:xfrm>
            <a:prstGeom prst="ellipse">
              <a:avLst/>
            </a:prstGeom>
            <a:noFill/>
            <a:ln w="19050" algn="ctr">
              <a:solidFill>
                <a:srgbClr val="046A38"/>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200" name="Oval 199">
              <a:extLst>
                <a:ext uri="{FF2B5EF4-FFF2-40B4-BE49-F238E27FC236}">
                  <a16:creationId xmlns:a16="http://schemas.microsoft.com/office/drawing/2014/main" id="{AB9B608D-E0B5-4CC6-A7D8-AE0EEA2A99AC}"/>
                </a:ext>
              </a:extLst>
            </p:cNvPr>
            <p:cNvSpPr/>
            <p:nvPr/>
          </p:nvSpPr>
          <p:spPr bwMode="gray">
            <a:xfrm>
              <a:off x="785328" y="2066929"/>
              <a:ext cx="3340395" cy="3340395"/>
            </a:xfrm>
            <a:prstGeom prst="ellipse">
              <a:avLst/>
            </a:prstGeom>
            <a:noFill/>
            <a:ln w="19050" algn="ctr">
              <a:solidFill>
                <a:srgbClr val="009A44"/>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201" name="Oval 200">
              <a:extLst>
                <a:ext uri="{FF2B5EF4-FFF2-40B4-BE49-F238E27FC236}">
                  <a16:creationId xmlns:a16="http://schemas.microsoft.com/office/drawing/2014/main" id="{DBF88AFD-E3D0-4282-A35F-DE94B7392A38}"/>
                </a:ext>
              </a:extLst>
            </p:cNvPr>
            <p:cNvSpPr/>
            <p:nvPr/>
          </p:nvSpPr>
          <p:spPr bwMode="gray">
            <a:xfrm>
              <a:off x="937164" y="2218765"/>
              <a:ext cx="3036722" cy="3036722"/>
            </a:xfrm>
            <a:prstGeom prst="ellipse">
              <a:avLst/>
            </a:prstGeom>
            <a:noFill/>
            <a:ln w="19050" algn="ctr">
              <a:solidFill>
                <a:srgbClr val="009A44"/>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202" name="Oval 201">
              <a:extLst>
                <a:ext uri="{FF2B5EF4-FFF2-40B4-BE49-F238E27FC236}">
                  <a16:creationId xmlns:a16="http://schemas.microsoft.com/office/drawing/2014/main" id="{CD2A46CB-1708-4C1C-8861-9D079D3DFB6F}"/>
                </a:ext>
              </a:extLst>
            </p:cNvPr>
            <p:cNvSpPr/>
            <p:nvPr/>
          </p:nvSpPr>
          <p:spPr bwMode="gray">
            <a:xfrm>
              <a:off x="1075197" y="2356798"/>
              <a:ext cx="2760657" cy="2760657"/>
            </a:xfrm>
            <a:prstGeom prst="ellipse">
              <a:avLst/>
            </a:prstGeom>
            <a:noFill/>
            <a:ln w="19050" algn="ctr">
              <a:solidFill>
                <a:srgbClr val="43B02A"/>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grpSp>
      <p:sp>
        <p:nvSpPr>
          <p:cNvPr id="203" name="Graphic 4">
            <a:extLst>
              <a:ext uri="{FF2B5EF4-FFF2-40B4-BE49-F238E27FC236}">
                <a16:creationId xmlns:a16="http://schemas.microsoft.com/office/drawing/2014/main" id="{15D34312-D9D0-4025-9B33-9923AFE7F118}"/>
              </a:ext>
            </a:extLst>
          </p:cNvPr>
          <p:cNvSpPr/>
          <p:nvPr/>
        </p:nvSpPr>
        <p:spPr>
          <a:xfrm>
            <a:off x="1226896" y="3348305"/>
            <a:ext cx="640080" cy="640080"/>
          </a:xfrm>
          <a:custGeom>
            <a:avLst/>
            <a:gdLst>
              <a:gd name="connsiteX0" fmla="*/ 180835 w 361674"/>
              <a:gd name="connsiteY0" fmla="*/ 0 h 361333"/>
              <a:gd name="connsiteX1" fmla="*/ 0 w 361674"/>
              <a:gd name="connsiteY1" fmla="*/ 180667 h 361333"/>
              <a:gd name="connsiteX2" fmla="*/ 180835 w 361674"/>
              <a:gd name="connsiteY2" fmla="*/ 361333 h 361333"/>
              <a:gd name="connsiteX3" fmla="*/ 361670 w 361674"/>
              <a:gd name="connsiteY3" fmla="*/ 180667 h 361333"/>
              <a:gd name="connsiteX4" fmla="*/ 180835 w 361674"/>
              <a:gd name="connsiteY4" fmla="*/ 0 h 361333"/>
              <a:gd name="connsiteX5" fmla="*/ 261987 w 361674"/>
              <a:gd name="connsiteY5" fmla="*/ 252806 h 361333"/>
              <a:gd name="connsiteX6" fmla="*/ 261987 w 361674"/>
              <a:gd name="connsiteY6" fmla="*/ 261743 h 361333"/>
              <a:gd name="connsiteX7" fmla="*/ 257514 w 361674"/>
              <a:gd name="connsiteY7" fmla="*/ 263659 h 361333"/>
              <a:gd name="connsiteX8" fmla="*/ 253042 w 361674"/>
              <a:gd name="connsiteY8" fmla="*/ 261743 h 361333"/>
              <a:gd name="connsiteX9" fmla="*/ 181474 w 361674"/>
              <a:gd name="connsiteY9" fmla="*/ 190243 h 361333"/>
              <a:gd name="connsiteX10" fmla="*/ 109907 w 361674"/>
              <a:gd name="connsiteY10" fmla="*/ 261743 h 361333"/>
              <a:gd name="connsiteX11" fmla="*/ 105434 w 361674"/>
              <a:gd name="connsiteY11" fmla="*/ 263659 h 361333"/>
              <a:gd name="connsiteX12" fmla="*/ 100961 w 361674"/>
              <a:gd name="connsiteY12" fmla="*/ 261743 h 361333"/>
              <a:gd name="connsiteX13" fmla="*/ 100961 w 361674"/>
              <a:gd name="connsiteY13" fmla="*/ 252806 h 361333"/>
              <a:gd name="connsiteX14" fmla="*/ 172528 w 361674"/>
              <a:gd name="connsiteY14" fmla="*/ 181305 h 361333"/>
              <a:gd name="connsiteX15" fmla="*/ 100961 w 361674"/>
              <a:gd name="connsiteY15" fmla="*/ 109805 h 361333"/>
              <a:gd name="connsiteX16" fmla="*/ 100961 w 361674"/>
              <a:gd name="connsiteY16" fmla="*/ 100867 h 361333"/>
              <a:gd name="connsiteX17" fmla="*/ 109907 w 361674"/>
              <a:gd name="connsiteY17" fmla="*/ 100867 h 361333"/>
              <a:gd name="connsiteX18" fmla="*/ 181474 w 361674"/>
              <a:gd name="connsiteY18" fmla="*/ 172368 h 361333"/>
              <a:gd name="connsiteX19" fmla="*/ 253042 w 361674"/>
              <a:gd name="connsiteY19" fmla="*/ 100867 h 361333"/>
              <a:gd name="connsiteX20" fmla="*/ 261987 w 361674"/>
              <a:gd name="connsiteY20" fmla="*/ 100867 h 361333"/>
              <a:gd name="connsiteX21" fmla="*/ 261987 w 361674"/>
              <a:gd name="connsiteY21" fmla="*/ 109805 h 361333"/>
              <a:gd name="connsiteX22" fmla="*/ 190420 w 361674"/>
              <a:gd name="connsiteY22" fmla="*/ 181305 h 361333"/>
              <a:gd name="connsiteX23" fmla="*/ 261987 w 361674"/>
              <a:gd name="connsiteY23" fmla="*/ 252806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1674" h="361333">
                <a:moveTo>
                  <a:pt x="180835" y="0"/>
                </a:moveTo>
                <a:cubicBezTo>
                  <a:pt x="80513" y="0"/>
                  <a:pt x="0" y="81077"/>
                  <a:pt x="0" y="180667"/>
                </a:cubicBezTo>
                <a:cubicBezTo>
                  <a:pt x="0" y="280895"/>
                  <a:pt x="81152" y="361333"/>
                  <a:pt x="180835" y="361333"/>
                </a:cubicBezTo>
                <a:cubicBezTo>
                  <a:pt x="281157" y="361333"/>
                  <a:pt x="361670" y="280257"/>
                  <a:pt x="361670" y="180667"/>
                </a:cubicBezTo>
                <a:cubicBezTo>
                  <a:pt x="362309" y="81077"/>
                  <a:pt x="281157" y="0"/>
                  <a:pt x="180835" y="0"/>
                </a:cubicBezTo>
                <a:close/>
                <a:moveTo>
                  <a:pt x="261987" y="252806"/>
                </a:moveTo>
                <a:cubicBezTo>
                  <a:pt x="264543" y="255359"/>
                  <a:pt x="264543" y="259190"/>
                  <a:pt x="261987" y="261743"/>
                </a:cubicBezTo>
                <a:cubicBezTo>
                  <a:pt x="260709" y="263020"/>
                  <a:pt x="258792" y="263659"/>
                  <a:pt x="257514" y="263659"/>
                </a:cubicBezTo>
                <a:cubicBezTo>
                  <a:pt x="256237" y="263659"/>
                  <a:pt x="254319" y="263020"/>
                  <a:pt x="253042" y="261743"/>
                </a:cubicBezTo>
                <a:lnTo>
                  <a:pt x="181474" y="190243"/>
                </a:lnTo>
                <a:lnTo>
                  <a:pt x="109907" y="261743"/>
                </a:lnTo>
                <a:cubicBezTo>
                  <a:pt x="108629" y="263020"/>
                  <a:pt x="106712" y="263659"/>
                  <a:pt x="105434" y="263659"/>
                </a:cubicBezTo>
                <a:cubicBezTo>
                  <a:pt x="104156" y="263659"/>
                  <a:pt x="102239" y="263020"/>
                  <a:pt x="100961" y="261743"/>
                </a:cubicBezTo>
                <a:cubicBezTo>
                  <a:pt x="98405" y="259190"/>
                  <a:pt x="98405" y="255359"/>
                  <a:pt x="100961" y="252806"/>
                </a:cubicBezTo>
                <a:lnTo>
                  <a:pt x="172528" y="181305"/>
                </a:lnTo>
                <a:lnTo>
                  <a:pt x="100961" y="109805"/>
                </a:lnTo>
                <a:cubicBezTo>
                  <a:pt x="98405" y="107251"/>
                  <a:pt x="98405" y="103421"/>
                  <a:pt x="100961" y="100867"/>
                </a:cubicBezTo>
                <a:cubicBezTo>
                  <a:pt x="103517" y="98313"/>
                  <a:pt x="107351" y="98313"/>
                  <a:pt x="109907" y="100867"/>
                </a:cubicBezTo>
                <a:lnTo>
                  <a:pt x="181474" y="172368"/>
                </a:lnTo>
                <a:lnTo>
                  <a:pt x="253042" y="100867"/>
                </a:lnTo>
                <a:cubicBezTo>
                  <a:pt x="255597" y="98313"/>
                  <a:pt x="259431" y="98313"/>
                  <a:pt x="261987" y="100867"/>
                </a:cubicBezTo>
                <a:cubicBezTo>
                  <a:pt x="264543" y="103421"/>
                  <a:pt x="264543" y="107251"/>
                  <a:pt x="261987" y="109805"/>
                </a:cubicBezTo>
                <a:lnTo>
                  <a:pt x="190420" y="181305"/>
                </a:lnTo>
                <a:lnTo>
                  <a:pt x="261987" y="252806"/>
                </a:lnTo>
                <a:close/>
              </a:path>
            </a:pathLst>
          </a:custGeom>
          <a:solidFill>
            <a:schemeClr val="accent3">
              <a:lumMod val="75000"/>
            </a:schemeClr>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grpSp>
        <p:nvGrpSpPr>
          <p:cNvPr id="204" name="Group 203">
            <a:extLst>
              <a:ext uri="{FF2B5EF4-FFF2-40B4-BE49-F238E27FC236}">
                <a16:creationId xmlns:a16="http://schemas.microsoft.com/office/drawing/2014/main" id="{537D3353-1EE4-475E-9867-46B997570F55}"/>
              </a:ext>
            </a:extLst>
          </p:cNvPr>
          <p:cNvGrpSpPr/>
          <p:nvPr/>
        </p:nvGrpSpPr>
        <p:grpSpPr>
          <a:xfrm flipV="1">
            <a:off x="2472104" y="4692663"/>
            <a:ext cx="1206848" cy="485783"/>
            <a:chOff x="4523386" y="3151206"/>
            <a:chExt cx="1021211" cy="300631"/>
          </a:xfrm>
        </p:grpSpPr>
        <p:cxnSp>
          <p:nvCxnSpPr>
            <p:cNvPr id="205" name="Straight Connector 204">
              <a:extLst>
                <a:ext uri="{FF2B5EF4-FFF2-40B4-BE49-F238E27FC236}">
                  <a16:creationId xmlns:a16="http://schemas.microsoft.com/office/drawing/2014/main" id="{36B5BE91-DED0-4DD8-BE0E-7D3E9934E1C3}"/>
                </a:ext>
              </a:extLst>
            </p:cNvPr>
            <p:cNvCxnSpPr>
              <a:cxnSpLocks/>
            </p:cNvCxnSpPr>
            <p:nvPr/>
          </p:nvCxnSpPr>
          <p:spPr>
            <a:xfrm>
              <a:off x="4922598" y="3151712"/>
              <a:ext cx="621999" cy="0"/>
            </a:xfrm>
            <a:prstGeom prst="line">
              <a:avLst/>
            </a:prstGeom>
            <a:ln w="15875" cap="rnd">
              <a:solidFill>
                <a:srgbClr val="046A38"/>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8687A3AE-21A9-4C96-BC7A-AEC7AD5CD665}"/>
                </a:ext>
              </a:extLst>
            </p:cNvPr>
            <p:cNvCxnSpPr>
              <a:cxnSpLocks/>
            </p:cNvCxnSpPr>
            <p:nvPr/>
          </p:nvCxnSpPr>
          <p:spPr>
            <a:xfrm flipH="1">
              <a:off x="4523386" y="3151206"/>
              <a:ext cx="371734" cy="300631"/>
            </a:xfrm>
            <a:prstGeom prst="line">
              <a:avLst/>
            </a:prstGeom>
            <a:ln w="15875" cap="rnd">
              <a:solidFill>
                <a:srgbClr val="046A38"/>
              </a:solidFill>
              <a:prstDash val="sysDot"/>
              <a:tailEnd type="oval"/>
            </a:ln>
          </p:spPr>
          <p:style>
            <a:lnRef idx="1">
              <a:schemeClr val="accent1"/>
            </a:lnRef>
            <a:fillRef idx="0">
              <a:schemeClr val="accent1"/>
            </a:fillRef>
            <a:effectRef idx="0">
              <a:schemeClr val="accent1"/>
            </a:effectRef>
            <a:fontRef idx="minor">
              <a:schemeClr val="tx1"/>
            </a:fontRef>
          </p:style>
        </p:cxnSp>
      </p:grpSp>
      <p:sp>
        <p:nvSpPr>
          <p:cNvPr id="214" name="Oval 213">
            <a:extLst>
              <a:ext uri="{FF2B5EF4-FFF2-40B4-BE49-F238E27FC236}">
                <a16:creationId xmlns:a16="http://schemas.microsoft.com/office/drawing/2014/main" id="{FB1E2817-34AF-41FD-8829-787B10A78790}"/>
              </a:ext>
            </a:extLst>
          </p:cNvPr>
          <p:cNvSpPr/>
          <p:nvPr/>
        </p:nvSpPr>
        <p:spPr bwMode="gray">
          <a:xfrm>
            <a:off x="10775695" y="1387028"/>
            <a:ext cx="365760" cy="365760"/>
          </a:xfrm>
          <a:prstGeom prst="ellipse">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218" name="Oval 217">
            <a:extLst>
              <a:ext uri="{FF2B5EF4-FFF2-40B4-BE49-F238E27FC236}">
                <a16:creationId xmlns:a16="http://schemas.microsoft.com/office/drawing/2014/main" id="{A5C66049-3C35-4C83-852B-87074B35B2CB}"/>
              </a:ext>
            </a:extLst>
          </p:cNvPr>
          <p:cNvSpPr/>
          <p:nvPr/>
        </p:nvSpPr>
        <p:spPr bwMode="gray">
          <a:xfrm>
            <a:off x="10775695" y="5363329"/>
            <a:ext cx="365760" cy="365760"/>
          </a:xfrm>
          <a:prstGeom prst="ellipse">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226" name="Oval 225">
            <a:extLst>
              <a:ext uri="{FF2B5EF4-FFF2-40B4-BE49-F238E27FC236}">
                <a16:creationId xmlns:a16="http://schemas.microsoft.com/office/drawing/2014/main" id="{7C67B6F8-7144-46D8-AB12-06796101F7B6}"/>
              </a:ext>
            </a:extLst>
          </p:cNvPr>
          <p:cNvSpPr/>
          <p:nvPr/>
        </p:nvSpPr>
        <p:spPr bwMode="gray">
          <a:xfrm>
            <a:off x="3936518" y="1305250"/>
            <a:ext cx="548639" cy="548642"/>
          </a:xfrm>
          <a:prstGeom prst="ellipse">
            <a:avLst/>
          </a:prstGeom>
          <a:solidFill>
            <a:srgbClr val="86BC25"/>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Verdana"/>
              <a:ea typeface="+mn-ea"/>
              <a:cs typeface="+mn-cs"/>
            </a:endParaRPr>
          </a:p>
        </p:txBody>
      </p:sp>
      <p:grpSp>
        <p:nvGrpSpPr>
          <p:cNvPr id="6" name="Group 5">
            <a:extLst>
              <a:ext uri="{FF2B5EF4-FFF2-40B4-BE49-F238E27FC236}">
                <a16:creationId xmlns:a16="http://schemas.microsoft.com/office/drawing/2014/main" id="{45E01324-8C29-4AF7-8CE6-DB3E6BC976A6}"/>
              </a:ext>
            </a:extLst>
          </p:cNvPr>
          <p:cNvGrpSpPr/>
          <p:nvPr/>
        </p:nvGrpSpPr>
        <p:grpSpPr>
          <a:xfrm>
            <a:off x="3940404" y="3226737"/>
            <a:ext cx="548639" cy="548642"/>
            <a:chOff x="3986913" y="2513082"/>
            <a:chExt cx="548639" cy="548642"/>
          </a:xfrm>
        </p:grpSpPr>
        <p:sp>
          <p:nvSpPr>
            <p:cNvPr id="227" name="Graphic 4">
              <a:extLst>
                <a:ext uri="{FF2B5EF4-FFF2-40B4-BE49-F238E27FC236}">
                  <a16:creationId xmlns:a16="http://schemas.microsoft.com/office/drawing/2014/main" id="{ED9A98C4-8BC3-4838-8CFC-3CDCD432ED4A}"/>
                </a:ext>
              </a:extLst>
            </p:cNvPr>
            <p:cNvSpPr/>
            <p:nvPr/>
          </p:nvSpPr>
          <p:spPr>
            <a:xfrm>
              <a:off x="4241846" y="2865723"/>
              <a:ext cx="29027" cy="27586"/>
            </a:xfrm>
            <a:custGeom>
              <a:avLst/>
              <a:gdLst>
                <a:gd name="connsiteX0" fmla="*/ 9585 w 19169"/>
                <a:gd name="connsiteY0" fmla="*/ 0 h 19151"/>
                <a:gd name="connsiteX1" fmla="*/ 0 w 19169"/>
                <a:gd name="connsiteY1" fmla="*/ 9576 h 19151"/>
                <a:gd name="connsiteX2" fmla="*/ 9585 w 19169"/>
                <a:gd name="connsiteY2" fmla="*/ 19152 h 19151"/>
                <a:gd name="connsiteX3" fmla="*/ 19170 w 19169"/>
                <a:gd name="connsiteY3" fmla="*/ 9576 h 19151"/>
                <a:gd name="connsiteX4" fmla="*/ 19170 w 19169"/>
                <a:gd name="connsiteY4" fmla="*/ 9576 h 19151"/>
                <a:gd name="connsiteX5" fmla="*/ 9585 w 19169"/>
                <a:gd name="connsiteY5" fmla="*/ 0 h 19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169" h="19151">
                  <a:moveTo>
                    <a:pt x="9585" y="0"/>
                  </a:moveTo>
                  <a:cubicBezTo>
                    <a:pt x="4473" y="0"/>
                    <a:pt x="0" y="4469"/>
                    <a:pt x="0" y="9576"/>
                  </a:cubicBezTo>
                  <a:cubicBezTo>
                    <a:pt x="0" y="14683"/>
                    <a:pt x="4473" y="19152"/>
                    <a:pt x="9585" y="19152"/>
                  </a:cubicBezTo>
                  <a:cubicBezTo>
                    <a:pt x="14697" y="19152"/>
                    <a:pt x="19170" y="14683"/>
                    <a:pt x="19170" y="9576"/>
                  </a:cubicBezTo>
                  <a:lnTo>
                    <a:pt x="19170" y="9576"/>
                  </a:lnTo>
                  <a:cubicBezTo>
                    <a:pt x="19170" y="4469"/>
                    <a:pt x="14697" y="0"/>
                    <a:pt x="9585" y="0"/>
                  </a:cubicBezTo>
                  <a:close/>
                </a:path>
              </a:pathLst>
            </a:custGeom>
            <a:solidFill>
              <a:schemeClr val="accent3"/>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228" name="Oval 227">
              <a:extLst>
                <a:ext uri="{FF2B5EF4-FFF2-40B4-BE49-F238E27FC236}">
                  <a16:creationId xmlns:a16="http://schemas.microsoft.com/office/drawing/2014/main" id="{25CA3553-284E-428F-90DB-870492AFFC1F}"/>
                </a:ext>
              </a:extLst>
            </p:cNvPr>
            <p:cNvSpPr/>
            <p:nvPr/>
          </p:nvSpPr>
          <p:spPr bwMode="gray">
            <a:xfrm>
              <a:off x="3986913" y="2513082"/>
              <a:ext cx="548639" cy="548642"/>
            </a:xfrm>
            <a:prstGeom prst="ellipse">
              <a:avLst/>
            </a:prstGeom>
            <a:solidFill>
              <a:schemeClr val="accent4"/>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Verdana"/>
                <a:ea typeface="+mn-ea"/>
                <a:cs typeface="+mn-cs"/>
              </a:endParaRPr>
            </a:p>
          </p:txBody>
        </p:sp>
        <p:pic>
          <p:nvPicPr>
            <p:cNvPr id="229" name="Graphic 228" descr="Raw Materials with solid fill">
              <a:extLst>
                <a:ext uri="{FF2B5EF4-FFF2-40B4-BE49-F238E27FC236}">
                  <a16:creationId xmlns:a16="http://schemas.microsoft.com/office/drawing/2014/main" id="{69EC31D0-6005-4DEF-9D04-9C41DDFE70D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040910" y="2572218"/>
              <a:ext cx="429057" cy="429057"/>
            </a:xfrm>
            <a:prstGeom prst="rect">
              <a:avLst/>
            </a:prstGeom>
          </p:spPr>
        </p:pic>
      </p:grpSp>
      <p:pic>
        <p:nvPicPr>
          <p:cNvPr id="4" name="Graphic 3" descr="Hourglass 90% with solid fill">
            <a:extLst>
              <a:ext uri="{FF2B5EF4-FFF2-40B4-BE49-F238E27FC236}">
                <a16:creationId xmlns:a16="http://schemas.microsoft.com/office/drawing/2014/main" id="{5A0D8ADA-6990-431C-8FC1-0036E7A6CFF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010912" y="1383697"/>
            <a:ext cx="383375" cy="383375"/>
          </a:xfrm>
          <a:prstGeom prst="rect">
            <a:avLst/>
          </a:prstGeom>
        </p:spPr>
      </p:pic>
      <p:sp>
        <p:nvSpPr>
          <p:cNvPr id="91" name="Oval 90">
            <a:extLst>
              <a:ext uri="{FF2B5EF4-FFF2-40B4-BE49-F238E27FC236}">
                <a16:creationId xmlns:a16="http://schemas.microsoft.com/office/drawing/2014/main" id="{14CE2338-F70E-4647-82A7-E5C748EB648E}"/>
              </a:ext>
            </a:extLst>
          </p:cNvPr>
          <p:cNvSpPr/>
          <p:nvPr/>
        </p:nvSpPr>
        <p:spPr bwMode="gray">
          <a:xfrm rot="751135">
            <a:off x="2242737" y="2526522"/>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92" name="Oval 91">
            <a:extLst>
              <a:ext uri="{FF2B5EF4-FFF2-40B4-BE49-F238E27FC236}">
                <a16:creationId xmlns:a16="http://schemas.microsoft.com/office/drawing/2014/main" id="{8E85E5A3-10CF-48B8-B6B8-C7783AF89D0B}"/>
              </a:ext>
            </a:extLst>
          </p:cNvPr>
          <p:cNvSpPr/>
          <p:nvPr/>
        </p:nvSpPr>
        <p:spPr bwMode="gray">
          <a:xfrm>
            <a:off x="2664774" y="3580627"/>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93" name="Oval 92">
            <a:extLst>
              <a:ext uri="{FF2B5EF4-FFF2-40B4-BE49-F238E27FC236}">
                <a16:creationId xmlns:a16="http://schemas.microsoft.com/office/drawing/2014/main" id="{5034967A-6C43-4CEB-8DEE-4DB852CF72E2}"/>
              </a:ext>
            </a:extLst>
          </p:cNvPr>
          <p:cNvSpPr/>
          <p:nvPr/>
        </p:nvSpPr>
        <p:spPr bwMode="gray">
          <a:xfrm>
            <a:off x="2356445" y="4586529"/>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76" name="TextBox 75">
            <a:extLst>
              <a:ext uri="{FF2B5EF4-FFF2-40B4-BE49-F238E27FC236}">
                <a16:creationId xmlns:a16="http://schemas.microsoft.com/office/drawing/2014/main" id="{51FC46EF-A5CC-4AE1-B0C5-1925DA3E564B}"/>
              </a:ext>
            </a:extLst>
          </p:cNvPr>
          <p:cNvSpPr txBox="1"/>
          <p:nvPr/>
        </p:nvSpPr>
        <p:spPr>
          <a:xfrm>
            <a:off x="4783987" y="3835423"/>
            <a:ext cx="5604919" cy="1384995"/>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12169"/>
                </a:solidFill>
                <a:effectLst/>
                <a:uLnTx/>
                <a:uFillTx/>
                <a:latin typeface="Verdana"/>
                <a:ea typeface="+mn-ea"/>
                <a:cs typeface="+mn-cs"/>
              </a:rPr>
              <a:t>Risk of Coal Transportation from </a:t>
            </a:r>
            <a:r>
              <a:rPr kumimoji="0" lang="en-US" sz="1400" b="1" i="0" u="none" strike="noStrike" kern="1200" cap="none" spc="0" normalizeH="0" baseline="0" noProof="0" dirty="0" err="1">
                <a:ln>
                  <a:noFill/>
                </a:ln>
                <a:solidFill>
                  <a:srgbClr val="012169"/>
                </a:solidFill>
                <a:effectLst/>
                <a:uLnTx/>
                <a:uFillTx/>
                <a:latin typeface="Verdana"/>
                <a:ea typeface="+mn-ea"/>
                <a:cs typeface="+mn-cs"/>
              </a:rPr>
              <a:t>Pachwara</a:t>
            </a:r>
            <a:r>
              <a:rPr kumimoji="0" lang="en-US" sz="1400" b="1" i="0" u="none" strike="noStrike" kern="1200" cap="none" spc="0" normalizeH="0" baseline="0" noProof="0" dirty="0">
                <a:ln>
                  <a:noFill/>
                </a:ln>
                <a:solidFill>
                  <a:srgbClr val="012169"/>
                </a:solidFill>
                <a:effectLst/>
                <a:uLnTx/>
                <a:uFillTx/>
                <a:latin typeface="Verdana"/>
                <a:ea typeface="+mn-ea"/>
                <a:cs typeface="+mn-cs"/>
              </a:rPr>
              <a:t>(N): </a:t>
            </a:r>
            <a:r>
              <a:rPr lang="en-US" sz="1400" dirty="0">
                <a:latin typeface="Verdana"/>
              </a:rPr>
              <a:t>D</a:t>
            </a:r>
            <a:r>
              <a:rPr kumimoji="0" lang="en-US" sz="1400" b="0" i="0" u="none" strike="noStrike" kern="1200" cap="none" spc="0" normalizeH="0" baseline="0" noProof="0" dirty="0" err="1">
                <a:ln>
                  <a:noFill/>
                </a:ln>
                <a:effectLst/>
                <a:uLnTx/>
                <a:uFillTx/>
                <a:latin typeface="Verdana"/>
                <a:ea typeface="+mn-ea"/>
                <a:cs typeface="+mn-cs"/>
              </a:rPr>
              <a:t>ue</a:t>
            </a:r>
            <a:r>
              <a:rPr kumimoji="0" lang="en-US" sz="1400" b="0" i="0" u="none" strike="noStrike" kern="1200" cap="none" spc="0" normalizeH="0" baseline="0" noProof="0" dirty="0">
                <a:ln>
                  <a:noFill/>
                </a:ln>
                <a:effectLst/>
                <a:uLnTx/>
                <a:uFillTx/>
                <a:latin typeface="Verdana"/>
                <a:ea typeface="+mn-ea"/>
                <a:cs typeface="+mn-cs"/>
              </a:rPr>
              <a:t> to unavailability of railway siding near mine head leads to high road transportation cost and uncertainty over upcoming </a:t>
            </a:r>
            <a:r>
              <a:rPr kumimoji="0" lang="en-US" sz="1400" b="0" i="0" u="none" strike="noStrike" kern="1200" cap="none" spc="0" normalizeH="0" baseline="0" noProof="0" dirty="0" err="1">
                <a:ln>
                  <a:noFill/>
                </a:ln>
                <a:effectLst/>
                <a:uLnTx/>
                <a:uFillTx/>
                <a:latin typeface="Verdana"/>
                <a:ea typeface="+mn-ea"/>
                <a:cs typeface="+mn-cs"/>
              </a:rPr>
              <a:t>Pachwara</a:t>
            </a:r>
            <a:r>
              <a:rPr kumimoji="0" lang="en-US" sz="1400" b="0" i="0" u="none" strike="noStrike" kern="1200" cap="none" spc="0" normalizeH="0" baseline="0" noProof="0" dirty="0">
                <a:ln>
                  <a:noFill/>
                </a:ln>
                <a:effectLst/>
                <a:uLnTx/>
                <a:uFillTx/>
                <a:latin typeface="Verdana"/>
                <a:ea typeface="+mn-ea"/>
                <a:cs typeface="+mn-cs"/>
              </a:rPr>
              <a:t> (Central) coal block operation vis a vis alternative Dumka railway siding may pose threat to rake loading for total coal evacuation </a:t>
            </a:r>
          </a:p>
        </p:txBody>
      </p:sp>
      <p:sp>
        <p:nvSpPr>
          <p:cNvPr id="78" name="Oval 77">
            <a:extLst>
              <a:ext uri="{FF2B5EF4-FFF2-40B4-BE49-F238E27FC236}">
                <a16:creationId xmlns:a16="http://schemas.microsoft.com/office/drawing/2014/main" id="{2EFE01B6-BE74-456D-A645-66B0408B8B7E}"/>
              </a:ext>
            </a:extLst>
          </p:cNvPr>
          <p:cNvSpPr/>
          <p:nvPr/>
        </p:nvSpPr>
        <p:spPr bwMode="gray">
          <a:xfrm>
            <a:off x="10782224" y="3919994"/>
            <a:ext cx="365760" cy="365760"/>
          </a:xfrm>
          <a:prstGeom prst="ellipse">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3050684983"/>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8E525C8-5B83-4553-B7A8-F5F66115ADBA}"/>
              </a:ext>
            </a:extLst>
          </p:cNvPr>
          <p:cNvGraphicFramePr>
            <a:graphicFrameLocks noChangeAspect="1"/>
          </p:cNvGraphicFramePr>
          <p:nvPr>
            <p:custDataLst>
              <p:tags r:id="rId2"/>
            </p:custDataLst>
          </p:nvPr>
        </p:nvGraphicFramePr>
        <p:xfrm>
          <a:off x="1680" y="1440"/>
          <a:ext cx="1440" cy="1440"/>
        </p:xfrm>
        <a:graphic>
          <a:graphicData uri="http://schemas.openxmlformats.org/presentationml/2006/ole">
            <mc:AlternateContent xmlns:mc="http://schemas.openxmlformats.org/markup-compatibility/2006">
              <mc:Choice xmlns:v="urn:schemas-microsoft-com:vml" Requires="v">
                <p:oleObj spid="_x0000_s50232" name="think-cell Slide" r:id="rId5" imgW="498" imgH="499" progId="TCLayout.ActiveDocument.1">
                  <p:embed/>
                </p:oleObj>
              </mc:Choice>
              <mc:Fallback>
                <p:oleObj name="think-cell Slide" r:id="rId5" imgW="498" imgH="499" progId="TCLayout.ActiveDocument.1">
                  <p:embed/>
                  <p:pic>
                    <p:nvPicPr>
                      <p:cNvPr id="5" name="Object 4" hidden="1">
                        <a:extLst>
                          <a:ext uri="{FF2B5EF4-FFF2-40B4-BE49-F238E27FC236}">
                            <a16:creationId xmlns:a16="http://schemas.microsoft.com/office/drawing/2014/main" id="{D8E525C8-5B83-4553-B7A8-F5F66115ADBA}"/>
                          </a:ext>
                        </a:extLst>
                      </p:cNvPr>
                      <p:cNvPicPr/>
                      <p:nvPr/>
                    </p:nvPicPr>
                    <p:blipFill>
                      <a:blip r:embed="rId6"/>
                      <a:stretch>
                        <a:fillRect/>
                      </a:stretch>
                    </p:blipFill>
                    <p:spPr>
                      <a:xfrm>
                        <a:off x="1680" y="1440"/>
                        <a:ext cx="1440" cy="1440"/>
                      </a:xfrm>
                      <a:prstGeom prst="rect">
                        <a:avLst/>
                      </a:prstGeom>
                    </p:spPr>
                  </p:pic>
                </p:oleObj>
              </mc:Fallback>
            </mc:AlternateContent>
          </a:graphicData>
        </a:graphic>
      </p:graphicFrame>
      <p:sp>
        <p:nvSpPr>
          <p:cNvPr id="88" name="Rectangle 87" hidden="1">
            <a:extLst>
              <a:ext uri="{FF2B5EF4-FFF2-40B4-BE49-F238E27FC236}">
                <a16:creationId xmlns:a16="http://schemas.microsoft.com/office/drawing/2014/main" id="{E8660C98-62A0-423C-8A5A-044FD3662E7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088" b="0" i="0" u="none" strike="noStrike" kern="1200" cap="none" spc="0" normalizeH="0" baseline="0" noProof="0">
              <a:ln>
                <a:noFill/>
              </a:ln>
              <a:solidFill>
                <a:prstClr val="white"/>
              </a:solidFill>
              <a:effectLst/>
              <a:uLnTx/>
              <a:uFillTx/>
              <a:latin typeface="Verdana"/>
              <a:ea typeface="+mn-ea"/>
              <a:cs typeface="+mn-cs"/>
            </a:endParaRPr>
          </a:p>
        </p:txBody>
      </p:sp>
      <p:sp>
        <p:nvSpPr>
          <p:cNvPr id="2" name="Rectangle 1" hidden="1">
            <a:extLst>
              <a:ext uri="{FF2B5EF4-FFF2-40B4-BE49-F238E27FC236}">
                <a16:creationId xmlns:a16="http://schemas.microsoft.com/office/drawing/2014/main" id="{2A521930-E564-4B05-B60F-B4D4B607A7F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Avenir Next LT Pro Light" panose="020B0304020202020204" pitchFamily="34" charset="0"/>
              <a:ea typeface="+mn-ea"/>
              <a:cs typeface="+mn-cs"/>
            </a:endParaRPr>
          </a:p>
        </p:txBody>
      </p:sp>
      <p:sp>
        <p:nvSpPr>
          <p:cNvPr id="33" name="Rectangle 32" hidden="1">
            <a:extLst>
              <a:ext uri="{FF2B5EF4-FFF2-40B4-BE49-F238E27FC236}">
                <a16:creationId xmlns:a16="http://schemas.microsoft.com/office/drawing/2014/main" id="{5CEEA709-822B-4D97-95B5-1E93A1A05919}"/>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54" name="Rectangle 53" hidden="1">
            <a:extLst>
              <a:ext uri="{FF2B5EF4-FFF2-40B4-BE49-F238E27FC236}">
                <a16:creationId xmlns:a16="http://schemas.microsoft.com/office/drawing/2014/main" id="{225F56F8-8BC1-48B6-BEFF-20E4914FDA4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58" name="Rectangle 57" hidden="1">
            <a:extLst>
              <a:ext uri="{FF2B5EF4-FFF2-40B4-BE49-F238E27FC236}">
                <a16:creationId xmlns:a16="http://schemas.microsoft.com/office/drawing/2014/main" id="{50C0A6EC-D618-4045-A144-16336B53AEFE}"/>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62" name="Rectangle 61" hidden="1">
            <a:extLst>
              <a:ext uri="{FF2B5EF4-FFF2-40B4-BE49-F238E27FC236}">
                <a16:creationId xmlns:a16="http://schemas.microsoft.com/office/drawing/2014/main" id="{8AC4DE8A-A90A-45C4-A128-6D6EC2EA41AF}"/>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123" name="Rectangle 122" hidden="1">
            <a:extLst>
              <a:ext uri="{FF2B5EF4-FFF2-40B4-BE49-F238E27FC236}">
                <a16:creationId xmlns:a16="http://schemas.microsoft.com/office/drawing/2014/main" id="{891D9B62-8447-4BF2-AAD5-EE8A0DC6CA59}"/>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154" name="Rectangle 153" hidden="1">
            <a:extLst>
              <a:ext uri="{FF2B5EF4-FFF2-40B4-BE49-F238E27FC236}">
                <a16:creationId xmlns:a16="http://schemas.microsoft.com/office/drawing/2014/main" id="{E6055FF4-59BE-4A31-A244-49C2AAC1E7B4}"/>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157" name="Rectangle 156" hidden="1">
            <a:extLst>
              <a:ext uri="{FF2B5EF4-FFF2-40B4-BE49-F238E27FC236}">
                <a16:creationId xmlns:a16="http://schemas.microsoft.com/office/drawing/2014/main" id="{79987C92-84CE-44DC-A97C-59F767A61EC1}"/>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361" name="Rectangle 360" hidden="1">
            <a:extLst>
              <a:ext uri="{FF2B5EF4-FFF2-40B4-BE49-F238E27FC236}">
                <a16:creationId xmlns:a16="http://schemas.microsoft.com/office/drawing/2014/main" id="{58D700BD-6F8F-4F7C-8892-9034C7A065B1}"/>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05" name="Rectangle 404" hidden="1">
            <a:extLst>
              <a:ext uri="{FF2B5EF4-FFF2-40B4-BE49-F238E27FC236}">
                <a16:creationId xmlns:a16="http://schemas.microsoft.com/office/drawing/2014/main" id="{0CEE0670-BDA8-4520-8F9D-5C046A637342}"/>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5" name="Rectangle 44" hidden="1">
            <a:extLst>
              <a:ext uri="{FF2B5EF4-FFF2-40B4-BE49-F238E27FC236}">
                <a16:creationId xmlns:a16="http://schemas.microsoft.com/office/drawing/2014/main" id="{767854C1-3E6E-4F2E-98B4-2A1F7DB28D5C}"/>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725"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219" name="Rectangle 218" hidden="1">
            <a:extLst>
              <a:ext uri="{FF2B5EF4-FFF2-40B4-BE49-F238E27FC236}">
                <a16:creationId xmlns:a16="http://schemas.microsoft.com/office/drawing/2014/main" id="{847846C5-C801-4BEE-9506-A16841F90D4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725" b="0" i="0" u="none" strike="noStrike" kern="1200" cap="none" spc="0" normalizeH="0" baseline="0" noProof="0">
              <a:ln>
                <a:noFill/>
              </a:ln>
              <a:solidFill>
                <a:prstClr val="white"/>
              </a:solidFill>
              <a:effectLst/>
              <a:uLnTx/>
              <a:uFillTx/>
              <a:latin typeface="Verdana"/>
              <a:ea typeface="+mn-ea"/>
              <a:cs typeface="+mn-cs"/>
            </a:endParaRPr>
          </a:p>
        </p:txBody>
      </p:sp>
      <p:sp>
        <p:nvSpPr>
          <p:cNvPr id="332" name="Rectangle 331" hidden="1">
            <a:extLst>
              <a:ext uri="{FF2B5EF4-FFF2-40B4-BE49-F238E27FC236}">
                <a16:creationId xmlns:a16="http://schemas.microsoft.com/office/drawing/2014/main" id="{B1BAC627-2155-4A3C-960D-101193C2287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088" b="0" i="0" u="none" strike="noStrike" kern="1200" cap="none" spc="0" normalizeH="0" baseline="0" noProof="0">
              <a:ln>
                <a:noFill/>
              </a:ln>
              <a:solidFill>
                <a:prstClr val="white"/>
              </a:solidFill>
              <a:effectLst/>
              <a:uLnTx/>
              <a:uFillTx/>
              <a:latin typeface="Verdana"/>
              <a:ea typeface="+mn-ea"/>
              <a:cs typeface="+mn-cs"/>
            </a:endParaRPr>
          </a:p>
        </p:txBody>
      </p:sp>
      <p:sp>
        <p:nvSpPr>
          <p:cNvPr id="532" name="Rectangle 531" hidden="1">
            <a:extLst>
              <a:ext uri="{FF2B5EF4-FFF2-40B4-BE49-F238E27FC236}">
                <a16:creationId xmlns:a16="http://schemas.microsoft.com/office/drawing/2014/main" id="{25F5028C-BFCA-4679-826B-D8FEBFE44C90}"/>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Avenir Next LT Pro Light" panose="020B0304020202020204" pitchFamily="34" charset="0"/>
              <a:ea typeface="+mn-ea"/>
              <a:cs typeface="+mn-cs"/>
            </a:endParaRPr>
          </a:p>
        </p:txBody>
      </p:sp>
      <p:sp>
        <p:nvSpPr>
          <p:cNvPr id="645" name="Rectangle 644" hidden="1">
            <a:extLst>
              <a:ext uri="{FF2B5EF4-FFF2-40B4-BE49-F238E27FC236}">
                <a16:creationId xmlns:a16="http://schemas.microsoft.com/office/drawing/2014/main" id="{E3C87C7A-307E-4E40-BF24-596ACA913F2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660" name="Rectangle 659" hidden="1">
            <a:extLst>
              <a:ext uri="{FF2B5EF4-FFF2-40B4-BE49-F238E27FC236}">
                <a16:creationId xmlns:a16="http://schemas.microsoft.com/office/drawing/2014/main" id="{2ECBF87A-E661-4272-A3A4-31486CCA0A14}"/>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0" name="Title 2">
            <a:extLst>
              <a:ext uri="{FF2B5EF4-FFF2-40B4-BE49-F238E27FC236}">
                <a16:creationId xmlns:a16="http://schemas.microsoft.com/office/drawing/2014/main" id="{4B8DEF8B-01E9-42C6-8321-05FF6A851792}"/>
              </a:ext>
            </a:extLst>
          </p:cNvPr>
          <p:cNvSpPr>
            <a:spLocks noGrp="1"/>
          </p:cNvSpPr>
          <p:nvPr>
            <p:ph type="title"/>
          </p:nvPr>
        </p:nvSpPr>
        <p:spPr>
          <a:xfrm>
            <a:off x="501652" y="317503"/>
            <a:ext cx="11162350" cy="334101"/>
          </a:xfrm>
        </p:spPr>
        <p:txBody>
          <a:bodyPr vert="horz"/>
          <a:lstStyle/>
          <a:p>
            <a:r>
              <a:rPr lang="en-US" sz="1814" b="1" dirty="0"/>
              <a:t>WBPDCL’s Threat Analysis (2/2)</a:t>
            </a:r>
          </a:p>
        </p:txBody>
      </p:sp>
      <p:sp>
        <p:nvSpPr>
          <p:cNvPr id="99" name="Rectangle 5">
            <a:extLst>
              <a:ext uri="{FF2B5EF4-FFF2-40B4-BE49-F238E27FC236}">
                <a16:creationId xmlns:a16="http://schemas.microsoft.com/office/drawing/2014/main" id="{D6AB1BC1-312F-4557-BBBF-C6F919BA5F07}"/>
              </a:ext>
            </a:extLst>
          </p:cNvPr>
          <p:cNvSpPr/>
          <p:nvPr/>
        </p:nvSpPr>
        <p:spPr bwMode="gray">
          <a:xfrm flipV="1">
            <a:off x="501652" y="749093"/>
            <a:ext cx="11134484" cy="27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829178" rtl="0" eaLnBrk="1" fontAlgn="auto" latinLnBrk="0" hangingPunct="1">
              <a:lnSpc>
                <a:spcPct val="100000"/>
              </a:lnSpc>
              <a:spcBef>
                <a:spcPts val="0"/>
              </a:spcBef>
              <a:spcAft>
                <a:spcPts val="0"/>
              </a:spcAft>
              <a:buClrTx/>
              <a:buSzTx/>
              <a:buFontTx/>
              <a:buNone/>
              <a:tabLst/>
              <a:defRPr/>
            </a:pPr>
            <a:endParaRPr kumimoji="0" lang="en-US" sz="1451" b="0" i="0" u="none" strike="noStrike" kern="1200" cap="none" spc="0" normalizeH="0" baseline="0" noProof="0">
              <a:ln>
                <a:noFill/>
              </a:ln>
              <a:solidFill>
                <a:prstClr val="white"/>
              </a:solidFill>
              <a:effectLst/>
              <a:uLnTx/>
              <a:uFillTx/>
              <a:latin typeface="Verdana"/>
              <a:ea typeface="+mn-ea"/>
              <a:cs typeface="+mn-cs"/>
            </a:endParaRPr>
          </a:p>
        </p:txBody>
      </p:sp>
      <p:sp>
        <p:nvSpPr>
          <p:cNvPr id="128" name="TextBox 127">
            <a:extLst>
              <a:ext uri="{FF2B5EF4-FFF2-40B4-BE49-F238E27FC236}">
                <a16:creationId xmlns:a16="http://schemas.microsoft.com/office/drawing/2014/main" id="{274CAC2F-5F29-40C3-BF7D-1526E4AF6514}"/>
              </a:ext>
            </a:extLst>
          </p:cNvPr>
          <p:cNvSpPr txBox="1"/>
          <p:nvPr/>
        </p:nvSpPr>
        <p:spPr>
          <a:xfrm>
            <a:off x="10200640" y="263311"/>
            <a:ext cx="1435496" cy="43088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2800" b="0" i="0" u="none" strike="noStrike" kern="1200" cap="none" spc="0" normalizeH="0" baseline="0" noProof="0">
                <a:ln>
                  <a:noFill/>
                </a:ln>
                <a:solidFill>
                  <a:srgbClr val="D0D0CE"/>
                </a:solidFill>
                <a:effectLst/>
                <a:uLnTx/>
                <a:uFillTx/>
                <a:latin typeface="Verdana"/>
                <a:ea typeface="+mn-ea"/>
                <a:cs typeface="+mn-cs"/>
              </a:rPr>
              <a:t>SWO</a:t>
            </a:r>
            <a:r>
              <a:rPr kumimoji="0" lang="en-US" sz="2800" b="0" i="0" u="none" strike="noStrike" kern="1200" cap="none" spc="0" normalizeH="0" baseline="0" noProof="0">
                <a:ln>
                  <a:noFill/>
                </a:ln>
                <a:solidFill>
                  <a:srgbClr val="86BC25"/>
                </a:solidFill>
                <a:effectLst/>
                <a:uLnTx/>
                <a:uFillTx/>
                <a:latin typeface="Verdana"/>
                <a:ea typeface="+mn-ea"/>
                <a:cs typeface="+mn-cs"/>
              </a:rPr>
              <a:t>T</a:t>
            </a:r>
          </a:p>
        </p:txBody>
      </p:sp>
      <p:grpSp>
        <p:nvGrpSpPr>
          <p:cNvPr id="137" name="Group 136">
            <a:extLst>
              <a:ext uri="{FF2B5EF4-FFF2-40B4-BE49-F238E27FC236}">
                <a16:creationId xmlns:a16="http://schemas.microsoft.com/office/drawing/2014/main" id="{6906D7BD-E98A-4071-B894-5A2FA8E9C7DE}"/>
              </a:ext>
            </a:extLst>
          </p:cNvPr>
          <p:cNvGrpSpPr/>
          <p:nvPr/>
        </p:nvGrpSpPr>
        <p:grpSpPr>
          <a:xfrm>
            <a:off x="3296605" y="6357711"/>
            <a:ext cx="5871063" cy="365760"/>
            <a:chOff x="2789942" y="6324600"/>
            <a:chExt cx="5871063" cy="365760"/>
          </a:xfrm>
        </p:grpSpPr>
        <p:sp>
          <p:nvSpPr>
            <p:cNvPr id="138" name="Oval 137">
              <a:extLst>
                <a:ext uri="{FF2B5EF4-FFF2-40B4-BE49-F238E27FC236}">
                  <a16:creationId xmlns:a16="http://schemas.microsoft.com/office/drawing/2014/main" id="{604550A6-A949-4E79-AE40-81CB1133C0F8}"/>
                </a:ext>
              </a:extLst>
            </p:cNvPr>
            <p:cNvSpPr/>
            <p:nvPr/>
          </p:nvSpPr>
          <p:spPr bwMode="gray">
            <a:xfrm>
              <a:off x="4811486" y="6324600"/>
              <a:ext cx="365760" cy="365760"/>
            </a:xfrm>
            <a:prstGeom prst="ellipse">
              <a:avLst/>
            </a:prstGeom>
            <a:solidFill>
              <a:schemeClr val="accent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139" name="Oval 138">
              <a:extLst>
                <a:ext uri="{FF2B5EF4-FFF2-40B4-BE49-F238E27FC236}">
                  <a16:creationId xmlns:a16="http://schemas.microsoft.com/office/drawing/2014/main" id="{887A844D-BA9B-4B0E-9771-6410A6292D07}"/>
                </a:ext>
              </a:extLst>
            </p:cNvPr>
            <p:cNvSpPr/>
            <p:nvPr/>
          </p:nvSpPr>
          <p:spPr bwMode="gray">
            <a:xfrm>
              <a:off x="6072053" y="6324600"/>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140" name="Oval 139">
              <a:extLst>
                <a:ext uri="{FF2B5EF4-FFF2-40B4-BE49-F238E27FC236}">
                  <a16:creationId xmlns:a16="http://schemas.microsoft.com/office/drawing/2014/main" id="{8A1C12BA-022D-4C17-B9EC-4B3F4B09BDDD}"/>
                </a:ext>
              </a:extLst>
            </p:cNvPr>
            <p:cNvSpPr/>
            <p:nvPr/>
          </p:nvSpPr>
          <p:spPr bwMode="gray">
            <a:xfrm>
              <a:off x="7405717" y="6324600"/>
              <a:ext cx="365760" cy="365760"/>
            </a:xfrm>
            <a:prstGeom prst="ellipse">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141" name="TextBox 140">
              <a:extLst>
                <a:ext uri="{FF2B5EF4-FFF2-40B4-BE49-F238E27FC236}">
                  <a16:creationId xmlns:a16="http://schemas.microsoft.com/office/drawing/2014/main" id="{5B8B4530-C8A8-4DDF-8C25-9626B0A002DB}"/>
                </a:ext>
              </a:extLst>
            </p:cNvPr>
            <p:cNvSpPr txBox="1"/>
            <p:nvPr/>
          </p:nvSpPr>
          <p:spPr>
            <a:xfrm>
              <a:off x="2789942" y="6442322"/>
              <a:ext cx="1698925"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1" u="none" strike="noStrike" kern="1200" cap="none" spc="0" normalizeH="0" baseline="0" noProof="0">
                  <a:ln>
                    <a:noFill/>
                  </a:ln>
                  <a:solidFill>
                    <a:srgbClr val="313131"/>
                  </a:solidFill>
                  <a:effectLst/>
                  <a:uLnTx/>
                  <a:uFillTx/>
                  <a:latin typeface="Verdana"/>
                  <a:ea typeface="+mn-ea"/>
                  <a:cs typeface="+mn-cs"/>
                </a:rPr>
                <a:t>Impact on Business</a:t>
              </a:r>
            </a:p>
          </p:txBody>
        </p:sp>
        <p:sp>
          <p:nvSpPr>
            <p:cNvPr id="142" name="TextBox 141">
              <a:extLst>
                <a:ext uri="{FF2B5EF4-FFF2-40B4-BE49-F238E27FC236}">
                  <a16:creationId xmlns:a16="http://schemas.microsoft.com/office/drawing/2014/main" id="{67E73959-67D1-4836-9C9D-52390257C87F}"/>
                </a:ext>
              </a:extLst>
            </p:cNvPr>
            <p:cNvSpPr txBox="1"/>
            <p:nvPr/>
          </p:nvSpPr>
          <p:spPr>
            <a:xfrm>
              <a:off x="5247379" y="6420550"/>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dirty="0">
                  <a:ln>
                    <a:noFill/>
                  </a:ln>
                  <a:solidFill>
                    <a:srgbClr val="313131"/>
                  </a:solidFill>
                  <a:effectLst/>
                  <a:uLnTx/>
                  <a:uFillTx/>
                  <a:latin typeface="Verdana"/>
                  <a:ea typeface="+mn-ea"/>
                  <a:cs typeface="+mn-cs"/>
                </a:rPr>
                <a:t>Low</a:t>
              </a:r>
            </a:p>
          </p:txBody>
        </p:sp>
        <p:sp>
          <p:nvSpPr>
            <p:cNvPr id="143" name="TextBox 142">
              <a:extLst>
                <a:ext uri="{FF2B5EF4-FFF2-40B4-BE49-F238E27FC236}">
                  <a16:creationId xmlns:a16="http://schemas.microsoft.com/office/drawing/2014/main" id="{BED68828-2BD7-4467-B391-2C3FB356E526}"/>
                </a:ext>
              </a:extLst>
            </p:cNvPr>
            <p:cNvSpPr txBox="1"/>
            <p:nvPr/>
          </p:nvSpPr>
          <p:spPr>
            <a:xfrm>
              <a:off x="6537499" y="6412891"/>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Verdana"/>
                  <a:ea typeface="+mn-ea"/>
                  <a:cs typeface="+mn-cs"/>
                </a:rPr>
                <a:t>Medium</a:t>
              </a:r>
            </a:p>
          </p:txBody>
        </p:sp>
        <p:sp>
          <p:nvSpPr>
            <p:cNvPr id="144" name="TextBox 143">
              <a:extLst>
                <a:ext uri="{FF2B5EF4-FFF2-40B4-BE49-F238E27FC236}">
                  <a16:creationId xmlns:a16="http://schemas.microsoft.com/office/drawing/2014/main" id="{28D46E5D-D529-4A50-AFD6-66639F505752}"/>
                </a:ext>
              </a:extLst>
            </p:cNvPr>
            <p:cNvSpPr txBox="1"/>
            <p:nvPr/>
          </p:nvSpPr>
          <p:spPr>
            <a:xfrm>
              <a:off x="7899005" y="6412891"/>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dirty="0">
                  <a:ln>
                    <a:noFill/>
                  </a:ln>
                  <a:solidFill>
                    <a:srgbClr val="313131"/>
                  </a:solidFill>
                  <a:effectLst/>
                  <a:uLnTx/>
                  <a:uFillTx/>
                  <a:latin typeface="Verdana"/>
                  <a:ea typeface="+mn-ea"/>
                  <a:cs typeface="+mn-cs"/>
                </a:rPr>
                <a:t>High</a:t>
              </a:r>
            </a:p>
          </p:txBody>
        </p:sp>
      </p:grpSp>
      <p:sp>
        <p:nvSpPr>
          <p:cNvPr id="77" name="Rectangle 76">
            <a:extLst>
              <a:ext uri="{FF2B5EF4-FFF2-40B4-BE49-F238E27FC236}">
                <a16:creationId xmlns:a16="http://schemas.microsoft.com/office/drawing/2014/main" id="{E27F1446-EBAC-47F6-9870-81C5EB913791}"/>
              </a:ext>
            </a:extLst>
          </p:cNvPr>
          <p:cNvSpPr/>
          <p:nvPr/>
        </p:nvSpPr>
        <p:spPr>
          <a:xfrm>
            <a:off x="4958079" y="1927742"/>
            <a:ext cx="5257348" cy="1077218"/>
          </a:xfrm>
          <a:prstGeom prst="rect">
            <a:avLst/>
          </a:prstGeom>
        </p:spPr>
        <p:txBody>
          <a:bodyPr wrap="square" lIns="0" tIns="0" rIns="0" bIns="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4F59"/>
                </a:solidFill>
                <a:effectLst/>
                <a:uLnTx/>
                <a:uFillTx/>
                <a:latin typeface="Verdana"/>
                <a:ea typeface="+mn-ea"/>
                <a:cs typeface="+mn-cs"/>
              </a:rPr>
              <a:t>Potential Thermal Portfolio Operation  implications in future with RE influx:</a:t>
            </a:r>
            <a:r>
              <a:rPr kumimoji="0" lang="en-US" sz="1400" b="1" i="0" u="none" strike="noStrike" kern="1200" cap="none" spc="0" normalizeH="0" baseline="0" noProof="0" dirty="0">
                <a:ln>
                  <a:noFill/>
                </a:ln>
                <a:solidFill>
                  <a:srgbClr val="86BC25"/>
                </a:solidFill>
                <a:effectLst/>
                <a:uLnTx/>
                <a:uFillTx/>
                <a:latin typeface="Verdana"/>
                <a:ea typeface="+mn-ea"/>
                <a:cs typeface="+mn-cs"/>
              </a:rPr>
              <a:t> </a:t>
            </a:r>
            <a:r>
              <a:rPr kumimoji="0" lang="en-US" sz="1400" b="0" i="0" u="none" strike="noStrike" kern="1200" cap="none" spc="0" normalizeH="0" baseline="0" noProof="0" dirty="0">
                <a:ln>
                  <a:noFill/>
                </a:ln>
                <a:solidFill>
                  <a:prstClr val="black"/>
                </a:solidFill>
                <a:effectLst/>
                <a:uLnTx/>
                <a:uFillTx/>
                <a:latin typeface="Verdana"/>
                <a:ea typeface="+mn-ea"/>
                <a:cs typeface="+mn-cs"/>
              </a:rPr>
              <a:t>With expected influx of RE in the portfolio, thermal downtime can be envisaged if proper flexibilization initiatives are not adapted, potentially impacting operations and driving up costs</a:t>
            </a:r>
            <a:endParaRPr kumimoji="0" lang="en-US" sz="1400" b="0" i="0" u="none" strike="noStrike" kern="1200" cap="none" spc="0" normalizeH="0" baseline="0" noProof="0" dirty="0">
              <a:ln>
                <a:noFill/>
              </a:ln>
              <a:solidFill>
                <a:prstClr val="white"/>
              </a:solidFill>
              <a:effectLst/>
              <a:uLnTx/>
              <a:uFillTx/>
              <a:latin typeface="Verdana"/>
              <a:ea typeface="+mn-ea"/>
              <a:cs typeface="+mn-cs"/>
            </a:endParaRPr>
          </a:p>
        </p:txBody>
      </p:sp>
      <p:sp>
        <p:nvSpPr>
          <p:cNvPr id="79" name="TextBox 78">
            <a:extLst>
              <a:ext uri="{FF2B5EF4-FFF2-40B4-BE49-F238E27FC236}">
                <a16:creationId xmlns:a16="http://schemas.microsoft.com/office/drawing/2014/main" id="{21143A12-C52A-49A7-9AB1-B4C436C71F79}"/>
              </a:ext>
            </a:extLst>
          </p:cNvPr>
          <p:cNvSpPr txBox="1"/>
          <p:nvPr/>
        </p:nvSpPr>
        <p:spPr>
          <a:xfrm>
            <a:off x="4958081" y="4320832"/>
            <a:ext cx="5257346" cy="1077218"/>
          </a:xfrm>
          <a:prstGeom prst="rect">
            <a:avLst/>
          </a:prstGeom>
          <a:noFill/>
        </p:spPr>
        <p:txBody>
          <a:bodyPr wrap="square" lIns="0" tIns="0" rIns="0" bIns="0" rtlCol="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46A38"/>
                </a:solidFill>
                <a:effectLst/>
                <a:uLnTx/>
                <a:uFillTx/>
                <a:latin typeface="Verdana"/>
                <a:ea typeface="+mn-ea"/>
                <a:cs typeface="+mn-cs"/>
              </a:rPr>
              <a:t>Handling of supply chain and Operational Byproducts with respect to upcoming FGD DSI project: </a:t>
            </a:r>
            <a:r>
              <a:rPr kumimoji="0" lang="en-US" sz="1400" b="0" i="0" u="none" strike="noStrike" kern="1200" cap="none" spc="0" normalizeH="0" baseline="0" noProof="0" dirty="0">
                <a:ln>
                  <a:noFill/>
                </a:ln>
                <a:solidFill>
                  <a:prstClr val="black"/>
                </a:solidFill>
                <a:effectLst/>
                <a:uLnTx/>
                <a:uFillTx/>
                <a:latin typeface="Verdana"/>
                <a:ea typeface="+mn-ea"/>
                <a:cs typeface="+mn-cs"/>
              </a:rPr>
              <a:t>Improper handling of chemical supply chain and tons and tons of operational byproduct, i.e. gypsum can lead to stockpile issues and environmental sanctions</a:t>
            </a:r>
          </a:p>
        </p:txBody>
      </p:sp>
      <p:grpSp>
        <p:nvGrpSpPr>
          <p:cNvPr id="82" name="Group 81">
            <a:extLst>
              <a:ext uri="{FF2B5EF4-FFF2-40B4-BE49-F238E27FC236}">
                <a16:creationId xmlns:a16="http://schemas.microsoft.com/office/drawing/2014/main" id="{85C43CC0-0F89-4DBC-A4F4-E67F04353B73}"/>
              </a:ext>
            </a:extLst>
          </p:cNvPr>
          <p:cNvGrpSpPr/>
          <p:nvPr/>
        </p:nvGrpSpPr>
        <p:grpSpPr>
          <a:xfrm>
            <a:off x="2623343" y="2367955"/>
            <a:ext cx="1083640" cy="580211"/>
            <a:chOff x="4207048" y="2110398"/>
            <a:chExt cx="1337549" cy="694394"/>
          </a:xfrm>
        </p:grpSpPr>
        <p:cxnSp>
          <p:nvCxnSpPr>
            <p:cNvPr id="83" name="Straight Connector 82">
              <a:extLst>
                <a:ext uri="{FF2B5EF4-FFF2-40B4-BE49-F238E27FC236}">
                  <a16:creationId xmlns:a16="http://schemas.microsoft.com/office/drawing/2014/main" id="{0FDBA72F-783C-4E77-A184-A878DAABF41D}"/>
                </a:ext>
              </a:extLst>
            </p:cNvPr>
            <p:cNvCxnSpPr>
              <a:cxnSpLocks/>
            </p:cNvCxnSpPr>
            <p:nvPr/>
          </p:nvCxnSpPr>
          <p:spPr>
            <a:xfrm>
              <a:off x="4922598" y="2110398"/>
              <a:ext cx="621999" cy="0"/>
            </a:xfrm>
            <a:prstGeom prst="line">
              <a:avLst/>
            </a:prstGeom>
            <a:ln w="15875" cap="rnd">
              <a:solidFill>
                <a:srgbClr val="004F59"/>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83FAEB02-8270-4B02-9FF1-8DDA5286A6E9}"/>
                </a:ext>
              </a:extLst>
            </p:cNvPr>
            <p:cNvCxnSpPr>
              <a:cxnSpLocks/>
            </p:cNvCxnSpPr>
            <p:nvPr/>
          </p:nvCxnSpPr>
          <p:spPr>
            <a:xfrm flipH="1">
              <a:off x="4207048" y="2129350"/>
              <a:ext cx="696600" cy="675442"/>
            </a:xfrm>
            <a:prstGeom prst="line">
              <a:avLst/>
            </a:prstGeom>
            <a:ln w="15875" cap="rnd">
              <a:solidFill>
                <a:srgbClr val="004F59"/>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85" name="Group 84">
            <a:extLst>
              <a:ext uri="{FF2B5EF4-FFF2-40B4-BE49-F238E27FC236}">
                <a16:creationId xmlns:a16="http://schemas.microsoft.com/office/drawing/2014/main" id="{FA016A46-3460-4C2B-8717-1ADBE82F2829}"/>
              </a:ext>
            </a:extLst>
          </p:cNvPr>
          <p:cNvGrpSpPr/>
          <p:nvPr/>
        </p:nvGrpSpPr>
        <p:grpSpPr>
          <a:xfrm>
            <a:off x="2504560" y="2826299"/>
            <a:ext cx="275672" cy="1621154"/>
            <a:chOff x="4171542" y="2735036"/>
            <a:chExt cx="275672" cy="1621154"/>
          </a:xfrm>
        </p:grpSpPr>
        <p:sp>
          <p:nvSpPr>
            <p:cNvPr id="86" name="Oval 85">
              <a:extLst>
                <a:ext uri="{FF2B5EF4-FFF2-40B4-BE49-F238E27FC236}">
                  <a16:creationId xmlns:a16="http://schemas.microsoft.com/office/drawing/2014/main" id="{B5809956-972F-42F0-BF4B-B08A16353F13}"/>
                </a:ext>
              </a:extLst>
            </p:cNvPr>
            <p:cNvSpPr/>
            <p:nvPr/>
          </p:nvSpPr>
          <p:spPr bwMode="gray">
            <a:xfrm>
              <a:off x="4171542" y="2735036"/>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dirty="0">
                <a:ln>
                  <a:noFill/>
                </a:ln>
                <a:solidFill>
                  <a:prstClr val="white"/>
                </a:solidFill>
                <a:effectLst/>
                <a:uLnTx/>
                <a:uFillTx/>
                <a:latin typeface="Verdana"/>
                <a:ea typeface="+mn-ea"/>
                <a:cs typeface="+mn-cs"/>
              </a:endParaRPr>
            </a:p>
          </p:txBody>
        </p:sp>
        <p:sp>
          <p:nvSpPr>
            <p:cNvPr id="90" name="Oval 89">
              <a:extLst>
                <a:ext uri="{FF2B5EF4-FFF2-40B4-BE49-F238E27FC236}">
                  <a16:creationId xmlns:a16="http://schemas.microsoft.com/office/drawing/2014/main" id="{404ACF12-C3D2-4BE9-A15D-88B1598E2A24}"/>
                </a:ext>
              </a:extLst>
            </p:cNvPr>
            <p:cNvSpPr/>
            <p:nvPr/>
          </p:nvSpPr>
          <p:spPr bwMode="gray">
            <a:xfrm>
              <a:off x="4219798" y="4128774"/>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dirty="0">
                <a:ln>
                  <a:noFill/>
                </a:ln>
                <a:solidFill>
                  <a:prstClr val="white"/>
                </a:solidFill>
                <a:effectLst/>
                <a:uLnTx/>
                <a:uFillTx/>
                <a:latin typeface="Verdana"/>
                <a:ea typeface="+mn-ea"/>
                <a:cs typeface="+mn-cs"/>
              </a:endParaRPr>
            </a:p>
          </p:txBody>
        </p:sp>
      </p:grpSp>
      <p:grpSp>
        <p:nvGrpSpPr>
          <p:cNvPr id="103" name="Group 102">
            <a:extLst>
              <a:ext uri="{FF2B5EF4-FFF2-40B4-BE49-F238E27FC236}">
                <a16:creationId xmlns:a16="http://schemas.microsoft.com/office/drawing/2014/main" id="{7DFD419B-E5BE-4D4D-A19B-B18CAF4BA116}"/>
              </a:ext>
            </a:extLst>
          </p:cNvPr>
          <p:cNvGrpSpPr/>
          <p:nvPr/>
        </p:nvGrpSpPr>
        <p:grpSpPr>
          <a:xfrm>
            <a:off x="2667658" y="4345502"/>
            <a:ext cx="1123813" cy="441011"/>
            <a:chOff x="4487991" y="4634811"/>
            <a:chExt cx="1056606" cy="391402"/>
          </a:xfrm>
        </p:grpSpPr>
        <p:cxnSp>
          <p:nvCxnSpPr>
            <p:cNvPr id="104" name="Straight Connector 103">
              <a:extLst>
                <a:ext uri="{FF2B5EF4-FFF2-40B4-BE49-F238E27FC236}">
                  <a16:creationId xmlns:a16="http://schemas.microsoft.com/office/drawing/2014/main" id="{3BDE7D3C-59E4-4F2D-BCBA-FB4E48EC6C8B}"/>
                </a:ext>
              </a:extLst>
            </p:cNvPr>
            <p:cNvCxnSpPr>
              <a:cxnSpLocks/>
            </p:cNvCxnSpPr>
            <p:nvPr/>
          </p:nvCxnSpPr>
          <p:spPr>
            <a:xfrm>
              <a:off x="4922598" y="5026213"/>
              <a:ext cx="621999" cy="0"/>
            </a:xfrm>
            <a:prstGeom prst="line">
              <a:avLst/>
            </a:prstGeom>
            <a:ln w="15875" cap="rnd">
              <a:solidFill>
                <a:srgbClr val="046A38"/>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9EEB1B59-20BA-4660-A95D-B94859DE1283}"/>
                </a:ext>
              </a:extLst>
            </p:cNvPr>
            <p:cNvCxnSpPr>
              <a:cxnSpLocks/>
            </p:cNvCxnSpPr>
            <p:nvPr/>
          </p:nvCxnSpPr>
          <p:spPr>
            <a:xfrm flipH="1" flipV="1">
              <a:off x="4487991" y="4634811"/>
              <a:ext cx="419702" cy="391183"/>
            </a:xfrm>
            <a:prstGeom prst="line">
              <a:avLst/>
            </a:prstGeom>
            <a:ln w="15875" cap="rnd">
              <a:solidFill>
                <a:srgbClr val="046A38"/>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183" name="Group 182">
            <a:extLst>
              <a:ext uri="{FF2B5EF4-FFF2-40B4-BE49-F238E27FC236}">
                <a16:creationId xmlns:a16="http://schemas.microsoft.com/office/drawing/2014/main" id="{5106C99B-0F4D-45CA-9156-F0FB0A302604}"/>
              </a:ext>
            </a:extLst>
          </p:cNvPr>
          <p:cNvGrpSpPr/>
          <p:nvPr/>
        </p:nvGrpSpPr>
        <p:grpSpPr>
          <a:xfrm>
            <a:off x="3296605" y="6357711"/>
            <a:ext cx="4981535" cy="365760"/>
            <a:chOff x="2789942" y="6324600"/>
            <a:chExt cx="4981535" cy="365760"/>
          </a:xfrm>
        </p:grpSpPr>
        <p:sp>
          <p:nvSpPr>
            <p:cNvPr id="184" name="Oval 183">
              <a:extLst>
                <a:ext uri="{FF2B5EF4-FFF2-40B4-BE49-F238E27FC236}">
                  <a16:creationId xmlns:a16="http://schemas.microsoft.com/office/drawing/2014/main" id="{24D81CD8-77A0-492D-AABF-B6B53AB1CB7F}"/>
                </a:ext>
              </a:extLst>
            </p:cNvPr>
            <p:cNvSpPr/>
            <p:nvPr/>
          </p:nvSpPr>
          <p:spPr bwMode="gray">
            <a:xfrm>
              <a:off x="4811486" y="6324600"/>
              <a:ext cx="365760" cy="365760"/>
            </a:xfrm>
            <a:prstGeom prst="ellipse">
              <a:avLst/>
            </a:prstGeom>
            <a:solidFill>
              <a:schemeClr val="accent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185" name="Oval 184">
              <a:extLst>
                <a:ext uri="{FF2B5EF4-FFF2-40B4-BE49-F238E27FC236}">
                  <a16:creationId xmlns:a16="http://schemas.microsoft.com/office/drawing/2014/main" id="{13FD88D6-0690-4FCE-803C-AE22761EF0CD}"/>
                </a:ext>
              </a:extLst>
            </p:cNvPr>
            <p:cNvSpPr/>
            <p:nvPr/>
          </p:nvSpPr>
          <p:spPr bwMode="gray">
            <a:xfrm>
              <a:off x="6072053" y="6324600"/>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186" name="Oval 185">
              <a:extLst>
                <a:ext uri="{FF2B5EF4-FFF2-40B4-BE49-F238E27FC236}">
                  <a16:creationId xmlns:a16="http://schemas.microsoft.com/office/drawing/2014/main" id="{D2FE0829-1596-4EE0-8EE0-867B4A426572}"/>
                </a:ext>
              </a:extLst>
            </p:cNvPr>
            <p:cNvSpPr/>
            <p:nvPr/>
          </p:nvSpPr>
          <p:spPr bwMode="gray">
            <a:xfrm>
              <a:off x="7405717" y="6324600"/>
              <a:ext cx="365760" cy="365760"/>
            </a:xfrm>
            <a:prstGeom prst="ellipse">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187" name="TextBox 186">
              <a:extLst>
                <a:ext uri="{FF2B5EF4-FFF2-40B4-BE49-F238E27FC236}">
                  <a16:creationId xmlns:a16="http://schemas.microsoft.com/office/drawing/2014/main" id="{75DE7018-A971-4466-80E1-7D954116702B}"/>
                </a:ext>
              </a:extLst>
            </p:cNvPr>
            <p:cNvSpPr txBox="1"/>
            <p:nvPr/>
          </p:nvSpPr>
          <p:spPr>
            <a:xfrm>
              <a:off x="2789942" y="6442322"/>
              <a:ext cx="1698925"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1" u="none" strike="noStrike" kern="1200" cap="none" spc="0" normalizeH="0" baseline="0" noProof="0">
                  <a:ln>
                    <a:noFill/>
                  </a:ln>
                  <a:solidFill>
                    <a:srgbClr val="313131"/>
                  </a:solidFill>
                  <a:effectLst/>
                  <a:uLnTx/>
                  <a:uFillTx/>
                  <a:latin typeface="Verdana"/>
                  <a:ea typeface="+mn-ea"/>
                  <a:cs typeface="+mn-cs"/>
                </a:rPr>
                <a:t>Impact on Business</a:t>
              </a:r>
            </a:p>
          </p:txBody>
        </p:sp>
        <p:sp>
          <p:nvSpPr>
            <p:cNvPr id="189" name="TextBox 188">
              <a:extLst>
                <a:ext uri="{FF2B5EF4-FFF2-40B4-BE49-F238E27FC236}">
                  <a16:creationId xmlns:a16="http://schemas.microsoft.com/office/drawing/2014/main" id="{89E523D8-DDC8-475A-B133-78BA5C7D2CEE}"/>
                </a:ext>
              </a:extLst>
            </p:cNvPr>
            <p:cNvSpPr txBox="1"/>
            <p:nvPr/>
          </p:nvSpPr>
          <p:spPr>
            <a:xfrm>
              <a:off x="6537499" y="6412891"/>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dirty="0">
                  <a:ln>
                    <a:noFill/>
                  </a:ln>
                  <a:solidFill>
                    <a:srgbClr val="313131"/>
                  </a:solidFill>
                  <a:effectLst/>
                  <a:uLnTx/>
                  <a:uFillTx/>
                  <a:latin typeface="Verdana"/>
                  <a:ea typeface="+mn-ea"/>
                  <a:cs typeface="+mn-cs"/>
                </a:rPr>
                <a:t>Medium</a:t>
              </a:r>
            </a:p>
          </p:txBody>
        </p:sp>
      </p:grpSp>
      <p:grpSp>
        <p:nvGrpSpPr>
          <p:cNvPr id="196" name="Group 195">
            <a:extLst>
              <a:ext uri="{FF2B5EF4-FFF2-40B4-BE49-F238E27FC236}">
                <a16:creationId xmlns:a16="http://schemas.microsoft.com/office/drawing/2014/main" id="{33FF30F8-56B1-48A6-8AE0-3E000B622068}"/>
              </a:ext>
            </a:extLst>
          </p:cNvPr>
          <p:cNvGrpSpPr/>
          <p:nvPr/>
        </p:nvGrpSpPr>
        <p:grpSpPr>
          <a:xfrm>
            <a:off x="390802" y="2527945"/>
            <a:ext cx="2286000" cy="2286000"/>
            <a:chOff x="380600" y="1693103"/>
            <a:chExt cx="4113462" cy="4088045"/>
          </a:xfrm>
        </p:grpSpPr>
        <p:sp>
          <p:nvSpPr>
            <p:cNvPr id="197" name="Arc 196">
              <a:extLst>
                <a:ext uri="{FF2B5EF4-FFF2-40B4-BE49-F238E27FC236}">
                  <a16:creationId xmlns:a16="http://schemas.microsoft.com/office/drawing/2014/main" id="{6EB8B840-FAA7-47A1-9FDC-E1A776598A31}"/>
                </a:ext>
              </a:extLst>
            </p:cNvPr>
            <p:cNvSpPr/>
            <p:nvPr/>
          </p:nvSpPr>
          <p:spPr>
            <a:xfrm>
              <a:off x="380600" y="1693103"/>
              <a:ext cx="4088045" cy="4088045"/>
            </a:xfrm>
            <a:prstGeom prst="arc">
              <a:avLst>
                <a:gd name="adj1" fmla="val 16812435"/>
                <a:gd name="adj2" fmla="val 4781030"/>
              </a:avLst>
            </a:prstGeom>
            <a:ln w="25400" cap="rnd">
              <a:solidFill>
                <a:schemeClr val="accent6">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dirty="0">
                <a:ln>
                  <a:noFill/>
                </a:ln>
                <a:solidFill>
                  <a:prstClr val="black"/>
                </a:solidFill>
                <a:effectLst/>
                <a:uLnTx/>
                <a:uFillTx/>
                <a:latin typeface="Verdana"/>
                <a:ea typeface="+mn-ea"/>
                <a:cs typeface="+mn-cs"/>
              </a:endParaRPr>
            </a:p>
          </p:txBody>
        </p:sp>
        <p:sp>
          <p:nvSpPr>
            <p:cNvPr id="198" name="Arc 197">
              <a:extLst>
                <a:ext uri="{FF2B5EF4-FFF2-40B4-BE49-F238E27FC236}">
                  <a16:creationId xmlns:a16="http://schemas.microsoft.com/office/drawing/2014/main" id="{C59A5200-C490-4FD5-BC84-0A86D05FAA38}"/>
                </a:ext>
              </a:extLst>
            </p:cNvPr>
            <p:cNvSpPr/>
            <p:nvPr/>
          </p:nvSpPr>
          <p:spPr>
            <a:xfrm flipH="1">
              <a:off x="406017" y="1693103"/>
              <a:ext cx="4088045" cy="4088045"/>
            </a:xfrm>
            <a:prstGeom prst="arc">
              <a:avLst>
                <a:gd name="adj1" fmla="val 16812435"/>
                <a:gd name="adj2" fmla="val 4781841"/>
              </a:avLst>
            </a:prstGeom>
            <a:ln w="25400" cap="rnd">
              <a:solidFill>
                <a:schemeClr val="accent6">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prstClr val="black"/>
                </a:solidFill>
                <a:effectLst/>
                <a:uLnTx/>
                <a:uFillTx/>
                <a:latin typeface="Verdana"/>
                <a:ea typeface="+mn-ea"/>
                <a:cs typeface="+mn-cs"/>
              </a:endParaRPr>
            </a:p>
          </p:txBody>
        </p:sp>
        <p:sp>
          <p:nvSpPr>
            <p:cNvPr id="199" name="Oval 198">
              <a:extLst>
                <a:ext uri="{FF2B5EF4-FFF2-40B4-BE49-F238E27FC236}">
                  <a16:creationId xmlns:a16="http://schemas.microsoft.com/office/drawing/2014/main" id="{1D00146F-477E-41F6-8BE8-C91398E5B1B3}"/>
                </a:ext>
              </a:extLst>
            </p:cNvPr>
            <p:cNvSpPr/>
            <p:nvPr/>
          </p:nvSpPr>
          <p:spPr bwMode="gray">
            <a:xfrm>
              <a:off x="618308" y="1899909"/>
              <a:ext cx="3674434" cy="3674434"/>
            </a:xfrm>
            <a:prstGeom prst="ellipse">
              <a:avLst/>
            </a:prstGeom>
            <a:noFill/>
            <a:ln w="19050" algn="ctr">
              <a:solidFill>
                <a:srgbClr val="046A38"/>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200" name="Oval 199">
              <a:extLst>
                <a:ext uri="{FF2B5EF4-FFF2-40B4-BE49-F238E27FC236}">
                  <a16:creationId xmlns:a16="http://schemas.microsoft.com/office/drawing/2014/main" id="{AB9B608D-E0B5-4CC6-A7D8-AE0EEA2A99AC}"/>
                </a:ext>
              </a:extLst>
            </p:cNvPr>
            <p:cNvSpPr/>
            <p:nvPr/>
          </p:nvSpPr>
          <p:spPr bwMode="gray">
            <a:xfrm>
              <a:off x="785328" y="2066929"/>
              <a:ext cx="3340395" cy="3340395"/>
            </a:xfrm>
            <a:prstGeom prst="ellipse">
              <a:avLst/>
            </a:prstGeom>
            <a:noFill/>
            <a:ln w="19050" algn="ctr">
              <a:solidFill>
                <a:srgbClr val="009A44"/>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201" name="Oval 200">
              <a:extLst>
                <a:ext uri="{FF2B5EF4-FFF2-40B4-BE49-F238E27FC236}">
                  <a16:creationId xmlns:a16="http://schemas.microsoft.com/office/drawing/2014/main" id="{DBF88AFD-E3D0-4282-A35F-DE94B7392A38}"/>
                </a:ext>
              </a:extLst>
            </p:cNvPr>
            <p:cNvSpPr/>
            <p:nvPr/>
          </p:nvSpPr>
          <p:spPr bwMode="gray">
            <a:xfrm>
              <a:off x="937164" y="2218765"/>
              <a:ext cx="3036722" cy="3036722"/>
            </a:xfrm>
            <a:prstGeom prst="ellipse">
              <a:avLst/>
            </a:prstGeom>
            <a:noFill/>
            <a:ln w="19050" algn="ctr">
              <a:solidFill>
                <a:srgbClr val="009A44"/>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202" name="Oval 201">
              <a:extLst>
                <a:ext uri="{FF2B5EF4-FFF2-40B4-BE49-F238E27FC236}">
                  <a16:creationId xmlns:a16="http://schemas.microsoft.com/office/drawing/2014/main" id="{CD2A46CB-1708-4C1C-8861-9D079D3DFB6F}"/>
                </a:ext>
              </a:extLst>
            </p:cNvPr>
            <p:cNvSpPr/>
            <p:nvPr/>
          </p:nvSpPr>
          <p:spPr bwMode="gray">
            <a:xfrm>
              <a:off x="1075197" y="2356798"/>
              <a:ext cx="2760657" cy="2760657"/>
            </a:xfrm>
            <a:prstGeom prst="ellipse">
              <a:avLst/>
            </a:prstGeom>
            <a:noFill/>
            <a:ln w="19050" algn="ctr">
              <a:solidFill>
                <a:srgbClr val="43B02A"/>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grpSp>
      <p:sp>
        <p:nvSpPr>
          <p:cNvPr id="203" name="Graphic 4">
            <a:extLst>
              <a:ext uri="{FF2B5EF4-FFF2-40B4-BE49-F238E27FC236}">
                <a16:creationId xmlns:a16="http://schemas.microsoft.com/office/drawing/2014/main" id="{15D34312-D9D0-4025-9B33-9923AFE7F118}"/>
              </a:ext>
            </a:extLst>
          </p:cNvPr>
          <p:cNvSpPr/>
          <p:nvPr/>
        </p:nvSpPr>
        <p:spPr>
          <a:xfrm>
            <a:off x="1226896" y="3348305"/>
            <a:ext cx="640080" cy="640080"/>
          </a:xfrm>
          <a:custGeom>
            <a:avLst/>
            <a:gdLst>
              <a:gd name="connsiteX0" fmla="*/ 180835 w 361674"/>
              <a:gd name="connsiteY0" fmla="*/ 0 h 361333"/>
              <a:gd name="connsiteX1" fmla="*/ 0 w 361674"/>
              <a:gd name="connsiteY1" fmla="*/ 180667 h 361333"/>
              <a:gd name="connsiteX2" fmla="*/ 180835 w 361674"/>
              <a:gd name="connsiteY2" fmla="*/ 361333 h 361333"/>
              <a:gd name="connsiteX3" fmla="*/ 361670 w 361674"/>
              <a:gd name="connsiteY3" fmla="*/ 180667 h 361333"/>
              <a:gd name="connsiteX4" fmla="*/ 180835 w 361674"/>
              <a:gd name="connsiteY4" fmla="*/ 0 h 361333"/>
              <a:gd name="connsiteX5" fmla="*/ 261987 w 361674"/>
              <a:gd name="connsiteY5" fmla="*/ 252806 h 361333"/>
              <a:gd name="connsiteX6" fmla="*/ 261987 w 361674"/>
              <a:gd name="connsiteY6" fmla="*/ 261743 h 361333"/>
              <a:gd name="connsiteX7" fmla="*/ 257514 w 361674"/>
              <a:gd name="connsiteY7" fmla="*/ 263659 h 361333"/>
              <a:gd name="connsiteX8" fmla="*/ 253042 w 361674"/>
              <a:gd name="connsiteY8" fmla="*/ 261743 h 361333"/>
              <a:gd name="connsiteX9" fmla="*/ 181474 w 361674"/>
              <a:gd name="connsiteY9" fmla="*/ 190243 h 361333"/>
              <a:gd name="connsiteX10" fmla="*/ 109907 w 361674"/>
              <a:gd name="connsiteY10" fmla="*/ 261743 h 361333"/>
              <a:gd name="connsiteX11" fmla="*/ 105434 w 361674"/>
              <a:gd name="connsiteY11" fmla="*/ 263659 h 361333"/>
              <a:gd name="connsiteX12" fmla="*/ 100961 w 361674"/>
              <a:gd name="connsiteY12" fmla="*/ 261743 h 361333"/>
              <a:gd name="connsiteX13" fmla="*/ 100961 w 361674"/>
              <a:gd name="connsiteY13" fmla="*/ 252806 h 361333"/>
              <a:gd name="connsiteX14" fmla="*/ 172528 w 361674"/>
              <a:gd name="connsiteY14" fmla="*/ 181305 h 361333"/>
              <a:gd name="connsiteX15" fmla="*/ 100961 w 361674"/>
              <a:gd name="connsiteY15" fmla="*/ 109805 h 361333"/>
              <a:gd name="connsiteX16" fmla="*/ 100961 w 361674"/>
              <a:gd name="connsiteY16" fmla="*/ 100867 h 361333"/>
              <a:gd name="connsiteX17" fmla="*/ 109907 w 361674"/>
              <a:gd name="connsiteY17" fmla="*/ 100867 h 361333"/>
              <a:gd name="connsiteX18" fmla="*/ 181474 w 361674"/>
              <a:gd name="connsiteY18" fmla="*/ 172368 h 361333"/>
              <a:gd name="connsiteX19" fmla="*/ 253042 w 361674"/>
              <a:gd name="connsiteY19" fmla="*/ 100867 h 361333"/>
              <a:gd name="connsiteX20" fmla="*/ 261987 w 361674"/>
              <a:gd name="connsiteY20" fmla="*/ 100867 h 361333"/>
              <a:gd name="connsiteX21" fmla="*/ 261987 w 361674"/>
              <a:gd name="connsiteY21" fmla="*/ 109805 h 361333"/>
              <a:gd name="connsiteX22" fmla="*/ 190420 w 361674"/>
              <a:gd name="connsiteY22" fmla="*/ 181305 h 361333"/>
              <a:gd name="connsiteX23" fmla="*/ 261987 w 361674"/>
              <a:gd name="connsiteY23" fmla="*/ 252806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1674" h="361333">
                <a:moveTo>
                  <a:pt x="180835" y="0"/>
                </a:moveTo>
                <a:cubicBezTo>
                  <a:pt x="80513" y="0"/>
                  <a:pt x="0" y="81077"/>
                  <a:pt x="0" y="180667"/>
                </a:cubicBezTo>
                <a:cubicBezTo>
                  <a:pt x="0" y="280895"/>
                  <a:pt x="81152" y="361333"/>
                  <a:pt x="180835" y="361333"/>
                </a:cubicBezTo>
                <a:cubicBezTo>
                  <a:pt x="281157" y="361333"/>
                  <a:pt x="361670" y="280257"/>
                  <a:pt x="361670" y="180667"/>
                </a:cubicBezTo>
                <a:cubicBezTo>
                  <a:pt x="362309" y="81077"/>
                  <a:pt x="281157" y="0"/>
                  <a:pt x="180835" y="0"/>
                </a:cubicBezTo>
                <a:close/>
                <a:moveTo>
                  <a:pt x="261987" y="252806"/>
                </a:moveTo>
                <a:cubicBezTo>
                  <a:pt x="264543" y="255359"/>
                  <a:pt x="264543" y="259190"/>
                  <a:pt x="261987" y="261743"/>
                </a:cubicBezTo>
                <a:cubicBezTo>
                  <a:pt x="260709" y="263020"/>
                  <a:pt x="258792" y="263659"/>
                  <a:pt x="257514" y="263659"/>
                </a:cubicBezTo>
                <a:cubicBezTo>
                  <a:pt x="256237" y="263659"/>
                  <a:pt x="254319" y="263020"/>
                  <a:pt x="253042" y="261743"/>
                </a:cubicBezTo>
                <a:lnTo>
                  <a:pt x="181474" y="190243"/>
                </a:lnTo>
                <a:lnTo>
                  <a:pt x="109907" y="261743"/>
                </a:lnTo>
                <a:cubicBezTo>
                  <a:pt x="108629" y="263020"/>
                  <a:pt x="106712" y="263659"/>
                  <a:pt x="105434" y="263659"/>
                </a:cubicBezTo>
                <a:cubicBezTo>
                  <a:pt x="104156" y="263659"/>
                  <a:pt x="102239" y="263020"/>
                  <a:pt x="100961" y="261743"/>
                </a:cubicBezTo>
                <a:cubicBezTo>
                  <a:pt x="98405" y="259190"/>
                  <a:pt x="98405" y="255359"/>
                  <a:pt x="100961" y="252806"/>
                </a:cubicBezTo>
                <a:lnTo>
                  <a:pt x="172528" y="181305"/>
                </a:lnTo>
                <a:lnTo>
                  <a:pt x="100961" y="109805"/>
                </a:lnTo>
                <a:cubicBezTo>
                  <a:pt x="98405" y="107251"/>
                  <a:pt x="98405" y="103421"/>
                  <a:pt x="100961" y="100867"/>
                </a:cubicBezTo>
                <a:cubicBezTo>
                  <a:pt x="103517" y="98313"/>
                  <a:pt x="107351" y="98313"/>
                  <a:pt x="109907" y="100867"/>
                </a:cubicBezTo>
                <a:lnTo>
                  <a:pt x="181474" y="172368"/>
                </a:lnTo>
                <a:lnTo>
                  <a:pt x="253042" y="100867"/>
                </a:lnTo>
                <a:cubicBezTo>
                  <a:pt x="255597" y="98313"/>
                  <a:pt x="259431" y="98313"/>
                  <a:pt x="261987" y="100867"/>
                </a:cubicBezTo>
                <a:cubicBezTo>
                  <a:pt x="264543" y="103421"/>
                  <a:pt x="264543" y="107251"/>
                  <a:pt x="261987" y="109805"/>
                </a:cubicBezTo>
                <a:lnTo>
                  <a:pt x="190420" y="181305"/>
                </a:lnTo>
                <a:lnTo>
                  <a:pt x="261987" y="252806"/>
                </a:lnTo>
                <a:close/>
              </a:path>
            </a:pathLst>
          </a:custGeom>
          <a:solidFill>
            <a:schemeClr val="accent3">
              <a:lumMod val="75000"/>
            </a:schemeClr>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214" name="Oval 213">
            <a:extLst>
              <a:ext uri="{FF2B5EF4-FFF2-40B4-BE49-F238E27FC236}">
                <a16:creationId xmlns:a16="http://schemas.microsoft.com/office/drawing/2014/main" id="{FB1E2817-34AF-41FD-8829-787B10A78790}"/>
              </a:ext>
            </a:extLst>
          </p:cNvPr>
          <p:cNvSpPr/>
          <p:nvPr/>
        </p:nvSpPr>
        <p:spPr bwMode="gray">
          <a:xfrm>
            <a:off x="10784619" y="2268231"/>
            <a:ext cx="365760" cy="365760"/>
          </a:xfrm>
          <a:prstGeom prst="ellipse">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218" name="Oval 217">
            <a:extLst>
              <a:ext uri="{FF2B5EF4-FFF2-40B4-BE49-F238E27FC236}">
                <a16:creationId xmlns:a16="http://schemas.microsoft.com/office/drawing/2014/main" id="{A5C66049-3C35-4C83-852B-87074B35B2CB}"/>
              </a:ext>
            </a:extLst>
          </p:cNvPr>
          <p:cNvSpPr/>
          <p:nvPr/>
        </p:nvSpPr>
        <p:spPr bwMode="gray">
          <a:xfrm>
            <a:off x="10784619" y="4631065"/>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grpSp>
        <p:nvGrpSpPr>
          <p:cNvPr id="3" name="Group 2">
            <a:extLst>
              <a:ext uri="{FF2B5EF4-FFF2-40B4-BE49-F238E27FC236}">
                <a16:creationId xmlns:a16="http://schemas.microsoft.com/office/drawing/2014/main" id="{AC2A7804-3444-4B6A-89A0-B42622BFFCED}"/>
              </a:ext>
            </a:extLst>
          </p:cNvPr>
          <p:cNvGrpSpPr/>
          <p:nvPr/>
        </p:nvGrpSpPr>
        <p:grpSpPr>
          <a:xfrm>
            <a:off x="3982039" y="2130140"/>
            <a:ext cx="548639" cy="558376"/>
            <a:chOff x="3936518" y="1305250"/>
            <a:chExt cx="548639" cy="548642"/>
          </a:xfrm>
          <a:solidFill>
            <a:srgbClr val="007680"/>
          </a:solidFill>
        </p:grpSpPr>
        <p:sp>
          <p:nvSpPr>
            <p:cNvPr id="226" name="Oval 225">
              <a:extLst>
                <a:ext uri="{FF2B5EF4-FFF2-40B4-BE49-F238E27FC236}">
                  <a16:creationId xmlns:a16="http://schemas.microsoft.com/office/drawing/2014/main" id="{7C67B6F8-7144-46D8-AB12-06796101F7B6}"/>
                </a:ext>
              </a:extLst>
            </p:cNvPr>
            <p:cNvSpPr/>
            <p:nvPr/>
          </p:nvSpPr>
          <p:spPr bwMode="gray">
            <a:xfrm>
              <a:off x="3936518" y="1305250"/>
              <a:ext cx="548639" cy="548642"/>
            </a:xfrm>
            <a:prstGeom prst="ellipse">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Verdana"/>
                <a:ea typeface="+mn-ea"/>
                <a:cs typeface="+mn-cs"/>
              </a:endParaRPr>
            </a:p>
          </p:txBody>
        </p:sp>
        <p:pic>
          <p:nvPicPr>
            <p:cNvPr id="7" name="Graphic 6" descr="Downward trend graph with solid fill">
              <a:extLst>
                <a:ext uri="{FF2B5EF4-FFF2-40B4-BE49-F238E27FC236}">
                  <a16:creationId xmlns:a16="http://schemas.microsoft.com/office/drawing/2014/main" id="{A0B7A822-6B8E-405A-9BBA-3B8EE9AFD90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985014" y="1354328"/>
              <a:ext cx="450486" cy="450486"/>
            </a:xfrm>
            <a:prstGeom prst="rect">
              <a:avLst/>
            </a:prstGeom>
          </p:spPr>
        </p:pic>
      </p:grpSp>
      <p:sp>
        <p:nvSpPr>
          <p:cNvPr id="227" name="Graphic 4">
            <a:extLst>
              <a:ext uri="{FF2B5EF4-FFF2-40B4-BE49-F238E27FC236}">
                <a16:creationId xmlns:a16="http://schemas.microsoft.com/office/drawing/2014/main" id="{ED9A98C4-8BC3-4838-8CFC-3CDCD432ED4A}"/>
              </a:ext>
            </a:extLst>
          </p:cNvPr>
          <p:cNvSpPr/>
          <p:nvPr/>
        </p:nvSpPr>
        <p:spPr>
          <a:xfrm>
            <a:off x="4241846" y="2865723"/>
            <a:ext cx="29027" cy="27586"/>
          </a:xfrm>
          <a:custGeom>
            <a:avLst/>
            <a:gdLst>
              <a:gd name="connsiteX0" fmla="*/ 9585 w 19169"/>
              <a:gd name="connsiteY0" fmla="*/ 0 h 19151"/>
              <a:gd name="connsiteX1" fmla="*/ 0 w 19169"/>
              <a:gd name="connsiteY1" fmla="*/ 9576 h 19151"/>
              <a:gd name="connsiteX2" fmla="*/ 9585 w 19169"/>
              <a:gd name="connsiteY2" fmla="*/ 19152 h 19151"/>
              <a:gd name="connsiteX3" fmla="*/ 19170 w 19169"/>
              <a:gd name="connsiteY3" fmla="*/ 9576 h 19151"/>
              <a:gd name="connsiteX4" fmla="*/ 19170 w 19169"/>
              <a:gd name="connsiteY4" fmla="*/ 9576 h 19151"/>
              <a:gd name="connsiteX5" fmla="*/ 9585 w 19169"/>
              <a:gd name="connsiteY5" fmla="*/ 0 h 19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169" h="19151">
                <a:moveTo>
                  <a:pt x="9585" y="0"/>
                </a:moveTo>
                <a:cubicBezTo>
                  <a:pt x="4473" y="0"/>
                  <a:pt x="0" y="4469"/>
                  <a:pt x="0" y="9576"/>
                </a:cubicBezTo>
                <a:cubicBezTo>
                  <a:pt x="0" y="14683"/>
                  <a:pt x="4473" y="19152"/>
                  <a:pt x="9585" y="19152"/>
                </a:cubicBezTo>
                <a:cubicBezTo>
                  <a:pt x="14697" y="19152"/>
                  <a:pt x="19170" y="14683"/>
                  <a:pt x="19170" y="9576"/>
                </a:cubicBezTo>
                <a:lnTo>
                  <a:pt x="19170" y="9576"/>
                </a:lnTo>
                <a:cubicBezTo>
                  <a:pt x="19170" y="4469"/>
                  <a:pt x="14697" y="0"/>
                  <a:pt x="9585" y="0"/>
                </a:cubicBezTo>
                <a:close/>
              </a:path>
            </a:pathLst>
          </a:custGeom>
          <a:solidFill>
            <a:schemeClr val="accent3"/>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92" name="Oval 91">
            <a:extLst>
              <a:ext uri="{FF2B5EF4-FFF2-40B4-BE49-F238E27FC236}">
                <a16:creationId xmlns:a16="http://schemas.microsoft.com/office/drawing/2014/main" id="{B451AB07-8BF0-4420-AF0D-E15A9AB238BF}"/>
              </a:ext>
            </a:extLst>
          </p:cNvPr>
          <p:cNvSpPr/>
          <p:nvPr/>
        </p:nvSpPr>
        <p:spPr bwMode="gray">
          <a:xfrm>
            <a:off x="3981458" y="4491458"/>
            <a:ext cx="548639" cy="558376"/>
          </a:xfrm>
          <a:prstGeom prst="ellipse">
            <a:avLst/>
          </a:prstGeom>
          <a:solidFill>
            <a:srgbClr val="046A38"/>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Verdana"/>
              <a:ea typeface="+mn-ea"/>
              <a:cs typeface="+mn-cs"/>
            </a:endParaRPr>
          </a:p>
        </p:txBody>
      </p:sp>
      <p:pic>
        <p:nvPicPr>
          <p:cNvPr id="6" name="Graphic 5" descr="Radioactive with solid fill">
            <a:extLst>
              <a:ext uri="{FF2B5EF4-FFF2-40B4-BE49-F238E27FC236}">
                <a16:creationId xmlns:a16="http://schemas.microsoft.com/office/drawing/2014/main" id="{8C4A52C2-3228-4202-A9BA-B9BA2037238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086932" y="4587368"/>
            <a:ext cx="340924" cy="340924"/>
          </a:xfrm>
          <a:prstGeom prst="rect">
            <a:avLst/>
          </a:prstGeom>
        </p:spPr>
      </p:pic>
    </p:spTree>
    <p:extLst>
      <p:ext uri="{BB962C8B-B14F-4D97-AF65-F5344CB8AC3E}">
        <p14:creationId xmlns:p14="http://schemas.microsoft.com/office/powerpoint/2010/main" val="2877546940"/>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2">
            <a:lumMod val="75000"/>
          </a:schemeClr>
        </a:solidFill>
        <a:effectLst/>
      </p:bgPr>
    </p:bg>
    <p:spTree>
      <p:nvGrpSpPr>
        <p:cNvPr id="1" name=""/>
        <p:cNvGrpSpPr/>
        <p:nvPr/>
      </p:nvGrpSpPr>
      <p:grpSpPr>
        <a:xfrm>
          <a:off x="0" y="0"/>
          <a:ext cx="0" cy="0"/>
          <a:chOff x="0" y="0"/>
          <a:chExt cx="0" cy="0"/>
        </a:xfrm>
      </p:grpSpPr>
      <p:pic>
        <p:nvPicPr>
          <p:cNvPr id="236" name="Picture 235">
            <a:extLst>
              <a:ext uri="{FF2B5EF4-FFF2-40B4-BE49-F238E27FC236}">
                <a16:creationId xmlns:a16="http://schemas.microsoft.com/office/drawing/2014/main" id="{17DFCE1A-DD97-4B9A-A969-53DF79A768C4}"/>
              </a:ext>
            </a:extLst>
          </p:cNvPr>
          <p:cNvPicPr>
            <a:picLocks noChangeAspect="1"/>
          </p:cNvPicPr>
          <p:nvPr/>
        </p:nvPicPr>
        <p:blipFill rotWithShape="1">
          <a:blip r:embed="rId2"/>
          <a:srcRect r="20468" b="10390"/>
          <a:stretch/>
        </p:blipFill>
        <p:spPr>
          <a:xfrm>
            <a:off x="6470533" y="2678756"/>
            <a:ext cx="5721228" cy="4179109"/>
          </a:xfrm>
          <a:prstGeom prst="rect">
            <a:avLst/>
          </a:prstGeom>
        </p:spPr>
      </p:pic>
      <p:sp>
        <p:nvSpPr>
          <p:cNvPr id="12" name="TextBox 11">
            <a:extLst>
              <a:ext uri="{FF2B5EF4-FFF2-40B4-BE49-F238E27FC236}">
                <a16:creationId xmlns:a16="http://schemas.microsoft.com/office/drawing/2014/main" id="{B8C85EC7-BD8A-47BA-BF81-9B0AFF4B4472}"/>
              </a:ext>
            </a:extLst>
          </p:cNvPr>
          <p:cNvSpPr txBox="1"/>
          <p:nvPr/>
        </p:nvSpPr>
        <p:spPr>
          <a:xfrm>
            <a:off x="895876" y="3131675"/>
            <a:ext cx="4688178" cy="594650"/>
          </a:xfrm>
          <a:prstGeom prst="rect">
            <a:avLst/>
          </a:prstGeom>
          <a:noFill/>
        </p:spPr>
        <p:txBody>
          <a:bodyPr wrap="square">
            <a:spAutoFit/>
          </a:bodyPr>
          <a:lstStyle/>
          <a:p>
            <a:pPr marL="0" marR="0" lvl="0" indent="0" algn="l" defTabSz="945677" rtl="0" eaLnBrk="1" fontAlgn="auto" latinLnBrk="0" hangingPunct="1">
              <a:lnSpc>
                <a:spcPct val="100000"/>
              </a:lnSpc>
              <a:spcBef>
                <a:spcPts val="0"/>
              </a:spcBef>
              <a:spcAft>
                <a:spcPts val="0"/>
              </a:spcAft>
              <a:buClrTx/>
              <a:buSzTx/>
              <a:buFontTx/>
              <a:buNone/>
              <a:tabLst/>
              <a:defRPr/>
            </a:pPr>
            <a:r>
              <a:rPr kumimoji="0" lang="en-US" sz="3264" b="0" i="0" u="none" strike="noStrike" kern="1200" cap="none" spc="0" normalizeH="0" baseline="0" noProof="0">
                <a:ln>
                  <a:noFill/>
                </a:ln>
                <a:solidFill>
                  <a:prstClr val="white"/>
                </a:solidFill>
                <a:effectLst/>
                <a:uLnTx/>
                <a:uFillTx/>
                <a:latin typeface="Abadi Extra Light" panose="020B0204020104020204" pitchFamily="34" charset="0"/>
                <a:ea typeface="+mn-ea"/>
                <a:cs typeface="+mn-cs"/>
              </a:rPr>
              <a:t>DPL’s S</a:t>
            </a:r>
            <a:r>
              <a:rPr kumimoji="0" lang="en-US" sz="2400" b="0" i="0" u="none" strike="noStrike" kern="1200" cap="none" spc="0" normalizeH="0" baseline="0" noProof="0">
                <a:ln>
                  <a:noFill/>
                </a:ln>
                <a:solidFill>
                  <a:prstClr val="white"/>
                </a:solidFill>
                <a:effectLst/>
                <a:uLnTx/>
                <a:uFillTx/>
                <a:latin typeface="Abadi Extra Light" panose="020B0204020104020204" pitchFamily="34" charset="0"/>
                <a:ea typeface="+mn-ea"/>
                <a:cs typeface="+mn-cs"/>
              </a:rPr>
              <a:t>WOT</a:t>
            </a:r>
            <a:r>
              <a:rPr kumimoji="0" lang="en-US" sz="3264" b="0" i="0" u="none" strike="noStrike" kern="1200" cap="none" spc="0" normalizeH="0" baseline="0" noProof="0">
                <a:ln>
                  <a:noFill/>
                </a:ln>
                <a:solidFill>
                  <a:prstClr val="white"/>
                </a:solidFill>
                <a:effectLst/>
                <a:uLnTx/>
                <a:uFillTx/>
                <a:latin typeface="Abadi Extra Light" panose="020B0204020104020204" pitchFamily="34" charset="0"/>
                <a:ea typeface="+mn-ea"/>
                <a:cs typeface="+mn-cs"/>
              </a:rPr>
              <a:t> A</a:t>
            </a:r>
            <a:r>
              <a:rPr kumimoji="0" lang="en-US" sz="2400" b="0" i="0" u="none" strike="noStrike" kern="1200" cap="none" spc="0" normalizeH="0" baseline="0" noProof="0">
                <a:ln>
                  <a:noFill/>
                </a:ln>
                <a:solidFill>
                  <a:prstClr val="white"/>
                </a:solidFill>
                <a:effectLst/>
                <a:uLnTx/>
                <a:uFillTx/>
                <a:latin typeface="Abadi Extra Light" panose="020B0204020104020204" pitchFamily="34" charset="0"/>
                <a:ea typeface="+mn-ea"/>
                <a:cs typeface="+mn-cs"/>
              </a:rPr>
              <a:t>NALYSIS</a:t>
            </a:r>
          </a:p>
        </p:txBody>
      </p:sp>
    </p:spTree>
    <p:extLst>
      <p:ext uri="{BB962C8B-B14F-4D97-AF65-F5344CB8AC3E}">
        <p14:creationId xmlns:p14="http://schemas.microsoft.com/office/powerpoint/2010/main" val="65652399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8E525C8-5B83-4553-B7A8-F5F66115ADBA}"/>
              </a:ext>
            </a:extLst>
          </p:cNvPr>
          <p:cNvGraphicFramePr>
            <a:graphicFrameLocks noChangeAspect="1"/>
          </p:cNvGraphicFramePr>
          <p:nvPr>
            <p:custDataLst>
              <p:tags r:id="rId2"/>
            </p:custDataLst>
            <p:extLst>
              <p:ext uri="{D42A27DB-BD31-4B8C-83A1-F6EECF244321}">
                <p14:modId xmlns:p14="http://schemas.microsoft.com/office/powerpoint/2010/main" val="2297242774"/>
              </p:ext>
            </p:extLst>
          </p:nvPr>
        </p:nvGraphicFramePr>
        <p:xfrm>
          <a:off x="1680" y="1440"/>
          <a:ext cx="1440" cy="1440"/>
        </p:xfrm>
        <a:graphic>
          <a:graphicData uri="http://schemas.openxmlformats.org/presentationml/2006/ole">
            <mc:AlternateContent xmlns:mc="http://schemas.openxmlformats.org/markup-compatibility/2006">
              <mc:Choice xmlns:v="urn:schemas-microsoft-com:vml" Requires="v">
                <p:oleObj spid="_x0000_s30780" name="think-cell Slide" r:id="rId5" imgW="498" imgH="499" progId="TCLayout.ActiveDocument.1">
                  <p:embed/>
                </p:oleObj>
              </mc:Choice>
              <mc:Fallback>
                <p:oleObj name="think-cell Slide" r:id="rId5" imgW="498" imgH="499" progId="TCLayout.ActiveDocument.1">
                  <p:embed/>
                  <p:pic>
                    <p:nvPicPr>
                      <p:cNvPr id="5" name="Object 4" hidden="1">
                        <a:extLst>
                          <a:ext uri="{FF2B5EF4-FFF2-40B4-BE49-F238E27FC236}">
                            <a16:creationId xmlns:a16="http://schemas.microsoft.com/office/drawing/2014/main" id="{D8E525C8-5B83-4553-B7A8-F5F66115ADBA}"/>
                          </a:ext>
                        </a:extLst>
                      </p:cNvPr>
                      <p:cNvPicPr/>
                      <p:nvPr/>
                    </p:nvPicPr>
                    <p:blipFill>
                      <a:blip r:embed="rId6"/>
                      <a:stretch>
                        <a:fillRect/>
                      </a:stretch>
                    </p:blipFill>
                    <p:spPr>
                      <a:xfrm>
                        <a:off x="1680" y="1440"/>
                        <a:ext cx="1440" cy="1440"/>
                      </a:xfrm>
                      <a:prstGeom prst="rect">
                        <a:avLst/>
                      </a:prstGeom>
                    </p:spPr>
                  </p:pic>
                </p:oleObj>
              </mc:Fallback>
            </mc:AlternateContent>
          </a:graphicData>
        </a:graphic>
      </p:graphicFrame>
      <p:sp>
        <p:nvSpPr>
          <p:cNvPr id="88" name="Rectangle 87" hidden="1">
            <a:extLst>
              <a:ext uri="{FF2B5EF4-FFF2-40B4-BE49-F238E27FC236}">
                <a16:creationId xmlns:a16="http://schemas.microsoft.com/office/drawing/2014/main" id="{E8660C98-62A0-423C-8A5A-044FD3662E7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088" b="0" i="0" u="none" strike="noStrike" kern="1200" cap="none" spc="0" normalizeH="0" baseline="0" noProof="0">
              <a:ln>
                <a:noFill/>
              </a:ln>
              <a:solidFill>
                <a:prstClr val="white"/>
              </a:solidFill>
              <a:effectLst/>
              <a:uLnTx/>
              <a:uFillTx/>
              <a:latin typeface="Verdana"/>
              <a:ea typeface="+mn-ea"/>
              <a:cs typeface="+mn-cs"/>
            </a:endParaRPr>
          </a:p>
        </p:txBody>
      </p:sp>
      <p:sp>
        <p:nvSpPr>
          <p:cNvPr id="2" name="Rectangle 1" hidden="1">
            <a:extLst>
              <a:ext uri="{FF2B5EF4-FFF2-40B4-BE49-F238E27FC236}">
                <a16:creationId xmlns:a16="http://schemas.microsoft.com/office/drawing/2014/main" id="{2A521930-E564-4B05-B60F-B4D4B607A7F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Avenir Next LT Pro Light" panose="020B0304020202020204" pitchFamily="34" charset="0"/>
              <a:ea typeface="+mn-ea"/>
              <a:cs typeface="+mn-cs"/>
            </a:endParaRPr>
          </a:p>
        </p:txBody>
      </p:sp>
      <p:sp>
        <p:nvSpPr>
          <p:cNvPr id="33" name="Rectangle 32" hidden="1">
            <a:extLst>
              <a:ext uri="{FF2B5EF4-FFF2-40B4-BE49-F238E27FC236}">
                <a16:creationId xmlns:a16="http://schemas.microsoft.com/office/drawing/2014/main" id="{5CEEA709-822B-4D97-95B5-1E93A1A05919}"/>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54" name="Rectangle 53" hidden="1">
            <a:extLst>
              <a:ext uri="{FF2B5EF4-FFF2-40B4-BE49-F238E27FC236}">
                <a16:creationId xmlns:a16="http://schemas.microsoft.com/office/drawing/2014/main" id="{225F56F8-8BC1-48B6-BEFF-20E4914FDA4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58" name="Rectangle 57" hidden="1">
            <a:extLst>
              <a:ext uri="{FF2B5EF4-FFF2-40B4-BE49-F238E27FC236}">
                <a16:creationId xmlns:a16="http://schemas.microsoft.com/office/drawing/2014/main" id="{50C0A6EC-D618-4045-A144-16336B53AEFE}"/>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62" name="Rectangle 61" hidden="1">
            <a:extLst>
              <a:ext uri="{FF2B5EF4-FFF2-40B4-BE49-F238E27FC236}">
                <a16:creationId xmlns:a16="http://schemas.microsoft.com/office/drawing/2014/main" id="{8AC4DE8A-A90A-45C4-A128-6D6EC2EA41AF}"/>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123" name="Rectangle 122" hidden="1">
            <a:extLst>
              <a:ext uri="{FF2B5EF4-FFF2-40B4-BE49-F238E27FC236}">
                <a16:creationId xmlns:a16="http://schemas.microsoft.com/office/drawing/2014/main" id="{891D9B62-8447-4BF2-AAD5-EE8A0DC6CA59}"/>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154" name="Rectangle 153" hidden="1">
            <a:extLst>
              <a:ext uri="{FF2B5EF4-FFF2-40B4-BE49-F238E27FC236}">
                <a16:creationId xmlns:a16="http://schemas.microsoft.com/office/drawing/2014/main" id="{E6055FF4-59BE-4A31-A244-49C2AAC1E7B4}"/>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157" name="Rectangle 156" hidden="1">
            <a:extLst>
              <a:ext uri="{FF2B5EF4-FFF2-40B4-BE49-F238E27FC236}">
                <a16:creationId xmlns:a16="http://schemas.microsoft.com/office/drawing/2014/main" id="{79987C92-84CE-44DC-A97C-59F767A61EC1}"/>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361" name="Rectangle 360" hidden="1">
            <a:extLst>
              <a:ext uri="{FF2B5EF4-FFF2-40B4-BE49-F238E27FC236}">
                <a16:creationId xmlns:a16="http://schemas.microsoft.com/office/drawing/2014/main" id="{58D700BD-6F8F-4F7C-8892-9034C7A065B1}"/>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05" name="Rectangle 404" hidden="1">
            <a:extLst>
              <a:ext uri="{FF2B5EF4-FFF2-40B4-BE49-F238E27FC236}">
                <a16:creationId xmlns:a16="http://schemas.microsoft.com/office/drawing/2014/main" id="{0CEE0670-BDA8-4520-8F9D-5C046A637342}"/>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5" name="Rectangle 44" hidden="1">
            <a:extLst>
              <a:ext uri="{FF2B5EF4-FFF2-40B4-BE49-F238E27FC236}">
                <a16:creationId xmlns:a16="http://schemas.microsoft.com/office/drawing/2014/main" id="{767854C1-3E6E-4F2E-98B4-2A1F7DB28D5C}"/>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725"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219" name="Rectangle 218" hidden="1">
            <a:extLst>
              <a:ext uri="{FF2B5EF4-FFF2-40B4-BE49-F238E27FC236}">
                <a16:creationId xmlns:a16="http://schemas.microsoft.com/office/drawing/2014/main" id="{847846C5-C801-4BEE-9506-A16841F90D4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725" b="0" i="0" u="none" strike="noStrike" kern="1200" cap="none" spc="0" normalizeH="0" baseline="0" noProof="0">
              <a:ln>
                <a:noFill/>
              </a:ln>
              <a:solidFill>
                <a:prstClr val="white"/>
              </a:solidFill>
              <a:effectLst/>
              <a:uLnTx/>
              <a:uFillTx/>
              <a:latin typeface="Verdana"/>
              <a:ea typeface="+mn-ea"/>
              <a:cs typeface="+mn-cs"/>
            </a:endParaRPr>
          </a:p>
        </p:txBody>
      </p:sp>
      <p:sp>
        <p:nvSpPr>
          <p:cNvPr id="332" name="Rectangle 331" hidden="1">
            <a:extLst>
              <a:ext uri="{FF2B5EF4-FFF2-40B4-BE49-F238E27FC236}">
                <a16:creationId xmlns:a16="http://schemas.microsoft.com/office/drawing/2014/main" id="{B1BAC627-2155-4A3C-960D-101193C2287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088" b="0" i="0" u="none" strike="noStrike" kern="1200" cap="none" spc="0" normalizeH="0" baseline="0" noProof="0">
              <a:ln>
                <a:noFill/>
              </a:ln>
              <a:solidFill>
                <a:prstClr val="white"/>
              </a:solidFill>
              <a:effectLst/>
              <a:uLnTx/>
              <a:uFillTx/>
              <a:latin typeface="Verdana"/>
              <a:ea typeface="+mn-ea"/>
              <a:cs typeface="+mn-cs"/>
            </a:endParaRPr>
          </a:p>
        </p:txBody>
      </p:sp>
      <p:sp>
        <p:nvSpPr>
          <p:cNvPr id="532" name="Rectangle 531" hidden="1">
            <a:extLst>
              <a:ext uri="{FF2B5EF4-FFF2-40B4-BE49-F238E27FC236}">
                <a16:creationId xmlns:a16="http://schemas.microsoft.com/office/drawing/2014/main" id="{25F5028C-BFCA-4679-826B-D8FEBFE44C90}"/>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Avenir Next LT Pro Light" panose="020B0304020202020204" pitchFamily="34" charset="0"/>
              <a:ea typeface="+mn-ea"/>
              <a:cs typeface="+mn-cs"/>
            </a:endParaRPr>
          </a:p>
        </p:txBody>
      </p:sp>
      <p:sp>
        <p:nvSpPr>
          <p:cNvPr id="645" name="Rectangle 644" hidden="1">
            <a:extLst>
              <a:ext uri="{FF2B5EF4-FFF2-40B4-BE49-F238E27FC236}">
                <a16:creationId xmlns:a16="http://schemas.microsoft.com/office/drawing/2014/main" id="{E3C87C7A-307E-4E40-BF24-596ACA913F2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660" name="Rectangle 659" hidden="1">
            <a:extLst>
              <a:ext uri="{FF2B5EF4-FFF2-40B4-BE49-F238E27FC236}">
                <a16:creationId xmlns:a16="http://schemas.microsoft.com/office/drawing/2014/main" id="{2ECBF87A-E661-4272-A3A4-31486CCA0A14}"/>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0" name="Title 2">
            <a:extLst>
              <a:ext uri="{FF2B5EF4-FFF2-40B4-BE49-F238E27FC236}">
                <a16:creationId xmlns:a16="http://schemas.microsoft.com/office/drawing/2014/main" id="{4B8DEF8B-01E9-42C6-8321-05FF6A851792}"/>
              </a:ext>
            </a:extLst>
          </p:cNvPr>
          <p:cNvSpPr>
            <a:spLocks noGrp="1"/>
          </p:cNvSpPr>
          <p:nvPr>
            <p:ph type="title"/>
          </p:nvPr>
        </p:nvSpPr>
        <p:spPr>
          <a:xfrm>
            <a:off x="501652" y="317503"/>
            <a:ext cx="11162350" cy="334101"/>
          </a:xfrm>
        </p:spPr>
        <p:txBody>
          <a:bodyPr vert="horz"/>
          <a:lstStyle/>
          <a:p>
            <a:r>
              <a:rPr lang="en-US" sz="1814" b="1" dirty="0"/>
              <a:t>DPL’s Strength Analysis</a:t>
            </a:r>
          </a:p>
        </p:txBody>
      </p:sp>
      <p:sp>
        <p:nvSpPr>
          <p:cNvPr id="11" name="Rectangle 5">
            <a:extLst>
              <a:ext uri="{FF2B5EF4-FFF2-40B4-BE49-F238E27FC236}">
                <a16:creationId xmlns:a16="http://schemas.microsoft.com/office/drawing/2014/main" id="{17432CE0-A4B3-4621-942F-1953AA54CFB9}"/>
              </a:ext>
            </a:extLst>
          </p:cNvPr>
          <p:cNvSpPr/>
          <p:nvPr/>
        </p:nvSpPr>
        <p:spPr bwMode="gray">
          <a:xfrm flipV="1">
            <a:off x="501652" y="749093"/>
            <a:ext cx="11134484" cy="27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829178" rtl="0" eaLnBrk="1" fontAlgn="auto" latinLnBrk="0" hangingPunct="1">
              <a:lnSpc>
                <a:spcPct val="100000"/>
              </a:lnSpc>
              <a:spcBef>
                <a:spcPts val="0"/>
              </a:spcBef>
              <a:spcAft>
                <a:spcPts val="0"/>
              </a:spcAft>
              <a:buClrTx/>
              <a:buSzTx/>
              <a:buFontTx/>
              <a:buNone/>
              <a:tabLst/>
              <a:defRPr/>
            </a:pPr>
            <a:endParaRPr kumimoji="0" lang="en-US" sz="1451" b="0" i="0" u="none" strike="noStrike" kern="1200" cap="none" spc="0" normalizeH="0" baseline="0" noProof="0">
              <a:ln>
                <a:noFill/>
              </a:ln>
              <a:solidFill>
                <a:prstClr val="white"/>
              </a:solidFill>
              <a:effectLst/>
              <a:uLnTx/>
              <a:uFillTx/>
              <a:latin typeface="Verdana"/>
              <a:ea typeface="+mn-ea"/>
              <a:cs typeface="+mn-cs"/>
            </a:endParaRPr>
          </a:p>
        </p:txBody>
      </p:sp>
      <p:sp>
        <p:nvSpPr>
          <p:cNvPr id="161" name="Rectangle 160">
            <a:extLst>
              <a:ext uri="{FF2B5EF4-FFF2-40B4-BE49-F238E27FC236}">
                <a16:creationId xmlns:a16="http://schemas.microsoft.com/office/drawing/2014/main" id="{B05DE1FD-5D9A-4B53-AACE-651883A14C74}"/>
              </a:ext>
            </a:extLst>
          </p:cNvPr>
          <p:cNvSpPr/>
          <p:nvPr/>
        </p:nvSpPr>
        <p:spPr>
          <a:xfrm>
            <a:off x="4943294" y="1479362"/>
            <a:ext cx="4908276" cy="646331"/>
          </a:xfrm>
          <a:prstGeom prst="rect">
            <a:avLst/>
          </a:prstGeom>
        </p:spPr>
        <p:txBody>
          <a:bodyPr wrap="square" lIns="0" tIns="0" rIns="0" bIns="0" anchor="ctr">
            <a:spAutoFit/>
          </a:bodyPr>
          <a:lstStyle/>
          <a:p>
            <a:pPr algn="just"/>
            <a:r>
              <a:rPr lang="en-US" sz="1400" b="1" dirty="0">
                <a:solidFill>
                  <a:schemeClr val="accent1"/>
                </a:solidFill>
              </a:rPr>
              <a:t>Reducing loss trajectory: </a:t>
            </a:r>
            <a:r>
              <a:rPr lang="en-US" sz="1400" dirty="0"/>
              <a:t>Over the past few years, DPL has seen a significant reduction in the losses (FY 17 to FY 21). </a:t>
            </a:r>
            <a:endParaRPr lang="en-US" sz="1400" dirty="0">
              <a:solidFill>
                <a:schemeClr val="bg1"/>
              </a:solidFill>
            </a:endParaRPr>
          </a:p>
        </p:txBody>
      </p:sp>
      <p:sp>
        <p:nvSpPr>
          <p:cNvPr id="162" name="TextBox 161">
            <a:extLst>
              <a:ext uri="{FF2B5EF4-FFF2-40B4-BE49-F238E27FC236}">
                <a16:creationId xmlns:a16="http://schemas.microsoft.com/office/drawing/2014/main" id="{D94E36FD-E4A9-4D1E-9EFD-1AFCAE215DE0}"/>
              </a:ext>
            </a:extLst>
          </p:cNvPr>
          <p:cNvSpPr txBox="1"/>
          <p:nvPr/>
        </p:nvSpPr>
        <p:spPr>
          <a:xfrm>
            <a:off x="4943294" y="5143345"/>
            <a:ext cx="4908277" cy="646331"/>
          </a:xfrm>
          <a:prstGeom prst="rect">
            <a:avLst/>
          </a:prstGeom>
          <a:noFill/>
        </p:spPr>
        <p:txBody>
          <a:bodyPr wrap="square" lIns="0" tIns="0" rIns="0" bIns="0" rtlCol="0" anchor="ctr">
            <a:spAutoFit/>
          </a:bodyPr>
          <a:lstStyle/>
          <a:p>
            <a:pPr algn="just"/>
            <a:r>
              <a:rPr lang="en-US" sz="1400" b="1" dirty="0">
                <a:solidFill>
                  <a:schemeClr val="accent4">
                    <a:lumMod val="60000"/>
                    <a:lumOff val="40000"/>
                  </a:schemeClr>
                </a:solidFill>
              </a:rPr>
              <a:t>Availability of Captive Coal: </a:t>
            </a:r>
            <a:r>
              <a:rPr lang="en-US" sz="1400" dirty="0"/>
              <a:t>T</a:t>
            </a:r>
            <a:r>
              <a:rPr lang="en-US" sz="1400" b="0" kern="1200" dirty="0">
                <a:solidFill>
                  <a:schemeClr val="tx1"/>
                </a:solidFill>
                <a:latin typeface="+mn-lt"/>
                <a:ea typeface="+mn-ea"/>
                <a:cs typeface="+mn-cs"/>
              </a:rPr>
              <a:t>rans </a:t>
            </a:r>
            <a:r>
              <a:rPr lang="en-US" sz="1400" dirty="0"/>
              <a:t>D</a:t>
            </a:r>
            <a:r>
              <a:rPr lang="en-US" sz="1400" b="0" kern="1200" dirty="0">
                <a:solidFill>
                  <a:schemeClr val="tx1"/>
                </a:solidFill>
                <a:latin typeface="+mn-lt"/>
                <a:ea typeface="+mn-ea"/>
                <a:cs typeface="+mn-cs"/>
              </a:rPr>
              <a:t>amodar coal Mine guarantees availability of coal for existing operations</a:t>
            </a:r>
            <a:endParaRPr lang="en-US" sz="1400" dirty="0">
              <a:solidFill>
                <a:schemeClr val="bg1"/>
              </a:solidFill>
            </a:endParaRPr>
          </a:p>
        </p:txBody>
      </p:sp>
      <p:sp>
        <p:nvSpPr>
          <p:cNvPr id="163" name="TextBox 162">
            <a:extLst>
              <a:ext uri="{FF2B5EF4-FFF2-40B4-BE49-F238E27FC236}">
                <a16:creationId xmlns:a16="http://schemas.microsoft.com/office/drawing/2014/main" id="{2E0890B0-9FBE-4964-84D5-558A96E9E2C0}"/>
              </a:ext>
            </a:extLst>
          </p:cNvPr>
          <p:cNvSpPr txBox="1"/>
          <p:nvPr/>
        </p:nvSpPr>
        <p:spPr>
          <a:xfrm>
            <a:off x="4943295" y="4289652"/>
            <a:ext cx="4908277" cy="646331"/>
          </a:xfrm>
          <a:prstGeom prst="rect">
            <a:avLst/>
          </a:prstGeom>
          <a:noFill/>
        </p:spPr>
        <p:txBody>
          <a:bodyPr wrap="square" lIns="0" tIns="0" rIns="0" bIns="0" rtlCol="0" anchor="ctr">
            <a:spAutoFit/>
          </a:bodyPr>
          <a:lstStyle/>
          <a:p>
            <a:pPr algn="just"/>
            <a:r>
              <a:rPr lang="en-US" sz="1400" b="1" dirty="0">
                <a:solidFill>
                  <a:schemeClr val="accent3"/>
                </a:solidFill>
              </a:rPr>
              <a:t>Surplus Land Availability: </a:t>
            </a:r>
            <a:r>
              <a:rPr lang="en-US" sz="1400" b="0" dirty="0">
                <a:solidFill>
                  <a:schemeClr val="tx1"/>
                </a:solidFill>
              </a:rPr>
              <a:t>DPL has a total surplus land of more than ~2,000 acres for capacity expansion for new Business ventures</a:t>
            </a:r>
            <a:endParaRPr lang="en-US" sz="1400" dirty="0">
              <a:solidFill>
                <a:schemeClr val="bg1"/>
              </a:solidFill>
            </a:endParaRPr>
          </a:p>
        </p:txBody>
      </p:sp>
      <p:sp>
        <p:nvSpPr>
          <p:cNvPr id="164" name="TextBox 163">
            <a:extLst>
              <a:ext uri="{FF2B5EF4-FFF2-40B4-BE49-F238E27FC236}">
                <a16:creationId xmlns:a16="http://schemas.microsoft.com/office/drawing/2014/main" id="{7692A00F-7EB1-4BA3-8804-BA4629A178E2}"/>
              </a:ext>
            </a:extLst>
          </p:cNvPr>
          <p:cNvSpPr txBox="1"/>
          <p:nvPr/>
        </p:nvSpPr>
        <p:spPr>
          <a:xfrm>
            <a:off x="4943295" y="2322131"/>
            <a:ext cx="4908276" cy="861774"/>
          </a:xfrm>
          <a:prstGeom prst="rect">
            <a:avLst/>
          </a:prstGeom>
          <a:noFill/>
        </p:spPr>
        <p:txBody>
          <a:bodyPr wrap="square" lIns="0" tIns="0" rIns="0" bIns="0" rtlCol="0" anchor="ctr">
            <a:spAutoFit/>
          </a:bodyPr>
          <a:lstStyle/>
          <a:p>
            <a:pPr algn="just"/>
            <a:r>
              <a:rPr lang="en-US" sz="1400" b="1" dirty="0">
                <a:solidFill>
                  <a:schemeClr val="accent4"/>
                </a:solidFill>
              </a:rPr>
              <a:t>State government patronage and Sixty Years of Operational Experience: </a:t>
            </a:r>
            <a:r>
              <a:rPr lang="en-US" sz="1400" dirty="0"/>
              <a:t>State government’s patronage and decades of operational experience proves DPL’s credibility in the market.</a:t>
            </a:r>
            <a:endParaRPr lang="en-US" sz="1400" dirty="0">
              <a:solidFill>
                <a:schemeClr val="bg1"/>
              </a:solidFill>
            </a:endParaRPr>
          </a:p>
        </p:txBody>
      </p:sp>
      <p:sp>
        <p:nvSpPr>
          <p:cNvPr id="165" name="TextBox 164">
            <a:extLst>
              <a:ext uri="{FF2B5EF4-FFF2-40B4-BE49-F238E27FC236}">
                <a16:creationId xmlns:a16="http://schemas.microsoft.com/office/drawing/2014/main" id="{0FE5E898-E938-410C-AB01-9185110C4C13}"/>
              </a:ext>
            </a:extLst>
          </p:cNvPr>
          <p:cNvSpPr txBox="1"/>
          <p:nvPr/>
        </p:nvSpPr>
        <p:spPr>
          <a:xfrm>
            <a:off x="4943295" y="3345194"/>
            <a:ext cx="4908277" cy="646331"/>
          </a:xfrm>
          <a:prstGeom prst="rect">
            <a:avLst/>
          </a:prstGeom>
          <a:noFill/>
        </p:spPr>
        <p:txBody>
          <a:bodyPr wrap="square" lIns="0" tIns="0" rIns="0" bIns="0" rtlCol="0" anchor="ctr">
            <a:spAutoFit/>
          </a:bodyPr>
          <a:lstStyle/>
          <a:p>
            <a:pPr algn="just"/>
            <a:r>
              <a:rPr lang="en-US" sz="1400" b="1">
                <a:solidFill>
                  <a:schemeClr val="accent2"/>
                </a:solidFill>
              </a:rPr>
              <a:t>Skilled </a:t>
            </a:r>
            <a:r>
              <a:rPr lang="en-US" sz="1400" b="1" dirty="0">
                <a:solidFill>
                  <a:schemeClr val="accent2"/>
                </a:solidFill>
              </a:rPr>
              <a:t>Pool of Workforce: </a:t>
            </a:r>
            <a:r>
              <a:rPr lang="en-US" sz="1400" dirty="0"/>
              <a:t>Decades of operational experience has led to </a:t>
            </a:r>
            <a:r>
              <a:rPr lang="en-US" sz="1400"/>
              <a:t>a pool </a:t>
            </a:r>
            <a:r>
              <a:rPr lang="en-US" sz="1400" dirty="0"/>
              <a:t>of skilled and experienced DPL workforce</a:t>
            </a:r>
            <a:endParaRPr lang="en-US" sz="1400" dirty="0">
              <a:solidFill>
                <a:schemeClr val="bg1"/>
              </a:solidFill>
            </a:endParaRPr>
          </a:p>
        </p:txBody>
      </p:sp>
      <p:grpSp>
        <p:nvGrpSpPr>
          <p:cNvPr id="208" name="Group 207">
            <a:extLst>
              <a:ext uri="{FF2B5EF4-FFF2-40B4-BE49-F238E27FC236}">
                <a16:creationId xmlns:a16="http://schemas.microsoft.com/office/drawing/2014/main" id="{A52B6A4B-EB9F-4FDB-B890-5426B6D7B060}"/>
              </a:ext>
            </a:extLst>
          </p:cNvPr>
          <p:cNvGrpSpPr/>
          <p:nvPr/>
        </p:nvGrpSpPr>
        <p:grpSpPr>
          <a:xfrm>
            <a:off x="2441642" y="1765075"/>
            <a:ext cx="1337549" cy="694394"/>
            <a:chOff x="4207048" y="2110398"/>
            <a:chExt cx="1337549" cy="694394"/>
          </a:xfrm>
        </p:grpSpPr>
        <p:cxnSp>
          <p:nvCxnSpPr>
            <p:cNvPr id="209" name="Straight Connector 208">
              <a:extLst>
                <a:ext uri="{FF2B5EF4-FFF2-40B4-BE49-F238E27FC236}">
                  <a16:creationId xmlns:a16="http://schemas.microsoft.com/office/drawing/2014/main" id="{17451F4A-F14E-4571-B270-9F82F1124D06}"/>
                </a:ext>
              </a:extLst>
            </p:cNvPr>
            <p:cNvCxnSpPr>
              <a:cxnSpLocks/>
            </p:cNvCxnSpPr>
            <p:nvPr/>
          </p:nvCxnSpPr>
          <p:spPr>
            <a:xfrm>
              <a:off x="4922598" y="2110398"/>
              <a:ext cx="621999" cy="0"/>
            </a:xfrm>
            <a:prstGeom prst="line">
              <a:avLst/>
            </a:prstGeom>
            <a:ln w="15875" cap="rnd">
              <a:solidFill>
                <a:schemeClr val="accent1"/>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5206FE82-69BE-43EB-8E6D-D374825BC645}"/>
                </a:ext>
              </a:extLst>
            </p:cNvPr>
            <p:cNvCxnSpPr>
              <a:cxnSpLocks/>
            </p:cNvCxnSpPr>
            <p:nvPr/>
          </p:nvCxnSpPr>
          <p:spPr>
            <a:xfrm flipH="1">
              <a:off x="4207048" y="2129350"/>
              <a:ext cx="696600" cy="675442"/>
            </a:xfrm>
            <a:prstGeom prst="line">
              <a:avLst/>
            </a:prstGeom>
            <a:ln w="15875" cap="rnd">
              <a:solidFill>
                <a:schemeClr val="accent1"/>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435EC7E7-EBBA-44E8-B633-175559ECC83D}"/>
              </a:ext>
            </a:extLst>
          </p:cNvPr>
          <p:cNvGrpSpPr/>
          <p:nvPr/>
        </p:nvGrpSpPr>
        <p:grpSpPr>
          <a:xfrm>
            <a:off x="2318598" y="2350499"/>
            <a:ext cx="608790" cy="2616293"/>
            <a:chOff x="3973224" y="2415815"/>
            <a:chExt cx="608790" cy="2616293"/>
          </a:xfrm>
        </p:grpSpPr>
        <p:sp>
          <p:nvSpPr>
            <p:cNvPr id="207" name="Oval 206">
              <a:extLst>
                <a:ext uri="{FF2B5EF4-FFF2-40B4-BE49-F238E27FC236}">
                  <a16:creationId xmlns:a16="http://schemas.microsoft.com/office/drawing/2014/main" id="{CC088920-D3E1-4D2E-87F2-40271683EF48}"/>
                </a:ext>
              </a:extLst>
            </p:cNvPr>
            <p:cNvSpPr/>
            <p:nvPr/>
          </p:nvSpPr>
          <p:spPr bwMode="gray">
            <a:xfrm>
              <a:off x="3973224" y="2415815"/>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algn="ctr">
                <a:buFont typeface="Wingdings 2" pitchFamily="18" charset="2"/>
                <a:buNone/>
              </a:pPr>
              <a:endParaRPr lang="en-US" sz="1300" b="1">
                <a:solidFill>
                  <a:schemeClr val="bg1"/>
                </a:solidFill>
              </a:endParaRPr>
            </a:p>
          </p:txBody>
        </p:sp>
        <p:sp>
          <p:nvSpPr>
            <p:cNvPr id="211" name="Oval 210">
              <a:extLst>
                <a:ext uri="{FF2B5EF4-FFF2-40B4-BE49-F238E27FC236}">
                  <a16:creationId xmlns:a16="http://schemas.microsoft.com/office/drawing/2014/main" id="{A72EE3C8-ABD1-453A-A4B9-A8604DC00F9E}"/>
                </a:ext>
              </a:extLst>
            </p:cNvPr>
            <p:cNvSpPr/>
            <p:nvPr/>
          </p:nvSpPr>
          <p:spPr bwMode="gray">
            <a:xfrm>
              <a:off x="4289746" y="3058122"/>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algn="ctr">
                <a:buFont typeface="Wingdings 2" pitchFamily="18" charset="2"/>
                <a:buNone/>
              </a:pPr>
              <a:endParaRPr lang="en-US" sz="1300" b="1">
                <a:solidFill>
                  <a:schemeClr val="bg1"/>
                </a:solidFill>
              </a:endParaRPr>
            </a:p>
          </p:txBody>
        </p:sp>
        <p:sp>
          <p:nvSpPr>
            <p:cNvPr id="212" name="Oval 211">
              <a:extLst>
                <a:ext uri="{FF2B5EF4-FFF2-40B4-BE49-F238E27FC236}">
                  <a16:creationId xmlns:a16="http://schemas.microsoft.com/office/drawing/2014/main" id="{F49F2C48-CEF5-45B7-A974-0C48AE060C1E}"/>
                </a:ext>
              </a:extLst>
            </p:cNvPr>
            <p:cNvSpPr/>
            <p:nvPr/>
          </p:nvSpPr>
          <p:spPr bwMode="gray">
            <a:xfrm>
              <a:off x="4354598" y="3694917"/>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algn="ctr">
                <a:buFont typeface="Wingdings 2" pitchFamily="18" charset="2"/>
                <a:buNone/>
              </a:pPr>
              <a:endParaRPr lang="en-US" sz="1300" b="1">
                <a:solidFill>
                  <a:schemeClr val="bg1"/>
                </a:solidFill>
              </a:endParaRPr>
            </a:p>
          </p:txBody>
        </p:sp>
        <p:sp>
          <p:nvSpPr>
            <p:cNvPr id="213" name="Oval 212">
              <a:extLst>
                <a:ext uri="{FF2B5EF4-FFF2-40B4-BE49-F238E27FC236}">
                  <a16:creationId xmlns:a16="http://schemas.microsoft.com/office/drawing/2014/main" id="{1E8A13D5-FB97-4E8E-A1EB-ED3EAA0C93FE}"/>
                </a:ext>
              </a:extLst>
            </p:cNvPr>
            <p:cNvSpPr/>
            <p:nvPr/>
          </p:nvSpPr>
          <p:spPr bwMode="gray">
            <a:xfrm>
              <a:off x="4263503" y="4241855"/>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algn="ctr">
                <a:buFont typeface="Wingdings 2" pitchFamily="18" charset="2"/>
                <a:buNone/>
              </a:pPr>
              <a:endParaRPr lang="en-US" sz="1300" b="1">
                <a:solidFill>
                  <a:schemeClr val="bg1"/>
                </a:solidFill>
              </a:endParaRPr>
            </a:p>
          </p:txBody>
        </p:sp>
        <p:sp>
          <p:nvSpPr>
            <p:cNvPr id="214" name="Oval 213">
              <a:extLst>
                <a:ext uri="{FF2B5EF4-FFF2-40B4-BE49-F238E27FC236}">
                  <a16:creationId xmlns:a16="http://schemas.microsoft.com/office/drawing/2014/main" id="{375B23E2-5BCE-437B-BA0D-A4E52C261EB2}"/>
                </a:ext>
              </a:extLst>
            </p:cNvPr>
            <p:cNvSpPr/>
            <p:nvPr/>
          </p:nvSpPr>
          <p:spPr bwMode="gray">
            <a:xfrm>
              <a:off x="3986624" y="4804692"/>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algn="ctr">
                <a:buFont typeface="Wingdings 2" pitchFamily="18" charset="2"/>
                <a:buNone/>
              </a:pPr>
              <a:endParaRPr lang="en-US" sz="1300" b="1">
                <a:solidFill>
                  <a:schemeClr val="bg1"/>
                </a:solidFill>
              </a:endParaRPr>
            </a:p>
          </p:txBody>
        </p:sp>
      </p:grpSp>
      <p:cxnSp>
        <p:nvCxnSpPr>
          <p:cNvPr id="215" name="Straight Connector 214">
            <a:extLst>
              <a:ext uri="{FF2B5EF4-FFF2-40B4-BE49-F238E27FC236}">
                <a16:creationId xmlns:a16="http://schemas.microsoft.com/office/drawing/2014/main" id="{6D961EF7-BB78-4A30-AD92-115825B35566}"/>
              </a:ext>
            </a:extLst>
          </p:cNvPr>
          <p:cNvCxnSpPr>
            <a:cxnSpLocks/>
          </p:cNvCxnSpPr>
          <p:nvPr/>
        </p:nvCxnSpPr>
        <p:spPr>
          <a:xfrm>
            <a:off x="2814019" y="3746445"/>
            <a:ext cx="965172" cy="0"/>
          </a:xfrm>
          <a:prstGeom prst="line">
            <a:avLst/>
          </a:prstGeom>
          <a:ln w="15875" cap="rnd">
            <a:solidFill>
              <a:schemeClr val="accent2"/>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grpSp>
        <p:nvGrpSpPr>
          <p:cNvPr id="216" name="Group 215">
            <a:extLst>
              <a:ext uri="{FF2B5EF4-FFF2-40B4-BE49-F238E27FC236}">
                <a16:creationId xmlns:a16="http://schemas.microsoft.com/office/drawing/2014/main" id="{EF600E48-D033-4A09-84DC-C0131509A413}"/>
              </a:ext>
            </a:extLst>
          </p:cNvPr>
          <p:cNvGrpSpPr/>
          <p:nvPr/>
        </p:nvGrpSpPr>
        <p:grpSpPr>
          <a:xfrm>
            <a:off x="2441643" y="4853084"/>
            <a:ext cx="1393083" cy="747346"/>
            <a:chOff x="4207049" y="5198407"/>
            <a:chExt cx="1393083" cy="747346"/>
          </a:xfrm>
        </p:grpSpPr>
        <p:cxnSp>
          <p:nvCxnSpPr>
            <p:cNvPr id="217" name="Straight Connector 216">
              <a:extLst>
                <a:ext uri="{FF2B5EF4-FFF2-40B4-BE49-F238E27FC236}">
                  <a16:creationId xmlns:a16="http://schemas.microsoft.com/office/drawing/2014/main" id="{1C7A8044-C3AD-4D3B-96EC-3B821E9D1AD7}"/>
                </a:ext>
              </a:extLst>
            </p:cNvPr>
            <p:cNvCxnSpPr>
              <a:cxnSpLocks/>
            </p:cNvCxnSpPr>
            <p:nvPr/>
          </p:nvCxnSpPr>
          <p:spPr>
            <a:xfrm>
              <a:off x="4978133" y="5945753"/>
              <a:ext cx="621999" cy="0"/>
            </a:xfrm>
            <a:prstGeom prst="line">
              <a:avLst/>
            </a:prstGeom>
            <a:ln w="15875" cap="rnd">
              <a:solidFill>
                <a:schemeClr val="accent4">
                  <a:lumMod val="60000"/>
                  <a:lumOff val="40000"/>
                </a:schemeClr>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44AE611F-7FB7-4543-B263-74D3DB20DDA6}"/>
                </a:ext>
              </a:extLst>
            </p:cNvPr>
            <p:cNvCxnSpPr>
              <a:cxnSpLocks/>
            </p:cNvCxnSpPr>
            <p:nvPr/>
          </p:nvCxnSpPr>
          <p:spPr>
            <a:xfrm flipH="1" flipV="1">
              <a:off x="4207049" y="5198407"/>
              <a:ext cx="741652" cy="747345"/>
            </a:xfrm>
            <a:prstGeom prst="line">
              <a:avLst/>
            </a:prstGeom>
            <a:ln w="15875" cap="rnd">
              <a:solidFill>
                <a:schemeClr val="accent4">
                  <a:lumMod val="60000"/>
                  <a:lumOff val="40000"/>
                </a:schemeClr>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220" name="Group 219">
            <a:extLst>
              <a:ext uri="{FF2B5EF4-FFF2-40B4-BE49-F238E27FC236}">
                <a16:creationId xmlns:a16="http://schemas.microsoft.com/office/drawing/2014/main" id="{C0EEC686-E52E-4F51-8BE8-BB17E9FE906A}"/>
              </a:ext>
            </a:extLst>
          </p:cNvPr>
          <p:cNvGrpSpPr/>
          <p:nvPr/>
        </p:nvGrpSpPr>
        <p:grpSpPr>
          <a:xfrm>
            <a:off x="2757980" y="2805883"/>
            <a:ext cx="1021211" cy="300631"/>
            <a:chOff x="4523386" y="3151206"/>
            <a:chExt cx="1021211" cy="300631"/>
          </a:xfrm>
        </p:grpSpPr>
        <p:cxnSp>
          <p:nvCxnSpPr>
            <p:cNvPr id="221" name="Straight Connector 220">
              <a:extLst>
                <a:ext uri="{FF2B5EF4-FFF2-40B4-BE49-F238E27FC236}">
                  <a16:creationId xmlns:a16="http://schemas.microsoft.com/office/drawing/2014/main" id="{3305C77B-B2A8-47D2-9760-3D4C289B712F}"/>
                </a:ext>
              </a:extLst>
            </p:cNvPr>
            <p:cNvCxnSpPr>
              <a:cxnSpLocks/>
            </p:cNvCxnSpPr>
            <p:nvPr/>
          </p:nvCxnSpPr>
          <p:spPr>
            <a:xfrm>
              <a:off x="4922598" y="3151712"/>
              <a:ext cx="621999" cy="0"/>
            </a:xfrm>
            <a:prstGeom prst="line">
              <a:avLst/>
            </a:prstGeom>
            <a:ln w="15875" cap="rnd">
              <a:solidFill>
                <a:schemeClr val="accent4"/>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0248B095-4C28-4536-B7F9-3B128686F64B}"/>
                </a:ext>
              </a:extLst>
            </p:cNvPr>
            <p:cNvCxnSpPr>
              <a:cxnSpLocks/>
            </p:cNvCxnSpPr>
            <p:nvPr/>
          </p:nvCxnSpPr>
          <p:spPr>
            <a:xfrm flipH="1">
              <a:off x="4523386" y="3151206"/>
              <a:ext cx="371734" cy="300631"/>
            </a:xfrm>
            <a:prstGeom prst="line">
              <a:avLst/>
            </a:prstGeom>
            <a:ln w="15875" cap="rnd">
              <a:solidFill>
                <a:schemeClr val="accent4"/>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223" name="Group 222">
            <a:extLst>
              <a:ext uri="{FF2B5EF4-FFF2-40B4-BE49-F238E27FC236}">
                <a16:creationId xmlns:a16="http://schemas.microsoft.com/office/drawing/2014/main" id="{BC7C90C5-4E59-46B4-A49C-AE827652D5F0}"/>
              </a:ext>
            </a:extLst>
          </p:cNvPr>
          <p:cNvGrpSpPr/>
          <p:nvPr/>
        </p:nvGrpSpPr>
        <p:grpSpPr>
          <a:xfrm>
            <a:off x="2722585" y="4289488"/>
            <a:ext cx="1056606" cy="391402"/>
            <a:chOff x="4487991" y="4634811"/>
            <a:chExt cx="1056606" cy="391402"/>
          </a:xfrm>
        </p:grpSpPr>
        <p:cxnSp>
          <p:nvCxnSpPr>
            <p:cNvPr id="224" name="Straight Connector 223">
              <a:extLst>
                <a:ext uri="{FF2B5EF4-FFF2-40B4-BE49-F238E27FC236}">
                  <a16:creationId xmlns:a16="http://schemas.microsoft.com/office/drawing/2014/main" id="{D8B81160-2574-41F3-A5E3-4CC8302998AF}"/>
                </a:ext>
              </a:extLst>
            </p:cNvPr>
            <p:cNvCxnSpPr>
              <a:cxnSpLocks/>
            </p:cNvCxnSpPr>
            <p:nvPr/>
          </p:nvCxnSpPr>
          <p:spPr>
            <a:xfrm>
              <a:off x="4922598" y="5026213"/>
              <a:ext cx="621999" cy="0"/>
            </a:xfrm>
            <a:prstGeom prst="line">
              <a:avLst/>
            </a:prstGeom>
            <a:ln w="15875" cap="rnd">
              <a:solidFill>
                <a:schemeClr val="accent3"/>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09DABC1F-4D41-4EB7-A4DC-C117FE57BFB2}"/>
                </a:ext>
              </a:extLst>
            </p:cNvPr>
            <p:cNvCxnSpPr>
              <a:cxnSpLocks/>
            </p:cNvCxnSpPr>
            <p:nvPr/>
          </p:nvCxnSpPr>
          <p:spPr>
            <a:xfrm flipH="1" flipV="1">
              <a:off x="4487991" y="4634811"/>
              <a:ext cx="419702" cy="391183"/>
            </a:xfrm>
            <a:prstGeom prst="line">
              <a:avLst/>
            </a:prstGeom>
            <a:ln w="15875" cap="rnd">
              <a:solidFill>
                <a:schemeClr val="accent3"/>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4" name="Group 3">
            <a:extLst>
              <a:ext uri="{FF2B5EF4-FFF2-40B4-BE49-F238E27FC236}">
                <a16:creationId xmlns:a16="http://schemas.microsoft.com/office/drawing/2014/main" id="{0EFB063A-9A57-4FB2-B73C-7AD4E791F4D6}"/>
              </a:ext>
            </a:extLst>
          </p:cNvPr>
          <p:cNvGrpSpPr/>
          <p:nvPr/>
        </p:nvGrpSpPr>
        <p:grpSpPr>
          <a:xfrm>
            <a:off x="393341" y="2529881"/>
            <a:ext cx="2286000" cy="2286000"/>
            <a:chOff x="380600" y="1693103"/>
            <a:chExt cx="4113462" cy="4088045"/>
          </a:xfrm>
        </p:grpSpPr>
        <p:sp>
          <p:nvSpPr>
            <p:cNvPr id="148" name="Arc 147">
              <a:extLst>
                <a:ext uri="{FF2B5EF4-FFF2-40B4-BE49-F238E27FC236}">
                  <a16:creationId xmlns:a16="http://schemas.microsoft.com/office/drawing/2014/main" id="{9030AAFA-ACEB-4A54-9A08-B4B7652A851A}"/>
                </a:ext>
              </a:extLst>
            </p:cNvPr>
            <p:cNvSpPr/>
            <p:nvPr/>
          </p:nvSpPr>
          <p:spPr>
            <a:xfrm>
              <a:off x="380600" y="1693103"/>
              <a:ext cx="4088045" cy="4088045"/>
            </a:xfrm>
            <a:prstGeom prst="arc">
              <a:avLst>
                <a:gd name="adj1" fmla="val 16812435"/>
                <a:gd name="adj2" fmla="val 4781030"/>
              </a:avLst>
            </a:prstGeom>
            <a:ln w="25400" cap="rnd">
              <a:solidFill>
                <a:schemeClr val="accent6">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00"/>
            </a:p>
          </p:txBody>
        </p:sp>
        <p:sp>
          <p:nvSpPr>
            <p:cNvPr id="149" name="Arc 148">
              <a:extLst>
                <a:ext uri="{FF2B5EF4-FFF2-40B4-BE49-F238E27FC236}">
                  <a16:creationId xmlns:a16="http://schemas.microsoft.com/office/drawing/2014/main" id="{0C94EEA9-9C98-4B91-A554-AA252EFFBB8F}"/>
                </a:ext>
              </a:extLst>
            </p:cNvPr>
            <p:cNvSpPr/>
            <p:nvPr/>
          </p:nvSpPr>
          <p:spPr>
            <a:xfrm flipH="1">
              <a:off x="406017" y="1693103"/>
              <a:ext cx="4088045" cy="4088045"/>
            </a:xfrm>
            <a:prstGeom prst="arc">
              <a:avLst>
                <a:gd name="adj1" fmla="val 16812435"/>
                <a:gd name="adj2" fmla="val 4781841"/>
              </a:avLst>
            </a:prstGeom>
            <a:ln w="25400" cap="rnd">
              <a:solidFill>
                <a:schemeClr val="accent6">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00"/>
            </a:p>
          </p:txBody>
        </p:sp>
        <p:sp>
          <p:nvSpPr>
            <p:cNvPr id="150" name="Oval 149">
              <a:extLst>
                <a:ext uri="{FF2B5EF4-FFF2-40B4-BE49-F238E27FC236}">
                  <a16:creationId xmlns:a16="http://schemas.microsoft.com/office/drawing/2014/main" id="{E6483AB2-DD13-4C35-A67B-1076C768B46B}"/>
                </a:ext>
              </a:extLst>
            </p:cNvPr>
            <p:cNvSpPr/>
            <p:nvPr/>
          </p:nvSpPr>
          <p:spPr bwMode="gray">
            <a:xfrm>
              <a:off x="618308" y="1899909"/>
              <a:ext cx="3674434" cy="3674434"/>
            </a:xfrm>
            <a:prstGeom prst="ellipse">
              <a:avLst/>
            </a:prstGeom>
            <a:noFill/>
            <a:ln w="19050" algn="ctr">
              <a:solidFill>
                <a:srgbClr val="046A38"/>
              </a:solidFill>
              <a:miter lim="800000"/>
              <a:headEnd/>
              <a:tailEnd/>
            </a:ln>
          </p:spPr>
          <p:txBody>
            <a:bodyPr wrap="square" lIns="88900" tIns="88900" rIns="88900" bIns="88900" rtlCol="0" anchor="ctr"/>
            <a:lstStyle/>
            <a:p>
              <a:pPr algn="ctr">
                <a:buFont typeface="Wingdings 2" pitchFamily="18" charset="2"/>
                <a:buNone/>
              </a:pPr>
              <a:endParaRPr lang="en-US" sz="1300" b="1">
                <a:solidFill>
                  <a:schemeClr val="bg1"/>
                </a:solidFill>
              </a:endParaRPr>
            </a:p>
          </p:txBody>
        </p:sp>
        <p:sp>
          <p:nvSpPr>
            <p:cNvPr id="151" name="Oval 150">
              <a:extLst>
                <a:ext uri="{FF2B5EF4-FFF2-40B4-BE49-F238E27FC236}">
                  <a16:creationId xmlns:a16="http://schemas.microsoft.com/office/drawing/2014/main" id="{DFBA97AC-3179-45F9-9E3B-EE4E3166898D}"/>
                </a:ext>
              </a:extLst>
            </p:cNvPr>
            <p:cNvSpPr/>
            <p:nvPr/>
          </p:nvSpPr>
          <p:spPr bwMode="gray">
            <a:xfrm>
              <a:off x="785328" y="2066929"/>
              <a:ext cx="3340395" cy="3340395"/>
            </a:xfrm>
            <a:prstGeom prst="ellipse">
              <a:avLst/>
            </a:prstGeom>
            <a:noFill/>
            <a:ln w="19050" algn="ctr">
              <a:solidFill>
                <a:srgbClr val="009A44"/>
              </a:solidFill>
              <a:miter lim="800000"/>
              <a:headEnd/>
              <a:tailEnd/>
            </a:ln>
          </p:spPr>
          <p:txBody>
            <a:bodyPr wrap="square" lIns="88900" tIns="88900" rIns="88900" bIns="88900" rtlCol="0" anchor="ctr"/>
            <a:lstStyle/>
            <a:p>
              <a:pPr algn="ctr">
                <a:buFont typeface="Wingdings 2" pitchFamily="18" charset="2"/>
                <a:buNone/>
              </a:pPr>
              <a:endParaRPr lang="en-US" sz="1300" b="1">
                <a:solidFill>
                  <a:schemeClr val="bg1"/>
                </a:solidFill>
              </a:endParaRPr>
            </a:p>
          </p:txBody>
        </p:sp>
        <p:sp>
          <p:nvSpPr>
            <p:cNvPr id="152" name="Oval 151">
              <a:extLst>
                <a:ext uri="{FF2B5EF4-FFF2-40B4-BE49-F238E27FC236}">
                  <a16:creationId xmlns:a16="http://schemas.microsoft.com/office/drawing/2014/main" id="{8EB1C895-CF38-49A2-8FC8-970CDCA274F6}"/>
                </a:ext>
              </a:extLst>
            </p:cNvPr>
            <p:cNvSpPr/>
            <p:nvPr/>
          </p:nvSpPr>
          <p:spPr bwMode="gray">
            <a:xfrm>
              <a:off x="937164" y="2218765"/>
              <a:ext cx="3036722" cy="3036722"/>
            </a:xfrm>
            <a:prstGeom prst="ellipse">
              <a:avLst/>
            </a:prstGeom>
            <a:noFill/>
            <a:ln w="19050" algn="ctr">
              <a:solidFill>
                <a:srgbClr val="009A44"/>
              </a:solidFill>
              <a:miter lim="800000"/>
              <a:headEnd/>
              <a:tailEnd/>
            </a:ln>
          </p:spPr>
          <p:txBody>
            <a:bodyPr wrap="square" lIns="88900" tIns="88900" rIns="88900" bIns="88900" rtlCol="0" anchor="ctr"/>
            <a:lstStyle/>
            <a:p>
              <a:pPr algn="ctr">
                <a:buFont typeface="Wingdings 2" pitchFamily="18" charset="2"/>
                <a:buNone/>
              </a:pPr>
              <a:endParaRPr lang="en-US" sz="1300" b="1">
                <a:solidFill>
                  <a:schemeClr val="bg1"/>
                </a:solidFill>
              </a:endParaRPr>
            </a:p>
          </p:txBody>
        </p:sp>
        <p:sp>
          <p:nvSpPr>
            <p:cNvPr id="153" name="Oval 152">
              <a:extLst>
                <a:ext uri="{FF2B5EF4-FFF2-40B4-BE49-F238E27FC236}">
                  <a16:creationId xmlns:a16="http://schemas.microsoft.com/office/drawing/2014/main" id="{A0D73A2E-4EA5-4CB9-8C5B-3037EA65E517}"/>
                </a:ext>
              </a:extLst>
            </p:cNvPr>
            <p:cNvSpPr/>
            <p:nvPr/>
          </p:nvSpPr>
          <p:spPr bwMode="gray">
            <a:xfrm>
              <a:off x="1075197" y="2356798"/>
              <a:ext cx="2760657" cy="2760657"/>
            </a:xfrm>
            <a:prstGeom prst="ellipse">
              <a:avLst/>
            </a:prstGeom>
            <a:noFill/>
            <a:ln w="19050" algn="ctr">
              <a:solidFill>
                <a:srgbClr val="43B02A"/>
              </a:solidFill>
              <a:miter lim="800000"/>
              <a:headEnd/>
              <a:tailEnd/>
            </a:ln>
          </p:spPr>
          <p:txBody>
            <a:bodyPr wrap="square" lIns="88900" tIns="88900" rIns="88900" bIns="88900" rtlCol="0" anchor="ctr"/>
            <a:lstStyle/>
            <a:p>
              <a:pPr algn="ctr">
                <a:buFont typeface="Wingdings 2" pitchFamily="18" charset="2"/>
                <a:buNone/>
              </a:pPr>
              <a:endParaRPr lang="en-US" sz="1300" b="1">
                <a:solidFill>
                  <a:schemeClr val="bg1"/>
                </a:solidFill>
              </a:endParaRPr>
            </a:p>
          </p:txBody>
        </p:sp>
        <p:grpSp>
          <p:nvGrpSpPr>
            <p:cNvPr id="226" name="Graphic 4">
              <a:extLst>
                <a:ext uri="{FF2B5EF4-FFF2-40B4-BE49-F238E27FC236}">
                  <a16:creationId xmlns:a16="http://schemas.microsoft.com/office/drawing/2014/main" id="{A4E817E7-06ED-4B54-B1A9-88ACE6C6B2A2}"/>
                </a:ext>
              </a:extLst>
            </p:cNvPr>
            <p:cNvGrpSpPr/>
            <p:nvPr/>
          </p:nvGrpSpPr>
          <p:grpSpPr>
            <a:xfrm>
              <a:off x="1877653" y="3125046"/>
              <a:ext cx="1151770" cy="1144652"/>
              <a:chOff x="6157987" y="4292919"/>
              <a:chExt cx="324476" cy="386534"/>
            </a:xfrm>
            <a:solidFill>
              <a:srgbClr val="43B02A"/>
            </a:solidFill>
          </p:grpSpPr>
          <p:sp>
            <p:nvSpPr>
              <p:cNvPr id="227" name="Graphic 4">
                <a:extLst>
                  <a:ext uri="{FF2B5EF4-FFF2-40B4-BE49-F238E27FC236}">
                    <a16:creationId xmlns:a16="http://schemas.microsoft.com/office/drawing/2014/main" id="{6F413EB0-3E74-461E-9A47-8155223C62AE}"/>
                  </a:ext>
                </a:extLst>
              </p:cNvPr>
              <p:cNvSpPr/>
              <p:nvPr/>
            </p:nvSpPr>
            <p:spPr>
              <a:xfrm>
                <a:off x="6356070" y="4506615"/>
                <a:ext cx="48563" cy="16598"/>
              </a:xfrm>
              <a:custGeom>
                <a:avLst/>
                <a:gdLst>
                  <a:gd name="connsiteX0" fmla="*/ 7029 w 48563"/>
                  <a:gd name="connsiteY0" fmla="*/ 16599 h 16598"/>
                  <a:gd name="connsiteX1" fmla="*/ 35783 w 48563"/>
                  <a:gd name="connsiteY1" fmla="*/ 16599 h 16598"/>
                  <a:gd name="connsiteX2" fmla="*/ 36423 w 48563"/>
                  <a:gd name="connsiteY2" fmla="*/ 16599 h 16598"/>
                  <a:gd name="connsiteX3" fmla="*/ 40257 w 48563"/>
                  <a:gd name="connsiteY3" fmla="*/ 16599 h 16598"/>
                  <a:gd name="connsiteX4" fmla="*/ 46008 w 48563"/>
                  <a:gd name="connsiteY4" fmla="*/ 14045 h 16598"/>
                  <a:gd name="connsiteX5" fmla="*/ 48563 w 48563"/>
                  <a:gd name="connsiteY5" fmla="*/ 8299 h 16598"/>
                  <a:gd name="connsiteX6" fmla="*/ 40895 w 48563"/>
                  <a:gd name="connsiteY6" fmla="*/ 0 h 16598"/>
                  <a:gd name="connsiteX7" fmla="*/ 34505 w 48563"/>
                  <a:gd name="connsiteY7" fmla="*/ 0 h 16598"/>
                  <a:gd name="connsiteX8" fmla="*/ 33867 w 48563"/>
                  <a:gd name="connsiteY8" fmla="*/ 0 h 16598"/>
                  <a:gd name="connsiteX9" fmla="*/ 12141 w 48563"/>
                  <a:gd name="connsiteY9" fmla="*/ 0 h 16598"/>
                  <a:gd name="connsiteX10" fmla="*/ 11502 w 48563"/>
                  <a:gd name="connsiteY10" fmla="*/ 0 h 16598"/>
                  <a:gd name="connsiteX11" fmla="*/ 8307 w 48563"/>
                  <a:gd name="connsiteY11" fmla="*/ 0 h 16598"/>
                  <a:gd name="connsiteX12" fmla="*/ 0 w 48563"/>
                  <a:gd name="connsiteY12" fmla="*/ 8299 h 16598"/>
                  <a:gd name="connsiteX13" fmla="*/ 2556 w 48563"/>
                  <a:gd name="connsiteY13" fmla="*/ 14045 h 16598"/>
                  <a:gd name="connsiteX14" fmla="*/ 7029 w 48563"/>
                  <a:gd name="connsiteY14" fmla="*/ 16599 h 16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563" h="16598">
                    <a:moveTo>
                      <a:pt x="7029" y="16599"/>
                    </a:moveTo>
                    <a:lnTo>
                      <a:pt x="35783" y="16599"/>
                    </a:lnTo>
                    <a:cubicBezTo>
                      <a:pt x="35783" y="16599"/>
                      <a:pt x="35783" y="16599"/>
                      <a:pt x="36423" y="16599"/>
                    </a:cubicBezTo>
                    <a:lnTo>
                      <a:pt x="40257" y="16599"/>
                    </a:lnTo>
                    <a:cubicBezTo>
                      <a:pt x="42173" y="16599"/>
                      <a:pt x="44730" y="15960"/>
                      <a:pt x="46008" y="14045"/>
                    </a:cubicBezTo>
                    <a:cubicBezTo>
                      <a:pt x="47285" y="12768"/>
                      <a:pt x="48563" y="10215"/>
                      <a:pt x="48563" y="8299"/>
                    </a:cubicBezTo>
                    <a:cubicBezTo>
                      <a:pt x="48563" y="3831"/>
                      <a:pt x="45368" y="639"/>
                      <a:pt x="40895" y="0"/>
                    </a:cubicBezTo>
                    <a:lnTo>
                      <a:pt x="34505" y="0"/>
                    </a:lnTo>
                    <a:cubicBezTo>
                      <a:pt x="34505" y="0"/>
                      <a:pt x="33867" y="0"/>
                      <a:pt x="33867" y="0"/>
                    </a:cubicBezTo>
                    <a:lnTo>
                      <a:pt x="12141" y="0"/>
                    </a:lnTo>
                    <a:cubicBezTo>
                      <a:pt x="12141" y="0"/>
                      <a:pt x="11502" y="0"/>
                      <a:pt x="11502" y="0"/>
                    </a:cubicBezTo>
                    <a:lnTo>
                      <a:pt x="8307" y="0"/>
                    </a:lnTo>
                    <a:cubicBezTo>
                      <a:pt x="3834" y="0"/>
                      <a:pt x="0" y="3831"/>
                      <a:pt x="0" y="8299"/>
                    </a:cubicBezTo>
                    <a:cubicBezTo>
                      <a:pt x="0" y="10215"/>
                      <a:pt x="639" y="12768"/>
                      <a:pt x="2556" y="14045"/>
                    </a:cubicBezTo>
                    <a:cubicBezTo>
                      <a:pt x="3195" y="15960"/>
                      <a:pt x="5112" y="16599"/>
                      <a:pt x="7029" y="16599"/>
                    </a:cubicBezTo>
                    <a:close/>
                  </a:path>
                </a:pathLst>
              </a:custGeom>
              <a:solidFill>
                <a:schemeClr val="accent2"/>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228" name="Graphic 4">
                <a:extLst>
                  <a:ext uri="{FF2B5EF4-FFF2-40B4-BE49-F238E27FC236}">
                    <a16:creationId xmlns:a16="http://schemas.microsoft.com/office/drawing/2014/main" id="{906DB9BC-A4E7-4188-9AF2-62196B714AF2}"/>
                  </a:ext>
                </a:extLst>
              </p:cNvPr>
              <p:cNvSpPr/>
              <p:nvPr/>
            </p:nvSpPr>
            <p:spPr>
              <a:xfrm>
                <a:off x="6352236" y="4535982"/>
                <a:ext cx="47924" cy="16598"/>
              </a:xfrm>
              <a:custGeom>
                <a:avLst/>
                <a:gdLst>
                  <a:gd name="connsiteX0" fmla="*/ 40257 w 47924"/>
                  <a:gd name="connsiteY0" fmla="*/ 0 h 16598"/>
                  <a:gd name="connsiteX1" fmla="*/ 10863 w 47924"/>
                  <a:gd name="connsiteY1" fmla="*/ 0 h 16598"/>
                  <a:gd name="connsiteX2" fmla="*/ 10863 w 47924"/>
                  <a:gd name="connsiteY2" fmla="*/ 0 h 16598"/>
                  <a:gd name="connsiteX3" fmla="*/ 8307 w 47924"/>
                  <a:gd name="connsiteY3" fmla="*/ 0 h 16598"/>
                  <a:gd name="connsiteX4" fmla="*/ 2556 w 47924"/>
                  <a:gd name="connsiteY4" fmla="*/ 2553 h 16598"/>
                  <a:gd name="connsiteX5" fmla="*/ 0 w 47924"/>
                  <a:gd name="connsiteY5" fmla="*/ 8299 h 16598"/>
                  <a:gd name="connsiteX6" fmla="*/ 8307 w 47924"/>
                  <a:gd name="connsiteY6" fmla="*/ 16598 h 16598"/>
                  <a:gd name="connsiteX7" fmla="*/ 8946 w 47924"/>
                  <a:gd name="connsiteY7" fmla="*/ 16598 h 16598"/>
                  <a:gd name="connsiteX8" fmla="*/ 8946 w 47924"/>
                  <a:gd name="connsiteY8" fmla="*/ 16598 h 16598"/>
                  <a:gd name="connsiteX9" fmla="*/ 15336 w 47924"/>
                  <a:gd name="connsiteY9" fmla="*/ 16598 h 16598"/>
                  <a:gd name="connsiteX10" fmla="*/ 15336 w 47924"/>
                  <a:gd name="connsiteY10" fmla="*/ 16598 h 16598"/>
                  <a:gd name="connsiteX11" fmla="*/ 31311 w 47924"/>
                  <a:gd name="connsiteY11" fmla="*/ 16598 h 16598"/>
                  <a:gd name="connsiteX12" fmla="*/ 31311 w 47924"/>
                  <a:gd name="connsiteY12" fmla="*/ 16598 h 16598"/>
                  <a:gd name="connsiteX13" fmla="*/ 39618 w 47924"/>
                  <a:gd name="connsiteY13" fmla="*/ 16598 h 16598"/>
                  <a:gd name="connsiteX14" fmla="*/ 45369 w 47924"/>
                  <a:gd name="connsiteY14" fmla="*/ 14044 h 16598"/>
                  <a:gd name="connsiteX15" fmla="*/ 47925 w 47924"/>
                  <a:gd name="connsiteY15" fmla="*/ 8299 h 16598"/>
                  <a:gd name="connsiteX16" fmla="*/ 40257 w 47924"/>
                  <a:gd name="connsiteY16" fmla="*/ 0 h 16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924" h="16598">
                    <a:moveTo>
                      <a:pt x="40257" y="0"/>
                    </a:moveTo>
                    <a:lnTo>
                      <a:pt x="10863" y="0"/>
                    </a:lnTo>
                    <a:cubicBezTo>
                      <a:pt x="10863" y="0"/>
                      <a:pt x="10863" y="0"/>
                      <a:pt x="10863" y="0"/>
                    </a:cubicBezTo>
                    <a:lnTo>
                      <a:pt x="8307" y="0"/>
                    </a:lnTo>
                    <a:cubicBezTo>
                      <a:pt x="6390" y="0"/>
                      <a:pt x="3834" y="638"/>
                      <a:pt x="2556" y="2553"/>
                    </a:cubicBezTo>
                    <a:cubicBezTo>
                      <a:pt x="1278" y="3830"/>
                      <a:pt x="0" y="6384"/>
                      <a:pt x="0" y="8299"/>
                    </a:cubicBezTo>
                    <a:cubicBezTo>
                      <a:pt x="0" y="12768"/>
                      <a:pt x="3834" y="16598"/>
                      <a:pt x="8307" y="16598"/>
                    </a:cubicBezTo>
                    <a:lnTo>
                      <a:pt x="8946" y="16598"/>
                    </a:lnTo>
                    <a:cubicBezTo>
                      <a:pt x="8946" y="16598"/>
                      <a:pt x="8946" y="16598"/>
                      <a:pt x="8946" y="16598"/>
                    </a:cubicBezTo>
                    <a:lnTo>
                      <a:pt x="15336" y="16598"/>
                    </a:lnTo>
                    <a:cubicBezTo>
                      <a:pt x="15336" y="16598"/>
                      <a:pt x="15336" y="16598"/>
                      <a:pt x="15336" y="16598"/>
                    </a:cubicBezTo>
                    <a:lnTo>
                      <a:pt x="31311" y="16598"/>
                    </a:lnTo>
                    <a:cubicBezTo>
                      <a:pt x="31311" y="16598"/>
                      <a:pt x="31311" y="16598"/>
                      <a:pt x="31311" y="16598"/>
                    </a:cubicBezTo>
                    <a:lnTo>
                      <a:pt x="39618" y="16598"/>
                    </a:lnTo>
                    <a:cubicBezTo>
                      <a:pt x="41535" y="16598"/>
                      <a:pt x="44091" y="15960"/>
                      <a:pt x="45369" y="14044"/>
                    </a:cubicBezTo>
                    <a:cubicBezTo>
                      <a:pt x="46647" y="12768"/>
                      <a:pt x="47925" y="10214"/>
                      <a:pt x="47925" y="8299"/>
                    </a:cubicBezTo>
                    <a:cubicBezTo>
                      <a:pt x="47925" y="3830"/>
                      <a:pt x="44730" y="638"/>
                      <a:pt x="40257" y="0"/>
                    </a:cubicBezTo>
                    <a:close/>
                  </a:path>
                </a:pathLst>
              </a:custGeom>
              <a:solidFill>
                <a:schemeClr val="accent2"/>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229" name="Graphic 4">
                <a:extLst>
                  <a:ext uri="{FF2B5EF4-FFF2-40B4-BE49-F238E27FC236}">
                    <a16:creationId xmlns:a16="http://schemas.microsoft.com/office/drawing/2014/main" id="{38ED9A1A-34B6-4202-990B-A3EEBB9E6C38}"/>
                  </a:ext>
                </a:extLst>
              </p:cNvPr>
              <p:cNvSpPr/>
              <p:nvPr/>
            </p:nvSpPr>
            <p:spPr>
              <a:xfrm>
                <a:off x="6359265" y="4477887"/>
                <a:ext cx="38978" cy="16598"/>
              </a:xfrm>
              <a:custGeom>
                <a:avLst/>
                <a:gdLst>
                  <a:gd name="connsiteX0" fmla="*/ 0 w 38978"/>
                  <a:gd name="connsiteY0" fmla="*/ 8299 h 16598"/>
                  <a:gd name="connsiteX1" fmla="*/ 2556 w 38978"/>
                  <a:gd name="connsiteY1" fmla="*/ 14045 h 16598"/>
                  <a:gd name="connsiteX2" fmla="*/ 7668 w 38978"/>
                  <a:gd name="connsiteY2" fmla="*/ 16599 h 16598"/>
                  <a:gd name="connsiteX3" fmla="*/ 30672 w 38978"/>
                  <a:gd name="connsiteY3" fmla="*/ 16599 h 16598"/>
                  <a:gd name="connsiteX4" fmla="*/ 36423 w 38978"/>
                  <a:gd name="connsiteY4" fmla="*/ 14045 h 16598"/>
                  <a:gd name="connsiteX5" fmla="*/ 38978 w 38978"/>
                  <a:gd name="connsiteY5" fmla="*/ 8299 h 16598"/>
                  <a:gd name="connsiteX6" fmla="*/ 30672 w 38978"/>
                  <a:gd name="connsiteY6" fmla="*/ 0 h 16598"/>
                  <a:gd name="connsiteX7" fmla="*/ 8946 w 38978"/>
                  <a:gd name="connsiteY7" fmla="*/ 0 h 16598"/>
                  <a:gd name="connsiteX8" fmla="*/ 0 w 38978"/>
                  <a:gd name="connsiteY8" fmla="*/ 8299 h 16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978" h="16598">
                    <a:moveTo>
                      <a:pt x="0" y="8299"/>
                    </a:moveTo>
                    <a:cubicBezTo>
                      <a:pt x="0" y="10215"/>
                      <a:pt x="639" y="12768"/>
                      <a:pt x="2556" y="14045"/>
                    </a:cubicBezTo>
                    <a:cubicBezTo>
                      <a:pt x="3834" y="15322"/>
                      <a:pt x="5751" y="15960"/>
                      <a:pt x="7668" y="16599"/>
                    </a:cubicBezTo>
                    <a:lnTo>
                      <a:pt x="30672" y="16599"/>
                    </a:lnTo>
                    <a:cubicBezTo>
                      <a:pt x="33228" y="16599"/>
                      <a:pt x="35145" y="15322"/>
                      <a:pt x="36423" y="14045"/>
                    </a:cubicBezTo>
                    <a:cubicBezTo>
                      <a:pt x="37700" y="12768"/>
                      <a:pt x="38978" y="10215"/>
                      <a:pt x="38978" y="8299"/>
                    </a:cubicBezTo>
                    <a:cubicBezTo>
                      <a:pt x="38978" y="3831"/>
                      <a:pt x="35145" y="0"/>
                      <a:pt x="30672" y="0"/>
                    </a:cubicBezTo>
                    <a:lnTo>
                      <a:pt x="8946" y="0"/>
                    </a:lnTo>
                    <a:cubicBezTo>
                      <a:pt x="3834" y="0"/>
                      <a:pt x="0" y="3831"/>
                      <a:pt x="0" y="8299"/>
                    </a:cubicBezTo>
                    <a:close/>
                  </a:path>
                </a:pathLst>
              </a:custGeom>
              <a:solidFill>
                <a:schemeClr val="accent2"/>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230" name="Graphic 4">
                <a:extLst>
                  <a:ext uri="{FF2B5EF4-FFF2-40B4-BE49-F238E27FC236}">
                    <a16:creationId xmlns:a16="http://schemas.microsoft.com/office/drawing/2014/main" id="{D71F448F-2F4E-4521-9889-F824687B80D5}"/>
                  </a:ext>
                </a:extLst>
              </p:cNvPr>
              <p:cNvSpPr/>
              <p:nvPr/>
            </p:nvSpPr>
            <p:spPr>
              <a:xfrm>
                <a:off x="6157987" y="4292919"/>
                <a:ext cx="324476" cy="386534"/>
              </a:xfrm>
              <a:custGeom>
                <a:avLst/>
                <a:gdLst>
                  <a:gd name="connsiteX0" fmla="*/ 180835 w 361670"/>
                  <a:gd name="connsiteY0" fmla="*/ 0 h 361333"/>
                  <a:gd name="connsiteX1" fmla="*/ 0 w 361670"/>
                  <a:gd name="connsiteY1" fmla="*/ 180667 h 361333"/>
                  <a:gd name="connsiteX2" fmla="*/ 180835 w 361670"/>
                  <a:gd name="connsiteY2" fmla="*/ 361334 h 361333"/>
                  <a:gd name="connsiteX3" fmla="*/ 361670 w 361670"/>
                  <a:gd name="connsiteY3" fmla="*/ 180667 h 361333"/>
                  <a:gd name="connsiteX4" fmla="*/ 180835 w 361670"/>
                  <a:gd name="connsiteY4" fmla="*/ 0 h 361333"/>
                  <a:gd name="connsiteX5" fmla="*/ 265821 w 361670"/>
                  <a:gd name="connsiteY5" fmla="*/ 235569 h 361333"/>
                  <a:gd name="connsiteX6" fmla="*/ 259431 w 361670"/>
                  <a:gd name="connsiteY6" fmla="*/ 250252 h 361333"/>
                  <a:gd name="connsiteX7" fmla="*/ 254319 w 361670"/>
                  <a:gd name="connsiteY7" fmla="*/ 254082 h 361333"/>
                  <a:gd name="connsiteX8" fmla="*/ 257514 w 361670"/>
                  <a:gd name="connsiteY8" fmla="*/ 264935 h 361333"/>
                  <a:gd name="connsiteX9" fmla="*/ 251124 w 361670"/>
                  <a:gd name="connsiteY9" fmla="*/ 279618 h 361333"/>
                  <a:gd name="connsiteX10" fmla="*/ 236428 w 361670"/>
                  <a:gd name="connsiteY10" fmla="*/ 286002 h 361333"/>
                  <a:gd name="connsiteX11" fmla="*/ 220453 w 361670"/>
                  <a:gd name="connsiteY11" fmla="*/ 286002 h 361333"/>
                  <a:gd name="connsiteX12" fmla="*/ 213424 w 361670"/>
                  <a:gd name="connsiteY12" fmla="*/ 286002 h 361333"/>
                  <a:gd name="connsiteX13" fmla="*/ 168055 w 361670"/>
                  <a:gd name="connsiteY13" fmla="*/ 286002 h 361333"/>
                  <a:gd name="connsiteX14" fmla="*/ 128438 w 361670"/>
                  <a:gd name="connsiteY14" fmla="*/ 270042 h 361333"/>
                  <a:gd name="connsiteX15" fmla="*/ 122048 w 361670"/>
                  <a:gd name="connsiteY15" fmla="*/ 267489 h 361333"/>
                  <a:gd name="connsiteX16" fmla="*/ 97766 w 361670"/>
                  <a:gd name="connsiteY16" fmla="*/ 267489 h 361333"/>
                  <a:gd name="connsiteX17" fmla="*/ 91376 w 361670"/>
                  <a:gd name="connsiteY17" fmla="*/ 261105 h 361333"/>
                  <a:gd name="connsiteX18" fmla="*/ 97766 w 361670"/>
                  <a:gd name="connsiteY18" fmla="*/ 254721 h 361333"/>
                  <a:gd name="connsiteX19" fmla="*/ 122048 w 361670"/>
                  <a:gd name="connsiteY19" fmla="*/ 254721 h 361333"/>
                  <a:gd name="connsiteX20" fmla="*/ 137384 w 361670"/>
                  <a:gd name="connsiteY20" fmla="*/ 261105 h 361333"/>
                  <a:gd name="connsiteX21" fmla="*/ 168055 w 361670"/>
                  <a:gd name="connsiteY21" fmla="*/ 273234 h 361333"/>
                  <a:gd name="connsiteX22" fmla="*/ 194893 w 361670"/>
                  <a:gd name="connsiteY22" fmla="*/ 273234 h 361333"/>
                  <a:gd name="connsiteX23" fmla="*/ 192976 w 361670"/>
                  <a:gd name="connsiteY23" fmla="*/ 264935 h 361333"/>
                  <a:gd name="connsiteX24" fmla="*/ 198727 w 361670"/>
                  <a:gd name="connsiteY24" fmla="*/ 250890 h 361333"/>
                  <a:gd name="connsiteX25" fmla="*/ 192337 w 361670"/>
                  <a:gd name="connsiteY25" fmla="*/ 236207 h 361333"/>
                  <a:gd name="connsiteX26" fmla="*/ 198727 w 361670"/>
                  <a:gd name="connsiteY26" fmla="*/ 221524 h 361333"/>
                  <a:gd name="connsiteX27" fmla="*/ 200005 w 361670"/>
                  <a:gd name="connsiteY27" fmla="*/ 220247 h 361333"/>
                  <a:gd name="connsiteX28" fmla="*/ 194893 w 361670"/>
                  <a:gd name="connsiteY28" fmla="*/ 206841 h 361333"/>
                  <a:gd name="connsiteX29" fmla="*/ 203200 w 361670"/>
                  <a:gd name="connsiteY29" fmla="*/ 190243 h 361333"/>
                  <a:gd name="connsiteX30" fmla="*/ 199366 w 361670"/>
                  <a:gd name="connsiteY30" fmla="*/ 178113 h 361333"/>
                  <a:gd name="connsiteX31" fmla="*/ 201283 w 361670"/>
                  <a:gd name="connsiteY31" fmla="*/ 169814 h 361333"/>
                  <a:gd name="connsiteX32" fmla="*/ 195532 w 361670"/>
                  <a:gd name="connsiteY32" fmla="*/ 169814 h 361333"/>
                  <a:gd name="connsiteX33" fmla="*/ 195532 w 361670"/>
                  <a:gd name="connsiteY33" fmla="*/ 173644 h 361333"/>
                  <a:gd name="connsiteX34" fmla="*/ 161027 w 361670"/>
                  <a:gd name="connsiteY34" fmla="*/ 225993 h 361333"/>
                  <a:gd name="connsiteX35" fmla="*/ 158470 w 361670"/>
                  <a:gd name="connsiteY35" fmla="*/ 226631 h 361333"/>
                  <a:gd name="connsiteX36" fmla="*/ 152720 w 361670"/>
                  <a:gd name="connsiteY36" fmla="*/ 222801 h 361333"/>
                  <a:gd name="connsiteX37" fmla="*/ 155915 w 361670"/>
                  <a:gd name="connsiteY37" fmla="*/ 214502 h 361333"/>
                  <a:gd name="connsiteX38" fmla="*/ 182752 w 361670"/>
                  <a:gd name="connsiteY38" fmla="*/ 173644 h 361333"/>
                  <a:gd name="connsiteX39" fmla="*/ 182113 w 361670"/>
                  <a:gd name="connsiteY39" fmla="*/ 164707 h 361333"/>
                  <a:gd name="connsiteX40" fmla="*/ 182113 w 361670"/>
                  <a:gd name="connsiteY40" fmla="*/ 164068 h 361333"/>
                  <a:gd name="connsiteX41" fmla="*/ 182113 w 361670"/>
                  <a:gd name="connsiteY41" fmla="*/ 163430 h 361333"/>
                  <a:gd name="connsiteX42" fmla="*/ 182113 w 361670"/>
                  <a:gd name="connsiteY42" fmla="*/ 163430 h 361333"/>
                  <a:gd name="connsiteX43" fmla="*/ 182113 w 361670"/>
                  <a:gd name="connsiteY43" fmla="*/ 162792 h 361333"/>
                  <a:gd name="connsiteX44" fmla="*/ 182113 w 361670"/>
                  <a:gd name="connsiteY44" fmla="*/ 161515 h 361333"/>
                  <a:gd name="connsiteX45" fmla="*/ 182113 w 361670"/>
                  <a:gd name="connsiteY45" fmla="*/ 160876 h 361333"/>
                  <a:gd name="connsiteX46" fmla="*/ 192337 w 361670"/>
                  <a:gd name="connsiteY46" fmla="*/ 94483 h 361333"/>
                  <a:gd name="connsiteX47" fmla="*/ 184669 w 361670"/>
                  <a:gd name="connsiteY47" fmla="*/ 89376 h 361333"/>
                  <a:gd name="connsiteX48" fmla="*/ 177640 w 361670"/>
                  <a:gd name="connsiteY48" fmla="*/ 113635 h 361333"/>
                  <a:gd name="connsiteX49" fmla="*/ 164221 w 361670"/>
                  <a:gd name="connsiteY49" fmla="*/ 137256 h 361333"/>
                  <a:gd name="connsiteX50" fmla="*/ 138022 w 361670"/>
                  <a:gd name="connsiteY50" fmla="*/ 170452 h 361333"/>
                  <a:gd name="connsiteX51" fmla="*/ 118853 w 361670"/>
                  <a:gd name="connsiteY51" fmla="*/ 181944 h 361333"/>
                  <a:gd name="connsiteX52" fmla="*/ 98405 w 361670"/>
                  <a:gd name="connsiteY52" fmla="*/ 181944 h 361333"/>
                  <a:gd name="connsiteX53" fmla="*/ 92015 w 361670"/>
                  <a:gd name="connsiteY53" fmla="*/ 175560 h 361333"/>
                  <a:gd name="connsiteX54" fmla="*/ 98405 w 361670"/>
                  <a:gd name="connsiteY54" fmla="*/ 169176 h 361333"/>
                  <a:gd name="connsiteX55" fmla="*/ 118853 w 361670"/>
                  <a:gd name="connsiteY55" fmla="*/ 169176 h 361333"/>
                  <a:gd name="connsiteX56" fmla="*/ 127160 w 361670"/>
                  <a:gd name="connsiteY56" fmla="*/ 164068 h 361333"/>
                  <a:gd name="connsiteX57" fmla="*/ 155275 w 361670"/>
                  <a:gd name="connsiteY57" fmla="*/ 128318 h 361333"/>
                  <a:gd name="connsiteX58" fmla="*/ 165500 w 361670"/>
                  <a:gd name="connsiteY58" fmla="*/ 110443 h 361333"/>
                  <a:gd name="connsiteX59" fmla="*/ 172528 w 361670"/>
                  <a:gd name="connsiteY59" fmla="*/ 84907 h 361333"/>
                  <a:gd name="connsiteX60" fmla="*/ 185308 w 361670"/>
                  <a:gd name="connsiteY60" fmla="*/ 76608 h 361333"/>
                  <a:gd name="connsiteX61" fmla="*/ 203200 w 361670"/>
                  <a:gd name="connsiteY61" fmla="*/ 88099 h 361333"/>
                  <a:gd name="connsiteX62" fmla="*/ 196810 w 361670"/>
                  <a:gd name="connsiteY62" fmla="*/ 156408 h 361333"/>
                  <a:gd name="connsiteX63" fmla="*/ 219814 w 361670"/>
                  <a:gd name="connsiteY63" fmla="*/ 156408 h 361333"/>
                  <a:gd name="connsiteX64" fmla="*/ 241540 w 361670"/>
                  <a:gd name="connsiteY64" fmla="*/ 156408 h 361333"/>
                  <a:gd name="connsiteX65" fmla="*/ 262626 w 361670"/>
                  <a:gd name="connsiteY65" fmla="*/ 177475 h 361333"/>
                  <a:gd name="connsiteX66" fmla="*/ 259431 w 361670"/>
                  <a:gd name="connsiteY66" fmla="*/ 188966 h 361333"/>
                  <a:gd name="connsiteX67" fmla="*/ 269016 w 361670"/>
                  <a:gd name="connsiteY67" fmla="*/ 206841 h 361333"/>
                  <a:gd name="connsiteX68" fmla="*/ 262626 w 361670"/>
                  <a:gd name="connsiteY68" fmla="*/ 221524 h 361333"/>
                  <a:gd name="connsiteX69" fmla="*/ 260709 w 361670"/>
                  <a:gd name="connsiteY69" fmla="*/ 223439 h 361333"/>
                  <a:gd name="connsiteX70" fmla="*/ 265821 w 361670"/>
                  <a:gd name="connsiteY70" fmla="*/ 235569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61670" h="361333">
                    <a:moveTo>
                      <a:pt x="180835" y="0"/>
                    </a:moveTo>
                    <a:cubicBezTo>
                      <a:pt x="80513" y="0"/>
                      <a:pt x="0" y="81077"/>
                      <a:pt x="0" y="180667"/>
                    </a:cubicBezTo>
                    <a:cubicBezTo>
                      <a:pt x="0" y="280257"/>
                      <a:pt x="81152" y="361334"/>
                      <a:pt x="180835" y="361334"/>
                    </a:cubicBezTo>
                    <a:cubicBezTo>
                      <a:pt x="281157" y="361334"/>
                      <a:pt x="361670" y="280257"/>
                      <a:pt x="361670" y="180667"/>
                    </a:cubicBezTo>
                    <a:cubicBezTo>
                      <a:pt x="361670" y="81077"/>
                      <a:pt x="280518" y="0"/>
                      <a:pt x="180835" y="0"/>
                    </a:cubicBezTo>
                    <a:close/>
                    <a:moveTo>
                      <a:pt x="265821" y="235569"/>
                    </a:moveTo>
                    <a:cubicBezTo>
                      <a:pt x="265821" y="241314"/>
                      <a:pt x="263904" y="246422"/>
                      <a:pt x="259431" y="250252"/>
                    </a:cubicBezTo>
                    <a:cubicBezTo>
                      <a:pt x="258154" y="251529"/>
                      <a:pt x="256236" y="252806"/>
                      <a:pt x="254319" y="254082"/>
                    </a:cubicBezTo>
                    <a:cubicBezTo>
                      <a:pt x="256236" y="257274"/>
                      <a:pt x="257514" y="261105"/>
                      <a:pt x="257514" y="264935"/>
                    </a:cubicBezTo>
                    <a:cubicBezTo>
                      <a:pt x="257514" y="270681"/>
                      <a:pt x="255597" y="275788"/>
                      <a:pt x="251124" y="279618"/>
                    </a:cubicBezTo>
                    <a:cubicBezTo>
                      <a:pt x="247291" y="283449"/>
                      <a:pt x="242179" y="286002"/>
                      <a:pt x="236428" y="286002"/>
                    </a:cubicBezTo>
                    <a:lnTo>
                      <a:pt x="220453" y="286002"/>
                    </a:lnTo>
                    <a:lnTo>
                      <a:pt x="213424" y="286002"/>
                    </a:lnTo>
                    <a:lnTo>
                      <a:pt x="168055" y="286002"/>
                    </a:lnTo>
                    <a:cubicBezTo>
                      <a:pt x="153358" y="286002"/>
                      <a:pt x="139301" y="280257"/>
                      <a:pt x="128438" y="270042"/>
                    </a:cubicBezTo>
                    <a:cubicBezTo>
                      <a:pt x="126521" y="268127"/>
                      <a:pt x="123965" y="267489"/>
                      <a:pt x="122048" y="267489"/>
                    </a:cubicBezTo>
                    <a:lnTo>
                      <a:pt x="97766" y="267489"/>
                    </a:lnTo>
                    <a:cubicBezTo>
                      <a:pt x="93932" y="267489"/>
                      <a:pt x="91376" y="264935"/>
                      <a:pt x="91376" y="261105"/>
                    </a:cubicBezTo>
                    <a:cubicBezTo>
                      <a:pt x="91376" y="257274"/>
                      <a:pt x="93932" y="254721"/>
                      <a:pt x="97766" y="254721"/>
                    </a:cubicBezTo>
                    <a:lnTo>
                      <a:pt x="122048" y="254721"/>
                    </a:lnTo>
                    <a:cubicBezTo>
                      <a:pt x="127799" y="254721"/>
                      <a:pt x="132911" y="256636"/>
                      <a:pt x="137384" y="261105"/>
                    </a:cubicBezTo>
                    <a:cubicBezTo>
                      <a:pt x="145690" y="268766"/>
                      <a:pt x="156553" y="273234"/>
                      <a:pt x="168055" y="273234"/>
                    </a:cubicBezTo>
                    <a:lnTo>
                      <a:pt x="194893" y="273234"/>
                    </a:lnTo>
                    <a:cubicBezTo>
                      <a:pt x="193615" y="270681"/>
                      <a:pt x="192976" y="268127"/>
                      <a:pt x="192976" y="264935"/>
                    </a:cubicBezTo>
                    <a:cubicBezTo>
                      <a:pt x="192976" y="259190"/>
                      <a:pt x="194893" y="254721"/>
                      <a:pt x="198727" y="250890"/>
                    </a:cubicBezTo>
                    <a:cubicBezTo>
                      <a:pt x="194893" y="247060"/>
                      <a:pt x="192337" y="241953"/>
                      <a:pt x="192337" y="236207"/>
                    </a:cubicBezTo>
                    <a:cubicBezTo>
                      <a:pt x="192337" y="230462"/>
                      <a:pt x="194254" y="225355"/>
                      <a:pt x="198727" y="221524"/>
                    </a:cubicBezTo>
                    <a:cubicBezTo>
                      <a:pt x="199366" y="220886"/>
                      <a:pt x="199366" y="220886"/>
                      <a:pt x="200005" y="220247"/>
                    </a:cubicBezTo>
                    <a:cubicBezTo>
                      <a:pt x="196810" y="216417"/>
                      <a:pt x="194893" y="211948"/>
                      <a:pt x="194893" y="206841"/>
                    </a:cubicBezTo>
                    <a:cubicBezTo>
                      <a:pt x="194893" y="199819"/>
                      <a:pt x="198088" y="194073"/>
                      <a:pt x="203200" y="190243"/>
                    </a:cubicBezTo>
                    <a:cubicBezTo>
                      <a:pt x="200644" y="186412"/>
                      <a:pt x="199366" y="182582"/>
                      <a:pt x="199366" y="178113"/>
                    </a:cubicBezTo>
                    <a:cubicBezTo>
                      <a:pt x="199366" y="174921"/>
                      <a:pt x="200005" y="172368"/>
                      <a:pt x="201283" y="169814"/>
                    </a:cubicBezTo>
                    <a:lnTo>
                      <a:pt x="195532" y="169814"/>
                    </a:lnTo>
                    <a:cubicBezTo>
                      <a:pt x="195532" y="171091"/>
                      <a:pt x="195532" y="172368"/>
                      <a:pt x="195532" y="173644"/>
                    </a:cubicBezTo>
                    <a:cubicBezTo>
                      <a:pt x="195532" y="196627"/>
                      <a:pt x="182113" y="217055"/>
                      <a:pt x="161027" y="225993"/>
                    </a:cubicBezTo>
                    <a:cubicBezTo>
                      <a:pt x="160387" y="226631"/>
                      <a:pt x="159110" y="226631"/>
                      <a:pt x="158470" y="226631"/>
                    </a:cubicBezTo>
                    <a:cubicBezTo>
                      <a:pt x="155915" y="226631"/>
                      <a:pt x="153358" y="225355"/>
                      <a:pt x="152720" y="222801"/>
                    </a:cubicBezTo>
                    <a:cubicBezTo>
                      <a:pt x="151442" y="219609"/>
                      <a:pt x="152720" y="215779"/>
                      <a:pt x="155915" y="214502"/>
                    </a:cubicBezTo>
                    <a:cubicBezTo>
                      <a:pt x="172528" y="207479"/>
                      <a:pt x="182752" y="191519"/>
                      <a:pt x="182752" y="173644"/>
                    </a:cubicBezTo>
                    <a:cubicBezTo>
                      <a:pt x="182752" y="170452"/>
                      <a:pt x="182752" y="167260"/>
                      <a:pt x="182113" y="164707"/>
                    </a:cubicBezTo>
                    <a:cubicBezTo>
                      <a:pt x="182113" y="164707"/>
                      <a:pt x="182113" y="164068"/>
                      <a:pt x="182113" y="164068"/>
                    </a:cubicBezTo>
                    <a:cubicBezTo>
                      <a:pt x="182113" y="164068"/>
                      <a:pt x="182113" y="163430"/>
                      <a:pt x="182113" y="163430"/>
                    </a:cubicBezTo>
                    <a:cubicBezTo>
                      <a:pt x="182113" y="163430"/>
                      <a:pt x="182113" y="163430"/>
                      <a:pt x="182113" y="163430"/>
                    </a:cubicBezTo>
                    <a:cubicBezTo>
                      <a:pt x="182113" y="163430"/>
                      <a:pt x="182113" y="162792"/>
                      <a:pt x="182113" y="162792"/>
                    </a:cubicBezTo>
                    <a:cubicBezTo>
                      <a:pt x="182113" y="162153"/>
                      <a:pt x="182113" y="162153"/>
                      <a:pt x="182113" y="161515"/>
                    </a:cubicBezTo>
                    <a:cubicBezTo>
                      <a:pt x="182113" y="161515"/>
                      <a:pt x="182113" y="160876"/>
                      <a:pt x="182113" y="160876"/>
                    </a:cubicBezTo>
                    <a:cubicBezTo>
                      <a:pt x="198727" y="116827"/>
                      <a:pt x="195532" y="100229"/>
                      <a:pt x="192337" y="94483"/>
                    </a:cubicBezTo>
                    <a:cubicBezTo>
                      <a:pt x="190420" y="91930"/>
                      <a:pt x="188503" y="90014"/>
                      <a:pt x="184669" y="89376"/>
                    </a:cubicBezTo>
                    <a:lnTo>
                      <a:pt x="177640" y="113635"/>
                    </a:lnTo>
                    <a:cubicBezTo>
                      <a:pt x="175084" y="122573"/>
                      <a:pt x="170611" y="130233"/>
                      <a:pt x="164221" y="137256"/>
                    </a:cubicBezTo>
                    <a:cubicBezTo>
                      <a:pt x="157832" y="143640"/>
                      <a:pt x="146330" y="155769"/>
                      <a:pt x="138022" y="170452"/>
                    </a:cubicBezTo>
                    <a:cubicBezTo>
                      <a:pt x="134189" y="177475"/>
                      <a:pt x="126521" y="181944"/>
                      <a:pt x="118853" y="181944"/>
                    </a:cubicBezTo>
                    <a:lnTo>
                      <a:pt x="98405" y="181944"/>
                    </a:lnTo>
                    <a:cubicBezTo>
                      <a:pt x="94571" y="181944"/>
                      <a:pt x="92015" y="179390"/>
                      <a:pt x="92015" y="175560"/>
                    </a:cubicBezTo>
                    <a:cubicBezTo>
                      <a:pt x="92015" y="171729"/>
                      <a:pt x="94571" y="169176"/>
                      <a:pt x="98405" y="169176"/>
                    </a:cubicBezTo>
                    <a:lnTo>
                      <a:pt x="118853" y="169176"/>
                    </a:lnTo>
                    <a:cubicBezTo>
                      <a:pt x="122048" y="169176"/>
                      <a:pt x="125243" y="167260"/>
                      <a:pt x="127160" y="164068"/>
                    </a:cubicBezTo>
                    <a:cubicBezTo>
                      <a:pt x="136106" y="148108"/>
                      <a:pt x="148247" y="134702"/>
                      <a:pt x="155275" y="128318"/>
                    </a:cubicBezTo>
                    <a:cubicBezTo>
                      <a:pt x="160387" y="123211"/>
                      <a:pt x="164221" y="116827"/>
                      <a:pt x="165500" y="110443"/>
                    </a:cubicBezTo>
                    <a:lnTo>
                      <a:pt x="172528" y="84907"/>
                    </a:lnTo>
                    <a:cubicBezTo>
                      <a:pt x="173806" y="79162"/>
                      <a:pt x="179557" y="75331"/>
                      <a:pt x="185308" y="76608"/>
                    </a:cubicBezTo>
                    <a:cubicBezTo>
                      <a:pt x="192976" y="77885"/>
                      <a:pt x="199366" y="81715"/>
                      <a:pt x="203200" y="88099"/>
                    </a:cubicBezTo>
                    <a:cubicBezTo>
                      <a:pt x="210868" y="100867"/>
                      <a:pt x="208312" y="123849"/>
                      <a:pt x="196810" y="156408"/>
                    </a:cubicBezTo>
                    <a:lnTo>
                      <a:pt x="219814" y="156408"/>
                    </a:lnTo>
                    <a:lnTo>
                      <a:pt x="241540" y="156408"/>
                    </a:lnTo>
                    <a:cubicBezTo>
                      <a:pt x="253041" y="156408"/>
                      <a:pt x="262626" y="165984"/>
                      <a:pt x="262626" y="177475"/>
                    </a:cubicBezTo>
                    <a:cubicBezTo>
                      <a:pt x="262626" y="181305"/>
                      <a:pt x="261349" y="185774"/>
                      <a:pt x="259431" y="188966"/>
                    </a:cubicBezTo>
                    <a:cubicBezTo>
                      <a:pt x="265182" y="192796"/>
                      <a:pt x="269016" y="199180"/>
                      <a:pt x="269016" y="206841"/>
                    </a:cubicBezTo>
                    <a:cubicBezTo>
                      <a:pt x="269016" y="212587"/>
                      <a:pt x="267099" y="217694"/>
                      <a:pt x="262626" y="221524"/>
                    </a:cubicBezTo>
                    <a:cubicBezTo>
                      <a:pt x="261987" y="222163"/>
                      <a:pt x="261349" y="222801"/>
                      <a:pt x="260709" y="223439"/>
                    </a:cubicBezTo>
                    <a:cubicBezTo>
                      <a:pt x="263904" y="226631"/>
                      <a:pt x="265821" y="231100"/>
                      <a:pt x="265821" y="235569"/>
                    </a:cubicBezTo>
                    <a:close/>
                  </a:path>
                </a:pathLst>
              </a:cu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231" name="Graphic 4">
                <a:extLst>
                  <a:ext uri="{FF2B5EF4-FFF2-40B4-BE49-F238E27FC236}">
                    <a16:creationId xmlns:a16="http://schemas.microsoft.com/office/drawing/2014/main" id="{1F030B2A-A3FF-4A51-ABD5-121060E08EF1}"/>
                  </a:ext>
                </a:extLst>
              </p:cNvPr>
              <p:cNvSpPr/>
              <p:nvPr/>
            </p:nvSpPr>
            <p:spPr>
              <a:xfrm>
                <a:off x="6352875" y="4565348"/>
                <a:ext cx="38978" cy="16598"/>
              </a:xfrm>
              <a:custGeom>
                <a:avLst/>
                <a:gdLst>
                  <a:gd name="connsiteX0" fmla="*/ 30672 w 38978"/>
                  <a:gd name="connsiteY0" fmla="*/ 0 h 16598"/>
                  <a:gd name="connsiteX1" fmla="*/ 8307 w 38978"/>
                  <a:gd name="connsiteY1" fmla="*/ 0 h 16598"/>
                  <a:gd name="connsiteX2" fmla="*/ 0 w 38978"/>
                  <a:gd name="connsiteY2" fmla="*/ 8299 h 16598"/>
                  <a:gd name="connsiteX3" fmla="*/ 2556 w 38978"/>
                  <a:gd name="connsiteY3" fmla="*/ 14045 h 16598"/>
                  <a:gd name="connsiteX4" fmla="*/ 7668 w 38978"/>
                  <a:gd name="connsiteY4" fmla="*/ 16598 h 16598"/>
                  <a:gd name="connsiteX5" fmla="*/ 14697 w 38978"/>
                  <a:gd name="connsiteY5" fmla="*/ 16598 h 16598"/>
                  <a:gd name="connsiteX6" fmla="*/ 30672 w 38978"/>
                  <a:gd name="connsiteY6" fmla="*/ 16598 h 16598"/>
                  <a:gd name="connsiteX7" fmla="*/ 36423 w 38978"/>
                  <a:gd name="connsiteY7" fmla="*/ 14045 h 16598"/>
                  <a:gd name="connsiteX8" fmla="*/ 38978 w 38978"/>
                  <a:gd name="connsiteY8" fmla="*/ 8299 h 16598"/>
                  <a:gd name="connsiteX9" fmla="*/ 30672 w 38978"/>
                  <a:gd name="connsiteY9" fmla="*/ 0 h 16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78" h="16598">
                    <a:moveTo>
                      <a:pt x="30672" y="0"/>
                    </a:moveTo>
                    <a:lnTo>
                      <a:pt x="8307" y="0"/>
                    </a:lnTo>
                    <a:cubicBezTo>
                      <a:pt x="3834" y="0"/>
                      <a:pt x="0" y="3830"/>
                      <a:pt x="0" y="8299"/>
                    </a:cubicBezTo>
                    <a:cubicBezTo>
                      <a:pt x="0" y="10214"/>
                      <a:pt x="639" y="12768"/>
                      <a:pt x="2556" y="14045"/>
                    </a:cubicBezTo>
                    <a:cubicBezTo>
                      <a:pt x="3834" y="15322"/>
                      <a:pt x="5751" y="15960"/>
                      <a:pt x="7668" y="16598"/>
                    </a:cubicBezTo>
                    <a:lnTo>
                      <a:pt x="14697" y="16598"/>
                    </a:lnTo>
                    <a:lnTo>
                      <a:pt x="30672" y="16598"/>
                    </a:lnTo>
                    <a:cubicBezTo>
                      <a:pt x="32589" y="16598"/>
                      <a:pt x="35145" y="15960"/>
                      <a:pt x="36423" y="14045"/>
                    </a:cubicBezTo>
                    <a:cubicBezTo>
                      <a:pt x="37700" y="12768"/>
                      <a:pt x="38978" y="10214"/>
                      <a:pt x="38978" y="8299"/>
                    </a:cubicBezTo>
                    <a:cubicBezTo>
                      <a:pt x="38978" y="3192"/>
                      <a:pt x="35145" y="0"/>
                      <a:pt x="30672" y="0"/>
                    </a:cubicBezTo>
                    <a:close/>
                  </a:path>
                </a:pathLst>
              </a:custGeom>
              <a:solidFill>
                <a:schemeClr val="accent2"/>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grpSp>
      <p:grpSp>
        <p:nvGrpSpPr>
          <p:cNvPr id="102" name="Graphic 4">
            <a:extLst>
              <a:ext uri="{FF2B5EF4-FFF2-40B4-BE49-F238E27FC236}">
                <a16:creationId xmlns:a16="http://schemas.microsoft.com/office/drawing/2014/main" id="{44463E75-6513-4E22-8CD3-71502D070B3D}"/>
              </a:ext>
            </a:extLst>
          </p:cNvPr>
          <p:cNvGrpSpPr/>
          <p:nvPr/>
        </p:nvGrpSpPr>
        <p:grpSpPr>
          <a:xfrm>
            <a:off x="3936445" y="1502968"/>
            <a:ext cx="548637" cy="548641"/>
            <a:chOff x="9279466" y="918179"/>
            <a:chExt cx="361671" cy="361333"/>
          </a:xfrm>
          <a:solidFill>
            <a:schemeClr val="accent1"/>
          </a:solidFill>
        </p:grpSpPr>
        <p:sp>
          <p:nvSpPr>
            <p:cNvPr id="103" name="Graphic 4">
              <a:extLst>
                <a:ext uri="{FF2B5EF4-FFF2-40B4-BE49-F238E27FC236}">
                  <a16:creationId xmlns:a16="http://schemas.microsoft.com/office/drawing/2014/main" id="{218EF89D-C80E-44A5-92B9-151893B551F2}"/>
                </a:ext>
              </a:extLst>
            </p:cNvPr>
            <p:cNvSpPr/>
            <p:nvPr/>
          </p:nvSpPr>
          <p:spPr>
            <a:xfrm>
              <a:off x="9423879" y="1003460"/>
              <a:ext cx="72844" cy="25161"/>
            </a:xfrm>
            <a:custGeom>
              <a:avLst/>
              <a:gdLst>
                <a:gd name="connsiteX0" fmla="*/ 49841 w 72844"/>
                <a:gd name="connsiteY0" fmla="*/ 25162 h 25161"/>
                <a:gd name="connsiteX1" fmla="*/ 72845 w 72844"/>
                <a:gd name="connsiteY1" fmla="*/ 903 h 25161"/>
                <a:gd name="connsiteX2" fmla="*/ 72206 w 72844"/>
                <a:gd name="connsiteY2" fmla="*/ 903 h 25161"/>
                <a:gd name="connsiteX3" fmla="*/ 38978 w 72844"/>
                <a:gd name="connsiteY3" fmla="*/ 7287 h 25161"/>
                <a:gd name="connsiteX4" fmla="*/ 38978 w 72844"/>
                <a:gd name="connsiteY4" fmla="*/ 7287 h 25161"/>
                <a:gd name="connsiteX5" fmla="*/ 37700 w 72844"/>
                <a:gd name="connsiteY5" fmla="*/ 7287 h 25161"/>
                <a:gd name="connsiteX6" fmla="*/ 36422 w 72844"/>
                <a:gd name="connsiteY6" fmla="*/ 7287 h 25161"/>
                <a:gd name="connsiteX7" fmla="*/ 35145 w 72844"/>
                <a:gd name="connsiteY7" fmla="*/ 7287 h 25161"/>
                <a:gd name="connsiteX8" fmla="*/ 33866 w 72844"/>
                <a:gd name="connsiteY8" fmla="*/ 7287 h 25161"/>
                <a:gd name="connsiteX9" fmla="*/ 33866 w 72844"/>
                <a:gd name="connsiteY9" fmla="*/ 7287 h 25161"/>
                <a:gd name="connsiteX10" fmla="*/ 639 w 72844"/>
                <a:gd name="connsiteY10" fmla="*/ 903 h 25161"/>
                <a:gd name="connsiteX11" fmla="*/ 0 w 72844"/>
                <a:gd name="connsiteY11" fmla="*/ 903 h 25161"/>
                <a:gd name="connsiteX12" fmla="*/ 23004 w 72844"/>
                <a:gd name="connsiteY12" fmla="*/ 25162 h 25161"/>
                <a:gd name="connsiteX13" fmla="*/ 49841 w 72844"/>
                <a:gd name="connsiteY13" fmla="*/ 25162 h 25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2844" h="25161">
                  <a:moveTo>
                    <a:pt x="49841" y="25162"/>
                  </a:moveTo>
                  <a:lnTo>
                    <a:pt x="72845" y="903"/>
                  </a:lnTo>
                  <a:cubicBezTo>
                    <a:pt x="72845" y="903"/>
                    <a:pt x="72206" y="903"/>
                    <a:pt x="72206" y="903"/>
                  </a:cubicBezTo>
                  <a:cubicBezTo>
                    <a:pt x="68372" y="-374"/>
                    <a:pt x="59426" y="-1651"/>
                    <a:pt x="38978" y="7287"/>
                  </a:cubicBezTo>
                  <a:cubicBezTo>
                    <a:pt x="38978" y="7287"/>
                    <a:pt x="38978" y="7287"/>
                    <a:pt x="38978" y="7287"/>
                  </a:cubicBezTo>
                  <a:cubicBezTo>
                    <a:pt x="38340" y="7287"/>
                    <a:pt x="38340" y="7287"/>
                    <a:pt x="37700" y="7287"/>
                  </a:cubicBezTo>
                  <a:cubicBezTo>
                    <a:pt x="37061" y="7287"/>
                    <a:pt x="37061" y="7287"/>
                    <a:pt x="36422" y="7287"/>
                  </a:cubicBezTo>
                  <a:cubicBezTo>
                    <a:pt x="35783" y="7287"/>
                    <a:pt x="35783" y="7287"/>
                    <a:pt x="35145" y="7287"/>
                  </a:cubicBezTo>
                  <a:cubicBezTo>
                    <a:pt x="34505" y="7287"/>
                    <a:pt x="33866" y="7287"/>
                    <a:pt x="33866" y="7287"/>
                  </a:cubicBezTo>
                  <a:cubicBezTo>
                    <a:pt x="33866" y="7287"/>
                    <a:pt x="33866" y="7287"/>
                    <a:pt x="33866" y="7287"/>
                  </a:cubicBezTo>
                  <a:cubicBezTo>
                    <a:pt x="13419" y="-1651"/>
                    <a:pt x="3834" y="-374"/>
                    <a:pt x="639" y="903"/>
                  </a:cubicBezTo>
                  <a:cubicBezTo>
                    <a:pt x="639" y="903"/>
                    <a:pt x="0" y="903"/>
                    <a:pt x="0" y="903"/>
                  </a:cubicBezTo>
                  <a:lnTo>
                    <a:pt x="23004" y="25162"/>
                  </a:lnTo>
                  <a:lnTo>
                    <a:pt x="49841" y="25162"/>
                  </a:lnTo>
                  <a:close/>
                </a:path>
              </a:pathLst>
            </a:custGeom>
            <a:grpFill/>
            <a:ln w="6390" cap="flat">
              <a:noFill/>
              <a:prstDash val="solid"/>
              <a:miter/>
            </a:ln>
          </p:spPr>
          <p:txBody>
            <a:bodyPr rtlCol="0" anchor="ctr"/>
            <a:lstStyle/>
            <a:p>
              <a:endParaRPr lang="en-US"/>
            </a:p>
          </p:txBody>
        </p:sp>
        <p:sp>
          <p:nvSpPr>
            <p:cNvPr id="104" name="Graphic 4">
              <a:extLst>
                <a:ext uri="{FF2B5EF4-FFF2-40B4-BE49-F238E27FC236}">
                  <a16:creationId xmlns:a16="http://schemas.microsoft.com/office/drawing/2014/main" id="{2296FE8F-17B4-4C01-BC0F-E0066CD2DA2A}"/>
                </a:ext>
              </a:extLst>
            </p:cNvPr>
            <p:cNvSpPr/>
            <p:nvPr/>
          </p:nvSpPr>
          <p:spPr>
            <a:xfrm>
              <a:off x="9394485" y="1041390"/>
              <a:ext cx="130993" cy="152577"/>
            </a:xfrm>
            <a:custGeom>
              <a:avLst/>
              <a:gdLst>
                <a:gd name="connsiteX0" fmla="*/ 120131 w 130993"/>
                <a:gd name="connsiteY0" fmla="*/ 111081 h 152577"/>
                <a:gd name="connsiteX1" fmla="*/ 79874 w 130993"/>
                <a:gd name="connsiteY1" fmla="*/ 0 h 152577"/>
                <a:gd name="connsiteX2" fmla="*/ 51119 w 130993"/>
                <a:gd name="connsiteY2" fmla="*/ 0 h 152577"/>
                <a:gd name="connsiteX3" fmla="*/ 10863 w 130993"/>
                <a:gd name="connsiteY3" fmla="*/ 111081 h 152577"/>
                <a:gd name="connsiteX4" fmla="*/ 11502 w 130993"/>
                <a:gd name="connsiteY4" fmla="*/ 113635 h 152577"/>
                <a:gd name="connsiteX5" fmla="*/ 0 w 130993"/>
                <a:gd name="connsiteY5" fmla="*/ 152577 h 152577"/>
                <a:gd name="connsiteX6" fmla="*/ 130994 w 130993"/>
                <a:gd name="connsiteY6" fmla="*/ 152577 h 152577"/>
                <a:gd name="connsiteX7" fmla="*/ 119492 w 130993"/>
                <a:gd name="connsiteY7" fmla="*/ 113635 h 152577"/>
                <a:gd name="connsiteX8" fmla="*/ 120131 w 130993"/>
                <a:gd name="connsiteY8" fmla="*/ 111081 h 152577"/>
                <a:gd name="connsiteX9" fmla="*/ 65817 w 130993"/>
                <a:gd name="connsiteY9" fmla="*/ 72777 h 152577"/>
                <a:gd name="connsiteX10" fmla="*/ 88181 w 130993"/>
                <a:gd name="connsiteY10" fmla="*/ 95121 h 152577"/>
                <a:gd name="connsiteX11" fmla="*/ 72207 w 130993"/>
                <a:gd name="connsiteY11" fmla="*/ 116188 h 152577"/>
                <a:gd name="connsiteX12" fmla="*/ 72207 w 130993"/>
                <a:gd name="connsiteY12" fmla="*/ 121296 h 152577"/>
                <a:gd name="connsiteX13" fmla="*/ 65817 w 130993"/>
                <a:gd name="connsiteY13" fmla="*/ 127680 h 152577"/>
                <a:gd name="connsiteX14" fmla="*/ 59427 w 130993"/>
                <a:gd name="connsiteY14" fmla="*/ 121296 h 152577"/>
                <a:gd name="connsiteX15" fmla="*/ 59427 w 130993"/>
                <a:gd name="connsiteY15" fmla="*/ 116188 h 152577"/>
                <a:gd name="connsiteX16" fmla="*/ 43452 w 130993"/>
                <a:gd name="connsiteY16" fmla="*/ 95121 h 152577"/>
                <a:gd name="connsiteX17" fmla="*/ 49842 w 130993"/>
                <a:gd name="connsiteY17" fmla="*/ 88737 h 152577"/>
                <a:gd name="connsiteX18" fmla="*/ 56232 w 130993"/>
                <a:gd name="connsiteY18" fmla="*/ 95121 h 152577"/>
                <a:gd name="connsiteX19" fmla="*/ 65817 w 130993"/>
                <a:gd name="connsiteY19" fmla="*/ 104697 h 152577"/>
                <a:gd name="connsiteX20" fmla="*/ 75402 w 130993"/>
                <a:gd name="connsiteY20" fmla="*/ 95121 h 152577"/>
                <a:gd name="connsiteX21" fmla="*/ 65817 w 130993"/>
                <a:gd name="connsiteY21" fmla="*/ 85545 h 152577"/>
                <a:gd name="connsiteX22" fmla="*/ 43452 w 130993"/>
                <a:gd name="connsiteY22" fmla="*/ 63201 h 152577"/>
                <a:gd name="connsiteX23" fmla="*/ 59427 w 130993"/>
                <a:gd name="connsiteY23" fmla="*/ 41496 h 152577"/>
                <a:gd name="connsiteX24" fmla="*/ 59427 w 130993"/>
                <a:gd name="connsiteY24" fmla="*/ 36389 h 152577"/>
                <a:gd name="connsiteX25" fmla="*/ 65817 w 130993"/>
                <a:gd name="connsiteY25" fmla="*/ 30005 h 152577"/>
                <a:gd name="connsiteX26" fmla="*/ 72207 w 130993"/>
                <a:gd name="connsiteY26" fmla="*/ 36389 h 152577"/>
                <a:gd name="connsiteX27" fmla="*/ 72207 w 130993"/>
                <a:gd name="connsiteY27" fmla="*/ 41496 h 152577"/>
                <a:gd name="connsiteX28" fmla="*/ 88181 w 130993"/>
                <a:gd name="connsiteY28" fmla="*/ 63201 h 152577"/>
                <a:gd name="connsiteX29" fmla="*/ 81792 w 130993"/>
                <a:gd name="connsiteY29" fmla="*/ 69585 h 152577"/>
                <a:gd name="connsiteX30" fmla="*/ 75402 w 130993"/>
                <a:gd name="connsiteY30" fmla="*/ 63201 h 152577"/>
                <a:gd name="connsiteX31" fmla="*/ 65817 w 130993"/>
                <a:gd name="connsiteY31" fmla="*/ 53625 h 152577"/>
                <a:gd name="connsiteX32" fmla="*/ 56232 w 130993"/>
                <a:gd name="connsiteY32" fmla="*/ 63201 h 152577"/>
                <a:gd name="connsiteX33" fmla="*/ 65817 w 130993"/>
                <a:gd name="connsiteY33" fmla="*/ 72777 h 152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30993" h="152577">
                  <a:moveTo>
                    <a:pt x="120131" y="111081"/>
                  </a:moveTo>
                  <a:cubicBezTo>
                    <a:pt x="121409" y="108528"/>
                    <a:pt x="146330" y="55541"/>
                    <a:pt x="79874" y="0"/>
                  </a:cubicBezTo>
                  <a:lnTo>
                    <a:pt x="51119" y="0"/>
                  </a:lnTo>
                  <a:cubicBezTo>
                    <a:pt x="-15335" y="55541"/>
                    <a:pt x="9585" y="109166"/>
                    <a:pt x="10863" y="111081"/>
                  </a:cubicBezTo>
                  <a:cubicBezTo>
                    <a:pt x="11502" y="111720"/>
                    <a:pt x="11502" y="112996"/>
                    <a:pt x="11502" y="113635"/>
                  </a:cubicBezTo>
                  <a:cubicBezTo>
                    <a:pt x="11502" y="123849"/>
                    <a:pt x="4473" y="141724"/>
                    <a:pt x="0" y="152577"/>
                  </a:cubicBezTo>
                  <a:lnTo>
                    <a:pt x="130994" y="152577"/>
                  </a:lnTo>
                  <a:cubicBezTo>
                    <a:pt x="126521" y="141724"/>
                    <a:pt x="119492" y="123849"/>
                    <a:pt x="119492" y="113635"/>
                  </a:cubicBezTo>
                  <a:cubicBezTo>
                    <a:pt x="119492" y="112996"/>
                    <a:pt x="119492" y="112358"/>
                    <a:pt x="120131" y="111081"/>
                  </a:cubicBezTo>
                  <a:close/>
                  <a:moveTo>
                    <a:pt x="65817" y="72777"/>
                  </a:moveTo>
                  <a:cubicBezTo>
                    <a:pt x="78597" y="72777"/>
                    <a:pt x="88181" y="82992"/>
                    <a:pt x="88181" y="95121"/>
                  </a:cubicBezTo>
                  <a:cubicBezTo>
                    <a:pt x="88181" y="105336"/>
                    <a:pt x="81153" y="113635"/>
                    <a:pt x="72207" y="116188"/>
                  </a:cubicBezTo>
                  <a:lnTo>
                    <a:pt x="72207" y="121296"/>
                  </a:lnTo>
                  <a:cubicBezTo>
                    <a:pt x="72207" y="125126"/>
                    <a:pt x="69650" y="127680"/>
                    <a:pt x="65817" y="127680"/>
                  </a:cubicBezTo>
                  <a:cubicBezTo>
                    <a:pt x="61983" y="127680"/>
                    <a:pt x="59427" y="125126"/>
                    <a:pt x="59427" y="121296"/>
                  </a:cubicBezTo>
                  <a:lnTo>
                    <a:pt x="59427" y="116188"/>
                  </a:lnTo>
                  <a:cubicBezTo>
                    <a:pt x="50481" y="113635"/>
                    <a:pt x="43452" y="104697"/>
                    <a:pt x="43452" y="95121"/>
                  </a:cubicBezTo>
                  <a:cubicBezTo>
                    <a:pt x="43452" y="91291"/>
                    <a:pt x="46008" y="88737"/>
                    <a:pt x="49842" y="88737"/>
                  </a:cubicBezTo>
                  <a:cubicBezTo>
                    <a:pt x="53676" y="88737"/>
                    <a:pt x="56232" y="91291"/>
                    <a:pt x="56232" y="95121"/>
                  </a:cubicBezTo>
                  <a:cubicBezTo>
                    <a:pt x="56232" y="100229"/>
                    <a:pt x="60704" y="104697"/>
                    <a:pt x="65817" y="104697"/>
                  </a:cubicBezTo>
                  <a:cubicBezTo>
                    <a:pt x="71568" y="104697"/>
                    <a:pt x="75402" y="100229"/>
                    <a:pt x="75402" y="95121"/>
                  </a:cubicBezTo>
                  <a:cubicBezTo>
                    <a:pt x="75402" y="89376"/>
                    <a:pt x="70929" y="85545"/>
                    <a:pt x="65817" y="85545"/>
                  </a:cubicBezTo>
                  <a:cubicBezTo>
                    <a:pt x="53676" y="85545"/>
                    <a:pt x="43452" y="75331"/>
                    <a:pt x="43452" y="63201"/>
                  </a:cubicBezTo>
                  <a:cubicBezTo>
                    <a:pt x="43452" y="52987"/>
                    <a:pt x="50481" y="44688"/>
                    <a:pt x="59427" y="41496"/>
                  </a:cubicBezTo>
                  <a:lnTo>
                    <a:pt x="59427" y="36389"/>
                  </a:lnTo>
                  <a:cubicBezTo>
                    <a:pt x="59427" y="32558"/>
                    <a:pt x="61983" y="30005"/>
                    <a:pt x="65817" y="30005"/>
                  </a:cubicBezTo>
                  <a:cubicBezTo>
                    <a:pt x="69650" y="30005"/>
                    <a:pt x="72207" y="32558"/>
                    <a:pt x="72207" y="36389"/>
                  </a:cubicBezTo>
                  <a:lnTo>
                    <a:pt x="72207" y="41496"/>
                  </a:lnTo>
                  <a:cubicBezTo>
                    <a:pt x="81792" y="44049"/>
                    <a:pt x="88181" y="52987"/>
                    <a:pt x="88181" y="63201"/>
                  </a:cubicBezTo>
                  <a:cubicBezTo>
                    <a:pt x="88181" y="67032"/>
                    <a:pt x="85625" y="69585"/>
                    <a:pt x="81792" y="69585"/>
                  </a:cubicBezTo>
                  <a:cubicBezTo>
                    <a:pt x="77958" y="69585"/>
                    <a:pt x="75402" y="67032"/>
                    <a:pt x="75402" y="63201"/>
                  </a:cubicBezTo>
                  <a:cubicBezTo>
                    <a:pt x="75402" y="57456"/>
                    <a:pt x="70929" y="53625"/>
                    <a:pt x="65817" y="53625"/>
                  </a:cubicBezTo>
                  <a:cubicBezTo>
                    <a:pt x="60704" y="53625"/>
                    <a:pt x="56232" y="58094"/>
                    <a:pt x="56232" y="63201"/>
                  </a:cubicBezTo>
                  <a:cubicBezTo>
                    <a:pt x="56232" y="68309"/>
                    <a:pt x="60066" y="72777"/>
                    <a:pt x="65817" y="72777"/>
                  </a:cubicBezTo>
                  <a:close/>
                </a:path>
              </a:pathLst>
            </a:custGeom>
            <a:grpFill/>
            <a:ln w="6390" cap="flat">
              <a:noFill/>
              <a:prstDash val="solid"/>
              <a:miter/>
            </a:ln>
          </p:spPr>
          <p:txBody>
            <a:bodyPr rtlCol="0" anchor="ctr"/>
            <a:lstStyle/>
            <a:p>
              <a:endParaRPr lang="en-US"/>
            </a:p>
          </p:txBody>
        </p:sp>
        <p:sp>
          <p:nvSpPr>
            <p:cNvPr id="105" name="Graphic 4">
              <a:extLst>
                <a:ext uri="{FF2B5EF4-FFF2-40B4-BE49-F238E27FC236}">
                  <a16:creationId xmlns:a16="http://schemas.microsoft.com/office/drawing/2014/main" id="{999EA789-A113-4FB6-BAC7-513958AEA7E3}"/>
                </a:ext>
              </a:extLst>
            </p:cNvPr>
            <p:cNvSpPr/>
            <p:nvPr/>
          </p:nvSpPr>
          <p:spPr>
            <a:xfrm>
              <a:off x="9279466" y="918179"/>
              <a:ext cx="361671" cy="361333"/>
            </a:xfrm>
            <a:custGeom>
              <a:avLst/>
              <a:gdLst>
                <a:gd name="connsiteX0" fmla="*/ 180836 w 361671"/>
                <a:gd name="connsiteY0" fmla="*/ 0 h 361333"/>
                <a:gd name="connsiteX1" fmla="*/ 0 w 361671"/>
                <a:gd name="connsiteY1" fmla="*/ 180667 h 361333"/>
                <a:gd name="connsiteX2" fmla="*/ 180836 w 361671"/>
                <a:gd name="connsiteY2" fmla="*/ 361333 h 361333"/>
                <a:gd name="connsiteX3" fmla="*/ 361671 w 361671"/>
                <a:gd name="connsiteY3" fmla="*/ 180667 h 361333"/>
                <a:gd name="connsiteX4" fmla="*/ 180836 w 361671"/>
                <a:gd name="connsiteY4" fmla="*/ 0 h 361333"/>
                <a:gd name="connsiteX5" fmla="*/ 261349 w 361671"/>
                <a:gd name="connsiteY5" fmla="*/ 286002 h 361333"/>
                <a:gd name="connsiteX6" fmla="*/ 256237 w 361671"/>
                <a:gd name="connsiteY6" fmla="*/ 289194 h 361333"/>
                <a:gd name="connsiteX7" fmla="*/ 105434 w 361671"/>
                <a:gd name="connsiteY7" fmla="*/ 289194 h 361333"/>
                <a:gd name="connsiteX8" fmla="*/ 100322 w 361671"/>
                <a:gd name="connsiteY8" fmla="*/ 286002 h 361333"/>
                <a:gd name="connsiteX9" fmla="*/ 99684 w 361671"/>
                <a:gd name="connsiteY9" fmla="*/ 279618 h 361333"/>
                <a:gd name="connsiteX10" fmla="*/ 114380 w 361671"/>
                <a:gd name="connsiteY10" fmla="*/ 238123 h 361333"/>
                <a:gd name="connsiteX11" fmla="*/ 155276 w 361671"/>
                <a:gd name="connsiteY11" fmla="*/ 116188 h 361333"/>
                <a:gd name="connsiteX12" fmla="*/ 131633 w 361671"/>
                <a:gd name="connsiteY12" fmla="*/ 90653 h 361333"/>
                <a:gd name="connsiteX13" fmla="*/ 130355 w 361671"/>
                <a:gd name="connsiteY13" fmla="*/ 84907 h 361333"/>
                <a:gd name="connsiteX14" fmla="*/ 139940 w 361671"/>
                <a:gd name="connsiteY14" fmla="*/ 74693 h 361333"/>
                <a:gd name="connsiteX15" fmla="*/ 182113 w 361671"/>
                <a:gd name="connsiteY15" fmla="*/ 79800 h 361333"/>
                <a:gd name="connsiteX16" fmla="*/ 224287 w 361671"/>
                <a:gd name="connsiteY16" fmla="*/ 74693 h 361333"/>
                <a:gd name="connsiteX17" fmla="*/ 233872 w 361671"/>
                <a:gd name="connsiteY17" fmla="*/ 84907 h 361333"/>
                <a:gd name="connsiteX18" fmla="*/ 232594 w 361671"/>
                <a:gd name="connsiteY18" fmla="*/ 90653 h 361333"/>
                <a:gd name="connsiteX19" fmla="*/ 208951 w 361671"/>
                <a:gd name="connsiteY19" fmla="*/ 116188 h 361333"/>
                <a:gd name="connsiteX20" fmla="*/ 255597 w 361671"/>
                <a:gd name="connsiteY20" fmla="*/ 199180 h 361333"/>
                <a:gd name="connsiteX21" fmla="*/ 249847 w 361671"/>
                <a:gd name="connsiteY21" fmla="*/ 238761 h 361333"/>
                <a:gd name="connsiteX22" fmla="*/ 264544 w 361671"/>
                <a:gd name="connsiteY22" fmla="*/ 279618 h 361333"/>
                <a:gd name="connsiteX23" fmla="*/ 261349 w 361671"/>
                <a:gd name="connsiteY23" fmla="*/ 286002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1671" h="361333">
                  <a:moveTo>
                    <a:pt x="180836" y="0"/>
                  </a:moveTo>
                  <a:cubicBezTo>
                    <a:pt x="80514" y="0"/>
                    <a:pt x="0" y="81077"/>
                    <a:pt x="0" y="180667"/>
                  </a:cubicBezTo>
                  <a:cubicBezTo>
                    <a:pt x="0" y="280257"/>
                    <a:pt x="81153" y="361333"/>
                    <a:pt x="180836" y="361333"/>
                  </a:cubicBezTo>
                  <a:cubicBezTo>
                    <a:pt x="281157" y="361333"/>
                    <a:pt x="361671" y="280257"/>
                    <a:pt x="361671" y="180667"/>
                  </a:cubicBezTo>
                  <a:cubicBezTo>
                    <a:pt x="361671" y="81077"/>
                    <a:pt x="280518" y="0"/>
                    <a:pt x="180836" y="0"/>
                  </a:cubicBezTo>
                  <a:close/>
                  <a:moveTo>
                    <a:pt x="261349" y="286002"/>
                  </a:moveTo>
                  <a:cubicBezTo>
                    <a:pt x="260071" y="287918"/>
                    <a:pt x="258154" y="289194"/>
                    <a:pt x="256237" y="289194"/>
                  </a:cubicBezTo>
                  <a:lnTo>
                    <a:pt x="105434" y="289194"/>
                  </a:lnTo>
                  <a:cubicBezTo>
                    <a:pt x="103517" y="289194"/>
                    <a:pt x="100961" y="287918"/>
                    <a:pt x="100322" y="286002"/>
                  </a:cubicBezTo>
                  <a:cubicBezTo>
                    <a:pt x="99044" y="284087"/>
                    <a:pt x="99044" y="281534"/>
                    <a:pt x="99684" y="279618"/>
                  </a:cubicBezTo>
                  <a:cubicBezTo>
                    <a:pt x="103517" y="271319"/>
                    <a:pt x="113102" y="248975"/>
                    <a:pt x="114380" y="238123"/>
                  </a:cubicBezTo>
                  <a:cubicBezTo>
                    <a:pt x="109907" y="227908"/>
                    <a:pt x="91376" y="171729"/>
                    <a:pt x="155276" y="116188"/>
                  </a:cubicBezTo>
                  <a:lnTo>
                    <a:pt x="131633" y="90653"/>
                  </a:lnTo>
                  <a:cubicBezTo>
                    <a:pt x="130355" y="88737"/>
                    <a:pt x="129716" y="86822"/>
                    <a:pt x="130355" y="84907"/>
                  </a:cubicBezTo>
                  <a:cubicBezTo>
                    <a:pt x="130355" y="83630"/>
                    <a:pt x="132272" y="77885"/>
                    <a:pt x="139940" y="74693"/>
                  </a:cubicBezTo>
                  <a:cubicBezTo>
                    <a:pt x="149525" y="70224"/>
                    <a:pt x="163583" y="72139"/>
                    <a:pt x="182113" y="79800"/>
                  </a:cubicBezTo>
                  <a:cubicBezTo>
                    <a:pt x="200644" y="72139"/>
                    <a:pt x="214703" y="70224"/>
                    <a:pt x="224287" y="74693"/>
                  </a:cubicBezTo>
                  <a:cubicBezTo>
                    <a:pt x="231316" y="77885"/>
                    <a:pt x="233233" y="83630"/>
                    <a:pt x="233872" y="84907"/>
                  </a:cubicBezTo>
                  <a:cubicBezTo>
                    <a:pt x="234511" y="86822"/>
                    <a:pt x="233872" y="89376"/>
                    <a:pt x="232594" y="90653"/>
                  </a:cubicBezTo>
                  <a:lnTo>
                    <a:pt x="208951" y="116188"/>
                  </a:lnTo>
                  <a:cubicBezTo>
                    <a:pt x="244735" y="147470"/>
                    <a:pt x="254320" y="178113"/>
                    <a:pt x="255597" y="199180"/>
                  </a:cubicBezTo>
                  <a:cubicBezTo>
                    <a:pt x="256876" y="218971"/>
                    <a:pt x="251764" y="233654"/>
                    <a:pt x="249847" y="238761"/>
                  </a:cubicBezTo>
                  <a:cubicBezTo>
                    <a:pt x="250486" y="249614"/>
                    <a:pt x="260071" y="271958"/>
                    <a:pt x="264544" y="279618"/>
                  </a:cubicBezTo>
                  <a:cubicBezTo>
                    <a:pt x="262627" y="281534"/>
                    <a:pt x="262627" y="284087"/>
                    <a:pt x="261349" y="286002"/>
                  </a:cubicBezTo>
                  <a:close/>
                </a:path>
              </a:pathLst>
            </a:custGeom>
            <a:grpFill/>
            <a:ln w="6390" cap="flat">
              <a:noFill/>
              <a:prstDash val="solid"/>
              <a:miter/>
            </a:ln>
          </p:spPr>
          <p:txBody>
            <a:bodyPr rtlCol="0" anchor="ctr"/>
            <a:lstStyle/>
            <a:p>
              <a:endParaRPr lang="en-US"/>
            </a:p>
          </p:txBody>
        </p:sp>
      </p:grpSp>
      <p:grpSp>
        <p:nvGrpSpPr>
          <p:cNvPr id="106" name="Graphic 4">
            <a:extLst>
              <a:ext uri="{FF2B5EF4-FFF2-40B4-BE49-F238E27FC236}">
                <a16:creationId xmlns:a16="http://schemas.microsoft.com/office/drawing/2014/main" id="{7E3CE2F7-DE95-4730-B0B5-C79E597BFBBA}"/>
              </a:ext>
            </a:extLst>
          </p:cNvPr>
          <p:cNvGrpSpPr/>
          <p:nvPr/>
        </p:nvGrpSpPr>
        <p:grpSpPr>
          <a:xfrm>
            <a:off x="3936518" y="2435998"/>
            <a:ext cx="548639" cy="548643"/>
            <a:chOff x="905454" y="1402723"/>
            <a:chExt cx="362309" cy="361971"/>
          </a:xfrm>
          <a:solidFill>
            <a:schemeClr val="accent4"/>
          </a:solidFill>
        </p:grpSpPr>
        <p:sp>
          <p:nvSpPr>
            <p:cNvPr id="107" name="Graphic 4">
              <a:extLst>
                <a:ext uri="{FF2B5EF4-FFF2-40B4-BE49-F238E27FC236}">
                  <a16:creationId xmlns:a16="http://schemas.microsoft.com/office/drawing/2014/main" id="{D63DD56A-2C0D-4CEA-B76B-83422F11A60C}"/>
                </a:ext>
              </a:extLst>
            </p:cNvPr>
            <p:cNvSpPr/>
            <p:nvPr/>
          </p:nvSpPr>
          <p:spPr>
            <a:xfrm>
              <a:off x="983411" y="1599988"/>
              <a:ext cx="57509" cy="67670"/>
            </a:xfrm>
            <a:custGeom>
              <a:avLst/>
              <a:gdLst>
                <a:gd name="connsiteX0" fmla="*/ 57509 w 57509"/>
                <a:gd name="connsiteY0" fmla="*/ 67670 h 67670"/>
                <a:gd name="connsiteX1" fmla="*/ 57509 w 57509"/>
                <a:gd name="connsiteY1" fmla="*/ 38304 h 67670"/>
                <a:gd name="connsiteX2" fmla="*/ 0 w 57509"/>
                <a:gd name="connsiteY2" fmla="*/ 0 h 67670"/>
                <a:gd name="connsiteX3" fmla="*/ 0 w 57509"/>
                <a:gd name="connsiteY3" fmla="*/ 67670 h 67670"/>
              </a:gdLst>
              <a:ahLst/>
              <a:cxnLst>
                <a:cxn ang="0">
                  <a:pos x="connsiteX0" y="connsiteY0"/>
                </a:cxn>
                <a:cxn ang="0">
                  <a:pos x="connsiteX1" y="connsiteY1"/>
                </a:cxn>
                <a:cxn ang="0">
                  <a:pos x="connsiteX2" y="connsiteY2"/>
                </a:cxn>
                <a:cxn ang="0">
                  <a:pos x="connsiteX3" y="connsiteY3"/>
                </a:cxn>
              </a:cxnLst>
              <a:rect l="l" t="t" r="r" b="b"/>
              <a:pathLst>
                <a:path w="57509" h="67670">
                  <a:moveTo>
                    <a:pt x="57509" y="67670"/>
                  </a:moveTo>
                  <a:lnTo>
                    <a:pt x="57509" y="38304"/>
                  </a:lnTo>
                  <a:lnTo>
                    <a:pt x="0" y="0"/>
                  </a:lnTo>
                  <a:lnTo>
                    <a:pt x="0" y="67670"/>
                  </a:lnTo>
                  <a:close/>
                </a:path>
              </a:pathLst>
            </a:custGeom>
            <a:grpFill/>
            <a:ln w="6390" cap="flat">
              <a:noFill/>
              <a:prstDash val="solid"/>
              <a:miter/>
            </a:ln>
          </p:spPr>
          <p:txBody>
            <a:bodyPr rtlCol="0" anchor="ctr"/>
            <a:lstStyle/>
            <a:p>
              <a:endParaRPr lang="en-US"/>
            </a:p>
          </p:txBody>
        </p:sp>
        <p:sp>
          <p:nvSpPr>
            <p:cNvPr id="108" name="Graphic 4">
              <a:extLst>
                <a:ext uri="{FF2B5EF4-FFF2-40B4-BE49-F238E27FC236}">
                  <a16:creationId xmlns:a16="http://schemas.microsoft.com/office/drawing/2014/main" id="{9EFF1193-F9B1-49BA-A4FD-7A1FF754F357}"/>
                </a:ext>
              </a:extLst>
            </p:cNvPr>
            <p:cNvSpPr/>
            <p:nvPr/>
          </p:nvSpPr>
          <p:spPr>
            <a:xfrm>
              <a:off x="1117599" y="1555300"/>
              <a:ext cx="70928" cy="112358"/>
            </a:xfrm>
            <a:custGeom>
              <a:avLst/>
              <a:gdLst>
                <a:gd name="connsiteX0" fmla="*/ 14058 w 70928"/>
                <a:gd name="connsiteY0" fmla="*/ 0 h 112358"/>
                <a:gd name="connsiteX1" fmla="*/ 0 w 70928"/>
                <a:gd name="connsiteY1" fmla="*/ 112358 h 112358"/>
                <a:gd name="connsiteX2" fmla="*/ 0 w 70928"/>
                <a:gd name="connsiteY2" fmla="*/ 112358 h 112358"/>
                <a:gd name="connsiteX3" fmla="*/ 70928 w 70928"/>
                <a:gd name="connsiteY3" fmla="*/ 112358 h 112358"/>
                <a:gd name="connsiteX4" fmla="*/ 49842 w 70928"/>
                <a:gd name="connsiteY4" fmla="*/ 0 h 1123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928" h="112358">
                  <a:moveTo>
                    <a:pt x="14058" y="0"/>
                  </a:moveTo>
                  <a:lnTo>
                    <a:pt x="0" y="112358"/>
                  </a:lnTo>
                  <a:lnTo>
                    <a:pt x="0" y="112358"/>
                  </a:lnTo>
                  <a:lnTo>
                    <a:pt x="70928" y="112358"/>
                  </a:lnTo>
                  <a:lnTo>
                    <a:pt x="49842" y="0"/>
                  </a:lnTo>
                  <a:close/>
                </a:path>
              </a:pathLst>
            </a:custGeom>
            <a:grpFill/>
            <a:ln w="6390" cap="flat">
              <a:noFill/>
              <a:prstDash val="solid"/>
              <a:miter/>
            </a:ln>
          </p:spPr>
          <p:txBody>
            <a:bodyPr rtlCol="0" anchor="ctr"/>
            <a:lstStyle/>
            <a:p>
              <a:endParaRPr lang="en-US"/>
            </a:p>
          </p:txBody>
        </p:sp>
        <p:sp>
          <p:nvSpPr>
            <p:cNvPr id="109" name="Graphic 4">
              <a:extLst>
                <a:ext uri="{FF2B5EF4-FFF2-40B4-BE49-F238E27FC236}">
                  <a16:creationId xmlns:a16="http://schemas.microsoft.com/office/drawing/2014/main" id="{E25B4691-A05F-4928-BA24-A37B39D4035D}"/>
                </a:ext>
              </a:extLst>
            </p:cNvPr>
            <p:cNvSpPr/>
            <p:nvPr/>
          </p:nvSpPr>
          <p:spPr>
            <a:xfrm>
              <a:off x="1053700" y="1599988"/>
              <a:ext cx="54314" cy="67670"/>
            </a:xfrm>
            <a:custGeom>
              <a:avLst/>
              <a:gdLst>
                <a:gd name="connsiteX0" fmla="*/ 50481 w 54314"/>
                <a:gd name="connsiteY0" fmla="*/ 67670 h 67670"/>
                <a:gd name="connsiteX1" fmla="*/ 54314 w 54314"/>
                <a:gd name="connsiteY1" fmla="*/ 36389 h 67670"/>
                <a:gd name="connsiteX2" fmla="*/ 0 w 54314"/>
                <a:gd name="connsiteY2" fmla="*/ 0 h 67670"/>
                <a:gd name="connsiteX3" fmla="*/ 0 w 54314"/>
                <a:gd name="connsiteY3" fmla="*/ 67670 h 67670"/>
              </a:gdLst>
              <a:ahLst/>
              <a:cxnLst>
                <a:cxn ang="0">
                  <a:pos x="connsiteX0" y="connsiteY0"/>
                </a:cxn>
                <a:cxn ang="0">
                  <a:pos x="connsiteX1" y="connsiteY1"/>
                </a:cxn>
                <a:cxn ang="0">
                  <a:pos x="connsiteX2" y="connsiteY2"/>
                </a:cxn>
                <a:cxn ang="0">
                  <a:pos x="connsiteX3" y="connsiteY3"/>
                </a:cxn>
              </a:cxnLst>
              <a:rect l="l" t="t" r="r" b="b"/>
              <a:pathLst>
                <a:path w="54314" h="67670">
                  <a:moveTo>
                    <a:pt x="50481" y="67670"/>
                  </a:moveTo>
                  <a:lnTo>
                    <a:pt x="54314" y="36389"/>
                  </a:lnTo>
                  <a:lnTo>
                    <a:pt x="0" y="0"/>
                  </a:lnTo>
                  <a:lnTo>
                    <a:pt x="0" y="67670"/>
                  </a:lnTo>
                  <a:close/>
                </a:path>
              </a:pathLst>
            </a:custGeom>
            <a:grpFill/>
            <a:ln w="6390" cap="flat">
              <a:noFill/>
              <a:prstDash val="solid"/>
              <a:miter/>
            </a:ln>
          </p:spPr>
          <p:txBody>
            <a:bodyPr rtlCol="0" anchor="ctr"/>
            <a:lstStyle/>
            <a:p>
              <a:endParaRPr lang="en-US"/>
            </a:p>
          </p:txBody>
        </p:sp>
        <p:sp>
          <p:nvSpPr>
            <p:cNvPr id="110" name="Graphic 4">
              <a:extLst>
                <a:ext uri="{FF2B5EF4-FFF2-40B4-BE49-F238E27FC236}">
                  <a16:creationId xmlns:a16="http://schemas.microsoft.com/office/drawing/2014/main" id="{4C574A0B-5554-423C-B012-CAB85CC96911}"/>
                </a:ext>
              </a:extLst>
            </p:cNvPr>
            <p:cNvSpPr/>
            <p:nvPr/>
          </p:nvSpPr>
          <p:spPr>
            <a:xfrm>
              <a:off x="905454" y="1402723"/>
              <a:ext cx="362309" cy="361971"/>
            </a:xfrm>
            <a:custGeom>
              <a:avLst/>
              <a:gdLst>
                <a:gd name="connsiteX0" fmla="*/ 180835 w 362309"/>
                <a:gd name="connsiteY0" fmla="*/ 0 h 361971"/>
                <a:gd name="connsiteX1" fmla="*/ 0 w 362309"/>
                <a:gd name="connsiteY1" fmla="*/ 181305 h 361971"/>
                <a:gd name="connsiteX2" fmla="*/ 180835 w 362309"/>
                <a:gd name="connsiteY2" fmla="*/ 361972 h 361971"/>
                <a:gd name="connsiteX3" fmla="*/ 362309 w 362309"/>
                <a:gd name="connsiteY3" fmla="*/ 181305 h 361971"/>
                <a:gd name="connsiteX4" fmla="*/ 362309 w 362309"/>
                <a:gd name="connsiteY4" fmla="*/ 181305 h 361971"/>
                <a:gd name="connsiteX5" fmla="*/ 180835 w 362309"/>
                <a:gd name="connsiteY5" fmla="*/ 0 h 361971"/>
                <a:gd name="connsiteX6" fmla="*/ 254959 w 362309"/>
                <a:gd name="connsiteY6" fmla="*/ 84907 h 361971"/>
                <a:gd name="connsiteX7" fmla="*/ 263904 w 362309"/>
                <a:gd name="connsiteY7" fmla="*/ 85545 h 361971"/>
                <a:gd name="connsiteX8" fmla="*/ 263904 w 362309"/>
                <a:gd name="connsiteY8" fmla="*/ 93845 h 361971"/>
                <a:gd name="connsiteX9" fmla="*/ 263265 w 362309"/>
                <a:gd name="connsiteY9" fmla="*/ 99590 h 361971"/>
                <a:gd name="connsiteX10" fmla="*/ 263904 w 362309"/>
                <a:gd name="connsiteY10" fmla="*/ 100229 h 361971"/>
                <a:gd name="connsiteX11" fmla="*/ 269016 w 362309"/>
                <a:gd name="connsiteY11" fmla="*/ 112358 h 361971"/>
                <a:gd name="connsiteX12" fmla="*/ 263265 w 362309"/>
                <a:gd name="connsiteY12" fmla="*/ 125126 h 361971"/>
                <a:gd name="connsiteX13" fmla="*/ 254320 w 362309"/>
                <a:gd name="connsiteY13" fmla="*/ 125126 h 361971"/>
                <a:gd name="connsiteX14" fmla="*/ 254320 w 362309"/>
                <a:gd name="connsiteY14" fmla="*/ 116188 h 361971"/>
                <a:gd name="connsiteX15" fmla="*/ 254320 w 362309"/>
                <a:gd name="connsiteY15" fmla="*/ 116188 h 361971"/>
                <a:gd name="connsiteX16" fmla="*/ 254959 w 362309"/>
                <a:gd name="connsiteY16" fmla="*/ 110443 h 361971"/>
                <a:gd name="connsiteX17" fmla="*/ 254320 w 362309"/>
                <a:gd name="connsiteY17" fmla="*/ 109804 h 361971"/>
                <a:gd name="connsiteX18" fmla="*/ 249208 w 362309"/>
                <a:gd name="connsiteY18" fmla="*/ 97675 h 361971"/>
                <a:gd name="connsiteX19" fmla="*/ 254959 w 362309"/>
                <a:gd name="connsiteY19" fmla="*/ 84907 h 361971"/>
                <a:gd name="connsiteX20" fmla="*/ 254959 w 362309"/>
                <a:gd name="connsiteY20" fmla="*/ 84907 h 361971"/>
                <a:gd name="connsiteX21" fmla="*/ 223009 w 362309"/>
                <a:gd name="connsiteY21" fmla="*/ 84907 h 361971"/>
                <a:gd name="connsiteX22" fmla="*/ 231955 w 362309"/>
                <a:gd name="connsiteY22" fmla="*/ 84907 h 361971"/>
                <a:gd name="connsiteX23" fmla="*/ 231955 w 362309"/>
                <a:gd name="connsiteY23" fmla="*/ 84907 h 361971"/>
                <a:gd name="connsiteX24" fmla="*/ 231955 w 362309"/>
                <a:gd name="connsiteY24" fmla="*/ 93845 h 361971"/>
                <a:gd name="connsiteX25" fmla="*/ 231316 w 362309"/>
                <a:gd name="connsiteY25" fmla="*/ 99590 h 361971"/>
                <a:gd name="connsiteX26" fmla="*/ 231955 w 362309"/>
                <a:gd name="connsiteY26" fmla="*/ 100229 h 361971"/>
                <a:gd name="connsiteX27" fmla="*/ 237067 w 362309"/>
                <a:gd name="connsiteY27" fmla="*/ 112358 h 361971"/>
                <a:gd name="connsiteX28" fmla="*/ 231316 w 362309"/>
                <a:gd name="connsiteY28" fmla="*/ 125126 h 361971"/>
                <a:gd name="connsiteX29" fmla="*/ 222370 w 362309"/>
                <a:gd name="connsiteY29" fmla="*/ 125126 h 361971"/>
                <a:gd name="connsiteX30" fmla="*/ 222370 w 362309"/>
                <a:gd name="connsiteY30" fmla="*/ 116188 h 361971"/>
                <a:gd name="connsiteX31" fmla="*/ 223009 w 362309"/>
                <a:gd name="connsiteY31" fmla="*/ 110443 h 361971"/>
                <a:gd name="connsiteX32" fmla="*/ 222370 w 362309"/>
                <a:gd name="connsiteY32" fmla="*/ 109804 h 361971"/>
                <a:gd name="connsiteX33" fmla="*/ 217258 w 362309"/>
                <a:gd name="connsiteY33" fmla="*/ 97675 h 361971"/>
                <a:gd name="connsiteX34" fmla="*/ 223009 w 362309"/>
                <a:gd name="connsiteY34" fmla="*/ 84907 h 361971"/>
                <a:gd name="connsiteX35" fmla="*/ 223009 w 362309"/>
                <a:gd name="connsiteY35" fmla="*/ 84907 h 361971"/>
                <a:gd name="connsiteX36" fmla="*/ 295854 w 362309"/>
                <a:gd name="connsiteY36" fmla="*/ 275788 h 361971"/>
                <a:gd name="connsiteX37" fmla="*/ 290742 w 362309"/>
                <a:gd name="connsiteY37" fmla="*/ 278342 h 361971"/>
                <a:gd name="connsiteX38" fmla="*/ 71567 w 362309"/>
                <a:gd name="connsiteY38" fmla="*/ 278342 h 361971"/>
                <a:gd name="connsiteX39" fmla="*/ 65177 w 362309"/>
                <a:gd name="connsiteY39" fmla="*/ 271958 h 361971"/>
                <a:gd name="connsiteX40" fmla="*/ 65177 w 362309"/>
                <a:gd name="connsiteY40" fmla="*/ 185774 h 361971"/>
                <a:gd name="connsiteX41" fmla="*/ 71567 w 362309"/>
                <a:gd name="connsiteY41" fmla="*/ 179390 h 361971"/>
                <a:gd name="connsiteX42" fmla="*/ 75401 w 362309"/>
                <a:gd name="connsiteY42" fmla="*/ 180667 h 361971"/>
                <a:gd name="connsiteX43" fmla="*/ 136106 w 362309"/>
                <a:gd name="connsiteY43" fmla="*/ 220886 h 361971"/>
                <a:gd name="connsiteX44" fmla="*/ 136106 w 362309"/>
                <a:gd name="connsiteY44" fmla="*/ 185774 h 361971"/>
                <a:gd name="connsiteX45" fmla="*/ 139301 w 362309"/>
                <a:gd name="connsiteY45" fmla="*/ 180028 h 361971"/>
                <a:gd name="connsiteX46" fmla="*/ 145691 w 362309"/>
                <a:gd name="connsiteY46" fmla="*/ 180667 h 361971"/>
                <a:gd name="connsiteX47" fmla="*/ 204478 w 362309"/>
                <a:gd name="connsiteY47" fmla="*/ 220247 h 361971"/>
                <a:gd name="connsiteX48" fmla="*/ 213424 w 362309"/>
                <a:gd name="connsiteY48" fmla="*/ 146193 h 361971"/>
                <a:gd name="connsiteX49" fmla="*/ 219814 w 362309"/>
                <a:gd name="connsiteY49" fmla="*/ 140448 h 361971"/>
                <a:gd name="connsiteX50" fmla="*/ 267099 w 362309"/>
                <a:gd name="connsiteY50" fmla="*/ 140448 h 361971"/>
                <a:gd name="connsiteX51" fmla="*/ 273489 w 362309"/>
                <a:gd name="connsiteY51" fmla="*/ 145555 h 361971"/>
                <a:gd name="connsiteX52" fmla="*/ 297132 w 362309"/>
                <a:gd name="connsiteY52" fmla="*/ 270681 h 361971"/>
                <a:gd name="connsiteX53" fmla="*/ 295854 w 362309"/>
                <a:gd name="connsiteY53" fmla="*/ 275788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62309" h="361971">
                  <a:moveTo>
                    <a:pt x="180835" y="0"/>
                  </a:moveTo>
                  <a:cubicBezTo>
                    <a:pt x="80513" y="0"/>
                    <a:pt x="0" y="81077"/>
                    <a:pt x="0" y="181305"/>
                  </a:cubicBezTo>
                  <a:cubicBezTo>
                    <a:pt x="0" y="281534"/>
                    <a:pt x="81152" y="361972"/>
                    <a:pt x="180835" y="361972"/>
                  </a:cubicBezTo>
                  <a:cubicBezTo>
                    <a:pt x="280518" y="361972"/>
                    <a:pt x="362309" y="280895"/>
                    <a:pt x="362309" y="181305"/>
                  </a:cubicBezTo>
                  <a:cubicBezTo>
                    <a:pt x="362309" y="181305"/>
                    <a:pt x="362309" y="181305"/>
                    <a:pt x="362309" y="181305"/>
                  </a:cubicBezTo>
                  <a:cubicBezTo>
                    <a:pt x="361670" y="80438"/>
                    <a:pt x="281157" y="0"/>
                    <a:pt x="180835" y="0"/>
                  </a:cubicBezTo>
                  <a:close/>
                  <a:moveTo>
                    <a:pt x="254959" y="84907"/>
                  </a:moveTo>
                  <a:cubicBezTo>
                    <a:pt x="257514" y="82353"/>
                    <a:pt x="261987" y="82992"/>
                    <a:pt x="263904" y="85545"/>
                  </a:cubicBezTo>
                  <a:cubicBezTo>
                    <a:pt x="265821" y="88099"/>
                    <a:pt x="265821" y="91291"/>
                    <a:pt x="263904" y="93845"/>
                  </a:cubicBezTo>
                  <a:cubicBezTo>
                    <a:pt x="261987" y="95121"/>
                    <a:pt x="261987" y="97675"/>
                    <a:pt x="263265" y="99590"/>
                  </a:cubicBezTo>
                  <a:cubicBezTo>
                    <a:pt x="263265" y="99590"/>
                    <a:pt x="263904" y="100229"/>
                    <a:pt x="263904" y="100229"/>
                  </a:cubicBezTo>
                  <a:cubicBezTo>
                    <a:pt x="267099" y="103420"/>
                    <a:pt x="269016" y="107889"/>
                    <a:pt x="269016" y="112358"/>
                  </a:cubicBezTo>
                  <a:cubicBezTo>
                    <a:pt x="269016" y="116827"/>
                    <a:pt x="267099" y="121934"/>
                    <a:pt x="263265" y="125126"/>
                  </a:cubicBezTo>
                  <a:cubicBezTo>
                    <a:pt x="260709" y="127680"/>
                    <a:pt x="256875" y="127680"/>
                    <a:pt x="254320" y="125126"/>
                  </a:cubicBezTo>
                  <a:cubicBezTo>
                    <a:pt x="251764" y="122572"/>
                    <a:pt x="251764" y="118742"/>
                    <a:pt x="254320" y="116188"/>
                  </a:cubicBezTo>
                  <a:lnTo>
                    <a:pt x="254320" y="116188"/>
                  </a:lnTo>
                  <a:cubicBezTo>
                    <a:pt x="256237" y="114912"/>
                    <a:pt x="256237" y="112358"/>
                    <a:pt x="254959" y="110443"/>
                  </a:cubicBezTo>
                  <a:cubicBezTo>
                    <a:pt x="254959" y="110443"/>
                    <a:pt x="254320" y="109804"/>
                    <a:pt x="254320" y="109804"/>
                  </a:cubicBezTo>
                  <a:cubicBezTo>
                    <a:pt x="251125" y="106612"/>
                    <a:pt x="249208" y="102144"/>
                    <a:pt x="249208" y="97675"/>
                  </a:cubicBezTo>
                  <a:cubicBezTo>
                    <a:pt x="249208" y="93206"/>
                    <a:pt x="251764" y="88099"/>
                    <a:pt x="254959" y="84907"/>
                  </a:cubicBezTo>
                  <a:lnTo>
                    <a:pt x="254959" y="84907"/>
                  </a:lnTo>
                  <a:close/>
                  <a:moveTo>
                    <a:pt x="223009" y="84907"/>
                  </a:moveTo>
                  <a:cubicBezTo>
                    <a:pt x="225565" y="82353"/>
                    <a:pt x="229399" y="82353"/>
                    <a:pt x="231955" y="84907"/>
                  </a:cubicBezTo>
                  <a:cubicBezTo>
                    <a:pt x="231955" y="84907"/>
                    <a:pt x="231955" y="84907"/>
                    <a:pt x="231955" y="84907"/>
                  </a:cubicBezTo>
                  <a:cubicBezTo>
                    <a:pt x="234511" y="87461"/>
                    <a:pt x="234511" y="91291"/>
                    <a:pt x="231955" y="93845"/>
                  </a:cubicBezTo>
                  <a:cubicBezTo>
                    <a:pt x="230038" y="95121"/>
                    <a:pt x="230038" y="97675"/>
                    <a:pt x="231316" y="99590"/>
                  </a:cubicBezTo>
                  <a:cubicBezTo>
                    <a:pt x="231316" y="99590"/>
                    <a:pt x="231955" y="100229"/>
                    <a:pt x="231955" y="100229"/>
                  </a:cubicBezTo>
                  <a:cubicBezTo>
                    <a:pt x="235150" y="103420"/>
                    <a:pt x="237067" y="107889"/>
                    <a:pt x="237067" y="112358"/>
                  </a:cubicBezTo>
                  <a:cubicBezTo>
                    <a:pt x="237067" y="116827"/>
                    <a:pt x="235150" y="121934"/>
                    <a:pt x="231316" y="125126"/>
                  </a:cubicBezTo>
                  <a:cubicBezTo>
                    <a:pt x="228760" y="127680"/>
                    <a:pt x="224926" y="127680"/>
                    <a:pt x="222370" y="125126"/>
                  </a:cubicBezTo>
                  <a:cubicBezTo>
                    <a:pt x="219814" y="122572"/>
                    <a:pt x="219814" y="118742"/>
                    <a:pt x="222370" y="116188"/>
                  </a:cubicBezTo>
                  <a:cubicBezTo>
                    <a:pt x="224287" y="114912"/>
                    <a:pt x="224287" y="112358"/>
                    <a:pt x="223009" y="110443"/>
                  </a:cubicBezTo>
                  <a:cubicBezTo>
                    <a:pt x="223009" y="110443"/>
                    <a:pt x="222370" y="109804"/>
                    <a:pt x="222370" y="109804"/>
                  </a:cubicBezTo>
                  <a:cubicBezTo>
                    <a:pt x="219175" y="106612"/>
                    <a:pt x="217258" y="102144"/>
                    <a:pt x="217258" y="97675"/>
                  </a:cubicBezTo>
                  <a:cubicBezTo>
                    <a:pt x="218536" y="92568"/>
                    <a:pt x="220453" y="88099"/>
                    <a:pt x="223009" y="84907"/>
                  </a:cubicBezTo>
                  <a:lnTo>
                    <a:pt x="223009" y="84907"/>
                  </a:lnTo>
                  <a:close/>
                  <a:moveTo>
                    <a:pt x="295854" y="275788"/>
                  </a:moveTo>
                  <a:cubicBezTo>
                    <a:pt x="294576" y="277065"/>
                    <a:pt x="292659" y="278342"/>
                    <a:pt x="290742" y="278342"/>
                  </a:cubicBezTo>
                  <a:lnTo>
                    <a:pt x="71567" y="278342"/>
                  </a:lnTo>
                  <a:cubicBezTo>
                    <a:pt x="67733" y="278342"/>
                    <a:pt x="65177" y="275788"/>
                    <a:pt x="65177" y="271958"/>
                  </a:cubicBezTo>
                  <a:lnTo>
                    <a:pt x="65177" y="185774"/>
                  </a:lnTo>
                  <a:cubicBezTo>
                    <a:pt x="65177" y="181944"/>
                    <a:pt x="67733" y="179390"/>
                    <a:pt x="71567" y="179390"/>
                  </a:cubicBezTo>
                  <a:cubicBezTo>
                    <a:pt x="72845" y="179390"/>
                    <a:pt x="74123" y="180028"/>
                    <a:pt x="75401" y="180667"/>
                  </a:cubicBezTo>
                  <a:lnTo>
                    <a:pt x="136106" y="220886"/>
                  </a:lnTo>
                  <a:lnTo>
                    <a:pt x="136106" y="185774"/>
                  </a:lnTo>
                  <a:cubicBezTo>
                    <a:pt x="136106" y="183220"/>
                    <a:pt x="137384" y="181305"/>
                    <a:pt x="139301" y="180028"/>
                  </a:cubicBezTo>
                  <a:cubicBezTo>
                    <a:pt x="141218" y="178752"/>
                    <a:pt x="143774" y="179390"/>
                    <a:pt x="145691" y="180667"/>
                  </a:cubicBezTo>
                  <a:lnTo>
                    <a:pt x="204478" y="220247"/>
                  </a:lnTo>
                  <a:lnTo>
                    <a:pt x="213424" y="146193"/>
                  </a:lnTo>
                  <a:cubicBezTo>
                    <a:pt x="214063" y="143001"/>
                    <a:pt x="216619" y="140448"/>
                    <a:pt x="219814" y="140448"/>
                  </a:cubicBezTo>
                  <a:lnTo>
                    <a:pt x="267099" y="140448"/>
                  </a:lnTo>
                  <a:cubicBezTo>
                    <a:pt x="270294" y="140448"/>
                    <a:pt x="272850" y="142363"/>
                    <a:pt x="273489" y="145555"/>
                  </a:cubicBezTo>
                  <a:lnTo>
                    <a:pt x="297132" y="270681"/>
                  </a:lnTo>
                  <a:cubicBezTo>
                    <a:pt x="297771" y="271958"/>
                    <a:pt x="297132" y="273873"/>
                    <a:pt x="295854" y="275788"/>
                  </a:cubicBezTo>
                  <a:close/>
                </a:path>
              </a:pathLst>
            </a:custGeom>
            <a:grpFill/>
            <a:ln w="6390" cap="flat">
              <a:noFill/>
              <a:prstDash val="solid"/>
              <a:miter/>
            </a:ln>
          </p:spPr>
          <p:txBody>
            <a:bodyPr rtlCol="0" anchor="ctr"/>
            <a:lstStyle/>
            <a:p>
              <a:endParaRPr lang="en-US"/>
            </a:p>
          </p:txBody>
        </p:sp>
      </p:grpSp>
      <p:grpSp>
        <p:nvGrpSpPr>
          <p:cNvPr id="111" name="Graphic 4">
            <a:extLst>
              <a:ext uri="{FF2B5EF4-FFF2-40B4-BE49-F238E27FC236}">
                <a16:creationId xmlns:a16="http://schemas.microsoft.com/office/drawing/2014/main" id="{0060189E-B148-48E4-9890-EBC86F554B98}"/>
              </a:ext>
            </a:extLst>
          </p:cNvPr>
          <p:cNvGrpSpPr/>
          <p:nvPr/>
        </p:nvGrpSpPr>
        <p:grpSpPr>
          <a:xfrm>
            <a:off x="3936523" y="3386852"/>
            <a:ext cx="548641" cy="548640"/>
            <a:chOff x="905454" y="2855717"/>
            <a:chExt cx="361674" cy="361333"/>
          </a:xfrm>
          <a:solidFill>
            <a:schemeClr val="accent2"/>
          </a:solidFill>
        </p:grpSpPr>
        <p:sp>
          <p:nvSpPr>
            <p:cNvPr id="112" name="Graphic 4">
              <a:extLst>
                <a:ext uri="{FF2B5EF4-FFF2-40B4-BE49-F238E27FC236}">
                  <a16:creationId xmlns:a16="http://schemas.microsoft.com/office/drawing/2014/main" id="{15BA1720-8A00-40EA-8F35-216B6505C185}"/>
                </a:ext>
              </a:extLst>
            </p:cNvPr>
            <p:cNvSpPr/>
            <p:nvPr/>
          </p:nvSpPr>
          <p:spPr>
            <a:xfrm>
              <a:off x="1149549" y="2979567"/>
              <a:ext cx="35783" cy="35750"/>
            </a:xfrm>
            <a:custGeom>
              <a:avLst/>
              <a:gdLst>
                <a:gd name="connsiteX0" fmla="*/ 35784 w 35783"/>
                <a:gd name="connsiteY0" fmla="*/ 17875 h 35750"/>
                <a:gd name="connsiteX1" fmla="*/ 17892 w 35783"/>
                <a:gd name="connsiteY1" fmla="*/ 35750 h 35750"/>
                <a:gd name="connsiteX2" fmla="*/ 0 w 35783"/>
                <a:gd name="connsiteY2" fmla="*/ 17875 h 35750"/>
                <a:gd name="connsiteX3" fmla="*/ 17892 w 35783"/>
                <a:gd name="connsiteY3" fmla="*/ 0 h 35750"/>
                <a:gd name="connsiteX4" fmla="*/ 35784 w 35783"/>
                <a:gd name="connsiteY4" fmla="*/ 17875 h 3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83" h="35750">
                  <a:moveTo>
                    <a:pt x="35784" y="17875"/>
                  </a:moveTo>
                  <a:cubicBezTo>
                    <a:pt x="35784" y="27747"/>
                    <a:pt x="27773" y="35750"/>
                    <a:pt x="17892" y="35750"/>
                  </a:cubicBezTo>
                  <a:cubicBezTo>
                    <a:pt x="8010" y="35750"/>
                    <a:pt x="0" y="27747"/>
                    <a:pt x="0" y="17875"/>
                  </a:cubicBezTo>
                  <a:cubicBezTo>
                    <a:pt x="0" y="8003"/>
                    <a:pt x="8010" y="0"/>
                    <a:pt x="17892" y="0"/>
                  </a:cubicBezTo>
                  <a:cubicBezTo>
                    <a:pt x="27773" y="0"/>
                    <a:pt x="35784" y="8003"/>
                    <a:pt x="35784" y="17875"/>
                  </a:cubicBezTo>
                  <a:close/>
                </a:path>
              </a:pathLst>
            </a:custGeom>
            <a:grpFill/>
            <a:ln w="6390" cap="flat">
              <a:noFill/>
              <a:prstDash val="solid"/>
              <a:miter/>
            </a:ln>
          </p:spPr>
          <p:txBody>
            <a:bodyPr rtlCol="0" anchor="ctr"/>
            <a:lstStyle/>
            <a:p>
              <a:endParaRPr lang="en-US"/>
            </a:p>
          </p:txBody>
        </p:sp>
        <p:sp>
          <p:nvSpPr>
            <p:cNvPr id="113" name="Graphic 4">
              <a:extLst>
                <a:ext uri="{FF2B5EF4-FFF2-40B4-BE49-F238E27FC236}">
                  <a16:creationId xmlns:a16="http://schemas.microsoft.com/office/drawing/2014/main" id="{3FD48B95-140F-4E40-8941-67DA994C11EC}"/>
                </a:ext>
              </a:extLst>
            </p:cNvPr>
            <p:cNvSpPr/>
            <p:nvPr/>
          </p:nvSpPr>
          <p:spPr>
            <a:xfrm>
              <a:off x="991079" y="2979567"/>
              <a:ext cx="35783" cy="35750"/>
            </a:xfrm>
            <a:custGeom>
              <a:avLst/>
              <a:gdLst>
                <a:gd name="connsiteX0" fmla="*/ 35784 w 35783"/>
                <a:gd name="connsiteY0" fmla="*/ 17875 h 35750"/>
                <a:gd name="connsiteX1" fmla="*/ 17892 w 35783"/>
                <a:gd name="connsiteY1" fmla="*/ 35750 h 35750"/>
                <a:gd name="connsiteX2" fmla="*/ 0 w 35783"/>
                <a:gd name="connsiteY2" fmla="*/ 17875 h 35750"/>
                <a:gd name="connsiteX3" fmla="*/ 17892 w 35783"/>
                <a:gd name="connsiteY3" fmla="*/ 0 h 35750"/>
                <a:gd name="connsiteX4" fmla="*/ 35784 w 35783"/>
                <a:gd name="connsiteY4" fmla="*/ 17875 h 3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83" h="35750">
                  <a:moveTo>
                    <a:pt x="35784" y="17875"/>
                  </a:moveTo>
                  <a:cubicBezTo>
                    <a:pt x="35784" y="27747"/>
                    <a:pt x="27773" y="35750"/>
                    <a:pt x="17892" y="35750"/>
                  </a:cubicBezTo>
                  <a:cubicBezTo>
                    <a:pt x="8010" y="35750"/>
                    <a:pt x="0" y="27747"/>
                    <a:pt x="0" y="17875"/>
                  </a:cubicBezTo>
                  <a:cubicBezTo>
                    <a:pt x="0" y="8003"/>
                    <a:pt x="8010" y="0"/>
                    <a:pt x="17892" y="0"/>
                  </a:cubicBezTo>
                  <a:cubicBezTo>
                    <a:pt x="27773" y="0"/>
                    <a:pt x="35784" y="8003"/>
                    <a:pt x="35784" y="17875"/>
                  </a:cubicBezTo>
                  <a:close/>
                </a:path>
              </a:pathLst>
            </a:custGeom>
            <a:grpFill/>
            <a:ln w="6390" cap="flat">
              <a:noFill/>
              <a:prstDash val="solid"/>
              <a:miter/>
            </a:ln>
          </p:spPr>
          <p:txBody>
            <a:bodyPr rtlCol="0" anchor="ctr"/>
            <a:lstStyle/>
            <a:p>
              <a:endParaRPr lang="en-US"/>
            </a:p>
          </p:txBody>
        </p:sp>
        <p:sp>
          <p:nvSpPr>
            <p:cNvPr id="114" name="Graphic 4">
              <a:extLst>
                <a:ext uri="{FF2B5EF4-FFF2-40B4-BE49-F238E27FC236}">
                  <a16:creationId xmlns:a16="http://schemas.microsoft.com/office/drawing/2014/main" id="{E9867195-13E5-4348-A218-FBE5F7CC43C5}"/>
                </a:ext>
              </a:extLst>
            </p:cNvPr>
            <p:cNvSpPr/>
            <p:nvPr/>
          </p:nvSpPr>
          <p:spPr>
            <a:xfrm>
              <a:off x="905454" y="2855717"/>
              <a:ext cx="361674" cy="361333"/>
            </a:xfrm>
            <a:custGeom>
              <a:avLst/>
              <a:gdLst>
                <a:gd name="connsiteX0" fmla="*/ 180835 w 361674"/>
                <a:gd name="connsiteY0" fmla="*/ 0 h 361333"/>
                <a:gd name="connsiteX1" fmla="*/ 0 w 361674"/>
                <a:gd name="connsiteY1" fmla="*/ 180667 h 361333"/>
                <a:gd name="connsiteX2" fmla="*/ 180835 w 361674"/>
                <a:gd name="connsiteY2" fmla="*/ 361333 h 361333"/>
                <a:gd name="connsiteX3" fmla="*/ 361670 w 361674"/>
                <a:gd name="connsiteY3" fmla="*/ 180667 h 361333"/>
                <a:gd name="connsiteX4" fmla="*/ 180835 w 361674"/>
                <a:gd name="connsiteY4" fmla="*/ 0 h 361333"/>
                <a:gd name="connsiteX5" fmla="*/ 261987 w 361674"/>
                <a:gd name="connsiteY5" fmla="*/ 111081 h 361333"/>
                <a:gd name="connsiteX6" fmla="*/ 292659 w 361674"/>
                <a:gd name="connsiteY6" fmla="*/ 141724 h 361333"/>
                <a:gd name="connsiteX7" fmla="*/ 261987 w 361674"/>
                <a:gd name="connsiteY7" fmla="*/ 172368 h 361333"/>
                <a:gd name="connsiteX8" fmla="*/ 231316 w 361674"/>
                <a:gd name="connsiteY8" fmla="*/ 141724 h 361333"/>
                <a:gd name="connsiteX9" fmla="*/ 261987 w 361674"/>
                <a:gd name="connsiteY9" fmla="*/ 111081 h 361333"/>
                <a:gd name="connsiteX10" fmla="*/ 182752 w 361674"/>
                <a:gd name="connsiteY10" fmla="*/ 95760 h 361333"/>
                <a:gd name="connsiteX11" fmla="*/ 223648 w 361674"/>
                <a:gd name="connsiteY11" fmla="*/ 136617 h 361333"/>
                <a:gd name="connsiteX12" fmla="*/ 182752 w 361674"/>
                <a:gd name="connsiteY12" fmla="*/ 177475 h 361333"/>
                <a:gd name="connsiteX13" fmla="*/ 141857 w 361674"/>
                <a:gd name="connsiteY13" fmla="*/ 136617 h 361333"/>
                <a:gd name="connsiteX14" fmla="*/ 182752 w 361674"/>
                <a:gd name="connsiteY14" fmla="*/ 95760 h 361333"/>
                <a:gd name="connsiteX15" fmla="*/ 103517 w 361674"/>
                <a:gd name="connsiteY15" fmla="*/ 111081 h 361333"/>
                <a:gd name="connsiteX16" fmla="*/ 134189 w 361674"/>
                <a:gd name="connsiteY16" fmla="*/ 141724 h 361333"/>
                <a:gd name="connsiteX17" fmla="*/ 103517 w 361674"/>
                <a:gd name="connsiteY17" fmla="*/ 172368 h 361333"/>
                <a:gd name="connsiteX18" fmla="*/ 72845 w 361674"/>
                <a:gd name="connsiteY18" fmla="*/ 141724 h 361333"/>
                <a:gd name="connsiteX19" fmla="*/ 103517 w 361674"/>
                <a:gd name="connsiteY19" fmla="*/ 111081 h 361333"/>
                <a:gd name="connsiteX20" fmla="*/ 93293 w 361674"/>
                <a:gd name="connsiteY20" fmla="*/ 246422 h 361333"/>
                <a:gd name="connsiteX21" fmla="*/ 48564 w 361674"/>
                <a:gd name="connsiteY21" fmla="*/ 246422 h 361333"/>
                <a:gd name="connsiteX22" fmla="*/ 42174 w 361674"/>
                <a:gd name="connsiteY22" fmla="*/ 240038 h 361333"/>
                <a:gd name="connsiteX23" fmla="*/ 42174 w 361674"/>
                <a:gd name="connsiteY23" fmla="*/ 231100 h 361333"/>
                <a:gd name="connsiteX24" fmla="*/ 87542 w 361674"/>
                <a:gd name="connsiteY24" fmla="*/ 182582 h 361333"/>
                <a:gd name="connsiteX25" fmla="*/ 111824 w 361674"/>
                <a:gd name="connsiteY25" fmla="*/ 182582 h 361333"/>
                <a:gd name="connsiteX26" fmla="*/ 118214 w 361674"/>
                <a:gd name="connsiteY26" fmla="*/ 188966 h 361333"/>
                <a:gd name="connsiteX27" fmla="*/ 111824 w 361674"/>
                <a:gd name="connsiteY27" fmla="*/ 195350 h 361333"/>
                <a:gd name="connsiteX28" fmla="*/ 87542 w 361674"/>
                <a:gd name="connsiteY28" fmla="*/ 195350 h 361333"/>
                <a:gd name="connsiteX29" fmla="*/ 54954 w 361674"/>
                <a:gd name="connsiteY29" fmla="*/ 231100 h 361333"/>
                <a:gd name="connsiteX30" fmla="*/ 54954 w 361674"/>
                <a:gd name="connsiteY30" fmla="*/ 233654 h 361333"/>
                <a:gd name="connsiteX31" fmla="*/ 93293 w 361674"/>
                <a:gd name="connsiteY31" fmla="*/ 233654 h 361333"/>
                <a:gd name="connsiteX32" fmla="*/ 99683 w 361674"/>
                <a:gd name="connsiteY32" fmla="*/ 240038 h 361333"/>
                <a:gd name="connsiteX33" fmla="*/ 93293 w 361674"/>
                <a:gd name="connsiteY33" fmla="*/ 246422 h 361333"/>
                <a:gd name="connsiteX34" fmla="*/ 254320 w 361674"/>
                <a:gd name="connsiteY34" fmla="*/ 251529 h 361333"/>
                <a:gd name="connsiteX35" fmla="*/ 247930 w 361674"/>
                <a:gd name="connsiteY35" fmla="*/ 257913 h 361333"/>
                <a:gd name="connsiteX36" fmla="*/ 118214 w 361674"/>
                <a:gd name="connsiteY36" fmla="*/ 257913 h 361333"/>
                <a:gd name="connsiteX37" fmla="*/ 111824 w 361674"/>
                <a:gd name="connsiteY37" fmla="*/ 251529 h 361333"/>
                <a:gd name="connsiteX38" fmla="*/ 111824 w 361674"/>
                <a:gd name="connsiteY38" fmla="*/ 240676 h 361333"/>
                <a:gd name="connsiteX39" fmla="*/ 164860 w 361674"/>
                <a:gd name="connsiteY39" fmla="*/ 183859 h 361333"/>
                <a:gd name="connsiteX40" fmla="*/ 200644 w 361674"/>
                <a:gd name="connsiteY40" fmla="*/ 183859 h 361333"/>
                <a:gd name="connsiteX41" fmla="*/ 253680 w 361674"/>
                <a:gd name="connsiteY41" fmla="*/ 240676 h 361333"/>
                <a:gd name="connsiteX42" fmla="*/ 253680 w 361674"/>
                <a:gd name="connsiteY42" fmla="*/ 251529 h 361333"/>
                <a:gd name="connsiteX43" fmla="*/ 313746 w 361674"/>
                <a:gd name="connsiteY43" fmla="*/ 246422 h 361333"/>
                <a:gd name="connsiteX44" fmla="*/ 269016 w 361674"/>
                <a:gd name="connsiteY44" fmla="*/ 246422 h 361333"/>
                <a:gd name="connsiteX45" fmla="*/ 262626 w 361674"/>
                <a:gd name="connsiteY45" fmla="*/ 240038 h 361333"/>
                <a:gd name="connsiteX46" fmla="*/ 269016 w 361674"/>
                <a:gd name="connsiteY46" fmla="*/ 233654 h 361333"/>
                <a:gd name="connsiteX47" fmla="*/ 307356 w 361674"/>
                <a:gd name="connsiteY47" fmla="*/ 233654 h 361333"/>
                <a:gd name="connsiteX48" fmla="*/ 307356 w 361674"/>
                <a:gd name="connsiteY48" fmla="*/ 231100 h 361333"/>
                <a:gd name="connsiteX49" fmla="*/ 274767 w 361674"/>
                <a:gd name="connsiteY49" fmla="*/ 195350 h 361333"/>
                <a:gd name="connsiteX50" fmla="*/ 250486 w 361674"/>
                <a:gd name="connsiteY50" fmla="*/ 195350 h 361333"/>
                <a:gd name="connsiteX51" fmla="*/ 244096 w 361674"/>
                <a:gd name="connsiteY51" fmla="*/ 188966 h 361333"/>
                <a:gd name="connsiteX52" fmla="*/ 250486 w 361674"/>
                <a:gd name="connsiteY52" fmla="*/ 182582 h 361333"/>
                <a:gd name="connsiteX53" fmla="*/ 274767 w 361674"/>
                <a:gd name="connsiteY53" fmla="*/ 182582 h 361333"/>
                <a:gd name="connsiteX54" fmla="*/ 320136 w 361674"/>
                <a:gd name="connsiteY54" fmla="*/ 231100 h 361333"/>
                <a:gd name="connsiteX55" fmla="*/ 320136 w 361674"/>
                <a:gd name="connsiteY55" fmla="*/ 240038 h 361333"/>
                <a:gd name="connsiteX56" fmla="*/ 313746 w 361674"/>
                <a:gd name="connsiteY56" fmla="*/ 246422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61674" h="361333">
                  <a:moveTo>
                    <a:pt x="180835" y="0"/>
                  </a:moveTo>
                  <a:cubicBezTo>
                    <a:pt x="80513" y="0"/>
                    <a:pt x="0" y="81076"/>
                    <a:pt x="0" y="180667"/>
                  </a:cubicBezTo>
                  <a:cubicBezTo>
                    <a:pt x="0" y="280895"/>
                    <a:pt x="81152" y="361333"/>
                    <a:pt x="180835" y="361333"/>
                  </a:cubicBezTo>
                  <a:cubicBezTo>
                    <a:pt x="281157" y="361333"/>
                    <a:pt x="361670" y="280257"/>
                    <a:pt x="361670" y="180667"/>
                  </a:cubicBezTo>
                  <a:cubicBezTo>
                    <a:pt x="362309" y="80438"/>
                    <a:pt x="281157" y="0"/>
                    <a:pt x="180835" y="0"/>
                  </a:cubicBezTo>
                  <a:close/>
                  <a:moveTo>
                    <a:pt x="261987" y="111081"/>
                  </a:moveTo>
                  <a:cubicBezTo>
                    <a:pt x="279240" y="111081"/>
                    <a:pt x="292659" y="125126"/>
                    <a:pt x="292659" y="141724"/>
                  </a:cubicBezTo>
                  <a:cubicBezTo>
                    <a:pt x="292659" y="158323"/>
                    <a:pt x="278601" y="172368"/>
                    <a:pt x="261987" y="172368"/>
                  </a:cubicBezTo>
                  <a:cubicBezTo>
                    <a:pt x="245374" y="172368"/>
                    <a:pt x="231316" y="158323"/>
                    <a:pt x="231316" y="141724"/>
                  </a:cubicBezTo>
                  <a:cubicBezTo>
                    <a:pt x="231316" y="125126"/>
                    <a:pt x="244735" y="111081"/>
                    <a:pt x="261987" y="111081"/>
                  </a:cubicBezTo>
                  <a:close/>
                  <a:moveTo>
                    <a:pt x="182752" y="95760"/>
                  </a:moveTo>
                  <a:cubicBezTo>
                    <a:pt x="205117" y="95760"/>
                    <a:pt x="223648" y="114273"/>
                    <a:pt x="223648" y="136617"/>
                  </a:cubicBezTo>
                  <a:cubicBezTo>
                    <a:pt x="223648" y="158961"/>
                    <a:pt x="205117" y="177475"/>
                    <a:pt x="182752" y="177475"/>
                  </a:cubicBezTo>
                  <a:cubicBezTo>
                    <a:pt x="160387" y="177475"/>
                    <a:pt x="141857" y="158961"/>
                    <a:pt x="141857" y="136617"/>
                  </a:cubicBezTo>
                  <a:cubicBezTo>
                    <a:pt x="141857" y="114273"/>
                    <a:pt x="160387" y="95760"/>
                    <a:pt x="182752" y="95760"/>
                  </a:cubicBezTo>
                  <a:close/>
                  <a:moveTo>
                    <a:pt x="103517" y="111081"/>
                  </a:moveTo>
                  <a:cubicBezTo>
                    <a:pt x="120770" y="111081"/>
                    <a:pt x="134189" y="125126"/>
                    <a:pt x="134189" y="141724"/>
                  </a:cubicBezTo>
                  <a:cubicBezTo>
                    <a:pt x="134189" y="158323"/>
                    <a:pt x="120131" y="172368"/>
                    <a:pt x="103517" y="172368"/>
                  </a:cubicBezTo>
                  <a:cubicBezTo>
                    <a:pt x="86903" y="172368"/>
                    <a:pt x="72845" y="158323"/>
                    <a:pt x="72845" y="141724"/>
                  </a:cubicBezTo>
                  <a:cubicBezTo>
                    <a:pt x="72845" y="125126"/>
                    <a:pt x="86264" y="111081"/>
                    <a:pt x="103517" y="111081"/>
                  </a:cubicBezTo>
                  <a:close/>
                  <a:moveTo>
                    <a:pt x="93293" y="246422"/>
                  </a:moveTo>
                  <a:lnTo>
                    <a:pt x="48564" y="246422"/>
                  </a:lnTo>
                  <a:cubicBezTo>
                    <a:pt x="44730" y="246422"/>
                    <a:pt x="42174" y="243868"/>
                    <a:pt x="42174" y="240038"/>
                  </a:cubicBezTo>
                  <a:lnTo>
                    <a:pt x="42174" y="231100"/>
                  </a:lnTo>
                  <a:cubicBezTo>
                    <a:pt x="42174" y="204287"/>
                    <a:pt x="62621" y="182582"/>
                    <a:pt x="87542" y="182582"/>
                  </a:cubicBezTo>
                  <a:lnTo>
                    <a:pt x="111824" y="182582"/>
                  </a:lnTo>
                  <a:cubicBezTo>
                    <a:pt x="115658" y="182582"/>
                    <a:pt x="118214" y="185135"/>
                    <a:pt x="118214" y="188966"/>
                  </a:cubicBezTo>
                  <a:cubicBezTo>
                    <a:pt x="118214" y="192796"/>
                    <a:pt x="115658" y="195350"/>
                    <a:pt x="111824" y="195350"/>
                  </a:cubicBezTo>
                  <a:lnTo>
                    <a:pt x="87542" y="195350"/>
                  </a:lnTo>
                  <a:cubicBezTo>
                    <a:pt x="69650" y="195350"/>
                    <a:pt x="54954" y="211310"/>
                    <a:pt x="54954" y="231100"/>
                  </a:cubicBezTo>
                  <a:lnTo>
                    <a:pt x="54954" y="233654"/>
                  </a:lnTo>
                  <a:lnTo>
                    <a:pt x="93293" y="233654"/>
                  </a:lnTo>
                  <a:cubicBezTo>
                    <a:pt x="97127" y="233654"/>
                    <a:pt x="99683" y="236207"/>
                    <a:pt x="99683" y="240038"/>
                  </a:cubicBezTo>
                  <a:cubicBezTo>
                    <a:pt x="99683" y="243868"/>
                    <a:pt x="97127" y="246422"/>
                    <a:pt x="93293" y="246422"/>
                  </a:cubicBezTo>
                  <a:close/>
                  <a:moveTo>
                    <a:pt x="254320" y="251529"/>
                  </a:moveTo>
                  <a:cubicBezTo>
                    <a:pt x="254320" y="255359"/>
                    <a:pt x="251764" y="257913"/>
                    <a:pt x="247930" y="257913"/>
                  </a:cubicBezTo>
                  <a:lnTo>
                    <a:pt x="118214" y="257913"/>
                  </a:lnTo>
                  <a:cubicBezTo>
                    <a:pt x="114380" y="257913"/>
                    <a:pt x="111824" y="255359"/>
                    <a:pt x="111824" y="251529"/>
                  </a:cubicBezTo>
                  <a:lnTo>
                    <a:pt x="111824" y="240676"/>
                  </a:lnTo>
                  <a:cubicBezTo>
                    <a:pt x="111824" y="209395"/>
                    <a:pt x="135467" y="183859"/>
                    <a:pt x="164860" y="183859"/>
                  </a:cubicBezTo>
                  <a:lnTo>
                    <a:pt x="200644" y="183859"/>
                  </a:lnTo>
                  <a:cubicBezTo>
                    <a:pt x="230038" y="183859"/>
                    <a:pt x="253680" y="209395"/>
                    <a:pt x="253680" y="240676"/>
                  </a:cubicBezTo>
                  <a:lnTo>
                    <a:pt x="253680" y="251529"/>
                  </a:lnTo>
                  <a:close/>
                  <a:moveTo>
                    <a:pt x="313746" y="246422"/>
                  </a:moveTo>
                  <a:lnTo>
                    <a:pt x="269016" y="246422"/>
                  </a:lnTo>
                  <a:cubicBezTo>
                    <a:pt x="265182" y="246422"/>
                    <a:pt x="262626" y="243868"/>
                    <a:pt x="262626" y="240038"/>
                  </a:cubicBezTo>
                  <a:cubicBezTo>
                    <a:pt x="262626" y="236207"/>
                    <a:pt x="265182" y="233654"/>
                    <a:pt x="269016" y="233654"/>
                  </a:cubicBezTo>
                  <a:lnTo>
                    <a:pt x="307356" y="233654"/>
                  </a:lnTo>
                  <a:lnTo>
                    <a:pt x="307356" y="231100"/>
                  </a:lnTo>
                  <a:cubicBezTo>
                    <a:pt x="307356" y="211310"/>
                    <a:pt x="292659" y="195350"/>
                    <a:pt x="274767" y="195350"/>
                  </a:cubicBezTo>
                  <a:lnTo>
                    <a:pt x="250486" y="195350"/>
                  </a:lnTo>
                  <a:cubicBezTo>
                    <a:pt x="246652" y="195350"/>
                    <a:pt x="244096" y="192796"/>
                    <a:pt x="244096" y="188966"/>
                  </a:cubicBezTo>
                  <a:cubicBezTo>
                    <a:pt x="244096" y="185135"/>
                    <a:pt x="246652" y="182582"/>
                    <a:pt x="250486" y="182582"/>
                  </a:cubicBezTo>
                  <a:lnTo>
                    <a:pt x="274767" y="182582"/>
                  </a:lnTo>
                  <a:cubicBezTo>
                    <a:pt x="299688" y="182582"/>
                    <a:pt x="320136" y="204287"/>
                    <a:pt x="320136" y="231100"/>
                  </a:cubicBezTo>
                  <a:lnTo>
                    <a:pt x="320136" y="240038"/>
                  </a:lnTo>
                  <a:cubicBezTo>
                    <a:pt x="320136" y="243868"/>
                    <a:pt x="317580" y="246422"/>
                    <a:pt x="313746" y="246422"/>
                  </a:cubicBezTo>
                  <a:close/>
                </a:path>
              </a:pathLst>
            </a:custGeom>
            <a:grpFill/>
            <a:ln w="6390" cap="flat">
              <a:noFill/>
              <a:prstDash val="solid"/>
              <a:miter/>
            </a:ln>
          </p:spPr>
          <p:txBody>
            <a:bodyPr rtlCol="0" anchor="ctr"/>
            <a:lstStyle/>
            <a:p>
              <a:endParaRPr lang="en-US"/>
            </a:p>
          </p:txBody>
        </p:sp>
      </p:grpSp>
      <p:grpSp>
        <p:nvGrpSpPr>
          <p:cNvPr id="115" name="Graphic 4">
            <a:extLst>
              <a:ext uri="{FF2B5EF4-FFF2-40B4-BE49-F238E27FC236}">
                <a16:creationId xmlns:a16="http://schemas.microsoft.com/office/drawing/2014/main" id="{BA9BBACA-DD4C-4D17-A24D-8AF73F2EED8E}"/>
              </a:ext>
            </a:extLst>
          </p:cNvPr>
          <p:cNvGrpSpPr/>
          <p:nvPr/>
        </p:nvGrpSpPr>
        <p:grpSpPr>
          <a:xfrm>
            <a:off x="3936529" y="4327846"/>
            <a:ext cx="548641" cy="548638"/>
            <a:chOff x="905454" y="2371173"/>
            <a:chExt cx="362309" cy="362610"/>
          </a:xfrm>
          <a:solidFill>
            <a:schemeClr val="accent3"/>
          </a:solidFill>
        </p:grpSpPr>
        <p:sp>
          <p:nvSpPr>
            <p:cNvPr id="116" name="Graphic 4">
              <a:extLst>
                <a:ext uri="{FF2B5EF4-FFF2-40B4-BE49-F238E27FC236}">
                  <a16:creationId xmlns:a16="http://schemas.microsoft.com/office/drawing/2014/main" id="{FE617102-05E1-4F8C-B2F3-3834BCAD3C54}"/>
                </a:ext>
              </a:extLst>
            </p:cNvPr>
            <p:cNvSpPr/>
            <p:nvPr/>
          </p:nvSpPr>
          <p:spPr>
            <a:xfrm>
              <a:off x="989801" y="2500130"/>
              <a:ext cx="46007" cy="134063"/>
            </a:xfrm>
            <a:custGeom>
              <a:avLst/>
              <a:gdLst>
                <a:gd name="connsiteX0" fmla="*/ 16614 w 46007"/>
                <a:gd name="connsiteY0" fmla="*/ 110443 h 134063"/>
                <a:gd name="connsiteX1" fmla="*/ 23004 w 46007"/>
                <a:gd name="connsiteY1" fmla="*/ 104059 h 134063"/>
                <a:gd name="connsiteX2" fmla="*/ 29394 w 46007"/>
                <a:gd name="connsiteY2" fmla="*/ 110443 h 134063"/>
                <a:gd name="connsiteX3" fmla="*/ 29394 w 46007"/>
                <a:gd name="connsiteY3" fmla="*/ 134064 h 134063"/>
                <a:gd name="connsiteX4" fmla="*/ 46008 w 46007"/>
                <a:gd name="connsiteY4" fmla="*/ 134064 h 134063"/>
                <a:gd name="connsiteX5" fmla="*/ 46008 w 46007"/>
                <a:gd name="connsiteY5" fmla="*/ 0 h 134063"/>
                <a:gd name="connsiteX6" fmla="*/ 0 w 46007"/>
                <a:gd name="connsiteY6" fmla="*/ 0 h 134063"/>
                <a:gd name="connsiteX7" fmla="*/ 0 w 46007"/>
                <a:gd name="connsiteY7" fmla="*/ 134064 h 134063"/>
                <a:gd name="connsiteX8" fmla="*/ 16614 w 46007"/>
                <a:gd name="connsiteY8" fmla="*/ 134064 h 134063"/>
                <a:gd name="connsiteX9" fmla="*/ 16614 w 46007"/>
                <a:gd name="connsiteY9" fmla="*/ 110443 h 134063"/>
                <a:gd name="connsiteX10" fmla="*/ 17253 w 46007"/>
                <a:gd name="connsiteY10" fmla="*/ 19790 h 134063"/>
                <a:gd name="connsiteX11" fmla="*/ 18531 w 46007"/>
                <a:gd name="connsiteY11" fmla="*/ 17875 h 134063"/>
                <a:gd name="connsiteX12" fmla="*/ 24282 w 46007"/>
                <a:gd name="connsiteY12" fmla="*/ 15960 h 134063"/>
                <a:gd name="connsiteX13" fmla="*/ 25560 w 46007"/>
                <a:gd name="connsiteY13" fmla="*/ 16598 h 134063"/>
                <a:gd name="connsiteX14" fmla="*/ 26838 w 46007"/>
                <a:gd name="connsiteY14" fmla="*/ 17237 h 134063"/>
                <a:gd name="connsiteX15" fmla="*/ 27477 w 46007"/>
                <a:gd name="connsiteY15" fmla="*/ 17875 h 134063"/>
                <a:gd name="connsiteX16" fmla="*/ 28755 w 46007"/>
                <a:gd name="connsiteY16" fmla="*/ 19790 h 134063"/>
                <a:gd name="connsiteX17" fmla="*/ 29394 w 46007"/>
                <a:gd name="connsiteY17" fmla="*/ 22344 h 134063"/>
                <a:gd name="connsiteX18" fmla="*/ 27477 w 46007"/>
                <a:gd name="connsiteY18" fmla="*/ 26813 h 134063"/>
                <a:gd name="connsiteX19" fmla="*/ 25560 w 46007"/>
                <a:gd name="connsiteY19" fmla="*/ 28089 h 134063"/>
                <a:gd name="connsiteX20" fmla="*/ 18531 w 46007"/>
                <a:gd name="connsiteY20" fmla="*/ 26813 h 134063"/>
                <a:gd name="connsiteX21" fmla="*/ 16614 w 46007"/>
                <a:gd name="connsiteY21" fmla="*/ 22344 h 134063"/>
                <a:gd name="connsiteX22" fmla="*/ 17253 w 46007"/>
                <a:gd name="connsiteY22" fmla="*/ 19790 h 134063"/>
                <a:gd name="connsiteX23" fmla="*/ 17253 w 46007"/>
                <a:gd name="connsiteY23" fmla="*/ 19790 h 134063"/>
                <a:gd name="connsiteX24" fmla="*/ 17253 w 46007"/>
                <a:gd name="connsiteY24" fmla="*/ 49157 h 134063"/>
                <a:gd name="connsiteX25" fmla="*/ 18531 w 46007"/>
                <a:gd name="connsiteY25" fmla="*/ 47241 h 134063"/>
                <a:gd name="connsiteX26" fmla="*/ 20448 w 46007"/>
                <a:gd name="connsiteY26" fmla="*/ 45965 h 134063"/>
                <a:gd name="connsiteX27" fmla="*/ 21726 w 46007"/>
                <a:gd name="connsiteY27" fmla="*/ 45326 h 134063"/>
                <a:gd name="connsiteX28" fmla="*/ 24282 w 46007"/>
                <a:gd name="connsiteY28" fmla="*/ 45326 h 134063"/>
                <a:gd name="connsiteX29" fmla="*/ 25560 w 46007"/>
                <a:gd name="connsiteY29" fmla="*/ 45965 h 134063"/>
                <a:gd name="connsiteX30" fmla="*/ 27477 w 46007"/>
                <a:gd name="connsiteY30" fmla="*/ 47241 h 134063"/>
                <a:gd name="connsiteX31" fmla="*/ 28755 w 46007"/>
                <a:gd name="connsiteY31" fmla="*/ 49157 h 134063"/>
                <a:gd name="connsiteX32" fmla="*/ 28755 w 46007"/>
                <a:gd name="connsiteY32" fmla="*/ 54264 h 134063"/>
                <a:gd name="connsiteX33" fmla="*/ 25560 w 46007"/>
                <a:gd name="connsiteY33" fmla="*/ 57456 h 134063"/>
                <a:gd name="connsiteX34" fmla="*/ 23004 w 46007"/>
                <a:gd name="connsiteY34" fmla="*/ 58094 h 134063"/>
                <a:gd name="connsiteX35" fmla="*/ 20448 w 46007"/>
                <a:gd name="connsiteY35" fmla="*/ 57456 h 134063"/>
                <a:gd name="connsiteX36" fmla="*/ 16614 w 46007"/>
                <a:gd name="connsiteY36" fmla="*/ 51710 h 134063"/>
                <a:gd name="connsiteX37" fmla="*/ 17253 w 46007"/>
                <a:gd name="connsiteY37" fmla="*/ 49157 h 134063"/>
                <a:gd name="connsiteX38" fmla="*/ 17253 w 46007"/>
                <a:gd name="connsiteY38" fmla="*/ 49157 h 134063"/>
                <a:gd name="connsiteX39" fmla="*/ 17253 w 46007"/>
                <a:gd name="connsiteY39" fmla="*/ 78523 h 134063"/>
                <a:gd name="connsiteX40" fmla="*/ 18531 w 46007"/>
                <a:gd name="connsiteY40" fmla="*/ 76608 h 134063"/>
                <a:gd name="connsiteX41" fmla="*/ 27477 w 46007"/>
                <a:gd name="connsiteY41" fmla="*/ 76608 h 134063"/>
                <a:gd name="connsiteX42" fmla="*/ 27477 w 46007"/>
                <a:gd name="connsiteY42" fmla="*/ 76608 h 134063"/>
                <a:gd name="connsiteX43" fmla="*/ 28755 w 46007"/>
                <a:gd name="connsiteY43" fmla="*/ 78523 h 134063"/>
                <a:gd name="connsiteX44" fmla="*/ 29394 w 46007"/>
                <a:gd name="connsiteY44" fmla="*/ 81077 h 134063"/>
                <a:gd name="connsiteX45" fmla="*/ 23004 w 46007"/>
                <a:gd name="connsiteY45" fmla="*/ 87461 h 134063"/>
                <a:gd name="connsiteX46" fmla="*/ 20448 w 46007"/>
                <a:gd name="connsiteY46" fmla="*/ 86822 h 134063"/>
                <a:gd name="connsiteX47" fmla="*/ 18531 w 46007"/>
                <a:gd name="connsiteY47" fmla="*/ 85545 h 134063"/>
                <a:gd name="connsiteX48" fmla="*/ 16614 w 46007"/>
                <a:gd name="connsiteY48" fmla="*/ 81077 h 134063"/>
                <a:gd name="connsiteX49" fmla="*/ 17253 w 46007"/>
                <a:gd name="connsiteY49" fmla="*/ 78523 h 134063"/>
                <a:gd name="connsiteX50" fmla="*/ 17253 w 46007"/>
                <a:gd name="connsiteY50" fmla="*/ 78523 h 134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46007" h="134063">
                  <a:moveTo>
                    <a:pt x="16614" y="110443"/>
                  </a:moveTo>
                  <a:cubicBezTo>
                    <a:pt x="16614" y="106613"/>
                    <a:pt x="19170" y="104059"/>
                    <a:pt x="23004" y="104059"/>
                  </a:cubicBezTo>
                  <a:cubicBezTo>
                    <a:pt x="26838" y="104059"/>
                    <a:pt x="29394" y="106613"/>
                    <a:pt x="29394" y="110443"/>
                  </a:cubicBezTo>
                  <a:lnTo>
                    <a:pt x="29394" y="134064"/>
                  </a:lnTo>
                  <a:lnTo>
                    <a:pt x="46008" y="134064"/>
                  </a:lnTo>
                  <a:lnTo>
                    <a:pt x="46008" y="0"/>
                  </a:lnTo>
                  <a:lnTo>
                    <a:pt x="0" y="0"/>
                  </a:lnTo>
                  <a:lnTo>
                    <a:pt x="0" y="134064"/>
                  </a:lnTo>
                  <a:lnTo>
                    <a:pt x="16614" y="134064"/>
                  </a:lnTo>
                  <a:lnTo>
                    <a:pt x="16614" y="110443"/>
                  </a:lnTo>
                  <a:close/>
                  <a:moveTo>
                    <a:pt x="17253" y="19790"/>
                  </a:moveTo>
                  <a:cubicBezTo>
                    <a:pt x="17253" y="19152"/>
                    <a:pt x="17892" y="18514"/>
                    <a:pt x="18531" y="17875"/>
                  </a:cubicBezTo>
                  <a:cubicBezTo>
                    <a:pt x="19809" y="16598"/>
                    <a:pt x="22365" y="15960"/>
                    <a:pt x="24282" y="15960"/>
                  </a:cubicBezTo>
                  <a:lnTo>
                    <a:pt x="25560" y="16598"/>
                  </a:lnTo>
                  <a:lnTo>
                    <a:pt x="26838" y="17237"/>
                  </a:lnTo>
                  <a:cubicBezTo>
                    <a:pt x="27477" y="17237"/>
                    <a:pt x="27477" y="17875"/>
                    <a:pt x="27477" y="17875"/>
                  </a:cubicBezTo>
                  <a:cubicBezTo>
                    <a:pt x="28116" y="18514"/>
                    <a:pt x="28755" y="19152"/>
                    <a:pt x="28755" y="19790"/>
                  </a:cubicBezTo>
                  <a:cubicBezTo>
                    <a:pt x="29394" y="20429"/>
                    <a:pt x="29394" y="21067"/>
                    <a:pt x="29394" y="22344"/>
                  </a:cubicBezTo>
                  <a:cubicBezTo>
                    <a:pt x="29394" y="24259"/>
                    <a:pt x="28755" y="25536"/>
                    <a:pt x="27477" y="26813"/>
                  </a:cubicBezTo>
                  <a:cubicBezTo>
                    <a:pt x="26838" y="27451"/>
                    <a:pt x="26199" y="28089"/>
                    <a:pt x="25560" y="28089"/>
                  </a:cubicBezTo>
                  <a:cubicBezTo>
                    <a:pt x="23004" y="29366"/>
                    <a:pt x="20448" y="28728"/>
                    <a:pt x="18531" y="26813"/>
                  </a:cubicBezTo>
                  <a:cubicBezTo>
                    <a:pt x="17253" y="25536"/>
                    <a:pt x="16614" y="24259"/>
                    <a:pt x="16614" y="22344"/>
                  </a:cubicBezTo>
                  <a:cubicBezTo>
                    <a:pt x="16614" y="21706"/>
                    <a:pt x="17253" y="21067"/>
                    <a:pt x="17253" y="19790"/>
                  </a:cubicBezTo>
                  <a:lnTo>
                    <a:pt x="17253" y="19790"/>
                  </a:lnTo>
                  <a:close/>
                  <a:moveTo>
                    <a:pt x="17253" y="49157"/>
                  </a:moveTo>
                  <a:cubicBezTo>
                    <a:pt x="17253" y="48518"/>
                    <a:pt x="17892" y="47880"/>
                    <a:pt x="18531" y="47241"/>
                  </a:cubicBezTo>
                  <a:cubicBezTo>
                    <a:pt x="19170" y="46603"/>
                    <a:pt x="19809" y="45965"/>
                    <a:pt x="20448" y="45965"/>
                  </a:cubicBezTo>
                  <a:lnTo>
                    <a:pt x="21726" y="45326"/>
                  </a:lnTo>
                  <a:cubicBezTo>
                    <a:pt x="22365" y="45326"/>
                    <a:pt x="23643" y="45326"/>
                    <a:pt x="24282" y="45326"/>
                  </a:cubicBezTo>
                  <a:cubicBezTo>
                    <a:pt x="24921" y="45326"/>
                    <a:pt x="24921" y="45326"/>
                    <a:pt x="25560" y="45965"/>
                  </a:cubicBezTo>
                  <a:cubicBezTo>
                    <a:pt x="26199" y="46603"/>
                    <a:pt x="26838" y="46603"/>
                    <a:pt x="27477" y="47241"/>
                  </a:cubicBezTo>
                  <a:cubicBezTo>
                    <a:pt x="28116" y="47880"/>
                    <a:pt x="28755" y="48518"/>
                    <a:pt x="28755" y="49157"/>
                  </a:cubicBezTo>
                  <a:cubicBezTo>
                    <a:pt x="29394" y="50433"/>
                    <a:pt x="29394" y="52349"/>
                    <a:pt x="28755" y="54264"/>
                  </a:cubicBezTo>
                  <a:cubicBezTo>
                    <a:pt x="28116" y="56179"/>
                    <a:pt x="26838" y="56817"/>
                    <a:pt x="25560" y="57456"/>
                  </a:cubicBezTo>
                  <a:cubicBezTo>
                    <a:pt x="24921" y="58094"/>
                    <a:pt x="24282" y="58094"/>
                    <a:pt x="23004" y="58094"/>
                  </a:cubicBezTo>
                  <a:cubicBezTo>
                    <a:pt x="22365" y="58094"/>
                    <a:pt x="21087" y="58094"/>
                    <a:pt x="20448" y="57456"/>
                  </a:cubicBezTo>
                  <a:cubicBezTo>
                    <a:pt x="17892" y="56179"/>
                    <a:pt x="16614" y="54264"/>
                    <a:pt x="16614" y="51710"/>
                  </a:cubicBezTo>
                  <a:cubicBezTo>
                    <a:pt x="16614" y="51072"/>
                    <a:pt x="17253" y="50433"/>
                    <a:pt x="17253" y="49157"/>
                  </a:cubicBezTo>
                  <a:lnTo>
                    <a:pt x="17253" y="49157"/>
                  </a:lnTo>
                  <a:close/>
                  <a:moveTo>
                    <a:pt x="17253" y="78523"/>
                  </a:moveTo>
                  <a:cubicBezTo>
                    <a:pt x="17253" y="77885"/>
                    <a:pt x="17892" y="77246"/>
                    <a:pt x="18531" y="76608"/>
                  </a:cubicBezTo>
                  <a:cubicBezTo>
                    <a:pt x="21087" y="74054"/>
                    <a:pt x="24921" y="74054"/>
                    <a:pt x="27477" y="76608"/>
                  </a:cubicBezTo>
                  <a:cubicBezTo>
                    <a:pt x="27477" y="76608"/>
                    <a:pt x="27477" y="76608"/>
                    <a:pt x="27477" y="76608"/>
                  </a:cubicBezTo>
                  <a:cubicBezTo>
                    <a:pt x="28116" y="77246"/>
                    <a:pt x="28755" y="77885"/>
                    <a:pt x="28755" y="78523"/>
                  </a:cubicBezTo>
                  <a:cubicBezTo>
                    <a:pt x="29394" y="79161"/>
                    <a:pt x="29394" y="80438"/>
                    <a:pt x="29394" y="81077"/>
                  </a:cubicBezTo>
                  <a:cubicBezTo>
                    <a:pt x="29394" y="84907"/>
                    <a:pt x="26199" y="87461"/>
                    <a:pt x="23004" y="87461"/>
                  </a:cubicBezTo>
                  <a:cubicBezTo>
                    <a:pt x="22365" y="87461"/>
                    <a:pt x="21087" y="87461"/>
                    <a:pt x="20448" y="86822"/>
                  </a:cubicBezTo>
                  <a:cubicBezTo>
                    <a:pt x="19809" y="86822"/>
                    <a:pt x="19170" y="86184"/>
                    <a:pt x="18531" y="85545"/>
                  </a:cubicBezTo>
                  <a:cubicBezTo>
                    <a:pt x="17253" y="84269"/>
                    <a:pt x="16614" y="82992"/>
                    <a:pt x="16614" y="81077"/>
                  </a:cubicBezTo>
                  <a:cubicBezTo>
                    <a:pt x="16614" y="80438"/>
                    <a:pt x="17253" y="79800"/>
                    <a:pt x="17253" y="78523"/>
                  </a:cubicBezTo>
                  <a:lnTo>
                    <a:pt x="17253" y="78523"/>
                  </a:lnTo>
                  <a:close/>
                </a:path>
              </a:pathLst>
            </a:custGeom>
            <a:grpFill/>
            <a:ln w="6390" cap="flat">
              <a:noFill/>
              <a:prstDash val="solid"/>
              <a:miter/>
            </a:ln>
          </p:spPr>
          <p:txBody>
            <a:bodyPr rtlCol="0" anchor="ctr"/>
            <a:lstStyle/>
            <a:p>
              <a:endParaRPr lang="en-US"/>
            </a:p>
          </p:txBody>
        </p:sp>
        <p:sp>
          <p:nvSpPr>
            <p:cNvPr id="117" name="Graphic 4">
              <a:extLst>
                <a:ext uri="{FF2B5EF4-FFF2-40B4-BE49-F238E27FC236}">
                  <a16:creationId xmlns:a16="http://schemas.microsoft.com/office/drawing/2014/main" id="{89E91C4A-B853-4F6E-9662-D5793AD9193F}"/>
                </a:ext>
              </a:extLst>
            </p:cNvPr>
            <p:cNvSpPr/>
            <p:nvPr/>
          </p:nvSpPr>
          <p:spPr>
            <a:xfrm>
              <a:off x="1137408" y="2500130"/>
              <a:ext cx="46007" cy="134063"/>
            </a:xfrm>
            <a:custGeom>
              <a:avLst/>
              <a:gdLst>
                <a:gd name="connsiteX0" fmla="*/ 0 w 46007"/>
                <a:gd name="connsiteY0" fmla="*/ 134064 h 134063"/>
                <a:gd name="connsiteX1" fmla="*/ 16614 w 46007"/>
                <a:gd name="connsiteY1" fmla="*/ 134064 h 134063"/>
                <a:gd name="connsiteX2" fmla="*/ 16614 w 46007"/>
                <a:gd name="connsiteY2" fmla="*/ 111081 h 134063"/>
                <a:gd name="connsiteX3" fmla="*/ 23004 w 46007"/>
                <a:gd name="connsiteY3" fmla="*/ 104697 h 134063"/>
                <a:gd name="connsiteX4" fmla="*/ 29394 w 46007"/>
                <a:gd name="connsiteY4" fmla="*/ 111081 h 134063"/>
                <a:gd name="connsiteX5" fmla="*/ 29394 w 46007"/>
                <a:gd name="connsiteY5" fmla="*/ 134064 h 134063"/>
                <a:gd name="connsiteX6" fmla="*/ 46008 w 46007"/>
                <a:gd name="connsiteY6" fmla="*/ 134064 h 134063"/>
                <a:gd name="connsiteX7" fmla="*/ 46008 w 46007"/>
                <a:gd name="connsiteY7" fmla="*/ 0 h 134063"/>
                <a:gd name="connsiteX8" fmla="*/ 0 w 46007"/>
                <a:gd name="connsiteY8" fmla="*/ 0 h 134063"/>
                <a:gd name="connsiteX9" fmla="*/ 0 w 46007"/>
                <a:gd name="connsiteY9" fmla="*/ 134064 h 134063"/>
                <a:gd name="connsiteX10" fmla="*/ 28755 w 46007"/>
                <a:gd name="connsiteY10" fmla="*/ 84269 h 134063"/>
                <a:gd name="connsiteX11" fmla="*/ 27477 w 46007"/>
                <a:gd name="connsiteY11" fmla="*/ 86184 h 134063"/>
                <a:gd name="connsiteX12" fmla="*/ 25560 w 46007"/>
                <a:gd name="connsiteY12" fmla="*/ 87461 h 134063"/>
                <a:gd name="connsiteX13" fmla="*/ 23004 w 46007"/>
                <a:gd name="connsiteY13" fmla="*/ 88099 h 134063"/>
                <a:gd name="connsiteX14" fmla="*/ 20448 w 46007"/>
                <a:gd name="connsiteY14" fmla="*/ 87461 h 134063"/>
                <a:gd name="connsiteX15" fmla="*/ 18531 w 46007"/>
                <a:gd name="connsiteY15" fmla="*/ 86184 h 134063"/>
                <a:gd name="connsiteX16" fmla="*/ 16614 w 46007"/>
                <a:gd name="connsiteY16" fmla="*/ 81715 h 134063"/>
                <a:gd name="connsiteX17" fmla="*/ 17253 w 46007"/>
                <a:gd name="connsiteY17" fmla="*/ 79161 h 134063"/>
                <a:gd name="connsiteX18" fmla="*/ 18531 w 46007"/>
                <a:gd name="connsiteY18" fmla="*/ 77246 h 134063"/>
                <a:gd name="connsiteX19" fmla="*/ 20448 w 46007"/>
                <a:gd name="connsiteY19" fmla="*/ 75969 h 134063"/>
                <a:gd name="connsiteX20" fmla="*/ 21726 w 46007"/>
                <a:gd name="connsiteY20" fmla="*/ 75331 h 134063"/>
                <a:gd name="connsiteX21" fmla="*/ 27477 w 46007"/>
                <a:gd name="connsiteY21" fmla="*/ 77246 h 134063"/>
                <a:gd name="connsiteX22" fmla="*/ 28755 w 46007"/>
                <a:gd name="connsiteY22" fmla="*/ 79161 h 134063"/>
                <a:gd name="connsiteX23" fmla="*/ 29394 w 46007"/>
                <a:gd name="connsiteY23" fmla="*/ 81715 h 134063"/>
                <a:gd name="connsiteX24" fmla="*/ 28755 w 46007"/>
                <a:gd name="connsiteY24" fmla="*/ 84269 h 134063"/>
                <a:gd name="connsiteX25" fmla="*/ 28755 w 46007"/>
                <a:gd name="connsiteY25" fmla="*/ 84269 h 134063"/>
                <a:gd name="connsiteX26" fmla="*/ 17253 w 46007"/>
                <a:gd name="connsiteY26" fmla="*/ 20429 h 134063"/>
                <a:gd name="connsiteX27" fmla="*/ 18531 w 46007"/>
                <a:gd name="connsiteY27" fmla="*/ 18514 h 134063"/>
                <a:gd name="connsiteX28" fmla="*/ 19170 w 46007"/>
                <a:gd name="connsiteY28" fmla="*/ 17875 h 134063"/>
                <a:gd name="connsiteX29" fmla="*/ 20448 w 46007"/>
                <a:gd name="connsiteY29" fmla="*/ 17237 h 134063"/>
                <a:gd name="connsiteX30" fmla="*/ 21726 w 46007"/>
                <a:gd name="connsiteY30" fmla="*/ 16598 h 134063"/>
                <a:gd name="connsiteX31" fmla="*/ 27477 w 46007"/>
                <a:gd name="connsiteY31" fmla="*/ 18514 h 134063"/>
                <a:gd name="connsiteX32" fmla="*/ 28755 w 46007"/>
                <a:gd name="connsiteY32" fmla="*/ 20429 h 134063"/>
                <a:gd name="connsiteX33" fmla="*/ 29394 w 46007"/>
                <a:gd name="connsiteY33" fmla="*/ 22982 h 134063"/>
                <a:gd name="connsiteX34" fmla="*/ 27477 w 46007"/>
                <a:gd name="connsiteY34" fmla="*/ 27451 h 134063"/>
                <a:gd name="connsiteX35" fmla="*/ 20448 w 46007"/>
                <a:gd name="connsiteY35" fmla="*/ 28728 h 134063"/>
                <a:gd name="connsiteX36" fmla="*/ 18531 w 46007"/>
                <a:gd name="connsiteY36" fmla="*/ 27451 h 134063"/>
                <a:gd name="connsiteX37" fmla="*/ 16614 w 46007"/>
                <a:gd name="connsiteY37" fmla="*/ 22982 h 134063"/>
                <a:gd name="connsiteX38" fmla="*/ 17253 w 46007"/>
                <a:gd name="connsiteY38" fmla="*/ 20429 h 134063"/>
                <a:gd name="connsiteX39" fmla="*/ 17253 w 46007"/>
                <a:gd name="connsiteY39" fmla="*/ 20429 h 134063"/>
                <a:gd name="connsiteX40" fmla="*/ 17253 w 46007"/>
                <a:gd name="connsiteY40" fmla="*/ 49795 h 134063"/>
                <a:gd name="connsiteX41" fmla="*/ 18531 w 46007"/>
                <a:gd name="connsiteY41" fmla="*/ 47880 h 134063"/>
                <a:gd name="connsiteX42" fmla="*/ 24282 w 46007"/>
                <a:gd name="connsiteY42" fmla="*/ 45965 h 134063"/>
                <a:gd name="connsiteX43" fmla="*/ 25560 w 46007"/>
                <a:gd name="connsiteY43" fmla="*/ 46603 h 134063"/>
                <a:gd name="connsiteX44" fmla="*/ 27477 w 46007"/>
                <a:gd name="connsiteY44" fmla="*/ 47880 h 134063"/>
                <a:gd name="connsiteX45" fmla="*/ 28755 w 46007"/>
                <a:gd name="connsiteY45" fmla="*/ 49795 h 134063"/>
                <a:gd name="connsiteX46" fmla="*/ 25560 w 46007"/>
                <a:gd name="connsiteY46" fmla="*/ 58094 h 134063"/>
                <a:gd name="connsiteX47" fmla="*/ 17253 w 46007"/>
                <a:gd name="connsiteY47" fmla="*/ 54902 h 134063"/>
                <a:gd name="connsiteX48" fmla="*/ 17253 w 46007"/>
                <a:gd name="connsiteY48" fmla="*/ 54902 h 134063"/>
                <a:gd name="connsiteX49" fmla="*/ 17253 w 46007"/>
                <a:gd name="connsiteY49" fmla="*/ 49795 h 134063"/>
                <a:gd name="connsiteX50" fmla="*/ 17253 w 46007"/>
                <a:gd name="connsiteY50" fmla="*/ 49795 h 134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46007" h="134063">
                  <a:moveTo>
                    <a:pt x="0" y="134064"/>
                  </a:moveTo>
                  <a:lnTo>
                    <a:pt x="16614" y="134064"/>
                  </a:lnTo>
                  <a:lnTo>
                    <a:pt x="16614" y="111081"/>
                  </a:lnTo>
                  <a:cubicBezTo>
                    <a:pt x="16614" y="107251"/>
                    <a:pt x="19170" y="104697"/>
                    <a:pt x="23004" y="104697"/>
                  </a:cubicBezTo>
                  <a:cubicBezTo>
                    <a:pt x="26838" y="104697"/>
                    <a:pt x="29394" y="107251"/>
                    <a:pt x="29394" y="111081"/>
                  </a:cubicBezTo>
                  <a:lnTo>
                    <a:pt x="29394" y="134064"/>
                  </a:lnTo>
                  <a:lnTo>
                    <a:pt x="46008" y="134064"/>
                  </a:lnTo>
                  <a:lnTo>
                    <a:pt x="46008" y="0"/>
                  </a:lnTo>
                  <a:lnTo>
                    <a:pt x="0" y="0"/>
                  </a:lnTo>
                  <a:lnTo>
                    <a:pt x="0" y="134064"/>
                  </a:lnTo>
                  <a:close/>
                  <a:moveTo>
                    <a:pt x="28755" y="84269"/>
                  </a:moveTo>
                  <a:cubicBezTo>
                    <a:pt x="28116" y="84907"/>
                    <a:pt x="28116" y="85545"/>
                    <a:pt x="27477" y="86184"/>
                  </a:cubicBezTo>
                  <a:cubicBezTo>
                    <a:pt x="26838" y="86822"/>
                    <a:pt x="26199" y="87461"/>
                    <a:pt x="25560" y="87461"/>
                  </a:cubicBezTo>
                  <a:cubicBezTo>
                    <a:pt x="24921" y="87461"/>
                    <a:pt x="23643" y="88099"/>
                    <a:pt x="23004" y="88099"/>
                  </a:cubicBezTo>
                  <a:cubicBezTo>
                    <a:pt x="22365" y="88099"/>
                    <a:pt x="21087" y="88099"/>
                    <a:pt x="20448" y="87461"/>
                  </a:cubicBezTo>
                  <a:cubicBezTo>
                    <a:pt x="19809" y="87461"/>
                    <a:pt x="19170" y="86822"/>
                    <a:pt x="18531" y="86184"/>
                  </a:cubicBezTo>
                  <a:cubicBezTo>
                    <a:pt x="17253" y="84907"/>
                    <a:pt x="16614" y="83630"/>
                    <a:pt x="16614" y="81715"/>
                  </a:cubicBezTo>
                  <a:cubicBezTo>
                    <a:pt x="16614" y="81077"/>
                    <a:pt x="16614" y="79800"/>
                    <a:pt x="17253" y="79161"/>
                  </a:cubicBezTo>
                  <a:cubicBezTo>
                    <a:pt x="17253" y="78523"/>
                    <a:pt x="17892" y="77885"/>
                    <a:pt x="18531" y="77246"/>
                  </a:cubicBezTo>
                  <a:cubicBezTo>
                    <a:pt x="19170" y="76608"/>
                    <a:pt x="19809" y="75969"/>
                    <a:pt x="20448" y="75969"/>
                  </a:cubicBezTo>
                  <a:lnTo>
                    <a:pt x="21726" y="75331"/>
                  </a:lnTo>
                  <a:cubicBezTo>
                    <a:pt x="23643" y="74693"/>
                    <a:pt x="26199" y="75331"/>
                    <a:pt x="27477" y="77246"/>
                  </a:cubicBezTo>
                  <a:cubicBezTo>
                    <a:pt x="28116" y="77885"/>
                    <a:pt x="28755" y="78523"/>
                    <a:pt x="28755" y="79161"/>
                  </a:cubicBezTo>
                  <a:cubicBezTo>
                    <a:pt x="28755" y="79800"/>
                    <a:pt x="29394" y="81077"/>
                    <a:pt x="29394" y="81715"/>
                  </a:cubicBezTo>
                  <a:cubicBezTo>
                    <a:pt x="29394" y="82353"/>
                    <a:pt x="28755" y="82992"/>
                    <a:pt x="28755" y="84269"/>
                  </a:cubicBezTo>
                  <a:lnTo>
                    <a:pt x="28755" y="84269"/>
                  </a:lnTo>
                  <a:close/>
                  <a:moveTo>
                    <a:pt x="17253" y="20429"/>
                  </a:moveTo>
                  <a:cubicBezTo>
                    <a:pt x="17253" y="19790"/>
                    <a:pt x="17892" y="19152"/>
                    <a:pt x="18531" y="18514"/>
                  </a:cubicBezTo>
                  <a:cubicBezTo>
                    <a:pt x="18531" y="17875"/>
                    <a:pt x="19170" y="17875"/>
                    <a:pt x="19170" y="17875"/>
                  </a:cubicBezTo>
                  <a:lnTo>
                    <a:pt x="20448" y="17237"/>
                  </a:lnTo>
                  <a:lnTo>
                    <a:pt x="21726" y="16598"/>
                  </a:lnTo>
                  <a:cubicBezTo>
                    <a:pt x="23643" y="15960"/>
                    <a:pt x="26199" y="16598"/>
                    <a:pt x="27477" y="18514"/>
                  </a:cubicBezTo>
                  <a:cubicBezTo>
                    <a:pt x="28116" y="19152"/>
                    <a:pt x="28755" y="19790"/>
                    <a:pt x="28755" y="20429"/>
                  </a:cubicBezTo>
                  <a:cubicBezTo>
                    <a:pt x="28755" y="21067"/>
                    <a:pt x="29394" y="21706"/>
                    <a:pt x="29394" y="22982"/>
                  </a:cubicBezTo>
                  <a:cubicBezTo>
                    <a:pt x="29394" y="24897"/>
                    <a:pt x="28755" y="26174"/>
                    <a:pt x="27477" y="27451"/>
                  </a:cubicBezTo>
                  <a:cubicBezTo>
                    <a:pt x="25560" y="29366"/>
                    <a:pt x="23004" y="30005"/>
                    <a:pt x="20448" y="28728"/>
                  </a:cubicBezTo>
                  <a:cubicBezTo>
                    <a:pt x="19809" y="28728"/>
                    <a:pt x="19170" y="28089"/>
                    <a:pt x="18531" y="27451"/>
                  </a:cubicBezTo>
                  <a:cubicBezTo>
                    <a:pt x="17253" y="26174"/>
                    <a:pt x="16614" y="24897"/>
                    <a:pt x="16614" y="22982"/>
                  </a:cubicBezTo>
                  <a:cubicBezTo>
                    <a:pt x="16614" y="21706"/>
                    <a:pt x="16614" y="21067"/>
                    <a:pt x="17253" y="20429"/>
                  </a:cubicBezTo>
                  <a:lnTo>
                    <a:pt x="17253" y="20429"/>
                  </a:lnTo>
                  <a:close/>
                  <a:moveTo>
                    <a:pt x="17253" y="49795"/>
                  </a:moveTo>
                  <a:cubicBezTo>
                    <a:pt x="17892" y="49157"/>
                    <a:pt x="17892" y="48518"/>
                    <a:pt x="18531" y="47880"/>
                  </a:cubicBezTo>
                  <a:cubicBezTo>
                    <a:pt x="19809" y="46603"/>
                    <a:pt x="22365" y="45965"/>
                    <a:pt x="24282" y="45965"/>
                  </a:cubicBezTo>
                  <a:lnTo>
                    <a:pt x="25560" y="46603"/>
                  </a:lnTo>
                  <a:cubicBezTo>
                    <a:pt x="26199" y="46603"/>
                    <a:pt x="26838" y="47241"/>
                    <a:pt x="27477" y="47880"/>
                  </a:cubicBezTo>
                  <a:cubicBezTo>
                    <a:pt x="28116" y="48518"/>
                    <a:pt x="28755" y="49157"/>
                    <a:pt x="28755" y="49795"/>
                  </a:cubicBezTo>
                  <a:cubicBezTo>
                    <a:pt x="30033" y="52987"/>
                    <a:pt x="28755" y="56817"/>
                    <a:pt x="25560" y="58094"/>
                  </a:cubicBezTo>
                  <a:cubicBezTo>
                    <a:pt x="22365" y="59371"/>
                    <a:pt x="18531" y="58094"/>
                    <a:pt x="17253" y="54902"/>
                  </a:cubicBezTo>
                  <a:cubicBezTo>
                    <a:pt x="17253" y="54902"/>
                    <a:pt x="17253" y="54902"/>
                    <a:pt x="17253" y="54902"/>
                  </a:cubicBezTo>
                  <a:cubicBezTo>
                    <a:pt x="16614" y="52987"/>
                    <a:pt x="16614" y="51072"/>
                    <a:pt x="17253" y="49795"/>
                  </a:cubicBezTo>
                  <a:lnTo>
                    <a:pt x="17253" y="49795"/>
                  </a:lnTo>
                  <a:close/>
                </a:path>
              </a:pathLst>
            </a:custGeom>
            <a:grpFill/>
            <a:ln w="6390" cap="flat">
              <a:noFill/>
              <a:prstDash val="solid"/>
              <a:miter/>
            </a:ln>
          </p:spPr>
          <p:txBody>
            <a:bodyPr rtlCol="0" anchor="ctr"/>
            <a:lstStyle/>
            <a:p>
              <a:endParaRPr lang="en-US"/>
            </a:p>
          </p:txBody>
        </p:sp>
        <p:sp>
          <p:nvSpPr>
            <p:cNvPr id="118" name="Graphic 4">
              <a:extLst>
                <a:ext uri="{FF2B5EF4-FFF2-40B4-BE49-F238E27FC236}">
                  <a16:creationId xmlns:a16="http://schemas.microsoft.com/office/drawing/2014/main" id="{10F1DED6-1168-4477-A5B4-C4CC000E6594}"/>
                </a:ext>
              </a:extLst>
            </p:cNvPr>
            <p:cNvSpPr/>
            <p:nvPr/>
          </p:nvSpPr>
          <p:spPr>
            <a:xfrm>
              <a:off x="1048588" y="2470125"/>
              <a:ext cx="76040" cy="164068"/>
            </a:xfrm>
            <a:custGeom>
              <a:avLst/>
              <a:gdLst>
                <a:gd name="connsiteX0" fmla="*/ 16614 w 76040"/>
                <a:gd name="connsiteY0" fmla="*/ 164068 h 164068"/>
                <a:gd name="connsiteX1" fmla="*/ 16614 w 76040"/>
                <a:gd name="connsiteY1" fmla="*/ 141086 h 164068"/>
                <a:gd name="connsiteX2" fmla="*/ 23004 w 76040"/>
                <a:gd name="connsiteY2" fmla="*/ 134702 h 164068"/>
                <a:gd name="connsiteX3" fmla="*/ 29394 w 76040"/>
                <a:gd name="connsiteY3" fmla="*/ 141086 h 164068"/>
                <a:gd name="connsiteX4" fmla="*/ 29394 w 76040"/>
                <a:gd name="connsiteY4" fmla="*/ 164068 h 164068"/>
                <a:gd name="connsiteX5" fmla="*/ 76040 w 76040"/>
                <a:gd name="connsiteY5" fmla="*/ 164068 h 164068"/>
                <a:gd name="connsiteX6" fmla="*/ 76040 w 76040"/>
                <a:gd name="connsiteY6" fmla="*/ 0 h 164068"/>
                <a:gd name="connsiteX7" fmla="*/ 0 w 76040"/>
                <a:gd name="connsiteY7" fmla="*/ 0 h 164068"/>
                <a:gd name="connsiteX8" fmla="*/ 0 w 76040"/>
                <a:gd name="connsiteY8" fmla="*/ 164068 h 164068"/>
                <a:gd name="connsiteX9" fmla="*/ 16614 w 76040"/>
                <a:gd name="connsiteY9" fmla="*/ 164068 h 164068"/>
                <a:gd name="connsiteX10" fmla="*/ 47925 w 76040"/>
                <a:gd name="connsiteY10" fmla="*/ 19152 h 164068"/>
                <a:gd name="connsiteX11" fmla="*/ 50480 w 76040"/>
                <a:gd name="connsiteY11" fmla="*/ 17237 h 164068"/>
                <a:gd name="connsiteX12" fmla="*/ 55592 w 76040"/>
                <a:gd name="connsiteY12" fmla="*/ 17237 h 164068"/>
                <a:gd name="connsiteX13" fmla="*/ 57509 w 76040"/>
                <a:gd name="connsiteY13" fmla="*/ 18514 h 164068"/>
                <a:gd name="connsiteX14" fmla="*/ 58787 w 76040"/>
                <a:gd name="connsiteY14" fmla="*/ 20429 h 164068"/>
                <a:gd name="connsiteX15" fmla="*/ 58787 w 76040"/>
                <a:gd name="connsiteY15" fmla="*/ 25536 h 164068"/>
                <a:gd name="connsiteX16" fmla="*/ 57509 w 76040"/>
                <a:gd name="connsiteY16" fmla="*/ 27451 h 164068"/>
                <a:gd name="connsiteX17" fmla="*/ 50480 w 76040"/>
                <a:gd name="connsiteY17" fmla="*/ 28728 h 164068"/>
                <a:gd name="connsiteX18" fmla="*/ 48563 w 76040"/>
                <a:gd name="connsiteY18" fmla="*/ 27451 h 164068"/>
                <a:gd name="connsiteX19" fmla="*/ 47285 w 76040"/>
                <a:gd name="connsiteY19" fmla="*/ 25536 h 164068"/>
                <a:gd name="connsiteX20" fmla="*/ 46646 w 76040"/>
                <a:gd name="connsiteY20" fmla="*/ 22982 h 164068"/>
                <a:gd name="connsiteX21" fmla="*/ 47925 w 76040"/>
                <a:gd name="connsiteY21" fmla="*/ 19152 h 164068"/>
                <a:gd name="connsiteX22" fmla="*/ 47925 w 76040"/>
                <a:gd name="connsiteY22" fmla="*/ 19152 h 164068"/>
                <a:gd name="connsiteX23" fmla="*/ 46646 w 76040"/>
                <a:gd name="connsiteY23" fmla="*/ 50434 h 164068"/>
                <a:gd name="connsiteX24" fmla="*/ 47925 w 76040"/>
                <a:gd name="connsiteY24" fmla="*/ 48518 h 164068"/>
                <a:gd name="connsiteX25" fmla="*/ 53675 w 76040"/>
                <a:gd name="connsiteY25" fmla="*/ 46603 h 164068"/>
                <a:gd name="connsiteX26" fmla="*/ 54953 w 76040"/>
                <a:gd name="connsiteY26" fmla="*/ 47242 h 164068"/>
                <a:gd name="connsiteX27" fmla="*/ 56231 w 76040"/>
                <a:gd name="connsiteY27" fmla="*/ 47880 h 164068"/>
                <a:gd name="connsiteX28" fmla="*/ 56870 w 76040"/>
                <a:gd name="connsiteY28" fmla="*/ 48518 h 164068"/>
                <a:gd name="connsiteX29" fmla="*/ 58787 w 76040"/>
                <a:gd name="connsiteY29" fmla="*/ 52987 h 164068"/>
                <a:gd name="connsiteX30" fmla="*/ 56870 w 76040"/>
                <a:gd name="connsiteY30" fmla="*/ 57456 h 164068"/>
                <a:gd name="connsiteX31" fmla="*/ 54953 w 76040"/>
                <a:gd name="connsiteY31" fmla="*/ 58733 h 164068"/>
                <a:gd name="connsiteX32" fmla="*/ 52397 w 76040"/>
                <a:gd name="connsiteY32" fmla="*/ 59371 h 164068"/>
                <a:gd name="connsiteX33" fmla="*/ 47925 w 76040"/>
                <a:gd name="connsiteY33" fmla="*/ 57456 h 164068"/>
                <a:gd name="connsiteX34" fmla="*/ 46008 w 76040"/>
                <a:gd name="connsiteY34" fmla="*/ 52987 h 164068"/>
                <a:gd name="connsiteX35" fmla="*/ 46646 w 76040"/>
                <a:gd name="connsiteY35" fmla="*/ 50434 h 164068"/>
                <a:gd name="connsiteX36" fmla="*/ 46646 w 76040"/>
                <a:gd name="connsiteY36" fmla="*/ 50434 h 164068"/>
                <a:gd name="connsiteX37" fmla="*/ 46646 w 76040"/>
                <a:gd name="connsiteY37" fmla="*/ 79800 h 164068"/>
                <a:gd name="connsiteX38" fmla="*/ 47925 w 76040"/>
                <a:gd name="connsiteY38" fmla="*/ 77885 h 164068"/>
                <a:gd name="connsiteX39" fmla="*/ 53675 w 76040"/>
                <a:gd name="connsiteY39" fmla="*/ 75970 h 164068"/>
                <a:gd name="connsiteX40" fmla="*/ 54953 w 76040"/>
                <a:gd name="connsiteY40" fmla="*/ 76608 h 164068"/>
                <a:gd name="connsiteX41" fmla="*/ 56870 w 76040"/>
                <a:gd name="connsiteY41" fmla="*/ 77885 h 164068"/>
                <a:gd name="connsiteX42" fmla="*/ 58148 w 76040"/>
                <a:gd name="connsiteY42" fmla="*/ 79800 h 164068"/>
                <a:gd name="connsiteX43" fmla="*/ 54953 w 76040"/>
                <a:gd name="connsiteY43" fmla="*/ 88099 h 164068"/>
                <a:gd name="connsiteX44" fmla="*/ 52397 w 76040"/>
                <a:gd name="connsiteY44" fmla="*/ 88738 h 164068"/>
                <a:gd name="connsiteX45" fmla="*/ 46008 w 76040"/>
                <a:gd name="connsiteY45" fmla="*/ 82354 h 164068"/>
                <a:gd name="connsiteX46" fmla="*/ 46646 w 76040"/>
                <a:gd name="connsiteY46" fmla="*/ 79800 h 164068"/>
                <a:gd name="connsiteX47" fmla="*/ 46646 w 76040"/>
                <a:gd name="connsiteY47" fmla="*/ 79800 h 164068"/>
                <a:gd name="connsiteX48" fmla="*/ 46646 w 76040"/>
                <a:gd name="connsiteY48" fmla="*/ 109166 h 164068"/>
                <a:gd name="connsiteX49" fmla="*/ 47925 w 76040"/>
                <a:gd name="connsiteY49" fmla="*/ 107251 h 164068"/>
                <a:gd name="connsiteX50" fmla="*/ 53675 w 76040"/>
                <a:gd name="connsiteY50" fmla="*/ 105336 h 164068"/>
                <a:gd name="connsiteX51" fmla="*/ 54953 w 76040"/>
                <a:gd name="connsiteY51" fmla="*/ 105974 h 164068"/>
                <a:gd name="connsiteX52" fmla="*/ 58148 w 76040"/>
                <a:gd name="connsiteY52" fmla="*/ 109166 h 164068"/>
                <a:gd name="connsiteX53" fmla="*/ 58787 w 76040"/>
                <a:gd name="connsiteY53" fmla="*/ 111720 h 164068"/>
                <a:gd name="connsiteX54" fmla="*/ 58148 w 76040"/>
                <a:gd name="connsiteY54" fmla="*/ 114273 h 164068"/>
                <a:gd name="connsiteX55" fmla="*/ 56870 w 76040"/>
                <a:gd name="connsiteY55" fmla="*/ 116189 h 164068"/>
                <a:gd name="connsiteX56" fmla="*/ 52397 w 76040"/>
                <a:gd name="connsiteY56" fmla="*/ 118104 h 164068"/>
                <a:gd name="connsiteX57" fmla="*/ 47925 w 76040"/>
                <a:gd name="connsiteY57" fmla="*/ 116189 h 164068"/>
                <a:gd name="connsiteX58" fmla="*/ 46646 w 76040"/>
                <a:gd name="connsiteY58" fmla="*/ 114273 h 164068"/>
                <a:gd name="connsiteX59" fmla="*/ 46008 w 76040"/>
                <a:gd name="connsiteY59" fmla="*/ 111720 h 164068"/>
                <a:gd name="connsiteX60" fmla="*/ 46646 w 76040"/>
                <a:gd name="connsiteY60" fmla="*/ 109166 h 164068"/>
                <a:gd name="connsiteX61" fmla="*/ 46646 w 76040"/>
                <a:gd name="connsiteY61" fmla="*/ 109166 h 164068"/>
                <a:gd name="connsiteX62" fmla="*/ 46646 w 76040"/>
                <a:gd name="connsiteY62" fmla="*/ 138533 h 164068"/>
                <a:gd name="connsiteX63" fmla="*/ 47925 w 76040"/>
                <a:gd name="connsiteY63" fmla="*/ 136617 h 164068"/>
                <a:gd name="connsiteX64" fmla="*/ 49841 w 76040"/>
                <a:gd name="connsiteY64" fmla="*/ 135341 h 164068"/>
                <a:gd name="connsiteX65" fmla="*/ 56870 w 76040"/>
                <a:gd name="connsiteY65" fmla="*/ 136617 h 164068"/>
                <a:gd name="connsiteX66" fmla="*/ 58148 w 76040"/>
                <a:gd name="connsiteY66" fmla="*/ 138533 h 164068"/>
                <a:gd name="connsiteX67" fmla="*/ 56870 w 76040"/>
                <a:gd name="connsiteY67" fmla="*/ 145555 h 164068"/>
                <a:gd name="connsiteX68" fmla="*/ 54953 w 76040"/>
                <a:gd name="connsiteY68" fmla="*/ 146832 h 164068"/>
                <a:gd name="connsiteX69" fmla="*/ 52397 w 76040"/>
                <a:gd name="connsiteY69" fmla="*/ 147470 h 164068"/>
                <a:gd name="connsiteX70" fmla="*/ 47925 w 76040"/>
                <a:gd name="connsiteY70" fmla="*/ 145555 h 164068"/>
                <a:gd name="connsiteX71" fmla="*/ 46646 w 76040"/>
                <a:gd name="connsiteY71" fmla="*/ 138533 h 164068"/>
                <a:gd name="connsiteX72" fmla="*/ 17253 w 76040"/>
                <a:gd name="connsiteY72" fmla="*/ 21067 h 164068"/>
                <a:gd name="connsiteX73" fmla="*/ 18531 w 76040"/>
                <a:gd name="connsiteY73" fmla="*/ 19152 h 164068"/>
                <a:gd name="connsiteX74" fmla="*/ 19170 w 76040"/>
                <a:gd name="connsiteY74" fmla="*/ 18514 h 164068"/>
                <a:gd name="connsiteX75" fmla="*/ 20448 w 76040"/>
                <a:gd name="connsiteY75" fmla="*/ 17875 h 164068"/>
                <a:gd name="connsiteX76" fmla="*/ 21726 w 76040"/>
                <a:gd name="connsiteY76" fmla="*/ 17237 h 164068"/>
                <a:gd name="connsiteX77" fmla="*/ 24282 w 76040"/>
                <a:gd name="connsiteY77" fmla="*/ 17237 h 164068"/>
                <a:gd name="connsiteX78" fmla="*/ 25560 w 76040"/>
                <a:gd name="connsiteY78" fmla="*/ 17875 h 164068"/>
                <a:gd name="connsiteX79" fmla="*/ 26838 w 76040"/>
                <a:gd name="connsiteY79" fmla="*/ 18514 h 164068"/>
                <a:gd name="connsiteX80" fmla="*/ 27477 w 76040"/>
                <a:gd name="connsiteY80" fmla="*/ 19152 h 164068"/>
                <a:gd name="connsiteX81" fmla="*/ 29394 w 76040"/>
                <a:gd name="connsiteY81" fmla="*/ 23621 h 164068"/>
                <a:gd name="connsiteX82" fmla="*/ 27477 w 76040"/>
                <a:gd name="connsiteY82" fmla="*/ 28090 h 164068"/>
                <a:gd name="connsiteX83" fmla="*/ 23004 w 76040"/>
                <a:gd name="connsiteY83" fmla="*/ 30005 h 164068"/>
                <a:gd name="connsiteX84" fmla="*/ 20448 w 76040"/>
                <a:gd name="connsiteY84" fmla="*/ 29366 h 164068"/>
                <a:gd name="connsiteX85" fmla="*/ 18531 w 76040"/>
                <a:gd name="connsiteY85" fmla="*/ 28090 h 164068"/>
                <a:gd name="connsiteX86" fmla="*/ 16614 w 76040"/>
                <a:gd name="connsiteY86" fmla="*/ 23621 h 164068"/>
                <a:gd name="connsiteX87" fmla="*/ 17253 w 76040"/>
                <a:gd name="connsiteY87" fmla="*/ 21067 h 164068"/>
                <a:gd name="connsiteX88" fmla="*/ 17253 w 76040"/>
                <a:gd name="connsiteY88" fmla="*/ 21067 h 164068"/>
                <a:gd name="connsiteX89" fmla="*/ 17253 w 76040"/>
                <a:gd name="connsiteY89" fmla="*/ 50434 h 164068"/>
                <a:gd name="connsiteX90" fmla="*/ 18531 w 76040"/>
                <a:gd name="connsiteY90" fmla="*/ 48518 h 164068"/>
                <a:gd name="connsiteX91" fmla="*/ 19170 w 76040"/>
                <a:gd name="connsiteY91" fmla="*/ 47880 h 164068"/>
                <a:gd name="connsiteX92" fmla="*/ 20448 w 76040"/>
                <a:gd name="connsiteY92" fmla="*/ 47242 h 164068"/>
                <a:gd name="connsiteX93" fmla="*/ 21726 w 76040"/>
                <a:gd name="connsiteY93" fmla="*/ 46603 h 164068"/>
                <a:gd name="connsiteX94" fmla="*/ 27477 w 76040"/>
                <a:gd name="connsiteY94" fmla="*/ 48518 h 164068"/>
                <a:gd name="connsiteX95" fmla="*/ 28755 w 76040"/>
                <a:gd name="connsiteY95" fmla="*/ 50434 h 164068"/>
                <a:gd name="connsiteX96" fmla="*/ 29394 w 76040"/>
                <a:gd name="connsiteY96" fmla="*/ 52987 h 164068"/>
                <a:gd name="connsiteX97" fmla="*/ 23004 w 76040"/>
                <a:gd name="connsiteY97" fmla="*/ 59371 h 164068"/>
                <a:gd name="connsiteX98" fmla="*/ 20448 w 76040"/>
                <a:gd name="connsiteY98" fmla="*/ 58733 h 164068"/>
                <a:gd name="connsiteX99" fmla="*/ 18531 w 76040"/>
                <a:gd name="connsiteY99" fmla="*/ 57456 h 164068"/>
                <a:gd name="connsiteX100" fmla="*/ 16614 w 76040"/>
                <a:gd name="connsiteY100" fmla="*/ 52987 h 164068"/>
                <a:gd name="connsiteX101" fmla="*/ 17253 w 76040"/>
                <a:gd name="connsiteY101" fmla="*/ 50434 h 164068"/>
                <a:gd name="connsiteX102" fmla="*/ 17253 w 76040"/>
                <a:gd name="connsiteY102" fmla="*/ 50434 h 164068"/>
                <a:gd name="connsiteX103" fmla="*/ 17253 w 76040"/>
                <a:gd name="connsiteY103" fmla="*/ 79800 h 164068"/>
                <a:gd name="connsiteX104" fmla="*/ 18531 w 76040"/>
                <a:gd name="connsiteY104" fmla="*/ 77885 h 164068"/>
                <a:gd name="connsiteX105" fmla="*/ 19170 w 76040"/>
                <a:gd name="connsiteY105" fmla="*/ 77246 h 164068"/>
                <a:gd name="connsiteX106" fmla="*/ 20448 w 76040"/>
                <a:gd name="connsiteY106" fmla="*/ 76608 h 164068"/>
                <a:gd name="connsiteX107" fmla="*/ 21726 w 76040"/>
                <a:gd name="connsiteY107" fmla="*/ 75970 h 164068"/>
                <a:gd name="connsiteX108" fmla="*/ 27477 w 76040"/>
                <a:gd name="connsiteY108" fmla="*/ 77885 h 164068"/>
                <a:gd name="connsiteX109" fmla="*/ 28755 w 76040"/>
                <a:gd name="connsiteY109" fmla="*/ 79800 h 164068"/>
                <a:gd name="connsiteX110" fmla="*/ 28755 w 76040"/>
                <a:gd name="connsiteY110" fmla="*/ 84907 h 164068"/>
                <a:gd name="connsiteX111" fmla="*/ 25560 w 76040"/>
                <a:gd name="connsiteY111" fmla="*/ 88099 h 164068"/>
                <a:gd name="connsiteX112" fmla="*/ 23004 w 76040"/>
                <a:gd name="connsiteY112" fmla="*/ 88738 h 164068"/>
                <a:gd name="connsiteX113" fmla="*/ 20448 w 76040"/>
                <a:gd name="connsiteY113" fmla="*/ 88099 h 164068"/>
                <a:gd name="connsiteX114" fmla="*/ 16614 w 76040"/>
                <a:gd name="connsiteY114" fmla="*/ 82354 h 164068"/>
                <a:gd name="connsiteX115" fmla="*/ 17253 w 76040"/>
                <a:gd name="connsiteY115" fmla="*/ 79800 h 164068"/>
                <a:gd name="connsiteX116" fmla="*/ 17253 w 76040"/>
                <a:gd name="connsiteY116" fmla="*/ 79800 h 164068"/>
                <a:gd name="connsiteX117" fmla="*/ 17253 w 76040"/>
                <a:gd name="connsiteY117" fmla="*/ 109166 h 164068"/>
                <a:gd name="connsiteX118" fmla="*/ 17892 w 76040"/>
                <a:gd name="connsiteY118" fmla="*/ 107889 h 164068"/>
                <a:gd name="connsiteX119" fmla="*/ 18531 w 76040"/>
                <a:gd name="connsiteY119" fmla="*/ 106613 h 164068"/>
                <a:gd name="connsiteX120" fmla="*/ 24282 w 76040"/>
                <a:gd name="connsiteY120" fmla="*/ 104697 h 164068"/>
                <a:gd name="connsiteX121" fmla="*/ 25560 w 76040"/>
                <a:gd name="connsiteY121" fmla="*/ 105336 h 164068"/>
                <a:gd name="connsiteX122" fmla="*/ 27477 w 76040"/>
                <a:gd name="connsiteY122" fmla="*/ 106613 h 164068"/>
                <a:gd name="connsiteX123" fmla="*/ 28755 w 76040"/>
                <a:gd name="connsiteY123" fmla="*/ 108528 h 164068"/>
                <a:gd name="connsiteX124" fmla="*/ 29394 w 76040"/>
                <a:gd name="connsiteY124" fmla="*/ 111081 h 164068"/>
                <a:gd name="connsiteX125" fmla="*/ 28755 w 76040"/>
                <a:gd name="connsiteY125" fmla="*/ 113635 h 164068"/>
                <a:gd name="connsiteX126" fmla="*/ 27477 w 76040"/>
                <a:gd name="connsiteY126" fmla="*/ 115550 h 164068"/>
                <a:gd name="connsiteX127" fmla="*/ 23004 w 76040"/>
                <a:gd name="connsiteY127" fmla="*/ 117465 h 164068"/>
                <a:gd name="connsiteX128" fmla="*/ 18531 w 76040"/>
                <a:gd name="connsiteY128" fmla="*/ 115550 h 164068"/>
                <a:gd name="connsiteX129" fmla="*/ 17253 w 76040"/>
                <a:gd name="connsiteY129" fmla="*/ 113635 h 164068"/>
                <a:gd name="connsiteX130" fmla="*/ 16614 w 76040"/>
                <a:gd name="connsiteY130" fmla="*/ 111081 h 164068"/>
                <a:gd name="connsiteX131" fmla="*/ 17253 w 76040"/>
                <a:gd name="connsiteY131" fmla="*/ 109166 h 164068"/>
                <a:gd name="connsiteX132" fmla="*/ 17253 w 76040"/>
                <a:gd name="connsiteY132" fmla="*/ 109166 h 164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76040" h="164068">
                  <a:moveTo>
                    <a:pt x="16614" y="164068"/>
                  </a:moveTo>
                  <a:lnTo>
                    <a:pt x="16614" y="141086"/>
                  </a:lnTo>
                  <a:cubicBezTo>
                    <a:pt x="16614" y="137256"/>
                    <a:pt x="19170" y="134702"/>
                    <a:pt x="23004" y="134702"/>
                  </a:cubicBezTo>
                  <a:cubicBezTo>
                    <a:pt x="26838" y="134702"/>
                    <a:pt x="29394" y="137256"/>
                    <a:pt x="29394" y="141086"/>
                  </a:cubicBezTo>
                  <a:lnTo>
                    <a:pt x="29394" y="164068"/>
                  </a:lnTo>
                  <a:lnTo>
                    <a:pt x="76040" y="164068"/>
                  </a:lnTo>
                  <a:lnTo>
                    <a:pt x="76040" y="0"/>
                  </a:lnTo>
                  <a:lnTo>
                    <a:pt x="0" y="0"/>
                  </a:lnTo>
                  <a:lnTo>
                    <a:pt x="0" y="164068"/>
                  </a:lnTo>
                  <a:lnTo>
                    <a:pt x="16614" y="164068"/>
                  </a:lnTo>
                  <a:close/>
                  <a:moveTo>
                    <a:pt x="47925" y="19152"/>
                  </a:moveTo>
                  <a:cubicBezTo>
                    <a:pt x="48563" y="18514"/>
                    <a:pt x="49202" y="17875"/>
                    <a:pt x="50480" y="17237"/>
                  </a:cubicBezTo>
                  <a:cubicBezTo>
                    <a:pt x="51758" y="16598"/>
                    <a:pt x="53675" y="16598"/>
                    <a:pt x="55592" y="17237"/>
                  </a:cubicBezTo>
                  <a:cubicBezTo>
                    <a:pt x="56231" y="17237"/>
                    <a:pt x="56870" y="17875"/>
                    <a:pt x="57509" y="18514"/>
                  </a:cubicBezTo>
                  <a:cubicBezTo>
                    <a:pt x="58148" y="19152"/>
                    <a:pt x="58787" y="19790"/>
                    <a:pt x="58787" y="20429"/>
                  </a:cubicBezTo>
                  <a:cubicBezTo>
                    <a:pt x="59426" y="21706"/>
                    <a:pt x="59426" y="23621"/>
                    <a:pt x="58787" y="25536"/>
                  </a:cubicBezTo>
                  <a:cubicBezTo>
                    <a:pt x="58148" y="26174"/>
                    <a:pt x="58148" y="26813"/>
                    <a:pt x="57509" y="27451"/>
                  </a:cubicBezTo>
                  <a:cubicBezTo>
                    <a:pt x="55592" y="29366"/>
                    <a:pt x="53036" y="30005"/>
                    <a:pt x="50480" y="28728"/>
                  </a:cubicBezTo>
                  <a:cubicBezTo>
                    <a:pt x="49841" y="28090"/>
                    <a:pt x="49202" y="28090"/>
                    <a:pt x="48563" y="27451"/>
                  </a:cubicBezTo>
                  <a:cubicBezTo>
                    <a:pt x="47925" y="26813"/>
                    <a:pt x="47285" y="26174"/>
                    <a:pt x="47285" y="25536"/>
                  </a:cubicBezTo>
                  <a:cubicBezTo>
                    <a:pt x="46646" y="24898"/>
                    <a:pt x="46646" y="24259"/>
                    <a:pt x="46646" y="22982"/>
                  </a:cubicBezTo>
                  <a:cubicBezTo>
                    <a:pt x="46646" y="21706"/>
                    <a:pt x="47285" y="19790"/>
                    <a:pt x="47925" y="19152"/>
                  </a:cubicBezTo>
                  <a:lnTo>
                    <a:pt x="47925" y="19152"/>
                  </a:lnTo>
                  <a:close/>
                  <a:moveTo>
                    <a:pt x="46646" y="50434"/>
                  </a:moveTo>
                  <a:cubicBezTo>
                    <a:pt x="46646" y="49795"/>
                    <a:pt x="47285" y="49157"/>
                    <a:pt x="47925" y="48518"/>
                  </a:cubicBezTo>
                  <a:cubicBezTo>
                    <a:pt x="49202" y="47242"/>
                    <a:pt x="51758" y="46603"/>
                    <a:pt x="53675" y="46603"/>
                  </a:cubicBezTo>
                  <a:lnTo>
                    <a:pt x="54953" y="47242"/>
                  </a:lnTo>
                  <a:lnTo>
                    <a:pt x="56231" y="47880"/>
                  </a:lnTo>
                  <a:lnTo>
                    <a:pt x="56870" y="48518"/>
                  </a:lnTo>
                  <a:cubicBezTo>
                    <a:pt x="58148" y="49795"/>
                    <a:pt x="58787" y="51072"/>
                    <a:pt x="58787" y="52987"/>
                  </a:cubicBezTo>
                  <a:cubicBezTo>
                    <a:pt x="58787" y="54902"/>
                    <a:pt x="58148" y="56179"/>
                    <a:pt x="56870" y="57456"/>
                  </a:cubicBezTo>
                  <a:cubicBezTo>
                    <a:pt x="56231" y="58094"/>
                    <a:pt x="55592" y="58733"/>
                    <a:pt x="54953" y="58733"/>
                  </a:cubicBezTo>
                  <a:cubicBezTo>
                    <a:pt x="54314" y="59371"/>
                    <a:pt x="53036" y="59371"/>
                    <a:pt x="52397" y="59371"/>
                  </a:cubicBezTo>
                  <a:cubicBezTo>
                    <a:pt x="50480" y="59371"/>
                    <a:pt x="49202" y="58733"/>
                    <a:pt x="47925" y="57456"/>
                  </a:cubicBezTo>
                  <a:cubicBezTo>
                    <a:pt x="46646" y="56179"/>
                    <a:pt x="46008" y="54902"/>
                    <a:pt x="46008" y="52987"/>
                  </a:cubicBezTo>
                  <a:cubicBezTo>
                    <a:pt x="46008" y="51710"/>
                    <a:pt x="46646" y="51072"/>
                    <a:pt x="46646" y="50434"/>
                  </a:cubicBezTo>
                  <a:lnTo>
                    <a:pt x="46646" y="50434"/>
                  </a:lnTo>
                  <a:close/>
                  <a:moveTo>
                    <a:pt x="46646" y="79800"/>
                  </a:moveTo>
                  <a:cubicBezTo>
                    <a:pt x="46646" y="79162"/>
                    <a:pt x="47285" y="78523"/>
                    <a:pt x="47925" y="77885"/>
                  </a:cubicBezTo>
                  <a:cubicBezTo>
                    <a:pt x="49202" y="76608"/>
                    <a:pt x="51758" y="75970"/>
                    <a:pt x="53675" y="75970"/>
                  </a:cubicBezTo>
                  <a:lnTo>
                    <a:pt x="54953" y="76608"/>
                  </a:lnTo>
                  <a:cubicBezTo>
                    <a:pt x="55592" y="76608"/>
                    <a:pt x="56231" y="77246"/>
                    <a:pt x="56870" y="77885"/>
                  </a:cubicBezTo>
                  <a:cubicBezTo>
                    <a:pt x="57509" y="78523"/>
                    <a:pt x="58148" y="79162"/>
                    <a:pt x="58148" y="79800"/>
                  </a:cubicBezTo>
                  <a:cubicBezTo>
                    <a:pt x="59426" y="82992"/>
                    <a:pt x="58148" y="86822"/>
                    <a:pt x="54953" y="88099"/>
                  </a:cubicBezTo>
                  <a:cubicBezTo>
                    <a:pt x="54314" y="88738"/>
                    <a:pt x="53036" y="88738"/>
                    <a:pt x="52397" y="88738"/>
                  </a:cubicBezTo>
                  <a:cubicBezTo>
                    <a:pt x="48563" y="88738"/>
                    <a:pt x="46008" y="85546"/>
                    <a:pt x="46008" y="82354"/>
                  </a:cubicBezTo>
                  <a:cubicBezTo>
                    <a:pt x="46008" y="81077"/>
                    <a:pt x="46646" y="80438"/>
                    <a:pt x="46646" y="79800"/>
                  </a:cubicBezTo>
                  <a:lnTo>
                    <a:pt x="46646" y="79800"/>
                  </a:lnTo>
                  <a:close/>
                  <a:moveTo>
                    <a:pt x="46646" y="109166"/>
                  </a:moveTo>
                  <a:cubicBezTo>
                    <a:pt x="46646" y="108528"/>
                    <a:pt x="47285" y="107889"/>
                    <a:pt x="47925" y="107251"/>
                  </a:cubicBezTo>
                  <a:cubicBezTo>
                    <a:pt x="49202" y="105974"/>
                    <a:pt x="51758" y="105336"/>
                    <a:pt x="53675" y="105336"/>
                  </a:cubicBezTo>
                  <a:lnTo>
                    <a:pt x="54953" y="105974"/>
                  </a:lnTo>
                  <a:cubicBezTo>
                    <a:pt x="56231" y="106613"/>
                    <a:pt x="57509" y="107889"/>
                    <a:pt x="58148" y="109166"/>
                  </a:cubicBezTo>
                  <a:cubicBezTo>
                    <a:pt x="58148" y="109805"/>
                    <a:pt x="58787" y="111081"/>
                    <a:pt x="58787" y="111720"/>
                  </a:cubicBezTo>
                  <a:cubicBezTo>
                    <a:pt x="58787" y="112358"/>
                    <a:pt x="58787" y="113635"/>
                    <a:pt x="58148" y="114273"/>
                  </a:cubicBezTo>
                  <a:cubicBezTo>
                    <a:pt x="57509" y="114912"/>
                    <a:pt x="57509" y="115550"/>
                    <a:pt x="56870" y="116189"/>
                  </a:cubicBezTo>
                  <a:cubicBezTo>
                    <a:pt x="55592" y="117465"/>
                    <a:pt x="54314" y="118104"/>
                    <a:pt x="52397" y="118104"/>
                  </a:cubicBezTo>
                  <a:cubicBezTo>
                    <a:pt x="50480" y="118104"/>
                    <a:pt x="49202" y="117465"/>
                    <a:pt x="47925" y="116189"/>
                  </a:cubicBezTo>
                  <a:cubicBezTo>
                    <a:pt x="47285" y="115550"/>
                    <a:pt x="46646" y="114912"/>
                    <a:pt x="46646" y="114273"/>
                  </a:cubicBezTo>
                  <a:cubicBezTo>
                    <a:pt x="46008" y="113635"/>
                    <a:pt x="46008" y="112997"/>
                    <a:pt x="46008" y="111720"/>
                  </a:cubicBezTo>
                  <a:cubicBezTo>
                    <a:pt x="46008" y="110443"/>
                    <a:pt x="46646" y="109805"/>
                    <a:pt x="46646" y="109166"/>
                  </a:cubicBezTo>
                  <a:lnTo>
                    <a:pt x="46646" y="109166"/>
                  </a:lnTo>
                  <a:close/>
                  <a:moveTo>
                    <a:pt x="46646" y="138533"/>
                  </a:moveTo>
                  <a:cubicBezTo>
                    <a:pt x="47285" y="137894"/>
                    <a:pt x="47285" y="137256"/>
                    <a:pt x="47925" y="136617"/>
                  </a:cubicBezTo>
                  <a:cubicBezTo>
                    <a:pt x="48563" y="135979"/>
                    <a:pt x="49202" y="135341"/>
                    <a:pt x="49841" y="135341"/>
                  </a:cubicBezTo>
                  <a:cubicBezTo>
                    <a:pt x="52397" y="134064"/>
                    <a:pt x="54953" y="134702"/>
                    <a:pt x="56870" y="136617"/>
                  </a:cubicBezTo>
                  <a:cubicBezTo>
                    <a:pt x="57509" y="137256"/>
                    <a:pt x="58148" y="137894"/>
                    <a:pt x="58148" y="138533"/>
                  </a:cubicBezTo>
                  <a:cubicBezTo>
                    <a:pt x="59426" y="141086"/>
                    <a:pt x="58787" y="143640"/>
                    <a:pt x="56870" y="145555"/>
                  </a:cubicBezTo>
                  <a:cubicBezTo>
                    <a:pt x="56231" y="146193"/>
                    <a:pt x="55592" y="146832"/>
                    <a:pt x="54953" y="146832"/>
                  </a:cubicBezTo>
                  <a:cubicBezTo>
                    <a:pt x="54314" y="146832"/>
                    <a:pt x="53036" y="147470"/>
                    <a:pt x="52397" y="147470"/>
                  </a:cubicBezTo>
                  <a:cubicBezTo>
                    <a:pt x="50480" y="147470"/>
                    <a:pt x="49202" y="146832"/>
                    <a:pt x="47925" y="145555"/>
                  </a:cubicBezTo>
                  <a:cubicBezTo>
                    <a:pt x="46646" y="143640"/>
                    <a:pt x="46008" y="141086"/>
                    <a:pt x="46646" y="138533"/>
                  </a:cubicBezTo>
                  <a:close/>
                  <a:moveTo>
                    <a:pt x="17253" y="21067"/>
                  </a:moveTo>
                  <a:cubicBezTo>
                    <a:pt x="17253" y="20429"/>
                    <a:pt x="17892" y="19790"/>
                    <a:pt x="18531" y="19152"/>
                  </a:cubicBezTo>
                  <a:lnTo>
                    <a:pt x="19170" y="18514"/>
                  </a:lnTo>
                  <a:cubicBezTo>
                    <a:pt x="19809" y="18514"/>
                    <a:pt x="19809" y="17875"/>
                    <a:pt x="20448" y="17875"/>
                  </a:cubicBezTo>
                  <a:lnTo>
                    <a:pt x="21726" y="17237"/>
                  </a:lnTo>
                  <a:cubicBezTo>
                    <a:pt x="22365" y="17237"/>
                    <a:pt x="23643" y="17237"/>
                    <a:pt x="24282" y="17237"/>
                  </a:cubicBezTo>
                  <a:cubicBezTo>
                    <a:pt x="24921" y="17237"/>
                    <a:pt x="24921" y="17237"/>
                    <a:pt x="25560" y="17875"/>
                  </a:cubicBezTo>
                  <a:cubicBezTo>
                    <a:pt x="26199" y="17875"/>
                    <a:pt x="26199" y="18514"/>
                    <a:pt x="26838" y="18514"/>
                  </a:cubicBezTo>
                  <a:cubicBezTo>
                    <a:pt x="27477" y="18514"/>
                    <a:pt x="27477" y="19152"/>
                    <a:pt x="27477" y="19152"/>
                  </a:cubicBezTo>
                  <a:cubicBezTo>
                    <a:pt x="28755" y="20429"/>
                    <a:pt x="29394" y="21706"/>
                    <a:pt x="29394" y="23621"/>
                  </a:cubicBezTo>
                  <a:cubicBezTo>
                    <a:pt x="29394" y="25536"/>
                    <a:pt x="28755" y="26813"/>
                    <a:pt x="27477" y="28090"/>
                  </a:cubicBezTo>
                  <a:cubicBezTo>
                    <a:pt x="26199" y="29366"/>
                    <a:pt x="24921" y="30005"/>
                    <a:pt x="23004" y="30005"/>
                  </a:cubicBezTo>
                  <a:cubicBezTo>
                    <a:pt x="22365" y="30005"/>
                    <a:pt x="21087" y="30005"/>
                    <a:pt x="20448" y="29366"/>
                  </a:cubicBezTo>
                  <a:cubicBezTo>
                    <a:pt x="19809" y="28728"/>
                    <a:pt x="19170" y="28728"/>
                    <a:pt x="18531" y="28090"/>
                  </a:cubicBezTo>
                  <a:cubicBezTo>
                    <a:pt x="17253" y="26813"/>
                    <a:pt x="16614" y="25536"/>
                    <a:pt x="16614" y="23621"/>
                  </a:cubicBezTo>
                  <a:cubicBezTo>
                    <a:pt x="16614" y="22344"/>
                    <a:pt x="17253" y="21706"/>
                    <a:pt x="17253" y="21067"/>
                  </a:cubicBezTo>
                  <a:lnTo>
                    <a:pt x="17253" y="21067"/>
                  </a:lnTo>
                  <a:close/>
                  <a:moveTo>
                    <a:pt x="17253" y="50434"/>
                  </a:moveTo>
                  <a:cubicBezTo>
                    <a:pt x="17253" y="49795"/>
                    <a:pt x="17892" y="49157"/>
                    <a:pt x="18531" y="48518"/>
                  </a:cubicBezTo>
                  <a:lnTo>
                    <a:pt x="19170" y="47880"/>
                  </a:lnTo>
                  <a:lnTo>
                    <a:pt x="20448" y="47242"/>
                  </a:lnTo>
                  <a:lnTo>
                    <a:pt x="21726" y="46603"/>
                  </a:lnTo>
                  <a:cubicBezTo>
                    <a:pt x="23643" y="45965"/>
                    <a:pt x="26199" y="46603"/>
                    <a:pt x="27477" y="48518"/>
                  </a:cubicBezTo>
                  <a:cubicBezTo>
                    <a:pt x="28116" y="49157"/>
                    <a:pt x="28755" y="49795"/>
                    <a:pt x="28755" y="50434"/>
                  </a:cubicBezTo>
                  <a:cubicBezTo>
                    <a:pt x="29394" y="51072"/>
                    <a:pt x="29394" y="51710"/>
                    <a:pt x="29394" y="52987"/>
                  </a:cubicBezTo>
                  <a:cubicBezTo>
                    <a:pt x="29394" y="56818"/>
                    <a:pt x="26838" y="59371"/>
                    <a:pt x="23004" y="59371"/>
                  </a:cubicBezTo>
                  <a:cubicBezTo>
                    <a:pt x="22365" y="59371"/>
                    <a:pt x="21087" y="59371"/>
                    <a:pt x="20448" y="58733"/>
                  </a:cubicBezTo>
                  <a:cubicBezTo>
                    <a:pt x="19809" y="58733"/>
                    <a:pt x="19170" y="58094"/>
                    <a:pt x="18531" y="57456"/>
                  </a:cubicBezTo>
                  <a:cubicBezTo>
                    <a:pt x="17253" y="56179"/>
                    <a:pt x="16614" y="54902"/>
                    <a:pt x="16614" y="52987"/>
                  </a:cubicBezTo>
                  <a:cubicBezTo>
                    <a:pt x="16614" y="51710"/>
                    <a:pt x="17253" y="51072"/>
                    <a:pt x="17253" y="50434"/>
                  </a:cubicBezTo>
                  <a:lnTo>
                    <a:pt x="17253" y="50434"/>
                  </a:lnTo>
                  <a:close/>
                  <a:moveTo>
                    <a:pt x="17253" y="79800"/>
                  </a:moveTo>
                  <a:cubicBezTo>
                    <a:pt x="17253" y="79162"/>
                    <a:pt x="17892" y="78523"/>
                    <a:pt x="18531" y="77885"/>
                  </a:cubicBezTo>
                  <a:lnTo>
                    <a:pt x="19170" y="77246"/>
                  </a:lnTo>
                  <a:lnTo>
                    <a:pt x="20448" y="76608"/>
                  </a:lnTo>
                  <a:lnTo>
                    <a:pt x="21726" y="75970"/>
                  </a:lnTo>
                  <a:cubicBezTo>
                    <a:pt x="23643" y="75331"/>
                    <a:pt x="26199" y="75970"/>
                    <a:pt x="27477" y="77885"/>
                  </a:cubicBezTo>
                  <a:cubicBezTo>
                    <a:pt x="28116" y="78523"/>
                    <a:pt x="28755" y="79162"/>
                    <a:pt x="28755" y="79800"/>
                  </a:cubicBezTo>
                  <a:cubicBezTo>
                    <a:pt x="29394" y="81077"/>
                    <a:pt x="29394" y="82992"/>
                    <a:pt x="28755" y="84907"/>
                  </a:cubicBezTo>
                  <a:cubicBezTo>
                    <a:pt x="28116" y="86822"/>
                    <a:pt x="26838" y="87461"/>
                    <a:pt x="25560" y="88099"/>
                  </a:cubicBezTo>
                  <a:cubicBezTo>
                    <a:pt x="24921" y="88738"/>
                    <a:pt x="24282" y="88738"/>
                    <a:pt x="23004" y="88738"/>
                  </a:cubicBezTo>
                  <a:cubicBezTo>
                    <a:pt x="22365" y="88738"/>
                    <a:pt x="21087" y="88738"/>
                    <a:pt x="20448" y="88099"/>
                  </a:cubicBezTo>
                  <a:cubicBezTo>
                    <a:pt x="17892" y="86822"/>
                    <a:pt x="16614" y="84907"/>
                    <a:pt x="16614" y="82354"/>
                  </a:cubicBezTo>
                  <a:cubicBezTo>
                    <a:pt x="16614" y="81077"/>
                    <a:pt x="17253" y="80438"/>
                    <a:pt x="17253" y="79800"/>
                  </a:cubicBezTo>
                  <a:lnTo>
                    <a:pt x="17253" y="79800"/>
                  </a:lnTo>
                  <a:close/>
                  <a:moveTo>
                    <a:pt x="17253" y="109166"/>
                  </a:moveTo>
                  <a:cubicBezTo>
                    <a:pt x="17253" y="108528"/>
                    <a:pt x="17892" y="108528"/>
                    <a:pt x="17892" y="107889"/>
                  </a:cubicBezTo>
                  <a:cubicBezTo>
                    <a:pt x="17892" y="107251"/>
                    <a:pt x="17892" y="106613"/>
                    <a:pt x="18531" y="106613"/>
                  </a:cubicBezTo>
                  <a:cubicBezTo>
                    <a:pt x="19809" y="105336"/>
                    <a:pt x="22365" y="104697"/>
                    <a:pt x="24282" y="104697"/>
                  </a:cubicBezTo>
                  <a:lnTo>
                    <a:pt x="25560" y="105336"/>
                  </a:lnTo>
                  <a:cubicBezTo>
                    <a:pt x="26199" y="105974"/>
                    <a:pt x="26838" y="105974"/>
                    <a:pt x="27477" y="106613"/>
                  </a:cubicBezTo>
                  <a:cubicBezTo>
                    <a:pt x="28116" y="107251"/>
                    <a:pt x="28755" y="107889"/>
                    <a:pt x="28755" y="108528"/>
                  </a:cubicBezTo>
                  <a:cubicBezTo>
                    <a:pt x="29394" y="109166"/>
                    <a:pt x="29394" y="110443"/>
                    <a:pt x="29394" y="111081"/>
                  </a:cubicBezTo>
                  <a:cubicBezTo>
                    <a:pt x="29394" y="111720"/>
                    <a:pt x="29394" y="112997"/>
                    <a:pt x="28755" y="113635"/>
                  </a:cubicBezTo>
                  <a:cubicBezTo>
                    <a:pt x="28755" y="114273"/>
                    <a:pt x="28116" y="114912"/>
                    <a:pt x="27477" y="115550"/>
                  </a:cubicBezTo>
                  <a:cubicBezTo>
                    <a:pt x="26199" y="116827"/>
                    <a:pt x="24921" y="117465"/>
                    <a:pt x="23004" y="117465"/>
                  </a:cubicBezTo>
                  <a:cubicBezTo>
                    <a:pt x="21087" y="117465"/>
                    <a:pt x="19809" y="116827"/>
                    <a:pt x="18531" y="115550"/>
                  </a:cubicBezTo>
                  <a:cubicBezTo>
                    <a:pt x="17892" y="114912"/>
                    <a:pt x="17253" y="114273"/>
                    <a:pt x="17253" y="113635"/>
                  </a:cubicBezTo>
                  <a:cubicBezTo>
                    <a:pt x="17253" y="112997"/>
                    <a:pt x="16614" y="112358"/>
                    <a:pt x="16614" y="111081"/>
                  </a:cubicBezTo>
                  <a:cubicBezTo>
                    <a:pt x="16614" y="110443"/>
                    <a:pt x="17253" y="109805"/>
                    <a:pt x="17253" y="109166"/>
                  </a:cubicBezTo>
                  <a:lnTo>
                    <a:pt x="17253" y="109166"/>
                  </a:lnTo>
                  <a:close/>
                </a:path>
              </a:pathLst>
            </a:custGeom>
            <a:grpFill/>
            <a:ln w="6390" cap="flat">
              <a:noFill/>
              <a:prstDash val="solid"/>
              <a:miter/>
            </a:ln>
          </p:spPr>
          <p:txBody>
            <a:bodyPr rtlCol="0" anchor="ctr"/>
            <a:lstStyle/>
            <a:p>
              <a:endParaRPr lang="en-US"/>
            </a:p>
          </p:txBody>
        </p:sp>
        <p:sp>
          <p:nvSpPr>
            <p:cNvPr id="119" name="Graphic 4">
              <a:extLst>
                <a:ext uri="{FF2B5EF4-FFF2-40B4-BE49-F238E27FC236}">
                  <a16:creationId xmlns:a16="http://schemas.microsoft.com/office/drawing/2014/main" id="{32EF0416-3BDF-442E-B5F0-DD1DF19A519A}"/>
                </a:ext>
              </a:extLst>
            </p:cNvPr>
            <p:cNvSpPr/>
            <p:nvPr/>
          </p:nvSpPr>
          <p:spPr>
            <a:xfrm>
              <a:off x="905454" y="2371173"/>
              <a:ext cx="362309" cy="362610"/>
            </a:xfrm>
            <a:custGeom>
              <a:avLst/>
              <a:gdLst>
                <a:gd name="connsiteX0" fmla="*/ 180835 w 362309"/>
                <a:gd name="connsiteY0" fmla="*/ 0 h 362610"/>
                <a:gd name="connsiteX1" fmla="*/ 0 w 362309"/>
                <a:gd name="connsiteY1" fmla="*/ 181305 h 362610"/>
                <a:gd name="connsiteX2" fmla="*/ 180835 w 362309"/>
                <a:gd name="connsiteY2" fmla="*/ 362610 h 362610"/>
                <a:gd name="connsiteX3" fmla="*/ 362309 w 362309"/>
                <a:gd name="connsiteY3" fmla="*/ 181305 h 362610"/>
                <a:gd name="connsiteX4" fmla="*/ 180835 w 362309"/>
                <a:gd name="connsiteY4" fmla="*/ 0 h 362610"/>
                <a:gd name="connsiteX5" fmla="*/ 180835 w 362309"/>
                <a:gd name="connsiteY5" fmla="*/ 0 h 362610"/>
                <a:gd name="connsiteX6" fmla="*/ 290742 w 362309"/>
                <a:gd name="connsiteY6" fmla="*/ 269404 h 362610"/>
                <a:gd name="connsiteX7" fmla="*/ 284352 w 362309"/>
                <a:gd name="connsiteY7" fmla="*/ 275788 h 362610"/>
                <a:gd name="connsiteX8" fmla="*/ 78596 w 362309"/>
                <a:gd name="connsiteY8" fmla="*/ 275788 h 362610"/>
                <a:gd name="connsiteX9" fmla="*/ 72206 w 362309"/>
                <a:gd name="connsiteY9" fmla="*/ 269404 h 362610"/>
                <a:gd name="connsiteX10" fmla="*/ 72206 w 362309"/>
                <a:gd name="connsiteY10" fmla="*/ 122573 h 362610"/>
                <a:gd name="connsiteX11" fmla="*/ 78596 w 362309"/>
                <a:gd name="connsiteY11" fmla="*/ 116189 h 362610"/>
                <a:gd name="connsiteX12" fmla="*/ 130994 w 362309"/>
                <a:gd name="connsiteY12" fmla="*/ 116189 h 362610"/>
                <a:gd name="connsiteX13" fmla="*/ 130994 w 362309"/>
                <a:gd name="connsiteY13" fmla="*/ 93206 h 362610"/>
                <a:gd name="connsiteX14" fmla="*/ 137384 w 362309"/>
                <a:gd name="connsiteY14" fmla="*/ 86822 h 362610"/>
                <a:gd name="connsiteX15" fmla="*/ 225565 w 362309"/>
                <a:gd name="connsiteY15" fmla="*/ 86822 h 362610"/>
                <a:gd name="connsiteX16" fmla="*/ 231955 w 362309"/>
                <a:gd name="connsiteY16" fmla="*/ 93206 h 362610"/>
                <a:gd name="connsiteX17" fmla="*/ 231955 w 362309"/>
                <a:gd name="connsiteY17" fmla="*/ 116189 h 362610"/>
                <a:gd name="connsiteX18" fmla="*/ 284352 w 362309"/>
                <a:gd name="connsiteY18" fmla="*/ 116189 h 362610"/>
                <a:gd name="connsiteX19" fmla="*/ 290742 w 362309"/>
                <a:gd name="connsiteY19" fmla="*/ 122573 h 362610"/>
                <a:gd name="connsiteX20" fmla="*/ 290742 w 362309"/>
                <a:gd name="connsiteY20" fmla="*/ 269404 h 362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62309" h="362610">
                  <a:moveTo>
                    <a:pt x="180835" y="0"/>
                  </a:moveTo>
                  <a:cubicBezTo>
                    <a:pt x="80513" y="0"/>
                    <a:pt x="0" y="81077"/>
                    <a:pt x="0" y="181305"/>
                  </a:cubicBezTo>
                  <a:cubicBezTo>
                    <a:pt x="0" y="281534"/>
                    <a:pt x="81152" y="362610"/>
                    <a:pt x="180835" y="362610"/>
                  </a:cubicBezTo>
                  <a:cubicBezTo>
                    <a:pt x="280518" y="362610"/>
                    <a:pt x="362309" y="281534"/>
                    <a:pt x="362309" y="181305"/>
                  </a:cubicBezTo>
                  <a:cubicBezTo>
                    <a:pt x="362309" y="81077"/>
                    <a:pt x="281157" y="0"/>
                    <a:pt x="180835" y="0"/>
                  </a:cubicBezTo>
                  <a:cubicBezTo>
                    <a:pt x="180835" y="0"/>
                    <a:pt x="180835" y="0"/>
                    <a:pt x="180835" y="0"/>
                  </a:cubicBezTo>
                  <a:close/>
                  <a:moveTo>
                    <a:pt x="290742" y="269404"/>
                  </a:moveTo>
                  <a:cubicBezTo>
                    <a:pt x="290742" y="273235"/>
                    <a:pt x="288186" y="275788"/>
                    <a:pt x="284352" y="275788"/>
                  </a:cubicBezTo>
                  <a:lnTo>
                    <a:pt x="78596" y="275788"/>
                  </a:lnTo>
                  <a:cubicBezTo>
                    <a:pt x="74762" y="275788"/>
                    <a:pt x="72206" y="273235"/>
                    <a:pt x="72206" y="269404"/>
                  </a:cubicBezTo>
                  <a:lnTo>
                    <a:pt x="72206" y="122573"/>
                  </a:lnTo>
                  <a:cubicBezTo>
                    <a:pt x="72206" y="118742"/>
                    <a:pt x="74762" y="116189"/>
                    <a:pt x="78596" y="116189"/>
                  </a:cubicBezTo>
                  <a:lnTo>
                    <a:pt x="130994" y="116189"/>
                  </a:lnTo>
                  <a:lnTo>
                    <a:pt x="130994" y="93206"/>
                  </a:lnTo>
                  <a:cubicBezTo>
                    <a:pt x="130994" y="89376"/>
                    <a:pt x="133550" y="86822"/>
                    <a:pt x="137384" y="86822"/>
                  </a:cubicBezTo>
                  <a:lnTo>
                    <a:pt x="225565" y="86822"/>
                  </a:lnTo>
                  <a:cubicBezTo>
                    <a:pt x="229399" y="86822"/>
                    <a:pt x="231955" y="89376"/>
                    <a:pt x="231955" y="93206"/>
                  </a:cubicBezTo>
                  <a:lnTo>
                    <a:pt x="231955" y="116189"/>
                  </a:lnTo>
                  <a:lnTo>
                    <a:pt x="284352" y="116189"/>
                  </a:lnTo>
                  <a:cubicBezTo>
                    <a:pt x="288186" y="116189"/>
                    <a:pt x="290742" y="118742"/>
                    <a:pt x="290742" y="122573"/>
                  </a:cubicBezTo>
                  <a:lnTo>
                    <a:pt x="290742" y="269404"/>
                  </a:lnTo>
                  <a:close/>
                </a:path>
              </a:pathLst>
            </a:custGeom>
            <a:grpFill/>
            <a:ln w="6390" cap="flat">
              <a:noFill/>
              <a:prstDash val="solid"/>
              <a:miter/>
            </a:ln>
          </p:spPr>
          <p:txBody>
            <a:bodyPr rtlCol="0" anchor="ctr"/>
            <a:lstStyle/>
            <a:p>
              <a:endParaRPr lang="en-US"/>
            </a:p>
          </p:txBody>
        </p:sp>
      </p:grpSp>
      <p:grpSp>
        <p:nvGrpSpPr>
          <p:cNvPr id="120" name="Graphic 4">
            <a:extLst>
              <a:ext uri="{FF2B5EF4-FFF2-40B4-BE49-F238E27FC236}">
                <a16:creationId xmlns:a16="http://schemas.microsoft.com/office/drawing/2014/main" id="{C4DAC4BE-E237-4AF8-9FC0-918EA2AB9918}"/>
              </a:ext>
            </a:extLst>
          </p:cNvPr>
          <p:cNvGrpSpPr/>
          <p:nvPr/>
        </p:nvGrpSpPr>
        <p:grpSpPr>
          <a:xfrm>
            <a:off x="3936508" y="5250069"/>
            <a:ext cx="548640" cy="548640"/>
            <a:chOff x="5099808" y="2855717"/>
            <a:chExt cx="362309" cy="361971"/>
          </a:xfrm>
          <a:solidFill>
            <a:schemeClr val="accent4">
              <a:lumMod val="60000"/>
              <a:lumOff val="40000"/>
            </a:schemeClr>
          </a:solidFill>
        </p:grpSpPr>
        <p:sp>
          <p:nvSpPr>
            <p:cNvPr id="121" name="Graphic 4">
              <a:extLst>
                <a:ext uri="{FF2B5EF4-FFF2-40B4-BE49-F238E27FC236}">
                  <a16:creationId xmlns:a16="http://schemas.microsoft.com/office/drawing/2014/main" id="{F67C0DFC-05B1-4D54-8961-9ECC95456C10}"/>
                </a:ext>
              </a:extLst>
            </p:cNvPr>
            <p:cNvSpPr/>
            <p:nvPr/>
          </p:nvSpPr>
          <p:spPr>
            <a:xfrm>
              <a:off x="5218022" y="2992973"/>
              <a:ext cx="117574" cy="74692"/>
            </a:xfrm>
            <a:custGeom>
              <a:avLst/>
              <a:gdLst>
                <a:gd name="connsiteX0" fmla="*/ 98405 w 117574"/>
                <a:gd name="connsiteY0" fmla="*/ 74692 h 74692"/>
                <a:gd name="connsiteX1" fmla="*/ 117575 w 117574"/>
                <a:gd name="connsiteY1" fmla="*/ 0 h 74692"/>
                <a:gd name="connsiteX2" fmla="*/ 0 w 117574"/>
                <a:gd name="connsiteY2" fmla="*/ 8938 h 74692"/>
                <a:gd name="connsiteX3" fmla="*/ 14697 w 117574"/>
                <a:gd name="connsiteY3" fmla="*/ 58094 h 74692"/>
              </a:gdLst>
              <a:ahLst/>
              <a:cxnLst>
                <a:cxn ang="0">
                  <a:pos x="connsiteX0" y="connsiteY0"/>
                </a:cxn>
                <a:cxn ang="0">
                  <a:pos x="connsiteX1" y="connsiteY1"/>
                </a:cxn>
                <a:cxn ang="0">
                  <a:pos x="connsiteX2" y="connsiteY2"/>
                </a:cxn>
                <a:cxn ang="0">
                  <a:pos x="connsiteX3" y="connsiteY3"/>
                </a:cxn>
              </a:cxnLst>
              <a:rect l="l" t="t" r="r" b="b"/>
              <a:pathLst>
                <a:path w="117574" h="74692">
                  <a:moveTo>
                    <a:pt x="98405" y="74692"/>
                  </a:moveTo>
                  <a:lnTo>
                    <a:pt x="117575" y="0"/>
                  </a:lnTo>
                  <a:lnTo>
                    <a:pt x="0" y="8938"/>
                  </a:lnTo>
                  <a:lnTo>
                    <a:pt x="14697" y="58094"/>
                  </a:lnTo>
                  <a:close/>
                </a:path>
              </a:pathLst>
            </a:custGeom>
            <a:grpFill/>
            <a:ln w="6390" cap="flat">
              <a:noFill/>
              <a:prstDash val="solid"/>
              <a:miter/>
            </a:ln>
          </p:spPr>
          <p:txBody>
            <a:bodyPr rtlCol="0" anchor="ctr"/>
            <a:lstStyle/>
            <a:p>
              <a:endParaRPr lang="en-US"/>
            </a:p>
          </p:txBody>
        </p:sp>
        <p:sp>
          <p:nvSpPr>
            <p:cNvPr id="122" name="Graphic 4">
              <a:extLst>
                <a:ext uri="{FF2B5EF4-FFF2-40B4-BE49-F238E27FC236}">
                  <a16:creationId xmlns:a16="http://schemas.microsoft.com/office/drawing/2014/main" id="{5B54A637-F000-4238-98F2-FA1C3E44C88E}"/>
                </a:ext>
              </a:extLst>
            </p:cNvPr>
            <p:cNvSpPr/>
            <p:nvPr/>
          </p:nvSpPr>
          <p:spPr>
            <a:xfrm>
              <a:off x="5234636" y="3064474"/>
              <a:ext cx="20447" cy="35750"/>
            </a:xfrm>
            <a:custGeom>
              <a:avLst/>
              <a:gdLst>
                <a:gd name="connsiteX0" fmla="*/ 3195 w 20447"/>
                <a:gd name="connsiteY0" fmla="*/ 35750 h 35750"/>
                <a:gd name="connsiteX1" fmla="*/ 20448 w 20447"/>
                <a:gd name="connsiteY1" fmla="*/ 3830 h 35750"/>
                <a:gd name="connsiteX2" fmla="*/ 0 w 20447"/>
                <a:gd name="connsiteY2" fmla="*/ 0 h 35750"/>
                <a:gd name="connsiteX3" fmla="*/ 3195 w 20447"/>
                <a:gd name="connsiteY3" fmla="*/ 35750 h 35750"/>
              </a:gdLst>
              <a:ahLst/>
              <a:cxnLst>
                <a:cxn ang="0">
                  <a:pos x="connsiteX0" y="connsiteY0"/>
                </a:cxn>
                <a:cxn ang="0">
                  <a:pos x="connsiteX1" y="connsiteY1"/>
                </a:cxn>
                <a:cxn ang="0">
                  <a:pos x="connsiteX2" y="connsiteY2"/>
                </a:cxn>
                <a:cxn ang="0">
                  <a:pos x="connsiteX3" y="connsiteY3"/>
                </a:cxn>
              </a:cxnLst>
              <a:rect l="l" t="t" r="r" b="b"/>
              <a:pathLst>
                <a:path w="20447" h="35750">
                  <a:moveTo>
                    <a:pt x="3195" y="35750"/>
                  </a:moveTo>
                  <a:cubicBezTo>
                    <a:pt x="10863" y="26174"/>
                    <a:pt x="16614" y="15322"/>
                    <a:pt x="20448" y="3830"/>
                  </a:cubicBezTo>
                  <a:lnTo>
                    <a:pt x="0" y="0"/>
                  </a:lnTo>
                  <a:cubicBezTo>
                    <a:pt x="0" y="12130"/>
                    <a:pt x="639" y="24259"/>
                    <a:pt x="3195" y="35750"/>
                  </a:cubicBezTo>
                  <a:close/>
                </a:path>
              </a:pathLst>
            </a:custGeom>
            <a:grpFill/>
            <a:ln w="6390" cap="flat">
              <a:noFill/>
              <a:prstDash val="solid"/>
              <a:miter/>
            </a:ln>
          </p:spPr>
          <p:txBody>
            <a:bodyPr rtlCol="0" anchor="ctr"/>
            <a:lstStyle/>
            <a:p>
              <a:endParaRPr lang="en-US"/>
            </a:p>
          </p:txBody>
        </p:sp>
        <p:sp>
          <p:nvSpPr>
            <p:cNvPr id="124" name="Graphic 4">
              <a:extLst>
                <a:ext uri="{FF2B5EF4-FFF2-40B4-BE49-F238E27FC236}">
                  <a16:creationId xmlns:a16="http://schemas.microsoft.com/office/drawing/2014/main" id="{28238BD4-BB78-4295-ADCD-028DDDBB69FF}"/>
                </a:ext>
              </a:extLst>
            </p:cNvPr>
            <p:cNvSpPr/>
            <p:nvPr/>
          </p:nvSpPr>
          <p:spPr>
            <a:xfrm>
              <a:off x="5242304" y="2971421"/>
              <a:ext cx="67733" cy="15806"/>
            </a:xfrm>
            <a:custGeom>
              <a:avLst/>
              <a:gdLst>
                <a:gd name="connsiteX0" fmla="*/ 28115 w 67733"/>
                <a:gd name="connsiteY0" fmla="*/ 485 h 15806"/>
                <a:gd name="connsiteX1" fmla="*/ 0 w 67733"/>
                <a:gd name="connsiteY1" fmla="*/ 15806 h 15806"/>
                <a:gd name="connsiteX2" fmla="*/ 67733 w 67733"/>
                <a:gd name="connsiteY2" fmla="*/ 10699 h 15806"/>
                <a:gd name="connsiteX3" fmla="*/ 28115 w 67733"/>
                <a:gd name="connsiteY3" fmla="*/ 485 h 15806"/>
              </a:gdLst>
              <a:ahLst/>
              <a:cxnLst>
                <a:cxn ang="0">
                  <a:pos x="connsiteX0" y="connsiteY0"/>
                </a:cxn>
                <a:cxn ang="0">
                  <a:pos x="connsiteX1" y="connsiteY1"/>
                </a:cxn>
                <a:cxn ang="0">
                  <a:pos x="connsiteX2" y="connsiteY2"/>
                </a:cxn>
                <a:cxn ang="0">
                  <a:pos x="connsiteX3" y="connsiteY3"/>
                </a:cxn>
              </a:cxnLst>
              <a:rect l="l" t="t" r="r" b="b"/>
              <a:pathLst>
                <a:path w="67733" h="15806">
                  <a:moveTo>
                    <a:pt x="28115" y="485"/>
                  </a:moveTo>
                  <a:cubicBezTo>
                    <a:pt x="17253" y="2400"/>
                    <a:pt x="7668" y="8146"/>
                    <a:pt x="0" y="15806"/>
                  </a:cubicBezTo>
                  <a:lnTo>
                    <a:pt x="67733" y="10699"/>
                  </a:lnTo>
                  <a:cubicBezTo>
                    <a:pt x="56870" y="2400"/>
                    <a:pt x="42812" y="-1430"/>
                    <a:pt x="28115" y="485"/>
                  </a:cubicBezTo>
                  <a:close/>
                </a:path>
              </a:pathLst>
            </a:custGeom>
            <a:grpFill/>
            <a:ln w="6390" cap="flat">
              <a:noFill/>
              <a:prstDash val="solid"/>
              <a:miter/>
            </a:ln>
          </p:spPr>
          <p:txBody>
            <a:bodyPr rtlCol="0" anchor="ctr"/>
            <a:lstStyle/>
            <a:p>
              <a:endParaRPr lang="en-US"/>
            </a:p>
          </p:txBody>
        </p:sp>
        <p:sp>
          <p:nvSpPr>
            <p:cNvPr id="125" name="Graphic 4">
              <a:extLst>
                <a:ext uri="{FF2B5EF4-FFF2-40B4-BE49-F238E27FC236}">
                  <a16:creationId xmlns:a16="http://schemas.microsoft.com/office/drawing/2014/main" id="{C993A1ED-F119-46C5-996D-930E2915D203}"/>
                </a:ext>
              </a:extLst>
            </p:cNvPr>
            <p:cNvSpPr/>
            <p:nvPr/>
          </p:nvSpPr>
          <p:spPr>
            <a:xfrm>
              <a:off x="5361796" y="3074050"/>
              <a:ext cx="20447" cy="20428"/>
            </a:xfrm>
            <a:custGeom>
              <a:avLst/>
              <a:gdLst>
                <a:gd name="connsiteX0" fmla="*/ 10224 w 20447"/>
                <a:gd name="connsiteY0" fmla="*/ 0 h 20428"/>
                <a:gd name="connsiteX1" fmla="*/ 0 w 20447"/>
                <a:gd name="connsiteY1" fmla="*/ 10214 h 20428"/>
                <a:gd name="connsiteX2" fmla="*/ 10224 w 20447"/>
                <a:gd name="connsiteY2" fmla="*/ 20429 h 20428"/>
                <a:gd name="connsiteX3" fmla="*/ 20448 w 20447"/>
                <a:gd name="connsiteY3" fmla="*/ 10214 h 20428"/>
                <a:gd name="connsiteX4" fmla="*/ 10224 w 20447"/>
                <a:gd name="connsiteY4" fmla="*/ 0 h 20428"/>
                <a:gd name="connsiteX5" fmla="*/ 10224 w 20447"/>
                <a:gd name="connsiteY5" fmla="*/ 0 h 20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447" h="20428">
                  <a:moveTo>
                    <a:pt x="10224" y="0"/>
                  </a:moveTo>
                  <a:cubicBezTo>
                    <a:pt x="4473" y="0"/>
                    <a:pt x="0" y="4469"/>
                    <a:pt x="0" y="10214"/>
                  </a:cubicBezTo>
                  <a:cubicBezTo>
                    <a:pt x="0" y="15960"/>
                    <a:pt x="4473" y="20429"/>
                    <a:pt x="10224" y="20429"/>
                  </a:cubicBezTo>
                  <a:cubicBezTo>
                    <a:pt x="15975" y="20429"/>
                    <a:pt x="20448" y="15960"/>
                    <a:pt x="20448" y="10214"/>
                  </a:cubicBezTo>
                  <a:cubicBezTo>
                    <a:pt x="20448" y="4469"/>
                    <a:pt x="15975" y="0"/>
                    <a:pt x="10224" y="0"/>
                  </a:cubicBezTo>
                  <a:lnTo>
                    <a:pt x="10224" y="0"/>
                  </a:lnTo>
                  <a:close/>
                </a:path>
              </a:pathLst>
            </a:custGeom>
            <a:grpFill/>
            <a:ln w="6390" cap="flat">
              <a:noFill/>
              <a:prstDash val="solid"/>
              <a:miter/>
            </a:ln>
          </p:spPr>
          <p:txBody>
            <a:bodyPr rtlCol="0" anchor="ctr"/>
            <a:lstStyle/>
            <a:p>
              <a:endParaRPr lang="en-US"/>
            </a:p>
          </p:txBody>
        </p:sp>
        <p:sp>
          <p:nvSpPr>
            <p:cNvPr id="126" name="Graphic 4">
              <a:extLst>
                <a:ext uri="{FF2B5EF4-FFF2-40B4-BE49-F238E27FC236}">
                  <a16:creationId xmlns:a16="http://schemas.microsoft.com/office/drawing/2014/main" id="{041C6801-006D-4D99-8926-77D07B752F09}"/>
                </a:ext>
              </a:extLst>
            </p:cNvPr>
            <p:cNvSpPr/>
            <p:nvPr/>
          </p:nvSpPr>
          <p:spPr>
            <a:xfrm>
              <a:off x="5099808" y="2855717"/>
              <a:ext cx="362309" cy="361971"/>
            </a:xfrm>
            <a:custGeom>
              <a:avLst/>
              <a:gdLst>
                <a:gd name="connsiteX0" fmla="*/ 180836 w 362309"/>
                <a:gd name="connsiteY0" fmla="*/ 0 h 361971"/>
                <a:gd name="connsiteX1" fmla="*/ 0 w 362309"/>
                <a:gd name="connsiteY1" fmla="*/ 181305 h 361971"/>
                <a:gd name="connsiteX2" fmla="*/ 181474 w 362309"/>
                <a:gd name="connsiteY2" fmla="*/ 361972 h 361971"/>
                <a:gd name="connsiteX3" fmla="*/ 362310 w 362309"/>
                <a:gd name="connsiteY3" fmla="*/ 180667 h 361971"/>
                <a:gd name="connsiteX4" fmla="*/ 362310 w 362309"/>
                <a:gd name="connsiteY4" fmla="*/ 180667 h 361971"/>
                <a:gd name="connsiteX5" fmla="*/ 180836 w 362309"/>
                <a:gd name="connsiteY5" fmla="*/ 0 h 361971"/>
                <a:gd name="connsiteX6" fmla="*/ 180836 w 362309"/>
                <a:gd name="connsiteY6" fmla="*/ 0 h 361971"/>
                <a:gd name="connsiteX7" fmla="*/ 272212 w 362309"/>
                <a:gd name="connsiteY7" fmla="*/ 251529 h 361971"/>
                <a:gd name="connsiteX8" fmla="*/ 249847 w 362309"/>
                <a:gd name="connsiteY8" fmla="*/ 231100 h 361971"/>
                <a:gd name="connsiteX9" fmla="*/ 230677 w 362309"/>
                <a:gd name="connsiteY9" fmla="*/ 227270 h 361971"/>
                <a:gd name="connsiteX10" fmla="*/ 168056 w 362309"/>
                <a:gd name="connsiteY10" fmla="*/ 215140 h 361971"/>
                <a:gd name="connsiteX11" fmla="*/ 138662 w 362309"/>
                <a:gd name="connsiteY11" fmla="*/ 258551 h 361971"/>
                <a:gd name="connsiteX12" fmla="*/ 136745 w 362309"/>
                <a:gd name="connsiteY12" fmla="*/ 258551 h 361971"/>
                <a:gd name="connsiteX13" fmla="*/ 129077 w 362309"/>
                <a:gd name="connsiteY13" fmla="*/ 254721 h 361971"/>
                <a:gd name="connsiteX14" fmla="*/ 122048 w 362309"/>
                <a:gd name="connsiteY14" fmla="*/ 204287 h 361971"/>
                <a:gd name="connsiteX15" fmla="*/ 122048 w 362309"/>
                <a:gd name="connsiteY15" fmla="*/ 204287 h 361971"/>
                <a:gd name="connsiteX16" fmla="*/ 121409 w 362309"/>
                <a:gd name="connsiteY16" fmla="*/ 203011 h 361971"/>
                <a:gd name="connsiteX17" fmla="*/ 100322 w 362309"/>
                <a:gd name="connsiteY17" fmla="*/ 130233 h 361971"/>
                <a:gd name="connsiteX18" fmla="*/ 72207 w 362309"/>
                <a:gd name="connsiteY18" fmla="*/ 130233 h 361971"/>
                <a:gd name="connsiteX19" fmla="*/ 65817 w 362309"/>
                <a:gd name="connsiteY19" fmla="*/ 123849 h 361971"/>
                <a:gd name="connsiteX20" fmla="*/ 72207 w 362309"/>
                <a:gd name="connsiteY20" fmla="*/ 117465 h 361971"/>
                <a:gd name="connsiteX21" fmla="*/ 104795 w 362309"/>
                <a:gd name="connsiteY21" fmla="*/ 117465 h 361971"/>
                <a:gd name="connsiteX22" fmla="*/ 111185 w 362309"/>
                <a:gd name="connsiteY22" fmla="*/ 121934 h 361971"/>
                <a:gd name="connsiteX23" fmla="*/ 114380 w 362309"/>
                <a:gd name="connsiteY23" fmla="*/ 134064 h 361971"/>
                <a:gd name="connsiteX24" fmla="*/ 124604 w 362309"/>
                <a:gd name="connsiteY24" fmla="*/ 133425 h 361971"/>
                <a:gd name="connsiteX25" fmla="*/ 168695 w 362309"/>
                <a:gd name="connsiteY25" fmla="*/ 104059 h 361971"/>
                <a:gd name="connsiteX26" fmla="*/ 230038 w 362309"/>
                <a:gd name="connsiteY26" fmla="*/ 125764 h 361971"/>
                <a:gd name="connsiteX27" fmla="*/ 243457 w 362309"/>
                <a:gd name="connsiteY27" fmla="*/ 124488 h 361971"/>
                <a:gd name="connsiteX28" fmla="*/ 248569 w 362309"/>
                <a:gd name="connsiteY28" fmla="*/ 127041 h 361971"/>
                <a:gd name="connsiteX29" fmla="*/ 249847 w 362309"/>
                <a:gd name="connsiteY29" fmla="*/ 132787 h 361971"/>
                <a:gd name="connsiteX30" fmla="*/ 228760 w 362309"/>
                <a:gd name="connsiteY30" fmla="*/ 215140 h 361971"/>
                <a:gd name="connsiteX31" fmla="*/ 251125 w 362309"/>
                <a:gd name="connsiteY31" fmla="*/ 219609 h 361971"/>
                <a:gd name="connsiteX32" fmla="*/ 281796 w 362309"/>
                <a:gd name="connsiteY32" fmla="*/ 209395 h 361971"/>
                <a:gd name="connsiteX33" fmla="*/ 292020 w 362309"/>
                <a:gd name="connsiteY33" fmla="*/ 240038 h 361971"/>
                <a:gd name="connsiteX34" fmla="*/ 272212 w 362309"/>
                <a:gd name="connsiteY34" fmla="*/ 251529 h 361971"/>
                <a:gd name="connsiteX35" fmla="*/ 272212 w 362309"/>
                <a:gd name="connsiteY35" fmla="*/ 251529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62309" h="361971">
                  <a:moveTo>
                    <a:pt x="180836" y="0"/>
                  </a:moveTo>
                  <a:cubicBezTo>
                    <a:pt x="80513" y="0"/>
                    <a:pt x="0" y="81076"/>
                    <a:pt x="0" y="181305"/>
                  </a:cubicBezTo>
                  <a:cubicBezTo>
                    <a:pt x="0" y="281533"/>
                    <a:pt x="81152" y="361972"/>
                    <a:pt x="181474" y="361972"/>
                  </a:cubicBezTo>
                  <a:cubicBezTo>
                    <a:pt x="281796" y="361972"/>
                    <a:pt x="362310" y="280895"/>
                    <a:pt x="362310" y="180667"/>
                  </a:cubicBezTo>
                  <a:cubicBezTo>
                    <a:pt x="362310" y="180667"/>
                    <a:pt x="362310" y="180667"/>
                    <a:pt x="362310" y="180667"/>
                  </a:cubicBezTo>
                  <a:cubicBezTo>
                    <a:pt x="361671" y="80438"/>
                    <a:pt x="280518" y="0"/>
                    <a:pt x="180836" y="0"/>
                  </a:cubicBezTo>
                  <a:cubicBezTo>
                    <a:pt x="180836" y="0"/>
                    <a:pt x="180836" y="0"/>
                    <a:pt x="180836" y="0"/>
                  </a:cubicBezTo>
                  <a:close/>
                  <a:moveTo>
                    <a:pt x="272212" y="251529"/>
                  </a:moveTo>
                  <a:cubicBezTo>
                    <a:pt x="260710" y="251529"/>
                    <a:pt x="250486" y="242591"/>
                    <a:pt x="249847" y="231100"/>
                  </a:cubicBezTo>
                  <a:lnTo>
                    <a:pt x="230677" y="227270"/>
                  </a:lnTo>
                  <a:lnTo>
                    <a:pt x="168056" y="215140"/>
                  </a:lnTo>
                  <a:cubicBezTo>
                    <a:pt x="162305" y="230462"/>
                    <a:pt x="150164" y="255998"/>
                    <a:pt x="138662" y="258551"/>
                  </a:cubicBezTo>
                  <a:lnTo>
                    <a:pt x="136745" y="258551"/>
                  </a:lnTo>
                  <a:cubicBezTo>
                    <a:pt x="133550" y="258551"/>
                    <a:pt x="130994" y="257274"/>
                    <a:pt x="129077" y="254721"/>
                  </a:cubicBezTo>
                  <a:cubicBezTo>
                    <a:pt x="122048" y="246422"/>
                    <a:pt x="121409" y="216417"/>
                    <a:pt x="122048" y="204287"/>
                  </a:cubicBezTo>
                  <a:lnTo>
                    <a:pt x="122048" y="204287"/>
                  </a:lnTo>
                  <a:cubicBezTo>
                    <a:pt x="122048" y="203649"/>
                    <a:pt x="121409" y="203011"/>
                    <a:pt x="121409" y="203011"/>
                  </a:cubicBezTo>
                  <a:lnTo>
                    <a:pt x="100322" y="130233"/>
                  </a:lnTo>
                  <a:lnTo>
                    <a:pt x="72207" y="130233"/>
                  </a:lnTo>
                  <a:cubicBezTo>
                    <a:pt x="68372" y="130233"/>
                    <a:pt x="65817" y="127680"/>
                    <a:pt x="65817" y="123849"/>
                  </a:cubicBezTo>
                  <a:cubicBezTo>
                    <a:pt x="65817" y="120019"/>
                    <a:pt x="68372" y="117465"/>
                    <a:pt x="72207" y="117465"/>
                  </a:cubicBezTo>
                  <a:lnTo>
                    <a:pt x="104795" y="117465"/>
                  </a:lnTo>
                  <a:cubicBezTo>
                    <a:pt x="107990" y="117465"/>
                    <a:pt x="110546" y="119380"/>
                    <a:pt x="111185" y="121934"/>
                  </a:cubicBezTo>
                  <a:lnTo>
                    <a:pt x="114380" y="134064"/>
                  </a:lnTo>
                  <a:lnTo>
                    <a:pt x="124604" y="133425"/>
                  </a:lnTo>
                  <a:cubicBezTo>
                    <a:pt x="134828" y="118104"/>
                    <a:pt x="150803" y="107889"/>
                    <a:pt x="168695" y="104059"/>
                  </a:cubicBezTo>
                  <a:cubicBezTo>
                    <a:pt x="188503" y="100867"/>
                    <a:pt x="208951" y="107889"/>
                    <a:pt x="230038" y="125764"/>
                  </a:cubicBezTo>
                  <a:lnTo>
                    <a:pt x="243457" y="124488"/>
                  </a:lnTo>
                  <a:cubicBezTo>
                    <a:pt x="245374" y="124488"/>
                    <a:pt x="247291" y="125126"/>
                    <a:pt x="248569" y="127041"/>
                  </a:cubicBezTo>
                  <a:cubicBezTo>
                    <a:pt x="249847" y="128318"/>
                    <a:pt x="250486" y="130872"/>
                    <a:pt x="249847" y="132787"/>
                  </a:cubicBezTo>
                  <a:lnTo>
                    <a:pt x="228760" y="215140"/>
                  </a:lnTo>
                  <a:lnTo>
                    <a:pt x="251125" y="219609"/>
                  </a:lnTo>
                  <a:cubicBezTo>
                    <a:pt x="256876" y="208118"/>
                    <a:pt x="270295" y="203649"/>
                    <a:pt x="281796" y="209395"/>
                  </a:cubicBezTo>
                  <a:cubicBezTo>
                    <a:pt x="293298" y="215140"/>
                    <a:pt x="297771" y="228546"/>
                    <a:pt x="292020" y="240038"/>
                  </a:cubicBezTo>
                  <a:cubicBezTo>
                    <a:pt x="288825" y="246422"/>
                    <a:pt x="280518" y="251529"/>
                    <a:pt x="272212" y="251529"/>
                  </a:cubicBezTo>
                  <a:lnTo>
                    <a:pt x="272212" y="251529"/>
                  </a:lnTo>
                  <a:close/>
                </a:path>
              </a:pathLst>
            </a:custGeom>
            <a:grpFill/>
            <a:ln w="6390" cap="flat">
              <a:noFill/>
              <a:prstDash val="solid"/>
              <a:miter/>
            </a:ln>
          </p:spPr>
          <p:txBody>
            <a:bodyPr rtlCol="0" anchor="ctr"/>
            <a:lstStyle/>
            <a:p>
              <a:endParaRPr lang="en-US"/>
            </a:p>
          </p:txBody>
        </p:sp>
      </p:grpSp>
      <p:grpSp>
        <p:nvGrpSpPr>
          <p:cNvPr id="10" name="Group 9">
            <a:extLst>
              <a:ext uri="{FF2B5EF4-FFF2-40B4-BE49-F238E27FC236}">
                <a16:creationId xmlns:a16="http://schemas.microsoft.com/office/drawing/2014/main" id="{A51930BB-62C7-4511-84CD-19E390C5043C}"/>
              </a:ext>
            </a:extLst>
          </p:cNvPr>
          <p:cNvGrpSpPr/>
          <p:nvPr/>
        </p:nvGrpSpPr>
        <p:grpSpPr>
          <a:xfrm>
            <a:off x="3296605" y="6357711"/>
            <a:ext cx="5871063" cy="365760"/>
            <a:chOff x="2789942" y="6324600"/>
            <a:chExt cx="5871063" cy="365760"/>
          </a:xfrm>
        </p:grpSpPr>
        <p:sp>
          <p:nvSpPr>
            <p:cNvPr id="6" name="Oval 5">
              <a:extLst>
                <a:ext uri="{FF2B5EF4-FFF2-40B4-BE49-F238E27FC236}">
                  <a16:creationId xmlns:a16="http://schemas.microsoft.com/office/drawing/2014/main" id="{78765436-9D99-4245-B73D-051A1FF1BC9D}"/>
                </a:ext>
              </a:extLst>
            </p:cNvPr>
            <p:cNvSpPr/>
            <p:nvPr/>
          </p:nvSpPr>
          <p:spPr bwMode="gray">
            <a:xfrm>
              <a:off x="4811486" y="6324600"/>
              <a:ext cx="365760" cy="365760"/>
            </a:xfrm>
            <a:prstGeom prst="ellips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84" name="Oval 83">
              <a:extLst>
                <a:ext uri="{FF2B5EF4-FFF2-40B4-BE49-F238E27FC236}">
                  <a16:creationId xmlns:a16="http://schemas.microsoft.com/office/drawing/2014/main" id="{0A5DF58E-AB26-4645-AC0C-13F81938CF01}"/>
                </a:ext>
              </a:extLst>
            </p:cNvPr>
            <p:cNvSpPr/>
            <p:nvPr/>
          </p:nvSpPr>
          <p:spPr bwMode="gray">
            <a:xfrm>
              <a:off x="6072053" y="6324600"/>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85" name="Oval 84">
              <a:extLst>
                <a:ext uri="{FF2B5EF4-FFF2-40B4-BE49-F238E27FC236}">
                  <a16:creationId xmlns:a16="http://schemas.microsoft.com/office/drawing/2014/main" id="{EC73E4E4-524E-4067-94E0-B68A8873AF9F}"/>
                </a:ext>
              </a:extLst>
            </p:cNvPr>
            <p:cNvSpPr/>
            <p:nvPr/>
          </p:nvSpPr>
          <p:spPr bwMode="gray">
            <a:xfrm>
              <a:off x="7405717" y="6324600"/>
              <a:ext cx="365760" cy="365760"/>
            </a:xfrm>
            <a:prstGeom prst="ellipse">
              <a:avLst/>
            </a:prstGeom>
            <a:solidFill>
              <a:srgbClr val="DA291C"/>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7" name="TextBox 6">
              <a:extLst>
                <a:ext uri="{FF2B5EF4-FFF2-40B4-BE49-F238E27FC236}">
                  <a16:creationId xmlns:a16="http://schemas.microsoft.com/office/drawing/2014/main" id="{95EBD889-60CF-43A5-BF44-935250AA2AFE}"/>
                </a:ext>
              </a:extLst>
            </p:cNvPr>
            <p:cNvSpPr txBox="1"/>
            <p:nvPr/>
          </p:nvSpPr>
          <p:spPr>
            <a:xfrm>
              <a:off x="2789942" y="6442322"/>
              <a:ext cx="1698925" cy="184666"/>
            </a:xfrm>
            <a:prstGeom prst="rect">
              <a:avLst/>
            </a:prstGeom>
            <a:noFill/>
          </p:spPr>
          <p:txBody>
            <a:bodyPr wrap="square" lIns="0" tIns="0" rIns="0" bIns="0" rtlCol="0">
              <a:spAutoFit/>
            </a:bodyPr>
            <a:lstStyle/>
            <a:p>
              <a:pPr>
                <a:spcBef>
                  <a:spcPts val="600"/>
                </a:spcBef>
                <a:buSzPct val="100000"/>
              </a:pPr>
              <a:r>
                <a:rPr lang="en-US" sz="1200" b="1" i="1">
                  <a:solidFill>
                    <a:srgbClr val="313131"/>
                  </a:solidFill>
                </a:rPr>
                <a:t>Impact on Business</a:t>
              </a:r>
            </a:p>
          </p:txBody>
        </p:sp>
        <p:sp>
          <p:nvSpPr>
            <p:cNvPr id="8" name="TextBox 7">
              <a:extLst>
                <a:ext uri="{FF2B5EF4-FFF2-40B4-BE49-F238E27FC236}">
                  <a16:creationId xmlns:a16="http://schemas.microsoft.com/office/drawing/2014/main" id="{CC237880-6208-4D1D-963E-AFE4823104CC}"/>
                </a:ext>
              </a:extLst>
            </p:cNvPr>
            <p:cNvSpPr txBox="1"/>
            <p:nvPr/>
          </p:nvSpPr>
          <p:spPr>
            <a:xfrm>
              <a:off x="5247379" y="6420550"/>
              <a:ext cx="762000" cy="184666"/>
            </a:xfrm>
            <a:prstGeom prst="rect">
              <a:avLst/>
            </a:prstGeom>
            <a:noFill/>
          </p:spPr>
          <p:txBody>
            <a:bodyPr wrap="square" lIns="0" tIns="0" rIns="0" bIns="0" rtlCol="0">
              <a:spAutoFit/>
            </a:bodyPr>
            <a:lstStyle/>
            <a:p>
              <a:pPr>
                <a:spcBef>
                  <a:spcPts val="600"/>
                </a:spcBef>
                <a:buSzPct val="100000"/>
              </a:pPr>
              <a:r>
                <a:rPr lang="en-US" sz="1200" b="1">
                  <a:solidFill>
                    <a:srgbClr val="313131"/>
                  </a:solidFill>
                </a:rPr>
                <a:t>High</a:t>
              </a:r>
            </a:p>
          </p:txBody>
        </p:sp>
        <p:sp>
          <p:nvSpPr>
            <p:cNvPr id="89" name="TextBox 88">
              <a:extLst>
                <a:ext uri="{FF2B5EF4-FFF2-40B4-BE49-F238E27FC236}">
                  <a16:creationId xmlns:a16="http://schemas.microsoft.com/office/drawing/2014/main" id="{53D77CD7-C7F4-40F5-8CDF-0F977E7EFF7B}"/>
                </a:ext>
              </a:extLst>
            </p:cNvPr>
            <p:cNvSpPr txBox="1"/>
            <p:nvPr/>
          </p:nvSpPr>
          <p:spPr>
            <a:xfrm>
              <a:off x="6537499" y="6412891"/>
              <a:ext cx="762000" cy="184666"/>
            </a:xfrm>
            <a:prstGeom prst="rect">
              <a:avLst/>
            </a:prstGeom>
            <a:noFill/>
          </p:spPr>
          <p:txBody>
            <a:bodyPr wrap="square" lIns="0" tIns="0" rIns="0" bIns="0" rtlCol="0">
              <a:spAutoFit/>
            </a:bodyPr>
            <a:lstStyle/>
            <a:p>
              <a:pPr>
                <a:spcBef>
                  <a:spcPts val="600"/>
                </a:spcBef>
                <a:buSzPct val="100000"/>
              </a:pPr>
              <a:r>
                <a:rPr lang="en-US" sz="1200" b="1">
                  <a:solidFill>
                    <a:srgbClr val="313131"/>
                  </a:solidFill>
                </a:rPr>
                <a:t>Medium</a:t>
              </a:r>
            </a:p>
          </p:txBody>
        </p:sp>
        <p:sp>
          <p:nvSpPr>
            <p:cNvPr id="90" name="TextBox 89">
              <a:extLst>
                <a:ext uri="{FF2B5EF4-FFF2-40B4-BE49-F238E27FC236}">
                  <a16:creationId xmlns:a16="http://schemas.microsoft.com/office/drawing/2014/main" id="{D4815A33-8083-431D-B7FE-9EAFAD9D4CBB}"/>
                </a:ext>
              </a:extLst>
            </p:cNvPr>
            <p:cNvSpPr txBox="1"/>
            <p:nvPr/>
          </p:nvSpPr>
          <p:spPr>
            <a:xfrm>
              <a:off x="7899005" y="6412891"/>
              <a:ext cx="762000" cy="184666"/>
            </a:xfrm>
            <a:prstGeom prst="rect">
              <a:avLst/>
            </a:prstGeom>
            <a:noFill/>
          </p:spPr>
          <p:txBody>
            <a:bodyPr wrap="square" lIns="0" tIns="0" rIns="0" bIns="0" rtlCol="0">
              <a:spAutoFit/>
            </a:bodyPr>
            <a:lstStyle/>
            <a:p>
              <a:pPr>
                <a:spcBef>
                  <a:spcPts val="600"/>
                </a:spcBef>
                <a:buSzPct val="100000"/>
              </a:pPr>
              <a:r>
                <a:rPr lang="en-US" sz="1200" b="1">
                  <a:solidFill>
                    <a:srgbClr val="313131"/>
                  </a:solidFill>
                </a:rPr>
                <a:t>Low</a:t>
              </a:r>
            </a:p>
          </p:txBody>
        </p:sp>
      </p:grpSp>
      <p:sp>
        <p:nvSpPr>
          <p:cNvPr id="91" name="Oval 90">
            <a:extLst>
              <a:ext uri="{FF2B5EF4-FFF2-40B4-BE49-F238E27FC236}">
                <a16:creationId xmlns:a16="http://schemas.microsoft.com/office/drawing/2014/main" id="{363D7A9D-1FAF-4792-AF10-8DF96DAEFA26}"/>
              </a:ext>
            </a:extLst>
          </p:cNvPr>
          <p:cNvSpPr/>
          <p:nvPr/>
        </p:nvSpPr>
        <p:spPr bwMode="gray">
          <a:xfrm>
            <a:off x="10775695" y="2429852"/>
            <a:ext cx="365760" cy="365760"/>
          </a:xfrm>
          <a:prstGeom prst="ellips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92" name="Oval 91">
            <a:extLst>
              <a:ext uri="{FF2B5EF4-FFF2-40B4-BE49-F238E27FC236}">
                <a16:creationId xmlns:a16="http://schemas.microsoft.com/office/drawing/2014/main" id="{DE1B3798-823A-4CBD-918C-84DBD7CAAEC3}"/>
              </a:ext>
            </a:extLst>
          </p:cNvPr>
          <p:cNvSpPr/>
          <p:nvPr/>
        </p:nvSpPr>
        <p:spPr bwMode="gray">
          <a:xfrm>
            <a:off x="10775695" y="1556104"/>
            <a:ext cx="365760" cy="365760"/>
          </a:xfrm>
          <a:prstGeom prst="ellips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93" name="Oval 92">
            <a:extLst>
              <a:ext uri="{FF2B5EF4-FFF2-40B4-BE49-F238E27FC236}">
                <a16:creationId xmlns:a16="http://schemas.microsoft.com/office/drawing/2014/main" id="{B56C3B6F-6194-4097-B69F-585F82CCC5E6}"/>
              </a:ext>
            </a:extLst>
          </p:cNvPr>
          <p:cNvSpPr/>
          <p:nvPr/>
        </p:nvSpPr>
        <p:spPr bwMode="gray">
          <a:xfrm>
            <a:off x="10775695" y="3339087"/>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94" name="Oval 93">
            <a:extLst>
              <a:ext uri="{FF2B5EF4-FFF2-40B4-BE49-F238E27FC236}">
                <a16:creationId xmlns:a16="http://schemas.microsoft.com/office/drawing/2014/main" id="{AFE989D2-0913-4BB2-A615-750C2FC2502D}"/>
              </a:ext>
            </a:extLst>
          </p:cNvPr>
          <p:cNvSpPr/>
          <p:nvPr/>
        </p:nvSpPr>
        <p:spPr bwMode="gray">
          <a:xfrm>
            <a:off x="10775695" y="4292495"/>
            <a:ext cx="365760" cy="365760"/>
          </a:xfrm>
          <a:prstGeom prst="ellips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95" name="Oval 94">
            <a:extLst>
              <a:ext uri="{FF2B5EF4-FFF2-40B4-BE49-F238E27FC236}">
                <a16:creationId xmlns:a16="http://schemas.microsoft.com/office/drawing/2014/main" id="{46C838D8-7F51-4CDD-93AF-35BCA39D3C55}"/>
              </a:ext>
            </a:extLst>
          </p:cNvPr>
          <p:cNvSpPr/>
          <p:nvPr/>
        </p:nvSpPr>
        <p:spPr bwMode="gray">
          <a:xfrm>
            <a:off x="10775695" y="5251067"/>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9" name="TextBox 8">
            <a:extLst>
              <a:ext uri="{FF2B5EF4-FFF2-40B4-BE49-F238E27FC236}">
                <a16:creationId xmlns:a16="http://schemas.microsoft.com/office/drawing/2014/main" id="{D4E405F0-9545-43A1-A802-5FAFFF26DE27}"/>
              </a:ext>
            </a:extLst>
          </p:cNvPr>
          <p:cNvSpPr txBox="1"/>
          <p:nvPr/>
        </p:nvSpPr>
        <p:spPr>
          <a:xfrm>
            <a:off x="10200640" y="263311"/>
            <a:ext cx="1435496" cy="430887"/>
          </a:xfrm>
          <a:prstGeom prst="rect">
            <a:avLst/>
          </a:prstGeom>
          <a:noFill/>
        </p:spPr>
        <p:txBody>
          <a:bodyPr wrap="square" lIns="0" tIns="0" rIns="0" bIns="0" rtlCol="0">
            <a:spAutoFit/>
          </a:bodyPr>
          <a:lstStyle/>
          <a:p>
            <a:pPr algn="ctr">
              <a:spcBef>
                <a:spcPts val="600"/>
              </a:spcBef>
              <a:buSzPct val="100000"/>
            </a:pPr>
            <a:r>
              <a:rPr lang="en-US" sz="2800">
                <a:solidFill>
                  <a:schemeClr val="accent1"/>
                </a:solidFill>
              </a:rPr>
              <a:t>S</a:t>
            </a:r>
            <a:r>
              <a:rPr lang="en-US" sz="2800">
                <a:solidFill>
                  <a:schemeClr val="bg2"/>
                </a:solidFill>
              </a:rPr>
              <a:t>WOT</a:t>
            </a:r>
          </a:p>
        </p:txBody>
      </p:sp>
    </p:spTree>
    <p:extLst>
      <p:ext uri="{BB962C8B-B14F-4D97-AF65-F5344CB8AC3E}">
        <p14:creationId xmlns:p14="http://schemas.microsoft.com/office/powerpoint/2010/main" val="368519384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8E525C8-5B83-4553-B7A8-F5F66115ADBA}"/>
              </a:ext>
            </a:extLst>
          </p:cNvPr>
          <p:cNvGraphicFramePr>
            <a:graphicFrameLocks noChangeAspect="1"/>
          </p:cNvGraphicFramePr>
          <p:nvPr>
            <p:custDataLst>
              <p:tags r:id="rId2"/>
            </p:custDataLst>
            <p:extLst>
              <p:ext uri="{D42A27DB-BD31-4B8C-83A1-F6EECF244321}">
                <p14:modId xmlns:p14="http://schemas.microsoft.com/office/powerpoint/2010/main" val="153795810"/>
              </p:ext>
            </p:extLst>
          </p:nvPr>
        </p:nvGraphicFramePr>
        <p:xfrm>
          <a:off x="1680" y="1440"/>
          <a:ext cx="1440" cy="1440"/>
        </p:xfrm>
        <a:graphic>
          <a:graphicData uri="http://schemas.openxmlformats.org/presentationml/2006/ole">
            <mc:AlternateContent xmlns:mc="http://schemas.openxmlformats.org/markup-compatibility/2006">
              <mc:Choice xmlns:v="urn:schemas-microsoft-com:vml" Requires="v">
                <p:oleObj spid="_x0000_s31804" name="think-cell Slide" r:id="rId5" imgW="498" imgH="499" progId="TCLayout.ActiveDocument.1">
                  <p:embed/>
                </p:oleObj>
              </mc:Choice>
              <mc:Fallback>
                <p:oleObj name="think-cell Slide" r:id="rId5" imgW="498" imgH="499" progId="TCLayout.ActiveDocument.1">
                  <p:embed/>
                  <p:pic>
                    <p:nvPicPr>
                      <p:cNvPr id="5" name="Object 4" hidden="1">
                        <a:extLst>
                          <a:ext uri="{FF2B5EF4-FFF2-40B4-BE49-F238E27FC236}">
                            <a16:creationId xmlns:a16="http://schemas.microsoft.com/office/drawing/2014/main" id="{D8E525C8-5B83-4553-B7A8-F5F66115ADBA}"/>
                          </a:ext>
                        </a:extLst>
                      </p:cNvPr>
                      <p:cNvPicPr/>
                      <p:nvPr/>
                    </p:nvPicPr>
                    <p:blipFill>
                      <a:blip r:embed="rId6"/>
                      <a:stretch>
                        <a:fillRect/>
                      </a:stretch>
                    </p:blipFill>
                    <p:spPr>
                      <a:xfrm>
                        <a:off x="1680" y="1440"/>
                        <a:ext cx="1440" cy="1440"/>
                      </a:xfrm>
                      <a:prstGeom prst="rect">
                        <a:avLst/>
                      </a:prstGeom>
                    </p:spPr>
                  </p:pic>
                </p:oleObj>
              </mc:Fallback>
            </mc:AlternateContent>
          </a:graphicData>
        </a:graphic>
      </p:graphicFrame>
      <p:sp>
        <p:nvSpPr>
          <p:cNvPr id="88" name="Rectangle 87" hidden="1">
            <a:extLst>
              <a:ext uri="{FF2B5EF4-FFF2-40B4-BE49-F238E27FC236}">
                <a16:creationId xmlns:a16="http://schemas.microsoft.com/office/drawing/2014/main" id="{E8660C98-62A0-423C-8A5A-044FD3662E7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088" b="0" i="0" u="none" strike="noStrike" kern="1200" cap="none" spc="0" normalizeH="0" baseline="0" noProof="0">
              <a:ln>
                <a:noFill/>
              </a:ln>
              <a:solidFill>
                <a:prstClr val="white"/>
              </a:solidFill>
              <a:effectLst/>
              <a:uLnTx/>
              <a:uFillTx/>
              <a:latin typeface="Verdana"/>
              <a:ea typeface="+mn-ea"/>
              <a:cs typeface="+mn-cs"/>
            </a:endParaRPr>
          </a:p>
        </p:txBody>
      </p:sp>
      <p:sp>
        <p:nvSpPr>
          <p:cNvPr id="2" name="Rectangle 1" hidden="1">
            <a:extLst>
              <a:ext uri="{FF2B5EF4-FFF2-40B4-BE49-F238E27FC236}">
                <a16:creationId xmlns:a16="http://schemas.microsoft.com/office/drawing/2014/main" id="{2A521930-E564-4B05-B60F-B4D4B607A7F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Avenir Next LT Pro Light" panose="020B0304020202020204" pitchFamily="34" charset="0"/>
              <a:ea typeface="+mn-ea"/>
              <a:cs typeface="+mn-cs"/>
            </a:endParaRPr>
          </a:p>
        </p:txBody>
      </p:sp>
      <p:sp>
        <p:nvSpPr>
          <p:cNvPr id="33" name="Rectangle 32" hidden="1">
            <a:extLst>
              <a:ext uri="{FF2B5EF4-FFF2-40B4-BE49-F238E27FC236}">
                <a16:creationId xmlns:a16="http://schemas.microsoft.com/office/drawing/2014/main" id="{5CEEA709-822B-4D97-95B5-1E93A1A05919}"/>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54" name="Rectangle 53" hidden="1">
            <a:extLst>
              <a:ext uri="{FF2B5EF4-FFF2-40B4-BE49-F238E27FC236}">
                <a16:creationId xmlns:a16="http://schemas.microsoft.com/office/drawing/2014/main" id="{225F56F8-8BC1-48B6-BEFF-20E4914FDA4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58" name="Rectangle 57" hidden="1">
            <a:extLst>
              <a:ext uri="{FF2B5EF4-FFF2-40B4-BE49-F238E27FC236}">
                <a16:creationId xmlns:a16="http://schemas.microsoft.com/office/drawing/2014/main" id="{50C0A6EC-D618-4045-A144-16336B53AEFE}"/>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62" name="Rectangle 61" hidden="1">
            <a:extLst>
              <a:ext uri="{FF2B5EF4-FFF2-40B4-BE49-F238E27FC236}">
                <a16:creationId xmlns:a16="http://schemas.microsoft.com/office/drawing/2014/main" id="{8AC4DE8A-A90A-45C4-A128-6D6EC2EA41AF}"/>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123" name="Rectangle 122" hidden="1">
            <a:extLst>
              <a:ext uri="{FF2B5EF4-FFF2-40B4-BE49-F238E27FC236}">
                <a16:creationId xmlns:a16="http://schemas.microsoft.com/office/drawing/2014/main" id="{891D9B62-8447-4BF2-AAD5-EE8A0DC6CA59}"/>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154" name="Rectangle 153" hidden="1">
            <a:extLst>
              <a:ext uri="{FF2B5EF4-FFF2-40B4-BE49-F238E27FC236}">
                <a16:creationId xmlns:a16="http://schemas.microsoft.com/office/drawing/2014/main" id="{E6055FF4-59BE-4A31-A244-49C2AAC1E7B4}"/>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157" name="Rectangle 156" hidden="1">
            <a:extLst>
              <a:ext uri="{FF2B5EF4-FFF2-40B4-BE49-F238E27FC236}">
                <a16:creationId xmlns:a16="http://schemas.microsoft.com/office/drawing/2014/main" id="{79987C92-84CE-44DC-A97C-59F767A61EC1}"/>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361" name="Rectangle 360" hidden="1">
            <a:extLst>
              <a:ext uri="{FF2B5EF4-FFF2-40B4-BE49-F238E27FC236}">
                <a16:creationId xmlns:a16="http://schemas.microsoft.com/office/drawing/2014/main" id="{58D700BD-6F8F-4F7C-8892-9034C7A065B1}"/>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05" name="Rectangle 404" hidden="1">
            <a:extLst>
              <a:ext uri="{FF2B5EF4-FFF2-40B4-BE49-F238E27FC236}">
                <a16:creationId xmlns:a16="http://schemas.microsoft.com/office/drawing/2014/main" id="{0CEE0670-BDA8-4520-8F9D-5C046A637342}"/>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5" name="Rectangle 44" hidden="1">
            <a:extLst>
              <a:ext uri="{FF2B5EF4-FFF2-40B4-BE49-F238E27FC236}">
                <a16:creationId xmlns:a16="http://schemas.microsoft.com/office/drawing/2014/main" id="{767854C1-3E6E-4F2E-98B4-2A1F7DB28D5C}"/>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725"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219" name="Rectangle 218" hidden="1">
            <a:extLst>
              <a:ext uri="{FF2B5EF4-FFF2-40B4-BE49-F238E27FC236}">
                <a16:creationId xmlns:a16="http://schemas.microsoft.com/office/drawing/2014/main" id="{847846C5-C801-4BEE-9506-A16841F90D4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725" b="0" i="0" u="none" strike="noStrike" kern="1200" cap="none" spc="0" normalizeH="0" baseline="0" noProof="0">
              <a:ln>
                <a:noFill/>
              </a:ln>
              <a:solidFill>
                <a:prstClr val="white"/>
              </a:solidFill>
              <a:effectLst/>
              <a:uLnTx/>
              <a:uFillTx/>
              <a:latin typeface="Verdana"/>
              <a:ea typeface="+mn-ea"/>
              <a:cs typeface="+mn-cs"/>
            </a:endParaRPr>
          </a:p>
        </p:txBody>
      </p:sp>
      <p:sp>
        <p:nvSpPr>
          <p:cNvPr id="332" name="Rectangle 331" hidden="1">
            <a:extLst>
              <a:ext uri="{FF2B5EF4-FFF2-40B4-BE49-F238E27FC236}">
                <a16:creationId xmlns:a16="http://schemas.microsoft.com/office/drawing/2014/main" id="{B1BAC627-2155-4A3C-960D-101193C2287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088" b="0" i="0" u="none" strike="noStrike" kern="1200" cap="none" spc="0" normalizeH="0" baseline="0" noProof="0">
              <a:ln>
                <a:noFill/>
              </a:ln>
              <a:solidFill>
                <a:prstClr val="white"/>
              </a:solidFill>
              <a:effectLst/>
              <a:uLnTx/>
              <a:uFillTx/>
              <a:latin typeface="Verdana"/>
              <a:ea typeface="+mn-ea"/>
              <a:cs typeface="+mn-cs"/>
            </a:endParaRPr>
          </a:p>
        </p:txBody>
      </p:sp>
      <p:sp>
        <p:nvSpPr>
          <p:cNvPr id="532" name="Rectangle 531" hidden="1">
            <a:extLst>
              <a:ext uri="{FF2B5EF4-FFF2-40B4-BE49-F238E27FC236}">
                <a16:creationId xmlns:a16="http://schemas.microsoft.com/office/drawing/2014/main" id="{25F5028C-BFCA-4679-826B-D8FEBFE44C90}"/>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Avenir Next LT Pro Light" panose="020B0304020202020204" pitchFamily="34" charset="0"/>
              <a:ea typeface="+mn-ea"/>
              <a:cs typeface="+mn-cs"/>
            </a:endParaRPr>
          </a:p>
        </p:txBody>
      </p:sp>
      <p:sp>
        <p:nvSpPr>
          <p:cNvPr id="645" name="Rectangle 644" hidden="1">
            <a:extLst>
              <a:ext uri="{FF2B5EF4-FFF2-40B4-BE49-F238E27FC236}">
                <a16:creationId xmlns:a16="http://schemas.microsoft.com/office/drawing/2014/main" id="{E3C87C7A-307E-4E40-BF24-596ACA913F2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660" name="Rectangle 659" hidden="1">
            <a:extLst>
              <a:ext uri="{FF2B5EF4-FFF2-40B4-BE49-F238E27FC236}">
                <a16:creationId xmlns:a16="http://schemas.microsoft.com/office/drawing/2014/main" id="{2ECBF87A-E661-4272-A3A4-31486CCA0A14}"/>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0" name="Title 2">
            <a:extLst>
              <a:ext uri="{FF2B5EF4-FFF2-40B4-BE49-F238E27FC236}">
                <a16:creationId xmlns:a16="http://schemas.microsoft.com/office/drawing/2014/main" id="{4B8DEF8B-01E9-42C6-8321-05FF6A851792}"/>
              </a:ext>
            </a:extLst>
          </p:cNvPr>
          <p:cNvSpPr>
            <a:spLocks noGrp="1"/>
          </p:cNvSpPr>
          <p:nvPr>
            <p:ph type="title"/>
          </p:nvPr>
        </p:nvSpPr>
        <p:spPr>
          <a:xfrm>
            <a:off x="501652" y="317503"/>
            <a:ext cx="11162350" cy="334101"/>
          </a:xfrm>
        </p:spPr>
        <p:txBody>
          <a:bodyPr vert="horz"/>
          <a:lstStyle/>
          <a:p>
            <a:r>
              <a:rPr lang="en-US" sz="1814" b="1" dirty="0"/>
              <a:t>DPL’s Weakness Analysis</a:t>
            </a:r>
          </a:p>
        </p:txBody>
      </p:sp>
      <p:sp>
        <p:nvSpPr>
          <p:cNvPr id="162" name="TextBox 161">
            <a:extLst>
              <a:ext uri="{FF2B5EF4-FFF2-40B4-BE49-F238E27FC236}">
                <a16:creationId xmlns:a16="http://schemas.microsoft.com/office/drawing/2014/main" id="{D94E36FD-E4A9-4D1E-9EFD-1AFCAE215DE0}"/>
              </a:ext>
            </a:extLst>
          </p:cNvPr>
          <p:cNvSpPr txBox="1"/>
          <p:nvPr/>
        </p:nvSpPr>
        <p:spPr>
          <a:xfrm>
            <a:off x="4951579" y="5254086"/>
            <a:ext cx="4916562" cy="646331"/>
          </a:xfrm>
          <a:prstGeom prst="rect">
            <a:avLst/>
          </a:prstGeom>
          <a:noFill/>
        </p:spPr>
        <p:txBody>
          <a:bodyPr wrap="square" lIns="0" tIns="0" rIns="0" bIns="0" rtlCol="0" anchor="ctr">
            <a:spAutoFit/>
          </a:bodyPr>
          <a:lstStyle/>
          <a:p>
            <a:pPr algn="just"/>
            <a:r>
              <a:rPr lang="en-US" sz="1400" b="1" dirty="0">
                <a:solidFill>
                  <a:schemeClr val="accent4">
                    <a:lumMod val="60000"/>
                    <a:lumOff val="40000"/>
                  </a:schemeClr>
                </a:solidFill>
              </a:rPr>
              <a:t>Higher than Sanctioned workforce: </a:t>
            </a:r>
            <a:r>
              <a:rPr lang="en-US" sz="1400" b="0" kern="1200" dirty="0">
                <a:solidFill>
                  <a:schemeClr val="tx1"/>
                </a:solidFill>
                <a:latin typeface="+mn-lt"/>
                <a:ea typeface="+mn-ea"/>
                <a:cs typeface="+mn-cs"/>
              </a:rPr>
              <a:t>DPL currently has 2002 employees which is ~2.3 times the sanctioned workforce of 894</a:t>
            </a:r>
            <a:endParaRPr lang="en-US" sz="1400" i="1" dirty="0">
              <a:solidFill>
                <a:schemeClr val="bg1"/>
              </a:solidFill>
            </a:endParaRPr>
          </a:p>
        </p:txBody>
      </p:sp>
      <p:sp>
        <p:nvSpPr>
          <p:cNvPr id="163" name="TextBox 162">
            <a:extLst>
              <a:ext uri="{FF2B5EF4-FFF2-40B4-BE49-F238E27FC236}">
                <a16:creationId xmlns:a16="http://schemas.microsoft.com/office/drawing/2014/main" id="{2E0890B0-9FBE-4964-84D5-558A96E9E2C0}"/>
              </a:ext>
            </a:extLst>
          </p:cNvPr>
          <p:cNvSpPr txBox="1"/>
          <p:nvPr/>
        </p:nvSpPr>
        <p:spPr>
          <a:xfrm>
            <a:off x="4943294" y="4279522"/>
            <a:ext cx="4908277" cy="646331"/>
          </a:xfrm>
          <a:prstGeom prst="rect">
            <a:avLst/>
          </a:prstGeom>
          <a:noFill/>
        </p:spPr>
        <p:txBody>
          <a:bodyPr wrap="square" lIns="0" tIns="0" rIns="0" bIns="0" rtlCol="0" anchor="ctr">
            <a:spAutoFit/>
          </a:bodyPr>
          <a:lstStyle/>
          <a:p>
            <a:pPr marL="0" marR="0" lvl="0" indent="0" algn="just" rtl="0" eaLnBrk="1" fontAlgn="auto" latinLnBrk="0" hangingPunct="1">
              <a:lnSpc>
                <a:spcPct val="100000"/>
              </a:lnSpc>
              <a:spcBef>
                <a:spcPts val="0"/>
              </a:spcBef>
              <a:spcAft>
                <a:spcPts val="0"/>
              </a:spcAft>
              <a:buClrTx/>
              <a:buSzTx/>
              <a:buFontTx/>
              <a:buNone/>
            </a:pPr>
            <a:r>
              <a:rPr lang="en-US" sz="1400" b="1" kern="1200" dirty="0">
                <a:solidFill>
                  <a:schemeClr val="accent3"/>
                </a:solidFill>
                <a:latin typeface="+mn-lt"/>
                <a:ea typeface="+mn-ea"/>
                <a:cs typeface="+mn-cs"/>
              </a:rPr>
              <a:t>Large Dues Receivable: </a:t>
            </a:r>
            <a:r>
              <a:rPr lang="en-US" sz="1400" b="0" kern="1200" dirty="0">
                <a:solidFill>
                  <a:schemeClr val="tx1"/>
                </a:solidFill>
                <a:latin typeface="+mn-lt"/>
                <a:ea typeface="+mn-ea"/>
                <a:cs typeface="+mn-cs"/>
              </a:rPr>
              <a:t>A total of Rs. 109 Crores debtor receivables as on 31.10.2021 (including water, electricity and license due fees) </a:t>
            </a:r>
          </a:p>
        </p:txBody>
      </p:sp>
      <p:sp>
        <p:nvSpPr>
          <p:cNvPr id="164" name="TextBox 163">
            <a:extLst>
              <a:ext uri="{FF2B5EF4-FFF2-40B4-BE49-F238E27FC236}">
                <a16:creationId xmlns:a16="http://schemas.microsoft.com/office/drawing/2014/main" id="{7692A00F-7EB1-4BA3-8804-BA4629A178E2}"/>
              </a:ext>
            </a:extLst>
          </p:cNvPr>
          <p:cNvSpPr txBox="1"/>
          <p:nvPr/>
        </p:nvSpPr>
        <p:spPr>
          <a:xfrm>
            <a:off x="4943294" y="2345474"/>
            <a:ext cx="4908276" cy="646331"/>
          </a:xfrm>
          <a:prstGeom prst="rect">
            <a:avLst/>
          </a:prstGeom>
          <a:noFill/>
        </p:spPr>
        <p:txBody>
          <a:bodyPr wrap="square" lIns="0" tIns="0" rIns="0" bIns="0" rtlCol="0" anchor="ctr">
            <a:spAutoFit/>
          </a:bodyPr>
          <a:lstStyle/>
          <a:p>
            <a:pPr algn="just"/>
            <a:r>
              <a:rPr lang="en-US" sz="1400" b="1" dirty="0">
                <a:solidFill>
                  <a:schemeClr val="accent4"/>
                </a:solidFill>
              </a:rPr>
              <a:t>Large Unpaid Debt Portfolio: </a:t>
            </a:r>
            <a:r>
              <a:rPr lang="en-US" sz="1400" b="0" kern="1200" dirty="0">
                <a:solidFill>
                  <a:schemeClr val="tx1"/>
                </a:solidFill>
                <a:latin typeface="+mn-lt"/>
                <a:ea typeface="+mn-ea"/>
                <a:cs typeface="+mn-cs"/>
              </a:rPr>
              <a:t>DPL has high liabilities (Coal dues, Railway dues, Project and O&amp;M dues)</a:t>
            </a:r>
            <a:endParaRPr lang="en-US" sz="1400" dirty="0">
              <a:solidFill>
                <a:schemeClr val="bg1"/>
              </a:solidFill>
            </a:endParaRPr>
          </a:p>
        </p:txBody>
      </p:sp>
      <p:sp>
        <p:nvSpPr>
          <p:cNvPr id="165" name="TextBox 164">
            <a:extLst>
              <a:ext uri="{FF2B5EF4-FFF2-40B4-BE49-F238E27FC236}">
                <a16:creationId xmlns:a16="http://schemas.microsoft.com/office/drawing/2014/main" id="{0FE5E898-E938-410C-AB01-9185110C4C13}"/>
              </a:ext>
            </a:extLst>
          </p:cNvPr>
          <p:cNvSpPr txBox="1"/>
          <p:nvPr/>
        </p:nvSpPr>
        <p:spPr>
          <a:xfrm>
            <a:off x="4943294" y="3068754"/>
            <a:ext cx="4924847" cy="1077218"/>
          </a:xfrm>
          <a:prstGeom prst="rect">
            <a:avLst/>
          </a:prstGeom>
          <a:noFill/>
        </p:spPr>
        <p:txBody>
          <a:bodyPr wrap="square" lIns="0" tIns="0" rIns="0" bIns="0" rtlCol="0" anchor="ctr">
            <a:spAutoFit/>
          </a:bodyPr>
          <a:lstStyle/>
          <a:p>
            <a:pPr marL="0" marR="0" lvl="0" indent="0" algn="just" rtl="0">
              <a:lnSpc>
                <a:spcPct val="100000"/>
              </a:lnSpc>
              <a:spcBef>
                <a:spcPts val="0"/>
              </a:spcBef>
              <a:spcAft>
                <a:spcPts val="0"/>
              </a:spcAft>
              <a:buClrTx/>
              <a:buSzTx/>
              <a:buFontTx/>
              <a:buNone/>
            </a:pPr>
            <a:r>
              <a:rPr lang="en-US" sz="1400" b="1" kern="1200" dirty="0">
                <a:solidFill>
                  <a:schemeClr val="accent2"/>
                </a:solidFill>
                <a:latin typeface="+mn-lt"/>
                <a:ea typeface="+mn-ea"/>
                <a:cs typeface="+mn-cs"/>
              </a:rPr>
              <a:t>Non recovery of coal cost</a:t>
            </a:r>
            <a:r>
              <a:rPr lang="en-US" sz="1400" dirty="0">
                <a:solidFill>
                  <a:schemeClr val="accent2"/>
                </a:solidFill>
              </a:rPr>
              <a:t> </a:t>
            </a:r>
            <a:r>
              <a:rPr lang="en-US" sz="1400" b="1" kern="1200" dirty="0">
                <a:solidFill>
                  <a:schemeClr val="accent2"/>
                </a:solidFill>
                <a:latin typeface="+mn-lt"/>
                <a:ea typeface="+mn-ea"/>
                <a:cs typeface="+mn-cs"/>
              </a:rPr>
              <a:t>from TDCM: </a:t>
            </a:r>
            <a:r>
              <a:rPr lang="en-US" sz="1400" b="0" kern="1200" dirty="0">
                <a:solidFill>
                  <a:schemeClr val="tx1"/>
                </a:solidFill>
                <a:latin typeface="+mn-lt"/>
                <a:ea typeface="+mn-ea"/>
                <a:cs typeface="+mn-cs"/>
              </a:rPr>
              <a:t>Regulatory disallowance due to high premium(which is not a pass through) quoted for Trans Damodar coal mine leads to a loss of Rs. ~2100 per </a:t>
            </a:r>
            <a:r>
              <a:rPr lang="en-US" sz="1400" b="0" kern="1200" dirty="0" err="1">
                <a:solidFill>
                  <a:schemeClr val="tx1"/>
                </a:solidFill>
                <a:latin typeface="+mn-lt"/>
                <a:ea typeface="+mn-ea"/>
                <a:cs typeface="+mn-cs"/>
              </a:rPr>
              <a:t>Tonne</a:t>
            </a:r>
            <a:r>
              <a:rPr lang="en-US" sz="1400" b="0" kern="1200" dirty="0">
                <a:solidFill>
                  <a:schemeClr val="tx1"/>
                </a:solidFill>
                <a:latin typeface="+mn-lt"/>
                <a:ea typeface="+mn-ea"/>
                <a:cs typeface="+mn-cs"/>
              </a:rPr>
              <a:t> of Coal excavated from the TDCM</a:t>
            </a:r>
            <a:endParaRPr lang="en-US" sz="1400" dirty="0"/>
          </a:p>
        </p:txBody>
      </p:sp>
      <p:grpSp>
        <p:nvGrpSpPr>
          <p:cNvPr id="208" name="Group 207">
            <a:extLst>
              <a:ext uri="{FF2B5EF4-FFF2-40B4-BE49-F238E27FC236}">
                <a16:creationId xmlns:a16="http://schemas.microsoft.com/office/drawing/2014/main" id="{A52B6A4B-EB9F-4FDB-B890-5426B6D7B060}"/>
              </a:ext>
            </a:extLst>
          </p:cNvPr>
          <p:cNvGrpSpPr/>
          <p:nvPr/>
        </p:nvGrpSpPr>
        <p:grpSpPr>
          <a:xfrm>
            <a:off x="2441642" y="1765075"/>
            <a:ext cx="1337549" cy="694394"/>
            <a:chOff x="4207048" y="2110398"/>
            <a:chExt cx="1337549" cy="694394"/>
          </a:xfrm>
        </p:grpSpPr>
        <p:cxnSp>
          <p:nvCxnSpPr>
            <p:cNvPr id="209" name="Straight Connector 208">
              <a:extLst>
                <a:ext uri="{FF2B5EF4-FFF2-40B4-BE49-F238E27FC236}">
                  <a16:creationId xmlns:a16="http://schemas.microsoft.com/office/drawing/2014/main" id="{17451F4A-F14E-4571-B270-9F82F1124D06}"/>
                </a:ext>
              </a:extLst>
            </p:cNvPr>
            <p:cNvCxnSpPr>
              <a:cxnSpLocks/>
            </p:cNvCxnSpPr>
            <p:nvPr/>
          </p:nvCxnSpPr>
          <p:spPr>
            <a:xfrm>
              <a:off x="4922598" y="2110398"/>
              <a:ext cx="621999" cy="0"/>
            </a:xfrm>
            <a:prstGeom prst="line">
              <a:avLst/>
            </a:prstGeom>
            <a:ln w="15875" cap="rnd">
              <a:solidFill>
                <a:schemeClr val="accent1"/>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5206FE82-69BE-43EB-8E6D-D374825BC645}"/>
                </a:ext>
              </a:extLst>
            </p:cNvPr>
            <p:cNvCxnSpPr>
              <a:cxnSpLocks/>
            </p:cNvCxnSpPr>
            <p:nvPr/>
          </p:nvCxnSpPr>
          <p:spPr>
            <a:xfrm flipH="1">
              <a:off x="4207048" y="2129350"/>
              <a:ext cx="696600" cy="675442"/>
            </a:xfrm>
            <a:prstGeom prst="line">
              <a:avLst/>
            </a:prstGeom>
            <a:ln w="15875" cap="rnd">
              <a:solidFill>
                <a:schemeClr val="accent1"/>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435EC7E7-EBBA-44E8-B633-175559ECC83D}"/>
              </a:ext>
            </a:extLst>
          </p:cNvPr>
          <p:cNvGrpSpPr/>
          <p:nvPr/>
        </p:nvGrpSpPr>
        <p:grpSpPr>
          <a:xfrm>
            <a:off x="2318598" y="2350499"/>
            <a:ext cx="608790" cy="2616293"/>
            <a:chOff x="3973224" y="2415815"/>
            <a:chExt cx="608790" cy="2616293"/>
          </a:xfrm>
        </p:grpSpPr>
        <p:sp>
          <p:nvSpPr>
            <p:cNvPr id="207" name="Oval 206">
              <a:extLst>
                <a:ext uri="{FF2B5EF4-FFF2-40B4-BE49-F238E27FC236}">
                  <a16:creationId xmlns:a16="http://schemas.microsoft.com/office/drawing/2014/main" id="{CC088920-D3E1-4D2E-87F2-40271683EF48}"/>
                </a:ext>
              </a:extLst>
            </p:cNvPr>
            <p:cNvSpPr/>
            <p:nvPr/>
          </p:nvSpPr>
          <p:spPr bwMode="gray">
            <a:xfrm>
              <a:off x="3973224" y="2415815"/>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algn="ctr">
                <a:buFont typeface="Wingdings 2" pitchFamily="18" charset="2"/>
                <a:buNone/>
              </a:pPr>
              <a:endParaRPr lang="en-US" sz="1300" b="1">
                <a:solidFill>
                  <a:schemeClr val="bg1"/>
                </a:solidFill>
              </a:endParaRPr>
            </a:p>
          </p:txBody>
        </p:sp>
        <p:sp>
          <p:nvSpPr>
            <p:cNvPr id="211" name="Oval 210">
              <a:extLst>
                <a:ext uri="{FF2B5EF4-FFF2-40B4-BE49-F238E27FC236}">
                  <a16:creationId xmlns:a16="http://schemas.microsoft.com/office/drawing/2014/main" id="{A72EE3C8-ABD1-453A-A4B9-A8604DC00F9E}"/>
                </a:ext>
              </a:extLst>
            </p:cNvPr>
            <p:cNvSpPr/>
            <p:nvPr/>
          </p:nvSpPr>
          <p:spPr bwMode="gray">
            <a:xfrm>
              <a:off x="4289746" y="3058122"/>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algn="ctr">
                <a:buFont typeface="Wingdings 2" pitchFamily="18" charset="2"/>
                <a:buNone/>
              </a:pPr>
              <a:endParaRPr lang="en-US" sz="1300" b="1">
                <a:solidFill>
                  <a:schemeClr val="bg1"/>
                </a:solidFill>
              </a:endParaRPr>
            </a:p>
          </p:txBody>
        </p:sp>
        <p:sp>
          <p:nvSpPr>
            <p:cNvPr id="212" name="Oval 211">
              <a:extLst>
                <a:ext uri="{FF2B5EF4-FFF2-40B4-BE49-F238E27FC236}">
                  <a16:creationId xmlns:a16="http://schemas.microsoft.com/office/drawing/2014/main" id="{F49F2C48-CEF5-45B7-A974-0C48AE060C1E}"/>
                </a:ext>
              </a:extLst>
            </p:cNvPr>
            <p:cNvSpPr/>
            <p:nvPr/>
          </p:nvSpPr>
          <p:spPr bwMode="gray">
            <a:xfrm>
              <a:off x="4354598" y="3694917"/>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algn="ctr">
                <a:buFont typeface="Wingdings 2" pitchFamily="18" charset="2"/>
                <a:buNone/>
              </a:pPr>
              <a:endParaRPr lang="en-US" sz="1300" b="1">
                <a:solidFill>
                  <a:schemeClr val="bg1"/>
                </a:solidFill>
              </a:endParaRPr>
            </a:p>
          </p:txBody>
        </p:sp>
        <p:sp>
          <p:nvSpPr>
            <p:cNvPr id="213" name="Oval 212">
              <a:extLst>
                <a:ext uri="{FF2B5EF4-FFF2-40B4-BE49-F238E27FC236}">
                  <a16:creationId xmlns:a16="http://schemas.microsoft.com/office/drawing/2014/main" id="{1E8A13D5-FB97-4E8E-A1EB-ED3EAA0C93FE}"/>
                </a:ext>
              </a:extLst>
            </p:cNvPr>
            <p:cNvSpPr/>
            <p:nvPr/>
          </p:nvSpPr>
          <p:spPr bwMode="gray">
            <a:xfrm>
              <a:off x="4263503" y="4241855"/>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algn="ctr">
                <a:buFont typeface="Wingdings 2" pitchFamily="18" charset="2"/>
                <a:buNone/>
              </a:pPr>
              <a:endParaRPr lang="en-US" sz="1300" b="1">
                <a:solidFill>
                  <a:schemeClr val="bg1"/>
                </a:solidFill>
              </a:endParaRPr>
            </a:p>
          </p:txBody>
        </p:sp>
        <p:sp>
          <p:nvSpPr>
            <p:cNvPr id="214" name="Oval 213">
              <a:extLst>
                <a:ext uri="{FF2B5EF4-FFF2-40B4-BE49-F238E27FC236}">
                  <a16:creationId xmlns:a16="http://schemas.microsoft.com/office/drawing/2014/main" id="{375B23E2-5BCE-437B-BA0D-A4E52C261EB2}"/>
                </a:ext>
              </a:extLst>
            </p:cNvPr>
            <p:cNvSpPr/>
            <p:nvPr/>
          </p:nvSpPr>
          <p:spPr bwMode="gray">
            <a:xfrm>
              <a:off x="3986624" y="4804692"/>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algn="ctr">
                <a:buFont typeface="Wingdings 2" pitchFamily="18" charset="2"/>
                <a:buNone/>
              </a:pPr>
              <a:endParaRPr lang="en-US" sz="1300" b="1">
                <a:solidFill>
                  <a:schemeClr val="bg1"/>
                </a:solidFill>
              </a:endParaRPr>
            </a:p>
          </p:txBody>
        </p:sp>
      </p:grpSp>
      <p:cxnSp>
        <p:nvCxnSpPr>
          <p:cNvPr id="215" name="Straight Connector 214">
            <a:extLst>
              <a:ext uri="{FF2B5EF4-FFF2-40B4-BE49-F238E27FC236}">
                <a16:creationId xmlns:a16="http://schemas.microsoft.com/office/drawing/2014/main" id="{6D961EF7-BB78-4A30-AD92-115825B35566}"/>
              </a:ext>
            </a:extLst>
          </p:cNvPr>
          <p:cNvCxnSpPr>
            <a:cxnSpLocks/>
          </p:cNvCxnSpPr>
          <p:nvPr/>
        </p:nvCxnSpPr>
        <p:spPr>
          <a:xfrm>
            <a:off x="2814019" y="3746445"/>
            <a:ext cx="965172" cy="0"/>
          </a:xfrm>
          <a:prstGeom prst="line">
            <a:avLst/>
          </a:prstGeom>
          <a:ln w="15875" cap="rnd">
            <a:solidFill>
              <a:schemeClr val="accent2"/>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grpSp>
        <p:nvGrpSpPr>
          <p:cNvPr id="216" name="Group 215">
            <a:extLst>
              <a:ext uri="{FF2B5EF4-FFF2-40B4-BE49-F238E27FC236}">
                <a16:creationId xmlns:a16="http://schemas.microsoft.com/office/drawing/2014/main" id="{EF600E48-D033-4A09-84DC-C0131509A413}"/>
              </a:ext>
            </a:extLst>
          </p:cNvPr>
          <p:cNvGrpSpPr/>
          <p:nvPr/>
        </p:nvGrpSpPr>
        <p:grpSpPr>
          <a:xfrm>
            <a:off x="2441643" y="4853084"/>
            <a:ext cx="1393083" cy="747346"/>
            <a:chOff x="4207049" y="5198407"/>
            <a:chExt cx="1393083" cy="747346"/>
          </a:xfrm>
        </p:grpSpPr>
        <p:cxnSp>
          <p:nvCxnSpPr>
            <p:cNvPr id="217" name="Straight Connector 216">
              <a:extLst>
                <a:ext uri="{FF2B5EF4-FFF2-40B4-BE49-F238E27FC236}">
                  <a16:creationId xmlns:a16="http://schemas.microsoft.com/office/drawing/2014/main" id="{1C7A8044-C3AD-4D3B-96EC-3B821E9D1AD7}"/>
                </a:ext>
              </a:extLst>
            </p:cNvPr>
            <p:cNvCxnSpPr>
              <a:cxnSpLocks/>
            </p:cNvCxnSpPr>
            <p:nvPr/>
          </p:nvCxnSpPr>
          <p:spPr>
            <a:xfrm>
              <a:off x="4978133" y="5945753"/>
              <a:ext cx="621999" cy="0"/>
            </a:xfrm>
            <a:prstGeom prst="line">
              <a:avLst/>
            </a:prstGeom>
            <a:ln w="15875" cap="rnd">
              <a:solidFill>
                <a:schemeClr val="accent4">
                  <a:lumMod val="60000"/>
                  <a:lumOff val="40000"/>
                </a:schemeClr>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44AE611F-7FB7-4543-B263-74D3DB20DDA6}"/>
                </a:ext>
              </a:extLst>
            </p:cNvPr>
            <p:cNvCxnSpPr>
              <a:cxnSpLocks/>
            </p:cNvCxnSpPr>
            <p:nvPr/>
          </p:nvCxnSpPr>
          <p:spPr>
            <a:xfrm flipH="1" flipV="1">
              <a:off x="4207049" y="5198407"/>
              <a:ext cx="741652" cy="747345"/>
            </a:xfrm>
            <a:prstGeom prst="line">
              <a:avLst/>
            </a:prstGeom>
            <a:ln w="15875" cap="rnd">
              <a:solidFill>
                <a:schemeClr val="accent4">
                  <a:lumMod val="60000"/>
                  <a:lumOff val="40000"/>
                </a:schemeClr>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220" name="Group 219">
            <a:extLst>
              <a:ext uri="{FF2B5EF4-FFF2-40B4-BE49-F238E27FC236}">
                <a16:creationId xmlns:a16="http://schemas.microsoft.com/office/drawing/2014/main" id="{C0EEC686-E52E-4F51-8BE8-BB17E9FE906A}"/>
              </a:ext>
            </a:extLst>
          </p:cNvPr>
          <p:cNvGrpSpPr/>
          <p:nvPr/>
        </p:nvGrpSpPr>
        <p:grpSpPr>
          <a:xfrm>
            <a:off x="2757980" y="2805883"/>
            <a:ext cx="1021211" cy="300631"/>
            <a:chOff x="4523386" y="3151206"/>
            <a:chExt cx="1021211" cy="300631"/>
          </a:xfrm>
        </p:grpSpPr>
        <p:cxnSp>
          <p:nvCxnSpPr>
            <p:cNvPr id="221" name="Straight Connector 220">
              <a:extLst>
                <a:ext uri="{FF2B5EF4-FFF2-40B4-BE49-F238E27FC236}">
                  <a16:creationId xmlns:a16="http://schemas.microsoft.com/office/drawing/2014/main" id="{3305C77B-B2A8-47D2-9760-3D4C289B712F}"/>
                </a:ext>
              </a:extLst>
            </p:cNvPr>
            <p:cNvCxnSpPr>
              <a:cxnSpLocks/>
            </p:cNvCxnSpPr>
            <p:nvPr/>
          </p:nvCxnSpPr>
          <p:spPr>
            <a:xfrm>
              <a:off x="4922598" y="3151712"/>
              <a:ext cx="621999" cy="0"/>
            </a:xfrm>
            <a:prstGeom prst="line">
              <a:avLst/>
            </a:prstGeom>
            <a:ln w="15875" cap="rnd">
              <a:solidFill>
                <a:schemeClr val="accent4"/>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0248B095-4C28-4536-B7F9-3B128686F64B}"/>
                </a:ext>
              </a:extLst>
            </p:cNvPr>
            <p:cNvCxnSpPr>
              <a:cxnSpLocks/>
            </p:cNvCxnSpPr>
            <p:nvPr/>
          </p:nvCxnSpPr>
          <p:spPr>
            <a:xfrm flipH="1">
              <a:off x="4523386" y="3151206"/>
              <a:ext cx="371734" cy="300631"/>
            </a:xfrm>
            <a:prstGeom prst="line">
              <a:avLst/>
            </a:prstGeom>
            <a:ln w="15875" cap="rnd">
              <a:solidFill>
                <a:schemeClr val="accent4"/>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223" name="Group 222">
            <a:extLst>
              <a:ext uri="{FF2B5EF4-FFF2-40B4-BE49-F238E27FC236}">
                <a16:creationId xmlns:a16="http://schemas.microsoft.com/office/drawing/2014/main" id="{BC7C90C5-4E59-46B4-A49C-AE827652D5F0}"/>
              </a:ext>
            </a:extLst>
          </p:cNvPr>
          <p:cNvGrpSpPr/>
          <p:nvPr/>
        </p:nvGrpSpPr>
        <p:grpSpPr>
          <a:xfrm>
            <a:off x="2722585" y="4289488"/>
            <a:ext cx="1056606" cy="391402"/>
            <a:chOff x="4487991" y="4634811"/>
            <a:chExt cx="1056606" cy="391402"/>
          </a:xfrm>
        </p:grpSpPr>
        <p:cxnSp>
          <p:nvCxnSpPr>
            <p:cNvPr id="224" name="Straight Connector 223">
              <a:extLst>
                <a:ext uri="{FF2B5EF4-FFF2-40B4-BE49-F238E27FC236}">
                  <a16:creationId xmlns:a16="http://schemas.microsoft.com/office/drawing/2014/main" id="{D8B81160-2574-41F3-A5E3-4CC8302998AF}"/>
                </a:ext>
              </a:extLst>
            </p:cNvPr>
            <p:cNvCxnSpPr>
              <a:cxnSpLocks/>
            </p:cNvCxnSpPr>
            <p:nvPr/>
          </p:nvCxnSpPr>
          <p:spPr>
            <a:xfrm>
              <a:off x="4922598" y="5026213"/>
              <a:ext cx="621999" cy="0"/>
            </a:xfrm>
            <a:prstGeom prst="line">
              <a:avLst/>
            </a:prstGeom>
            <a:ln w="15875" cap="rnd">
              <a:solidFill>
                <a:schemeClr val="accent3"/>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09DABC1F-4D41-4EB7-A4DC-C117FE57BFB2}"/>
                </a:ext>
              </a:extLst>
            </p:cNvPr>
            <p:cNvCxnSpPr>
              <a:cxnSpLocks/>
            </p:cNvCxnSpPr>
            <p:nvPr/>
          </p:nvCxnSpPr>
          <p:spPr>
            <a:xfrm flipH="1" flipV="1">
              <a:off x="4487991" y="4634811"/>
              <a:ext cx="419702" cy="391183"/>
            </a:xfrm>
            <a:prstGeom prst="line">
              <a:avLst/>
            </a:prstGeom>
            <a:ln w="15875" cap="rnd">
              <a:solidFill>
                <a:schemeClr val="accent3"/>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4" name="Group 3">
            <a:extLst>
              <a:ext uri="{FF2B5EF4-FFF2-40B4-BE49-F238E27FC236}">
                <a16:creationId xmlns:a16="http://schemas.microsoft.com/office/drawing/2014/main" id="{0EFB063A-9A57-4FB2-B73C-7AD4E791F4D6}"/>
              </a:ext>
            </a:extLst>
          </p:cNvPr>
          <p:cNvGrpSpPr/>
          <p:nvPr/>
        </p:nvGrpSpPr>
        <p:grpSpPr>
          <a:xfrm>
            <a:off x="393341" y="2529881"/>
            <a:ext cx="2286000" cy="2286000"/>
            <a:chOff x="380600" y="1693103"/>
            <a:chExt cx="4113462" cy="4088045"/>
          </a:xfrm>
        </p:grpSpPr>
        <p:sp>
          <p:nvSpPr>
            <p:cNvPr id="148" name="Arc 147">
              <a:extLst>
                <a:ext uri="{FF2B5EF4-FFF2-40B4-BE49-F238E27FC236}">
                  <a16:creationId xmlns:a16="http://schemas.microsoft.com/office/drawing/2014/main" id="{9030AAFA-ACEB-4A54-9A08-B4B7652A851A}"/>
                </a:ext>
              </a:extLst>
            </p:cNvPr>
            <p:cNvSpPr/>
            <p:nvPr/>
          </p:nvSpPr>
          <p:spPr>
            <a:xfrm>
              <a:off x="380600" y="1693103"/>
              <a:ext cx="4088045" cy="4088045"/>
            </a:xfrm>
            <a:prstGeom prst="arc">
              <a:avLst>
                <a:gd name="adj1" fmla="val 16812435"/>
                <a:gd name="adj2" fmla="val 4781030"/>
              </a:avLst>
            </a:prstGeom>
            <a:ln w="25400" cap="rnd">
              <a:solidFill>
                <a:schemeClr val="accent6">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00"/>
            </a:p>
          </p:txBody>
        </p:sp>
        <p:sp>
          <p:nvSpPr>
            <p:cNvPr id="149" name="Arc 148">
              <a:extLst>
                <a:ext uri="{FF2B5EF4-FFF2-40B4-BE49-F238E27FC236}">
                  <a16:creationId xmlns:a16="http://schemas.microsoft.com/office/drawing/2014/main" id="{0C94EEA9-9C98-4B91-A554-AA252EFFBB8F}"/>
                </a:ext>
              </a:extLst>
            </p:cNvPr>
            <p:cNvSpPr/>
            <p:nvPr/>
          </p:nvSpPr>
          <p:spPr>
            <a:xfrm flipH="1">
              <a:off x="406017" y="1693103"/>
              <a:ext cx="4088045" cy="4088045"/>
            </a:xfrm>
            <a:prstGeom prst="arc">
              <a:avLst>
                <a:gd name="adj1" fmla="val 16812435"/>
                <a:gd name="adj2" fmla="val 4781841"/>
              </a:avLst>
            </a:prstGeom>
            <a:ln w="25400" cap="rnd">
              <a:solidFill>
                <a:schemeClr val="accent6">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00"/>
            </a:p>
          </p:txBody>
        </p:sp>
        <p:sp>
          <p:nvSpPr>
            <p:cNvPr id="150" name="Oval 149">
              <a:extLst>
                <a:ext uri="{FF2B5EF4-FFF2-40B4-BE49-F238E27FC236}">
                  <a16:creationId xmlns:a16="http://schemas.microsoft.com/office/drawing/2014/main" id="{E6483AB2-DD13-4C35-A67B-1076C768B46B}"/>
                </a:ext>
              </a:extLst>
            </p:cNvPr>
            <p:cNvSpPr/>
            <p:nvPr/>
          </p:nvSpPr>
          <p:spPr bwMode="gray">
            <a:xfrm>
              <a:off x="618308" y="1899909"/>
              <a:ext cx="3674434" cy="3674434"/>
            </a:xfrm>
            <a:prstGeom prst="ellipse">
              <a:avLst/>
            </a:prstGeom>
            <a:noFill/>
            <a:ln w="19050" algn="ctr">
              <a:solidFill>
                <a:srgbClr val="046A38"/>
              </a:solidFill>
              <a:miter lim="800000"/>
              <a:headEnd/>
              <a:tailEnd/>
            </a:ln>
          </p:spPr>
          <p:txBody>
            <a:bodyPr wrap="square" lIns="88900" tIns="88900" rIns="88900" bIns="88900" rtlCol="0" anchor="ctr"/>
            <a:lstStyle/>
            <a:p>
              <a:pPr algn="ctr">
                <a:buFont typeface="Wingdings 2" pitchFamily="18" charset="2"/>
                <a:buNone/>
              </a:pPr>
              <a:endParaRPr lang="en-US" sz="1300" b="1">
                <a:solidFill>
                  <a:schemeClr val="bg1"/>
                </a:solidFill>
              </a:endParaRPr>
            </a:p>
          </p:txBody>
        </p:sp>
        <p:sp>
          <p:nvSpPr>
            <p:cNvPr id="151" name="Oval 150">
              <a:extLst>
                <a:ext uri="{FF2B5EF4-FFF2-40B4-BE49-F238E27FC236}">
                  <a16:creationId xmlns:a16="http://schemas.microsoft.com/office/drawing/2014/main" id="{DFBA97AC-3179-45F9-9E3B-EE4E3166898D}"/>
                </a:ext>
              </a:extLst>
            </p:cNvPr>
            <p:cNvSpPr/>
            <p:nvPr/>
          </p:nvSpPr>
          <p:spPr bwMode="gray">
            <a:xfrm>
              <a:off x="785328" y="2066929"/>
              <a:ext cx="3340395" cy="3340395"/>
            </a:xfrm>
            <a:prstGeom prst="ellipse">
              <a:avLst/>
            </a:prstGeom>
            <a:noFill/>
            <a:ln w="19050" algn="ctr">
              <a:solidFill>
                <a:srgbClr val="009A44"/>
              </a:solidFill>
              <a:miter lim="800000"/>
              <a:headEnd/>
              <a:tailEnd/>
            </a:ln>
          </p:spPr>
          <p:txBody>
            <a:bodyPr wrap="square" lIns="88900" tIns="88900" rIns="88900" bIns="88900" rtlCol="0" anchor="ctr"/>
            <a:lstStyle/>
            <a:p>
              <a:pPr algn="ctr">
                <a:buFont typeface="Wingdings 2" pitchFamily="18" charset="2"/>
                <a:buNone/>
              </a:pPr>
              <a:endParaRPr lang="en-US" sz="1300" b="1">
                <a:solidFill>
                  <a:schemeClr val="bg1"/>
                </a:solidFill>
              </a:endParaRPr>
            </a:p>
          </p:txBody>
        </p:sp>
        <p:sp>
          <p:nvSpPr>
            <p:cNvPr id="152" name="Oval 151">
              <a:extLst>
                <a:ext uri="{FF2B5EF4-FFF2-40B4-BE49-F238E27FC236}">
                  <a16:creationId xmlns:a16="http://schemas.microsoft.com/office/drawing/2014/main" id="{8EB1C895-CF38-49A2-8FC8-970CDCA274F6}"/>
                </a:ext>
              </a:extLst>
            </p:cNvPr>
            <p:cNvSpPr/>
            <p:nvPr/>
          </p:nvSpPr>
          <p:spPr bwMode="gray">
            <a:xfrm>
              <a:off x="937164" y="2218765"/>
              <a:ext cx="3036722" cy="3036722"/>
            </a:xfrm>
            <a:prstGeom prst="ellipse">
              <a:avLst/>
            </a:prstGeom>
            <a:noFill/>
            <a:ln w="19050" algn="ctr">
              <a:solidFill>
                <a:srgbClr val="009A44"/>
              </a:solidFill>
              <a:miter lim="800000"/>
              <a:headEnd/>
              <a:tailEnd/>
            </a:ln>
          </p:spPr>
          <p:txBody>
            <a:bodyPr wrap="square" lIns="88900" tIns="88900" rIns="88900" bIns="88900" rtlCol="0" anchor="ctr"/>
            <a:lstStyle/>
            <a:p>
              <a:pPr algn="ctr">
                <a:buFont typeface="Wingdings 2" pitchFamily="18" charset="2"/>
                <a:buNone/>
              </a:pPr>
              <a:endParaRPr lang="en-US" sz="1300" b="1">
                <a:solidFill>
                  <a:schemeClr val="bg1"/>
                </a:solidFill>
              </a:endParaRPr>
            </a:p>
          </p:txBody>
        </p:sp>
        <p:sp>
          <p:nvSpPr>
            <p:cNvPr id="153" name="Oval 152">
              <a:extLst>
                <a:ext uri="{FF2B5EF4-FFF2-40B4-BE49-F238E27FC236}">
                  <a16:creationId xmlns:a16="http://schemas.microsoft.com/office/drawing/2014/main" id="{A0D73A2E-4EA5-4CB9-8C5B-3037EA65E517}"/>
                </a:ext>
              </a:extLst>
            </p:cNvPr>
            <p:cNvSpPr/>
            <p:nvPr/>
          </p:nvSpPr>
          <p:spPr bwMode="gray">
            <a:xfrm>
              <a:off x="1075197" y="2356798"/>
              <a:ext cx="2760657" cy="2760657"/>
            </a:xfrm>
            <a:prstGeom prst="ellipse">
              <a:avLst/>
            </a:prstGeom>
            <a:noFill/>
            <a:ln w="19050" algn="ctr">
              <a:solidFill>
                <a:srgbClr val="43B02A"/>
              </a:solidFill>
              <a:miter lim="800000"/>
              <a:headEnd/>
              <a:tailEnd/>
            </a:ln>
          </p:spPr>
          <p:txBody>
            <a:bodyPr wrap="square" lIns="88900" tIns="88900" rIns="88900" bIns="88900" rtlCol="0" anchor="ctr"/>
            <a:lstStyle/>
            <a:p>
              <a:pPr algn="ctr">
                <a:buFont typeface="Wingdings 2" pitchFamily="18" charset="2"/>
                <a:buNone/>
              </a:pPr>
              <a:endParaRPr lang="en-US" sz="1300" b="1">
                <a:solidFill>
                  <a:schemeClr val="bg1"/>
                </a:solidFill>
              </a:endParaRPr>
            </a:p>
          </p:txBody>
        </p:sp>
      </p:grpSp>
      <p:grpSp>
        <p:nvGrpSpPr>
          <p:cNvPr id="120" name="Graphic 4">
            <a:extLst>
              <a:ext uri="{FF2B5EF4-FFF2-40B4-BE49-F238E27FC236}">
                <a16:creationId xmlns:a16="http://schemas.microsoft.com/office/drawing/2014/main" id="{C4DAC4BE-E237-4AF8-9FC0-918EA2AB9918}"/>
              </a:ext>
            </a:extLst>
          </p:cNvPr>
          <p:cNvGrpSpPr/>
          <p:nvPr/>
        </p:nvGrpSpPr>
        <p:grpSpPr>
          <a:xfrm>
            <a:off x="3959409" y="3392598"/>
            <a:ext cx="548640" cy="548640"/>
            <a:chOff x="5099808" y="2855717"/>
            <a:chExt cx="362309" cy="361971"/>
          </a:xfrm>
          <a:solidFill>
            <a:schemeClr val="accent2"/>
          </a:solidFill>
        </p:grpSpPr>
        <p:sp>
          <p:nvSpPr>
            <p:cNvPr id="121" name="Graphic 4">
              <a:extLst>
                <a:ext uri="{FF2B5EF4-FFF2-40B4-BE49-F238E27FC236}">
                  <a16:creationId xmlns:a16="http://schemas.microsoft.com/office/drawing/2014/main" id="{F67C0DFC-05B1-4D54-8961-9ECC95456C10}"/>
                </a:ext>
              </a:extLst>
            </p:cNvPr>
            <p:cNvSpPr/>
            <p:nvPr/>
          </p:nvSpPr>
          <p:spPr>
            <a:xfrm>
              <a:off x="5218022" y="2992973"/>
              <a:ext cx="117574" cy="74692"/>
            </a:xfrm>
            <a:custGeom>
              <a:avLst/>
              <a:gdLst>
                <a:gd name="connsiteX0" fmla="*/ 98405 w 117574"/>
                <a:gd name="connsiteY0" fmla="*/ 74692 h 74692"/>
                <a:gd name="connsiteX1" fmla="*/ 117575 w 117574"/>
                <a:gd name="connsiteY1" fmla="*/ 0 h 74692"/>
                <a:gd name="connsiteX2" fmla="*/ 0 w 117574"/>
                <a:gd name="connsiteY2" fmla="*/ 8938 h 74692"/>
                <a:gd name="connsiteX3" fmla="*/ 14697 w 117574"/>
                <a:gd name="connsiteY3" fmla="*/ 58094 h 74692"/>
              </a:gdLst>
              <a:ahLst/>
              <a:cxnLst>
                <a:cxn ang="0">
                  <a:pos x="connsiteX0" y="connsiteY0"/>
                </a:cxn>
                <a:cxn ang="0">
                  <a:pos x="connsiteX1" y="connsiteY1"/>
                </a:cxn>
                <a:cxn ang="0">
                  <a:pos x="connsiteX2" y="connsiteY2"/>
                </a:cxn>
                <a:cxn ang="0">
                  <a:pos x="connsiteX3" y="connsiteY3"/>
                </a:cxn>
              </a:cxnLst>
              <a:rect l="l" t="t" r="r" b="b"/>
              <a:pathLst>
                <a:path w="117574" h="74692">
                  <a:moveTo>
                    <a:pt x="98405" y="74692"/>
                  </a:moveTo>
                  <a:lnTo>
                    <a:pt x="117575" y="0"/>
                  </a:lnTo>
                  <a:lnTo>
                    <a:pt x="0" y="8938"/>
                  </a:lnTo>
                  <a:lnTo>
                    <a:pt x="14697" y="58094"/>
                  </a:lnTo>
                  <a:close/>
                </a:path>
              </a:pathLst>
            </a:custGeom>
            <a:grpFill/>
            <a:ln w="6390" cap="flat">
              <a:noFill/>
              <a:prstDash val="solid"/>
              <a:miter/>
            </a:ln>
          </p:spPr>
          <p:txBody>
            <a:bodyPr rtlCol="0" anchor="ctr"/>
            <a:lstStyle/>
            <a:p>
              <a:endParaRPr lang="en-US"/>
            </a:p>
          </p:txBody>
        </p:sp>
        <p:sp>
          <p:nvSpPr>
            <p:cNvPr id="122" name="Graphic 4">
              <a:extLst>
                <a:ext uri="{FF2B5EF4-FFF2-40B4-BE49-F238E27FC236}">
                  <a16:creationId xmlns:a16="http://schemas.microsoft.com/office/drawing/2014/main" id="{5B54A637-F000-4238-98F2-FA1C3E44C88E}"/>
                </a:ext>
              </a:extLst>
            </p:cNvPr>
            <p:cNvSpPr/>
            <p:nvPr/>
          </p:nvSpPr>
          <p:spPr>
            <a:xfrm>
              <a:off x="5234636" y="3064474"/>
              <a:ext cx="20447" cy="35750"/>
            </a:xfrm>
            <a:custGeom>
              <a:avLst/>
              <a:gdLst>
                <a:gd name="connsiteX0" fmla="*/ 3195 w 20447"/>
                <a:gd name="connsiteY0" fmla="*/ 35750 h 35750"/>
                <a:gd name="connsiteX1" fmla="*/ 20448 w 20447"/>
                <a:gd name="connsiteY1" fmla="*/ 3830 h 35750"/>
                <a:gd name="connsiteX2" fmla="*/ 0 w 20447"/>
                <a:gd name="connsiteY2" fmla="*/ 0 h 35750"/>
                <a:gd name="connsiteX3" fmla="*/ 3195 w 20447"/>
                <a:gd name="connsiteY3" fmla="*/ 35750 h 35750"/>
              </a:gdLst>
              <a:ahLst/>
              <a:cxnLst>
                <a:cxn ang="0">
                  <a:pos x="connsiteX0" y="connsiteY0"/>
                </a:cxn>
                <a:cxn ang="0">
                  <a:pos x="connsiteX1" y="connsiteY1"/>
                </a:cxn>
                <a:cxn ang="0">
                  <a:pos x="connsiteX2" y="connsiteY2"/>
                </a:cxn>
                <a:cxn ang="0">
                  <a:pos x="connsiteX3" y="connsiteY3"/>
                </a:cxn>
              </a:cxnLst>
              <a:rect l="l" t="t" r="r" b="b"/>
              <a:pathLst>
                <a:path w="20447" h="35750">
                  <a:moveTo>
                    <a:pt x="3195" y="35750"/>
                  </a:moveTo>
                  <a:cubicBezTo>
                    <a:pt x="10863" y="26174"/>
                    <a:pt x="16614" y="15322"/>
                    <a:pt x="20448" y="3830"/>
                  </a:cubicBezTo>
                  <a:lnTo>
                    <a:pt x="0" y="0"/>
                  </a:lnTo>
                  <a:cubicBezTo>
                    <a:pt x="0" y="12130"/>
                    <a:pt x="639" y="24259"/>
                    <a:pt x="3195" y="35750"/>
                  </a:cubicBezTo>
                  <a:close/>
                </a:path>
              </a:pathLst>
            </a:custGeom>
            <a:grpFill/>
            <a:ln w="6390" cap="flat">
              <a:noFill/>
              <a:prstDash val="solid"/>
              <a:miter/>
            </a:ln>
          </p:spPr>
          <p:txBody>
            <a:bodyPr rtlCol="0" anchor="ctr"/>
            <a:lstStyle/>
            <a:p>
              <a:endParaRPr lang="en-US"/>
            </a:p>
          </p:txBody>
        </p:sp>
        <p:sp>
          <p:nvSpPr>
            <p:cNvPr id="124" name="Graphic 4">
              <a:extLst>
                <a:ext uri="{FF2B5EF4-FFF2-40B4-BE49-F238E27FC236}">
                  <a16:creationId xmlns:a16="http://schemas.microsoft.com/office/drawing/2014/main" id="{28238BD4-BB78-4295-ADCD-028DDDBB69FF}"/>
                </a:ext>
              </a:extLst>
            </p:cNvPr>
            <p:cNvSpPr/>
            <p:nvPr/>
          </p:nvSpPr>
          <p:spPr>
            <a:xfrm>
              <a:off x="5242304" y="2971421"/>
              <a:ext cx="67733" cy="15806"/>
            </a:xfrm>
            <a:custGeom>
              <a:avLst/>
              <a:gdLst>
                <a:gd name="connsiteX0" fmla="*/ 28115 w 67733"/>
                <a:gd name="connsiteY0" fmla="*/ 485 h 15806"/>
                <a:gd name="connsiteX1" fmla="*/ 0 w 67733"/>
                <a:gd name="connsiteY1" fmla="*/ 15806 h 15806"/>
                <a:gd name="connsiteX2" fmla="*/ 67733 w 67733"/>
                <a:gd name="connsiteY2" fmla="*/ 10699 h 15806"/>
                <a:gd name="connsiteX3" fmla="*/ 28115 w 67733"/>
                <a:gd name="connsiteY3" fmla="*/ 485 h 15806"/>
              </a:gdLst>
              <a:ahLst/>
              <a:cxnLst>
                <a:cxn ang="0">
                  <a:pos x="connsiteX0" y="connsiteY0"/>
                </a:cxn>
                <a:cxn ang="0">
                  <a:pos x="connsiteX1" y="connsiteY1"/>
                </a:cxn>
                <a:cxn ang="0">
                  <a:pos x="connsiteX2" y="connsiteY2"/>
                </a:cxn>
                <a:cxn ang="0">
                  <a:pos x="connsiteX3" y="connsiteY3"/>
                </a:cxn>
              </a:cxnLst>
              <a:rect l="l" t="t" r="r" b="b"/>
              <a:pathLst>
                <a:path w="67733" h="15806">
                  <a:moveTo>
                    <a:pt x="28115" y="485"/>
                  </a:moveTo>
                  <a:cubicBezTo>
                    <a:pt x="17253" y="2400"/>
                    <a:pt x="7668" y="8146"/>
                    <a:pt x="0" y="15806"/>
                  </a:cubicBezTo>
                  <a:lnTo>
                    <a:pt x="67733" y="10699"/>
                  </a:lnTo>
                  <a:cubicBezTo>
                    <a:pt x="56870" y="2400"/>
                    <a:pt x="42812" y="-1430"/>
                    <a:pt x="28115" y="485"/>
                  </a:cubicBezTo>
                  <a:close/>
                </a:path>
              </a:pathLst>
            </a:custGeom>
            <a:grpFill/>
            <a:ln w="6390" cap="flat">
              <a:noFill/>
              <a:prstDash val="solid"/>
              <a:miter/>
            </a:ln>
          </p:spPr>
          <p:txBody>
            <a:bodyPr rtlCol="0" anchor="ctr"/>
            <a:lstStyle/>
            <a:p>
              <a:endParaRPr lang="en-US"/>
            </a:p>
          </p:txBody>
        </p:sp>
        <p:sp>
          <p:nvSpPr>
            <p:cNvPr id="125" name="Graphic 4">
              <a:extLst>
                <a:ext uri="{FF2B5EF4-FFF2-40B4-BE49-F238E27FC236}">
                  <a16:creationId xmlns:a16="http://schemas.microsoft.com/office/drawing/2014/main" id="{C993A1ED-F119-46C5-996D-930E2915D203}"/>
                </a:ext>
              </a:extLst>
            </p:cNvPr>
            <p:cNvSpPr/>
            <p:nvPr/>
          </p:nvSpPr>
          <p:spPr>
            <a:xfrm>
              <a:off x="5361796" y="3074050"/>
              <a:ext cx="20447" cy="20428"/>
            </a:xfrm>
            <a:custGeom>
              <a:avLst/>
              <a:gdLst>
                <a:gd name="connsiteX0" fmla="*/ 10224 w 20447"/>
                <a:gd name="connsiteY0" fmla="*/ 0 h 20428"/>
                <a:gd name="connsiteX1" fmla="*/ 0 w 20447"/>
                <a:gd name="connsiteY1" fmla="*/ 10214 h 20428"/>
                <a:gd name="connsiteX2" fmla="*/ 10224 w 20447"/>
                <a:gd name="connsiteY2" fmla="*/ 20429 h 20428"/>
                <a:gd name="connsiteX3" fmla="*/ 20448 w 20447"/>
                <a:gd name="connsiteY3" fmla="*/ 10214 h 20428"/>
                <a:gd name="connsiteX4" fmla="*/ 10224 w 20447"/>
                <a:gd name="connsiteY4" fmla="*/ 0 h 20428"/>
                <a:gd name="connsiteX5" fmla="*/ 10224 w 20447"/>
                <a:gd name="connsiteY5" fmla="*/ 0 h 20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447" h="20428">
                  <a:moveTo>
                    <a:pt x="10224" y="0"/>
                  </a:moveTo>
                  <a:cubicBezTo>
                    <a:pt x="4473" y="0"/>
                    <a:pt x="0" y="4469"/>
                    <a:pt x="0" y="10214"/>
                  </a:cubicBezTo>
                  <a:cubicBezTo>
                    <a:pt x="0" y="15960"/>
                    <a:pt x="4473" y="20429"/>
                    <a:pt x="10224" y="20429"/>
                  </a:cubicBezTo>
                  <a:cubicBezTo>
                    <a:pt x="15975" y="20429"/>
                    <a:pt x="20448" y="15960"/>
                    <a:pt x="20448" y="10214"/>
                  </a:cubicBezTo>
                  <a:cubicBezTo>
                    <a:pt x="20448" y="4469"/>
                    <a:pt x="15975" y="0"/>
                    <a:pt x="10224" y="0"/>
                  </a:cubicBezTo>
                  <a:lnTo>
                    <a:pt x="10224" y="0"/>
                  </a:lnTo>
                  <a:close/>
                </a:path>
              </a:pathLst>
            </a:custGeom>
            <a:grpFill/>
            <a:ln w="6390" cap="flat">
              <a:noFill/>
              <a:prstDash val="solid"/>
              <a:miter/>
            </a:ln>
          </p:spPr>
          <p:txBody>
            <a:bodyPr rtlCol="0" anchor="ctr"/>
            <a:lstStyle/>
            <a:p>
              <a:endParaRPr lang="en-US"/>
            </a:p>
          </p:txBody>
        </p:sp>
        <p:sp>
          <p:nvSpPr>
            <p:cNvPr id="126" name="Graphic 4">
              <a:extLst>
                <a:ext uri="{FF2B5EF4-FFF2-40B4-BE49-F238E27FC236}">
                  <a16:creationId xmlns:a16="http://schemas.microsoft.com/office/drawing/2014/main" id="{041C6801-006D-4D99-8926-77D07B752F09}"/>
                </a:ext>
              </a:extLst>
            </p:cNvPr>
            <p:cNvSpPr/>
            <p:nvPr/>
          </p:nvSpPr>
          <p:spPr>
            <a:xfrm>
              <a:off x="5099808" y="2855717"/>
              <a:ext cx="362309" cy="361971"/>
            </a:xfrm>
            <a:custGeom>
              <a:avLst/>
              <a:gdLst>
                <a:gd name="connsiteX0" fmla="*/ 180836 w 362309"/>
                <a:gd name="connsiteY0" fmla="*/ 0 h 361971"/>
                <a:gd name="connsiteX1" fmla="*/ 0 w 362309"/>
                <a:gd name="connsiteY1" fmla="*/ 181305 h 361971"/>
                <a:gd name="connsiteX2" fmla="*/ 181474 w 362309"/>
                <a:gd name="connsiteY2" fmla="*/ 361972 h 361971"/>
                <a:gd name="connsiteX3" fmla="*/ 362310 w 362309"/>
                <a:gd name="connsiteY3" fmla="*/ 180667 h 361971"/>
                <a:gd name="connsiteX4" fmla="*/ 362310 w 362309"/>
                <a:gd name="connsiteY4" fmla="*/ 180667 h 361971"/>
                <a:gd name="connsiteX5" fmla="*/ 180836 w 362309"/>
                <a:gd name="connsiteY5" fmla="*/ 0 h 361971"/>
                <a:gd name="connsiteX6" fmla="*/ 180836 w 362309"/>
                <a:gd name="connsiteY6" fmla="*/ 0 h 361971"/>
                <a:gd name="connsiteX7" fmla="*/ 272212 w 362309"/>
                <a:gd name="connsiteY7" fmla="*/ 251529 h 361971"/>
                <a:gd name="connsiteX8" fmla="*/ 249847 w 362309"/>
                <a:gd name="connsiteY8" fmla="*/ 231100 h 361971"/>
                <a:gd name="connsiteX9" fmla="*/ 230677 w 362309"/>
                <a:gd name="connsiteY9" fmla="*/ 227270 h 361971"/>
                <a:gd name="connsiteX10" fmla="*/ 168056 w 362309"/>
                <a:gd name="connsiteY10" fmla="*/ 215140 h 361971"/>
                <a:gd name="connsiteX11" fmla="*/ 138662 w 362309"/>
                <a:gd name="connsiteY11" fmla="*/ 258551 h 361971"/>
                <a:gd name="connsiteX12" fmla="*/ 136745 w 362309"/>
                <a:gd name="connsiteY12" fmla="*/ 258551 h 361971"/>
                <a:gd name="connsiteX13" fmla="*/ 129077 w 362309"/>
                <a:gd name="connsiteY13" fmla="*/ 254721 h 361971"/>
                <a:gd name="connsiteX14" fmla="*/ 122048 w 362309"/>
                <a:gd name="connsiteY14" fmla="*/ 204287 h 361971"/>
                <a:gd name="connsiteX15" fmla="*/ 122048 w 362309"/>
                <a:gd name="connsiteY15" fmla="*/ 204287 h 361971"/>
                <a:gd name="connsiteX16" fmla="*/ 121409 w 362309"/>
                <a:gd name="connsiteY16" fmla="*/ 203011 h 361971"/>
                <a:gd name="connsiteX17" fmla="*/ 100322 w 362309"/>
                <a:gd name="connsiteY17" fmla="*/ 130233 h 361971"/>
                <a:gd name="connsiteX18" fmla="*/ 72207 w 362309"/>
                <a:gd name="connsiteY18" fmla="*/ 130233 h 361971"/>
                <a:gd name="connsiteX19" fmla="*/ 65817 w 362309"/>
                <a:gd name="connsiteY19" fmla="*/ 123849 h 361971"/>
                <a:gd name="connsiteX20" fmla="*/ 72207 w 362309"/>
                <a:gd name="connsiteY20" fmla="*/ 117465 h 361971"/>
                <a:gd name="connsiteX21" fmla="*/ 104795 w 362309"/>
                <a:gd name="connsiteY21" fmla="*/ 117465 h 361971"/>
                <a:gd name="connsiteX22" fmla="*/ 111185 w 362309"/>
                <a:gd name="connsiteY22" fmla="*/ 121934 h 361971"/>
                <a:gd name="connsiteX23" fmla="*/ 114380 w 362309"/>
                <a:gd name="connsiteY23" fmla="*/ 134064 h 361971"/>
                <a:gd name="connsiteX24" fmla="*/ 124604 w 362309"/>
                <a:gd name="connsiteY24" fmla="*/ 133425 h 361971"/>
                <a:gd name="connsiteX25" fmla="*/ 168695 w 362309"/>
                <a:gd name="connsiteY25" fmla="*/ 104059 h 361971"/>
                <a:gd name="connsiteX26" fmla="*/ 230038 w 362309"/>
                <a:gd name="connsiteY26" fmla="*/ 125764 h 361971"/>
                <a:gd name="connsiteX27" fmla="*/ 243457 w 362309"/>
                <a:gd name="connsiteY27" fmla="*/ 124488 h 361971"/>
                <a:gd name="connsiteX28" fmla="*/ 248569 w 362309"/>
                <a:gd name="connsiteY28" fmla="*/ 127041 h 361971"/>
                <a:gd name="connsiteX29" fmla="*/ 249847 w 362309"/>
                <a:gd name="connsiteY29" fmla="*/ 132787 h 361971"/>
                <a:gd name="connsiteX30" fmla="*/ 228760 w 362309"/>
                <a:gd name="connsiteY30" fmla="*/ 215140 h 361971"/>
                <a:gd name="connsiteX31" fmla="*/ 251125 w 362309"/>
                <a:gd name="connsiteY31" fmla="*/ 219609 h 361971"/>
                <a:gd name="connsiteX32" fmla="*/ 281796 w 362309"/>
                <a:gd name="connsiteY32" fmla="*/ 209395 h 361971"/>
                <a:gd name="connsiteX33" fmla="*/ 292020 w 362309"/>
                <a:gd name="connsiteY33" fmla="*/ 240038 h 361971"/>
                <a:gd name="connsiteX34" fmla="*/ 272212 w 362309"/>
                <a:gd name="connsiteY34" fmla="*/ 251529 h 361971"/>
                <a:gd name="connsiteX35" fmla="*/ 272212 w 362309"/>
                <a:gd name="connsiteY35" fmla="*/ 251529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62309" h="361971">
                  <a:moveTo>
                    <a:pt x="180836" y="0"/>
                  </a:moveTo>
                  <a:cubicBezTo>
                    <a:pt x="80513" y="0"/>
                    <a:pt x="0" y="81076"/>
                    <a:pt x="0" y="181305"/>
                  </a:cubicBezTo>
                  <a:cubicBezTo>
                    <a:pt x="0" y="281533"/>
                    <a:pt x="81152" y="361972"/>
                    <a:pt x="181474" y="361972"/>
                  </a:cubicBezTo>
                  <a:cubicBezTo>
                    <a:pt x="281796" y="361972"/>
                    <a:pt x="362310" y="280895"/>
                    <a:pt x="362310" y="180667"/>
                  </a:cubicBezTo>
                  <a:cubicBezTo>
                    <a:pt x="362310" y="180667"/>
                    <a:pt x="362310" y="180667"/>
                    <a:pt x="362310" y="180667"/>
                  </a:cubicBezTo>
                  <a:cubicBezTo>
                    <a:pt x="361671" y="80438"/>
                    <a:pt x="280518" y="0"/>
                    <a:pt x="180836" y="0"/>
                  </a:cubicBezTo>
                  <a:cubicBezTo>
                    <a:pt x="180836" y="0"/>
                    <a:pt x="180836" y="0"/>
                    <a:pt x="180836" y="0"/>
                  </a:cubicBezTo>
                  <a:close/>
                  <a:moveTo>
                    <a:pt x="272212" y="251529"/>
                  </a:moveTo>
                  <a:cubicBezTo>
                    <a:pt x="260710" y="251529"/>
                    <a:pt x="250486" y="242591"/>
                    <a:pt x="249847" y="231100"/>
                  </a:cubicBezTo>
                  <a:lnTo>
                    <a:pt x="230677" y="227270"/>
                  </a:lnTo>
                  <a:lnTo>
                    <a:pt x="168056" y="215140"/>
                  </a:lnTo>
                  <a:cubicBezTo>
                    <a:pt x="162305" y="230462"/>
                    <a:pt x="150164" y="255998"/>
                    <a:pt x="138662" y="258551"/>
                  </a:cubicBezTo>
                  <a:lnTo>
                    <a:pt x="136745" y="258551"/>
                  </a:lnTo>
                  <a:cubicBezTo>
                    <a:pt x="133550" y="258551"/>
                    <a:pt x="130994" y="257274"/>
                    <a:pt x="129077" y="254721"/>
                  </a:cubicBezTo>
                  <a:cubicBezTo>
                    <a:pt x="122048" y="246422"/>
                    <a:pt x="121409" y="216417"/>
                    <a:pt x="122048" y="204287"/>
                  </a:cubicBezTo>
                  <a:lnTo>
                    <a:pt x="122048" y="204287"/>
                  </a:lnTo>
                  <a:cubicBezTo>
                    <a:pt x="122048" y="203649"/>
                    <a:pt x="121409" y="203011"/>
                    <a:pt x="121409" y="203011"/>
                  </a:cubicBezTo>
                  <a:lnTo>
                    <a:pt x="100322" y="130233"/>
                  </a:lnTo>
                  <a:lnTo>
                    <a:pt x="72207" y="130233"/>
                  </a:lnTo>
                  <a:cubicBezTo>
                    <a:pt x="68372" y="130233"/>
                    <a:pt x="65817" y="127680"/>
                    <a:pt x="65817" y="123849"/>
                  </a:cubicBezTo>
                  <a:cubicBezTo>
                    <a:pt x="65817" y="120019"/>
                    <a:pt x="68372" y="117465"/>
                    <a:pt x="72207" y="117465"/>
                  </a:cubicBezTo>
                  <a:lnTo>
                    <a:pt x="104795" y="117465"/>
                  </a:lnTo>
                  <a:cubicBezTo>
                    <a:pt x="107990" y="117465"/>
                    <a:pt x="110546" y="119380"/>
                    <a:pt x="111185" y="121934"/>
                  </a:cubicBezTo>
                  <a:lnTo>
                    <a:pt x="114380" y="134064"/>
                  </a:lnTo>
                  <a:lnTo>
                    <a:pt x="124604" y="133425"/>
                  </a:lnTo>
                  <a:cubicBezTo>
                    <a:pt x="134828" y="118104"/>
                    <a:pt x="150803" y="107889"/>
                    <a:pt x="168695" y="104059"/>
                  </a:cubicBezTo>
                  <a:cubicBezTo>
                    <a:pt x="188503" y="100867"/>
                    <a:pt x="208951" y="107889"/>
                    <a:pt x="230038" y="125764"/>
                  </a:cubicBezTo>
                  <a:lnTo>
                    <a:pt x="243457" y="124488"/>
                  </a:lnTo>
                  <a:cubicBezTo>
                    <a:pt x="245374" y="124488"/>
                    <a:pt x="247291" y="125126"/>
                    <a:pt x="248569" y="127041"/>
                  </a:cubicBezTo>
                  <a:cubicBezTo>
                    <a:pt x="249847" y="128318"/>
                    <a:pt x="250486" y="130872"/>
                    <a:pt x="249847" y="132787"/>
                  </a:cubicBezTo>
                  <a:lnTo>
                    <a:pt x="228760" y="215140"/>
                  </a:lnTo>
                  <a:lnTo>
                    <a:pt x="251125" y="219609"/>
                  </a:lnTo>
                  <a:cubicBezTo>
                    <a:pt x="256876" y="208118"/>
                    <a:pt x="270295" y="203649"/>
                    <a:pt x="281796" y="209395"/>
                  </a:cubicBezTo>
                  <a:cubicBezTo>
                    <a:pt x="293298" y="215140"/>
                    <a:pt x="297771" y="228546"/>
                    <a:pt x="292020" y="240038"/>
                  </a:cubicBezTo>
                  <a:cubicBezTo>
                    <a:pt x="288825" y="246422"/>
                    <a:pt x="280518" y="251529"/>
                    <a:pt x="272212" y="251529"/>
                  </a:cubicBezTo>
                  <a:lnTo>
                    <a:pt x="272212" y="251529"/>
                  </a:lnTo>
                  <a:close/>
                </a:path>
              </a:pathLst>
            </a:custGeom>
            <a:grpFill/>
            <a:ln w="6390" cap="flat">
              <a:noFill/>
              <a:prstDash val="solid"/>
              <a:miter/>
            </a:ln>
          </p:spPr>
          <p:txBody>
            <a:bodyPr rtlCol="0" anchor="ctr"/>
            <a:lstStyle/>
            <a:p>
              <a:endParaRPr lang="en-US"/>
            </a:p>
          </p:txBody>
        </p:sp>
      </p:grpSp>
      <p:sp>
        <p:nvSpPr>
          <p:cNvPr id="91" name="Rectangle 90">
            <a:extLst>
              <a:ext uri="{FF2B5EF4-FFF2-40B4-BE49-F238E27FC236}">
                <a16:creationId xmlns:a16="http://schemas.microsoft.com/office/drawing/2014/main" id="{01472869-1965-426F-8440-1C6F5950E5BC}"/>
              </a:ext>
            </a:extLst>
          </p:cNvPr>
          <p:cNvSpPr/>
          <p:nvPr/>
        </p:nvSpPr>
        <p:spPr>
          <a:xfrm>
            <a:off x="4966881" y="1389149"/>
            <a:ext cx="4916562" cy="646331"/>
          </a:xfrm>
          <a:prstGeom prst="rect">
            <a:avLst/>
          </a:prstGeom>
        </p:spPr>
        <p:txBody>
          <a:bodyPr wrap="square" lIns="0" tIns="0" rIns="0" bIns="0" anchor="ctr">
            <a:spAutoFit/>
          </a:bodyPr>
          <a:lstStyle/>
          <a:p>
            <a:r>
              <a:rPr lang="en-US" sz="1400" b="1" dirty="0">
                <a:solidFill>
                  <a:schemeClr val="accent1"/>
                </a:solidFill>
              </a:rPr>
              <a:t>Core Businesses Loses: </a:t>
            </a:r>
            <a:r>
              <a:rPr lang="en-US" sz="1400" b="0" dirty="0">
                <a:solidFill>
                  <a:schemeClr val="tx1"/>
                </a:solidFill>
              </a:rPr>
              <a:t>Legacy losses and impact of discontinued businesses have eroded DPL’s total net worth</a:t>
            </a:r>
            <a:endParaRPr lang="en-US" sz="1400" dirty="0">
              <a:solidFill>
                <a:schemeClr val="bg1"/>
              </a:solidFill>
            </a:endParaRPr>
          </a:p>
        </p:txBody>
      </p:sp>
      <p:sp>
        <p:nvSpPr>
          <p:cNvPr id="92" name="Graphic 4">
            <a:extLst>
              <a:ext uri="{FF2B5EF4-FFF2-40B4-BE49-F238E27FC236}">
                <a16:creationId xmlns:a16="http://schemas.microsoft.com/office/drawing/2014/main" id="{3094A703-8FE4-4481-833D-F34B54B03177}"/>
              </a:ext>
            </a:extLst>
          </p:cNvPr>
          <p:cNvSpPr/>
          <p:nvPr/>
        </p:nvSpPr>
        <p:spPr>
          <a:xfrm>
            <a:off x="3958792" y="1500870"/>
            <a:ext cx="548640" cy="548640"/>
          </a:xfrm>
          <a:custGeom>
            <a:avLst/>
            <a:gdLst>
              <a:gd name="connsiteX0" fmla="*/ 180835 w 361670"/>
              <a:gd name="connsiteY0" fmla="*/ 0 h 361333"/>
              <a:gd name="connsiteX1" fmla="*/ 0 w 361670"/>
              <a:gd name="connsiteY1" fmla="*/ 180667 h 361333"/>
              <a:gd name="connsiteX2" fmla="*/ 180835 w 361670"/>
              <a:gd name="connsiteY2" fmla="*/ 361333 h 361333"/>
              <a:gd name="connsiteX3" fmla="*/ 361670 w 361670"/>
              <a:gd name="connsiteY3" fmla="*/ 180667 h 361333"/>
              <a:gd name="connsiteX4" fmla="*/ 180835 w 361670"/>
              <a:gd name="connsiteY4" fmla="*/ 0 h 361333"/>
              <a:gd name="connsiteX5" fmla="*/ 171889 w 361670"/>
              <a:gd name="connsiteY5" fmla="*/ 87461 h 361333"/>
              <a:gd name="connsiteX6" fmla="*/ 180835 w 361670"/>
              <a:gd name="connsiteY6" fmla="*/ 87461 h 361333"/>
              <a:gd name="connsiteX7" fmla="*/ 187225 w 361670"/>
              <a:gd name="connsiteY7" fmla="*/ 93845 h 361333"/>
              <a:gd name="connsiteX8" fmla="*/ 180835 w 361670"/>
              <a:gd name="connsiteY8" fmla="*/ 100229 h 361333"/>
              <a:gd name="connsiteX9" fmla="*/ 171889 w 361670"/>
              <a:gd name="connsiteY9" fmla="*/ 100229 h 361333"/>
              <a:gd name="connsiteX10" fmla="*/ 165500 w 361670"/>
              <a:gd name="connsiteY10" fmla="*/ 93845 h 361333"/>
              <a:gd name="connsiteX11" fmla="*/ 171889 w 361670"/>
              <a:gd name="connsiteY11" fmla="*/ 87461 h 361333"/>
              <a:gd name="connsiteX12" fmla="*/ 171889 w 361670"/>
              <a:gd name="connsiteY12" fmla="*/ 121934 h 361333"/>
              <a:gd name="connsiteX13" fmla="*/ 198088 w 361670"/>
              <a:gd name="connsiteY13" fmla="*/ 121934 h 361333"/>
              <a:gd name="connsiteX14" fmla="*/ 204478 w 361670"/>
              <a:gd name="connsiteY14" fmla="*/ 128318 h 361333"/>
              <a:gd name="connsiteX15" fmla="*/ 198088 w 361670"/>
              <a:gd name="connsiteY15" fmla="*/ 134702 h 361333"/>
              <a:gd name="connsiteX16" fmla="*/ 171889 w 361670"/>
              <a:gd name="connsiteY16" fmla="*/ 134702 h 361333"/>
              <a:gd name="connsiteX17" fmla="*/ 165500 w 361670"/>
              <a:gd name="connsiteY17" fmla="*/ 128318 h 361333"/>
              <a:gd name="connsiteX18" fmla="*/ 171889 w 361670"/>
              <a:gd name="connsiteY18" fmla="*/ 121934 h 361333"/>
              <a:gd name="connsiteX19" fmla="*/ 171889 w 361670"/>
              <a:gd name="connsiteY19" fmla="*/ 157046 h 361333"/>
              <a:gd name="connsiteX20" fmla="*/ 215341 w 361670"/>
              <a:gd name="connsiteY20" fmla="*/ 157046 h 361333"/>
              <a:gd name="connsiteX21" fmla="*/ 221731 w 361670"/>
              <a:gd name="connsiteY21" fmla="*/ 163430 h 361333"/>
              <a:gd name="connsiteX22" fmla="*/ 215341 w 361670"/>
              <a:gd name="connsiteY22" fmla="*/ 169814 h 361333"/>
              <a:gd name="connsiteX23" fmla="*/ 171889 w 361670"/>
              <a:gd name="connsiteY23" fmla="*/ 169814 h 361333"/>
              <a:gd name="connsiteX24" fmla="*/ 165500 w 361670"/>
              <a:gd name="connsiteY24" fmla="*/ 163430 h 361333"/>
              <a:gd name="connsiteX25" fmla="*/ 171889 w 361670"/>
              <a:gd name="connsiteY25" fmla="*/ 157046 h 361333"/>
              <a:gd name="connsiteX26" fmla="*/ 171889 w 361670"/>
              <a:gd name="connsiteY26" fmla="*/ 191519 h 361333"/>
              <a:gd name="connsiteX27" fmla="*/ 232594 w 361670"/>
              <a:gd name="connsiteY27" fmla="*/ 191519 h 361333"/>
              <a:gd name="connsiteX28" fmla="*/ 238984 w 361670"/>
              <a:gd name="connsiteY28" fmla="*/ 197903 h 361333"/>
              <a:gd name="connsiteX29" fmla="*/ 232594 w 361670"/>
              <a:gd name="connsiteY29" fmla="*/ 204287 h 361333"/>
              <a:gd name="connsiteX30" fmla="*/ 171889 w 361670"/>
              <a:gd name="connsiteY30" fmla="*/ 204287 h 361333"/>
              <a:gd name="connsiteX31" fmla="*/ 165500 w 361670"/>
              <a:gd name="connsiteY31" fmla="*/ 197903 h 361333"/>
              <a:gd name="connsiteX32" fmla="*/ 171889 w 361670"/>
              <a:gd name="connsiteY32" fmla="*/ 191519 h 361333"/>
              <a:gd name="connsiteX33" fmla="*/ 171889 w 361670"/>
              <a:gd name="connsiteY33" fmla="*/ 226631 h 361333"/>
              <a:gd name="connsiteX34" fmla="*/ 250486 w 361670"/>
              <a:gd name="connsiteY34" fmla="*/ 226631 h 361333"/>
              <a:gd name="connsiteX35" fmla="*/ 256876 w 361670"/>
              <a:gd name="connsiteY35" fmla="*/ 233015 h 361333"/>
              <a:gd name="connsiteX36" fmla="*/ 250486 w 361670"/>
              <a:gd name="connsiteY36" fmla="*/ 239399 h 361333"/>
              <a:gd name="connsiteX37" fmla="*/ 171889 w 361670"/>
              <a:gd name="connsiteY37" fmla="*/ 239399 h 361333"/>
              <a:gd name="connsiteX38" fmla="*/ 165500 w 361670"/>
              <a:gd name="connsiteY38" fmla="*/ 233015 h 361333"/>
              <a:gd name="connsiteX39" fmla="*/ 171889 w 361670"/>
              <a:gd name="connsiteY39" fmla="*/ 226631 h 361333"/>
              <a:gd name="connsiteX40" fmla="*/ 146969 w 361670"/>
              <a:gd name="connsiteY40" fmla="*/ 249614 h 361333"/>
              <a:gd name="connsiteX41" fmla="*/ 124604 w 361670"/>
              <a:gd name="connsiteY41" fmla="*/ 271958 h 361333"/>
              <a:gd name="connsiteX42" fmla="*/ 122687 w 361670"/>
              <a:gd name="connsiteY42" fmla="*/ 273234 h 361333"/>
              <a:gd name="connsiteX43" fmla="*/ 120131 w 361670"/>
              <a:gd name="connsiteY43" fmla="*/ 273873 h 361333"/>
              <a:gd name="connsiteX44" fmla="*/ 117575 w 361670"/>
              <a:gd name="connsiteY44" fmla="*/ 273234 h 361333"/>
              <a:gd name="connsiteX45" fmla="*/ 115658 w 361670"/>
              <a:gd name="connsiteY45" fmla="*/ 271958 h 361333"/>
              <a:gd name="connsiteX46" fmla="*/ 93293 w 361670"/>
              <a:gd name="connsiteY46" fmla="*/ 249614 h 361333"/>
              <a:gd name="connsiteX47" fmla="*/ 93293 w 361670"/>
              <a:gd name="connsiteY47" fmla="*/ 240676 h 361333"/>
              <a:gd name="connsiteX48" fmla="*/ 102239 w 361670"/>
              <a:gd name="connsiteY48" fmla="*/ 240676 h 361333"/>
              <a:gd name="connsiteX49" fmla="*/ 113741 w 361670"/>
              <a:gd name="connsiteY49" fmla="*/ 252167 h 361333"/>
              <a:gd name="connsiteX50" fmla="*/ 113741 w 361670"/>
              <a:gd name="connsiteY50" fmla="*/ 93845 h 361333"/>
              <a:gd name="connsiteX51" fmla="*/ 120131 w 361670"/>
              <a:gd name="connsiteY51" fmla="*/ 87461 h 361333"/>
              <a:gd name="connsiteX52" fmla="*/ 126521 w 361670"/>
              <a:gd name="connsiteY52" fmla="*/ 93845 h 361333"/>
              <a:gd name="connsiteX53" fmla="*/ 126521 w 361670"/>
              <a:gd name="connsiteY53" fmla="*/ 252167 h 361333"/>
              <a:gd name="connsiteX54" fmla="*/ 138022 w 361670"/>
              <a:gd name="connsiteY54" fmla="*/ 240676 h 361333"/>
              <a:gd name="connsiteX55" fmla="*/ 146969 w 361670"/>
              <a:gd name="connsiteY55" fmla="*/ 240676 h 361333"/>
              <a:gd name="connsiteX56" fmla="*/ 146969 w 361670"/>
              <a:gd name="connsiteY56" fmla="*/ 249614 h 361333"/>
              <a:gd name="connsiteX57" fmla="*/ 263904 w 361670"/>
              <a:gd name="connsiteY57" fmla="*/ 273873 h 361333"/>
              <a:gd name="connsiteX58" fmla="*/ 172528 w 361670"/>
              <a:gd name="connsiteY58" fmla="*/ 273873 h 361333"/>
              <a:gd name="connsiteX59" fmla="*/ 166138 w 361670"/>
              <a:gd name="connsiteY59" fmla="*/ 267489 h 361333"/>
              <a:gd name="connsiteX60" fmla="*/ 172528 w 361670"/>
              <a:gd name="connsiteY60" fmla="*/ 261105 h 361333"/>
              <a:gd name="connsiteX61" fmla="*/ 263904 w 361670"/>
              <a:gd name="connsiteY61" fmla="*/ 261105 h 361333"/>
              <a:gd name="connsiteX62" fmla="*/ 270294 w 361670"/>
              <a:gd name="connsiteY62" fmla="*/ 267489 h 361333"/>
              <a:gd name="connsiteX63" fmla="*/ 263904 w 361670"/>
              <a:gd name="connsiteY63" fmla="*/ 273873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361670" h="361333">
                <a:moveTo>
                  <a:pt x="180835" y="0"/>
                </a:moveTo>
                <a:cubicBezTo>
                  <a:pt x="80513" y="0"/>
                  <a:pt x="0" y="81077"/>
                  <a:pt x="0" y="180667"/>
                </a:cubicBezTo>
                <a:cubicBezTo>
                  <a:pt x="0" y="280895"/>
                  <a:pt x="81152" y="361333"/>
                  <a:pt x="180835" y="361333"/>
                </a:cubicBezTo>
                <a:cubicBezTo>
                  <a:pt x="280518" y="361333"/>
                  <a:pt x="361670" y="280257"/>
                  <a:pt x="361670" y="180667"/>
                </a:cubicBezTo>
                <a:cubicBezTo>
                  <a:pt x="361670" y="81077"/>
                  <a:pt x="280518" y="0"/>
                  <a:pt x="180835" y="0"/>
                </a:cubicBezTo>
                <a:close/>
                <a:moveTo>
                  <a:pt x="171889" y="87461"/>
                </a:moveTo>
                <a:lnTo>
                  <a:pt x="180835" y="87461"/>
                </a:lnTo>
                <a:cubicBezTo>
                  <a:pt x="184669" y="87461"/>
                  <a:pt x="187225" y="90014"/>
                  <a:pt x="187225" y="93845"/>
                </a:cubicBezTo>
                <a:cubicBezTo>
                  <a:pt x="187225" y="97675"/>
                  <a:pt x="184669" y="100229"/>
                  <a:pt x="180835" y="100229"/>
                </a:cubicBezTo>
                <a:lnTo>
                  <a:pt x="171889" y="100229"/>
                </a:lnTo>
                <a:cubicBezTo>
                  <a:pt x="168055" y="100229"/>
                  <a:pt x="165500" y="97675"/>
                  <a:pt x="165500" y="93845"/>
                </a:cubicBezTo>
                <a:cubicBezTo>
                  <a:pt x="165500" y="90014"/>
                  <a:pt x="168695" y="87461"/>
                  <a:pt x="171889" y="87461"/>
                </a:cubicBezTo>
                <a:close/>
                <a:moveTo>
                  <a:pt x="171889" y="121934"/>
                </a:moveTo>
                <a:lnTo>
                  <a:pt x="198088" y="121934"/>
                </a:lnTo>
                <a:cubicBezTo>
                  <a:pt x="201922" y="121934"/>
                  <a:pt x="204478" y="124488"/>
                  <a:pt x="204478" y="128318"/>
                </a:cubicBezTo>
                <a:cubicBezTo>
                  <a:pt x="204478" y="132148"/>
                  <a:pt x="201922" y="134702"/>
                  <a:pt x="198088" y="134702"/>
                </a:cubicBezTo>
                <a:lnTo>
                  <a:pt x="171889" y="134702"/>
                </a:lnTo>
                <a:cubicBezTo>
                  <a:pt x="168055" y="134702"/>
                  <a:pt x="165500" y="132148"/>
                  <a:pt x="165500" y="128318"/>
                </a:cubicBezTo>
                <a:cubicBezTo>
                  <a:pt x="165500" y="124488"/>
                  <a:pt x="168695" y="121934"/>
                  <a:pt x="171889" y="121934"/>
                </a:cubicBezTo>
                <a:close/>
                <a:moveTo>
                  <a:pt x="171889" y="157046"/>
                </a:moveTo>
                <a:lnTo>
                  <a:pt x="215341" y="157046"/>
                </a:lnTo>
                <a:cubicBezTo>
                  <a:pt x="219175" y="157046"/>
                  <a:pt x="221731" y="159600"/>
                  <a:pt x="221731" y="163430"/>
                </a:cubicBezTo>
                <a:cubicBezTo>
                  <a:pt x="221731" y="167260"/>
                  <a:pt x="219175" y="169814"/>
                  <a:pt x="215341" y="169814"/>
                </a:cubicBezTo>
                <a:lnTo>
                  <a:pt x="171889" y="169814"/>
                </a:lnTo>
                <a:cubicBezTo>
                  <a:pt x="168055" y="169814"/>
                  <a:pt x="165500" y="167260"/>
                  <a:pt x="165500" y="163430"/>
                </a:cubicBezTo>
                <a:cubicBezTo>
                  <a:pt x="165500" y="159600"/>
                  <a:pt x="168695" y="157046"/>
                  <a:pt x="171889" y="157046"/>
                </a:cubicBezTo>
                <a:close/>
                <a:moveTo>
                  <a:pt x="171889" y="191519"/>
                </a:moveTo>
                <a:lnTo>
                  <a:pt x="232594" y="191519"/>
                </a:lnTo>
                <a:cubicBezTo>
                  <a:pt x="236428" y="191519"/>
                  <a:pt x="238984" y="194073"/>
                  <a:pt x="238984" y="197903"/>
                </a:cubicBezTo>
                <a:cubicBezTo>
                  <a:pt x="238984" y="201734"/>
                  <a:pt x="236428" y="204287"/>
                  <a:pt x="232594" y="204287"/>
                </a:cubicBezTo>
                <a:lnTo>
                  <a:pt x="171889" y="204287"/>
                </a:lnTo>
                <a:cubicBezTo>
                  <a:pt x="168055" y="204287"/>
                  <a:pt x="165500" y="201734"/>
                  <a:pt x="165500" y="197903"/>
                </a:cubicBezTo>
                <a:cubicBezTo>
                  <a:pt x="165500" y="194073"/>
                  <a:pt x="168695" y="191519"/>
                  <a:pt x="171889" y="191519"/>
                </a:cubicBezTo>
                <a:close/>
                <a:moveTo>
                  <a:pt x="171889" y="226631"/>
                </a:moveTo>
                <a:lnTo>
                  <a:pt x="250486" y="226631"/>
                </a:lnTo>
                <a:cubicBezTo>
                  <a:pt x="254319" y="226631"/>
                  <a:pt x="256876" y="229185"/>
                  <a:pt x="256876" y="233015"/>
                </a:cubicBezTo>
                <a:cubicBezTo>
                  <a:pt x="256876" y="236846"/>
                  <a:pt x="254319" y="239399"/>
                  <a:pt x="250486" y="239399"/>
                </a:cubicBezTo>
                <a:lnTo>
                  <a:pt x="171889" y="239399"/>
                </a:lnTo>
                <a:cubicBezTo>
                  <a:pt x="168055" y="239399"/>
                  <a:pt x="165500" y="236846"/>
                  <a:pt x="165500" y="233015"/>
                </a:cubicBezTo>
                <a:cubicBezTo>
                  <a:pt x="165500" y="229185"/>
                  <a:pt x="168695" y="226631"/>
                  <a:pt x="171889" y="226631"/>
                </a:cubicBezTo>
                <a:close/>
                <a:moveTo>
                  <a:pt x="146969" y="249614"/>
                </a:moveTo>
                <a:lnTo>
                  <a:pt x="124604" y="271958"/>
                </a:lnTo>
                <a:cubicBezTo>
                  <a:pt x="123965" y="272596"/>
                  <a:pt x="123326" y="273234"/>
                  <a:pt x="122687" y="273234"/>
                </a:cubicBezTo>
                <a:cubicBezTo>
                  <a:pt x="122048" y="273873"/>
                  <a:pt x="120770" y="273873"/>
                  <a:pt x="120131" y="273873"/>
                </a:cubicBezTo>
                <a:cubicBezTo>
                  <a:pt x="119492" y="273873"/>
                  <a:pt x="118214" y="273873"/>
                  <a:pt x="117575" y="273234"/>
                </a:cubicBezTo>
                <a:cubicBezTo>
                  <a:pt x="116936" y="272596"/>
                  <a:pt x="116297" y="272596"/>
                  <a:pt x="115658" y="271958"/>
                </a:cubicBezTo>
                <a:lnTo>
                  <a:pt x="93293" y="249614"/>
                </a:lnTo>
                <a:cubicBezTo>
                  <a:pt x="90737" y="247060"/>
                  <a:pt x="90737" y="243230"/>
                  <a:pt x="93293" y="240676"/>
                </a:cubicBezTo>
                <a:cubicBezTo>
                  <a:pt x="95849" y="238123"/>
                  <a:pt x="99683" y="238123"/>
                  <a:pt x="102239" y="240676"/>
                </a:cubicBezTo>
                <a:lnTo>
                  <a:pt x="113741" y="252167"/>
                </a:lnTo>
                <a:lnTo>
                  <a:pt x="113741" y="93845"/>
                </a:lnTo>
                <a:cubicBezTo>
                  <a:pt x="113741" y="90014"/>
                  <a:pt x="116297" y="87461"/>
                  <a:pt x="120131" y="87461"/>
                </a:cubicBezTo>
                <a:cubicBezTo>
                  <a:pt x="123965" y="87461"/>
                  <a:pt x="126521" y="90014"/>
                  <a:pt x="126521" y="93845"/>
                </a:cubicBezTo>
                <a:lnTo>
                  <a:pt x="126521" y="252167"/>
                </a:lnTo>
                <a:lnTo>
                  <a:pt x="138022" y="240676"/>
                </a:lnTo>
                <a:cubicBezTo>
                  <a:pt x="140579" y="238123"/>
                  <a:pt x="144412" y="238123"/>
                  <a:pt x="146969" y="240676"/>
                </a:cubicBezTo>
                <a:cubicBezTo>
                  <a:pt x="149525" y="243230"/>
                  <a:pt x="149525" y="247060"/>
                  <a:pt x="146969" y="249614"/>
                </a:cubicBezTo>
                <a:close/>
                <a:moveTo>
                  <a:pt x="263904" y="273873"/>
                </a:moveTo>
                <a:lnTo>
                  <a:pt x="172528" y="273873"/>
                </a:lnTo>
                <a:cubicBezTo>
                  <a:pt x="168695" y="273873"/>
                  <a:pt x="166138" y="271319"/>
                  <a:pt x="166138" y="267489"/>
                </a:cubicBezTo>
                <a:cubicBezTo>
                  <a:pt x="166138" y="263659"/>
                  <a:pt x="168695" y="261105"/>
                  <a:pt x="172528" y="261105"/>
                </a:cubicBezTo>
                <a:lnTo>
                  <a:pt x="263904" y="261105"/>
                </a:lnTo>
                <a:cubicBezTo>
                  <a:pt x="267739" y="261105"/>
                  <a:pt x="270294" y="263659"/>
                  <a:pt x="270294" y="267489"/>
                </a:cubicBezTo>
                <a:cubicBezTo>
                  <a:pt x="270294" y="271319"/>
                  <a:pt x="267099" y="273873"/>
                  <a:pt x="263904" y="273873"/>
                </a:cubicBezTo>
                <a:close/>
              </a:path>
            </a:pathLst>
          </a:custGeom>
          <a:solidFill>
            <a:schemeClr val="accent1"/>
          </a:solidFill>
          <a:ln w="6390" cap="flat">
            <a:noFill/>
            <a:prstDash val="solid"/>
            <a:miter/>
          </a:ln>
        </p:spPr>
        <p:txBody>
          <a:bodyPr rtlCol="0" anchor="ctr"/>
          <a:lstStyle/>
          <a:p>
            <a:endParaRPr lang="en-US"/>
          </a:p>
        </p:txBody>
      </p:sp>
      <p:sp>
        <p:nvSpPr>
          <p:cNvPr id="94" name="Oval 93">
            <a:extLst>
              <a:ext uri="{FF2B5EF4-FFF2-40B4-BE49-F238E27FC236}">
                <a16:creationId xmlns:a16="http://schemas.microsoft.com/office/drawing/2014/main" id="{0BED2EEF-11B5-4665-9870-A215F00A9EF9}"/>
              </a:ext>
            </a:extLst>
          </p:cNvPr>
          <p:cNvSpPr/>
          <p:nvPr/>
        </p:nvSpPr>
        <p:spPr bwMode="gray">
          <a:xfrm>
            <a:off x="10775695" y="1496871"/>
            <a:ext cx="365760" cy="365760"/>
          </a:xfrm>
          <a:prstGeom prst="ellipse">
            <a:avLst/>
          </a:prstGeom>
          <a:solidFill>
            <a:srgbClr val="DA291C"/>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95" name="Oval 94">
            <a:extLst>
              <a:ext uri="{FF2B5EF4-FFF2-40B4-BE49-F238E27FC236}">
                <a16:creationId xmlns:a16="http://schemas.microsoft.com/office/drawing/2014/main" id="{8A549D52-C77A-48CA-953C-60E16FC44BDF}"/>
              </a:ext>
            </a:extLst>
          </p:cNvPr>
          <p:cNvSpPr/>
          <p:nvPr/>
        </p:nvSpPr>
        <p:spPr bwMode="gray">
          <a:xfrm>
            <a:off x="10775695" y="2440123"/>
            <a:ext cx="365760" cy="365760"/>
          </a:xfrm>
          <a:prstGeom prst="ellipse">
            <a:avLst/>
          </a:prstGeom>
          <a:solidFill>
            <a:srgbClr val="DA291C"/>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96" name="Oval 95">
            <a:extLst>
              <a:ext uri="{FF2B5EF4-FFF2-40B4-BE49-F238E27FC236}">
                <a16:creationId xmlns:a16="http://schemas.microsoft.com/office/drawing/2014/main" id="{6584F8A4-A139-436A-85D9-4AD44E38223F}"/>
              </a:ext>
            </a:extLst>
          </p:cNvPr>
          <p:cNvSpPr/>
          <p:nvPr/>
        </p:nvSpPr>
        <p:spPr bwMode="gray">
          <a:xfrm>
            <a:off x="10775695" y="4292495"/>
            <a:ext cx="365760" cy="365760"/>
          </a:xfrm>
          <a:prstGeom prst="ellipse">
            <a:avLst/>
          </a:prstGeom>
          <a:solidFill>
            <a:srgbClr val="DA291C"/>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97" name="Oval 96">
            <a:extLst>
              <a:ext uri="{FF2B5EF4-FFF2-40B4-BE49-F238E27FC236}">
                <a16:creationId xmlns:a16="http://schemas.microsoft.com/office/drawing/2014/main" id="{CECD2715-28A6-42E0-9310-93BA6EB9EFDB}"/>
              </a:ext>
            </a:extLst>
          </p:cNvPr>
          <p:cNvSpPr/>
          <p:nvPr/>
        </p:nvSpPr>
        <p:spPr bwMode="gray">
          <a:xfrm>
            <a:off x="10775695" y="3343251"/>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98" name="Oval 97">
            <a:extLst>
              <a:ext uri="{FF2B5EF4-FFF2-40B4-BE49-F238E27FC236}">
                <a16:creationId xmlns:a16="http://schemas.microsoft.com/office/drawing/2014/main" id="{88D6CD3A-A4D6-4453-88BF-AF79FDCAB408}"/>
              </a:ext>
            </a:extLst>
          </p:cNvPr>
          <p:cNvSpPr/>
          <p:nvPr/>
        </p:nvSpPr>
        <p:spPr bwMode="gray">
          <a:xfrm>
            <a:off x="10775695" y="5260352"/>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99" name="Graphic 4">
            <a:extLst>
              <a:ext uri="{FF2B5EF4-FFF2-40B4-BE49-F238E27FC236}">
                <a16:creationId xmlns:a16="http://schemas.microsoft.com/office/drawing/2014/main" id="{E753F73E-ECBB-4705-B712-67DCEFA32501}"/>
              </a:ext>
            </a:extLst>
          </p:cNvPr>
          <p:cNvSpPr/>
          <p:nvPr/>
        </p:nvSpPr>
        <p:spPr>
          <a:xfrm>
            <a:off x="3961672" y="2504361"/>
            <a:ext cx="548640" cy="548640"/>
          </a:xfrm>
          <a:custGeom>
            <a:avLst/>
            <a:gdLst>
              <a:gd name="connsiteX0" fmla="*/ 180835 w 361670"/>
              <a:gd name="connsiteY0" fmla="*/ 0 h 361333"/>
              <a:gd name="connsiteX1" fmla="*/ 0 w 361670"/>
              <a:gd name="connsiteY1" fmla="*/ 180667 h 361333"/>
              <a:gd name="connsiteX2" fmla="*/ 180835 w 361670"/>
              <a:gd name="connsiteY2" fmla="*/ 361333 h 361333"/>
              <a:gd name="connsiteX3" fmla="*/ 361670 w 361670"/>
              <a:gd name="connsiteY3" fmla="*/ 180667 h 361333"/>
              <a:gd name="connsiteX4" fmla="*/ 180835 w 361670"/>
              <a:gd name="connsiteY4" fmla="*/ 0 h 361333"/>
              <a:gd name="connsiteX5" fmla="*/ 279240 w 361670"/>
              <a:gd name="connsiteY5" fmla="*/ 257275 h 361333"/>
              <a:gd name="connsiteX6" fmla="*/ 81791 w 361670"/>
              <a:gd name="connsiteY6" fmla="*/ 257275 h 361333"/>
              <a:gd name="connsiteX7" fmla="*/ 75401 w 361670"/>
              <a:gd name="connsiteY7" fmla="*/ 250891 h 361333"/>
              <a:gd name="connsiteX8" fmla="*/ 75401 w 361670"/>
              <a:gd name="connsiteY8" fmla="*/ 109804 h 361333"/>
              <a:gd name="connsiteX9" fmla="*/ 81791 w 361670"/>
              <a:gd name="connsiteY9" fmla="*/ 103420 h 361333"/>
              <a:gd name="connsiteX10" fmla="*/ 88181 w 361670"/>
              <a:gd name="connsiteY10" fmla="*/ 109804 h 361333"/>
              <a:gd name="connsiteX11" fmla="*/ 88181 w 361670"/>
              <a:gd name="connsiteY11" fmla="*/ 244507 h 361333"/>
              <a:gd name="connsiteX12" fmla="*/ 279240 w 361670"/>
              <a:gd name="connsiteY12" fmla="*/ 244507 h 361333"/>
              <a:gd name="connsiteX13" fmla="*/ 285630 w 361670"/>
              <a:gd name="connsiteY13" fmla="*/ 250891 h 361333"/>
              <a:gd name="connsiteX14" fmla="*/ 279240 w 361670"/>
              <a:gd name="connsiteY14" fmla="*/ 257275 h 361333"/>
              <a:gd name="connsiteX15" fmla="*/ 283713 w 361670"/>
              <a:gd name="connsiteY15" fmla="*/ 128956 h 361333"/>
              <a:gd name="connsiteX16" fmla="*/ 206395 w 361670"/>
              <a:gd name="connsiteY16" fmla="*/ 206203 h 361333"/>
              <a:gd name="connsiteX17" fmla="*/ 201922 w 361670"/>
              <a:gd name="connsiteY17" fmla="*/ 208118 h 361333"/>
              <a:gd name="connsiteX18" fmla="*/ 197449 w 361670"/>
              <a:gd name="connsiteY18" fmla="*/ 206203 h 361333"/>
              <a:gd name="connsiteX19" fmla="*/ 159748 w 361670"/>
              <a:gd name="connsiteY19" fmla="*/ 168537 h 361333"/>
              <a:gd name="connsiteX20" fmla="*/ 115019 w 361670"/>
              <a:gd name="connsiteY20" fmla="*/ 213225 h 361333"/>
              <a:gd name="connsiteX21" fmla="*/ 110546 w 361670"/>
              <a:gd name="connsiteY21" fmla="*/ 215140 h 361333"/>
              <a:gd name="connsiteX22" fmla="*/ 106073 w 361670"/>
              <a:gd name="connsiteY22" fmla="*/ 213225 h 361333"/>
              <a:gd name="connsiteX23" fmla="*/ 106073 w 361670"/>
              <a:gd name="connsiteY23" fmla="*/ 204287 h 361333"/>
              <a:gd name="connsiteX24" fmla="*/ 155275 w 361670"/>
              <a:gd name="connsiteY24" fmla="*/ 155131 h 361333"/>
              <a:gd name="connsiteX25" fmla="*/ 159748 w 361670"/>
              <a:gd name="connsiteY25" fmla="*/ 153216 h 361333"/>
              <a:gd name="connsiteX26" fmla="*/ 164221 w 361670"/>
              <a:gd name="connsiteY26" fmla="*/ 155131 h 361333"/>
              <a:gd name="connsiteX27" fmla="*/ 201922 w 361670"/>
              <a:gd name="connsiteY27" fmla="*/ 192796 h 361333"/>
              <a:gd name="connsiteX28" fmla="*/ 274767 w 361670"/>
              <a:gd name="connsiteY28" fmla="*/ 120019 h 361333"/>
              <a:gd name="connsiteX29" fmla="*/ 283713 w 361670"/>
              <a:gd name="connsiteY29" fmla="*/ 120019 h 361333"/>
              <a:gd name="connsiteX30" fmla="*/ 283713 w 361670"/>
              <a:gd name="connsiteY30" fmla="*/ 128956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61670" h="361333">
                <a:moveTo>
                  <a:pt x="180835" y="0"/>
                </a:moveTo>
                <a:cubicBezTo>
                  <a:pt x="80513" y="0"/>
                  <a:pt x="0" y="81077"/>
                  <a:pt x="0" y="180667"/>
                </a:cubicBezTo>
                <a:cubicBezTo>
                  <a:pt x="0" y="280895"/>
                  <a:pt x="81152" y="361333"/>
                  <a:pt x="180835" y="361333"/>
                </a:cubicBezTo>
                <a:cubicBezTo>
                  <a:pt x="281157" y="361333"/>
                  <a:pt x="361670" y="280257"/>
                  <a:pt x="361670" y="180667"/>
                </a:cubicBezTo>
                <a:cubicBezTo>
                  <a:pt x="361670" y="81077"/>
                  <a:pt x="280518" y="0"/>
                  <a:pt x="180835" y="0"/>
                </a:cubicBezTo>
                <a:close/>
                <a:moveTo>
                  <a:pt x="279240" y="257275"/>
                </a:moveTo>
                <a:lnTo>
                  <a:pt x="81791" y="257275"/>
                </a:lnTo>
                <a:cubicBezTo>
                  <a:pt x="77957" y="257275"/>
                  <a:pt x="75401" y="254721"/>
                  <a:pt x="75401" y="250891"/>
                </a:cubicBezTo>
                <a:lnTo>
                  <a:pt x="75401" y="109804"/>
                </a:lnTo>
                <a:cubicBezTo>
                  <a:pt x="75401" y="105974"/>
                  <a:pt x="77957" y="103420"/>
                  <a:pt x="81791" y="103420"/>
                </a:cubicBezTo>
                <a:cubicBezTo>
                  <a:pt x="85625" y="103420"/>
                  <a:pt x="88181" y="105974"/>
                  <a:pt x="88181" y="109804"/>
                </a:cubicBezTo>
                <a:lnTo>
                  <a:pt x="88181" y="244507"/>
                </a:lnTo>
                <a:lnTo>
                  <a:pt x="279240" y="244507"/>
                </a:lnTo>
                <a:cubicBezTo>
                  <a:pt x="283074" y="244507"/>
                  <a:pt x="285630" y="247060"/>
                  <a:pt x="285630" y="250891"/>
                </a:cubicBezTo>
                <a:cubicBezTo>
                  <a:pt x="285630" y="254721"/>
                  <a:pt x="283074" y="257275"/>
                  <a:pt x="279240" y="257275"/>
                </a:cubicBezTo>
                <a:close/>
                <a:moveTo>
                  <a:pt x="283713" y="128956"/>
                </a:moveTo>
                <a:lnTo>
                  <a:pt x="206395" y="206203"/>
                </a:lnTo>
                <a:cubicBezTo>
                  <a:pt x="205117" y="207479"/>
                  <a:pt x="203839" y="208118"/>
                  <a:pt x="201922" y="208118"/>
                </a:cubicBezTo>
                <a:cubicBezTo>
                  <a:pt x="200005" y="208118"/>
                  <a:pt x="198727" y="207479"/>
                  <a:pt x="197449" y="206203"/>
                </a:cubicBezTo>
                <a:lnTo>
                  <a:pt x="159748" y="168537"/>
                </a:lnTo>
                <a:lnTo>
                  <a:pt x="115019" y="213225"/>
                </a:lnTo>
                <a:cubicBezTo>
                  <a:pt x="113741" y="214502"/>
                  <a:pt x="111824" y="215140"/>
                  <a:pt x="110546" y="215140"/>
                </a:cubicBezTo>
                <a:cubicBezTo>
                  <a:pt x="109268" y="215140"/>
                  <a:pt x="107351" y="214502"/>
                  <a:pt x="106073" y="213225"/>
                </a:cubicBezTo>
                <a:cubicBezTo>
                  <a:pt x="103517" y="210671"/>
                  <a:pt x="103517" y="206841"/>
                  <a:pt x="106073" y="204287"/>
                </a:cubicBezTo>
                <a:lnTo>
                  <a:pt x="155275" y="155131"/>
                </a:lnTo>
                <a:cubicBezTo>
                  <a:pt x="156553" y="153854"/>
                  <a:pt x="157832" y="153216"/>
                  <a:pt x="159748" y="153216"/>
                </a:cubicBezTo>
                <a:cubicBezTo>
                  <a:pt x="161665" y="153216"/>
                  <a:pt x="162943" y="153854"/>
                  <a:pt x="164221" y="155131"/>
                </a:cubicBezTo>
                <a:lnTo>
                  <a:pt x="201922" y="192796"/>
                </a:lnTo>
                <a:lnTo>
                  <a:pt x="274767" y="120019"/>
                </a:lnTo>
                <a:cubicBezTo>
                  <a:pt x="277323" y="117465"/>
                  <a:pt x="281157" y="117465"/>
                  <a:pt x="283713" y="120019"/>
                </a:cubicBezTo>
                <a:cubicBezTo>
                  <a:pt x="286269" y="122572"/>
                  <a:pt x="286269" y="126403"/>
                  <a:pt x="283713" y="128956"/>
                </a:cubicBezTo>
                <a:close/>
              </a:path>
            </a:pathLst>
          </a:custGeom>
          <a:solidFill>
            <a:schemeClr val="accent4"/>
          </a:solidFill>
          <a:ln w="6390" cap="flat">
            <a:noFill/>
            <a:prstDash val="solid"/>
            <a:miter/>
          </a:ln>
        </p:spPr>
        <p:txBody>
          <a:bodyPr rtlCol="0" anchor="ctr"/>
          <a:lstStyle/>
          <a:p>
            <a:endParaRPr lang="en-US"/>
          </a:p>
        </p:txBody>
      </p:sp>
      <p:grpSp>
        <p:nvGrpSpPr>
          <p:cNvPr id="100" name="Graphic 4">
            <a:extLst>
              <a:ext uri="{FF2B5EF4-FFF2-40B4-BE49-F238E27FC236}">
                <a16:creationId xmlns:a16="http://schemas.microsoft.com/office/drawing/2014/main" id="{AFD17BB4-3E09-45AF-9FB8-8F2E18B5F278}"/>
              </a:ext>
            </a:extLst>
          </p:cNvPr>
          <p:cNvGrpSpPr/>
          <p:nvPr/>
        </p:nvGrpSpPr>
        <p:grpSpPr>
          <a:xfrm>
            <a:off x="3958792" y="4354776"/>
            <a:ext cx="548642" cy="548638"/>
            <a:chOff x="8239823" y="3339623"/>
            <a:chExt cx="361670" cy="361333"/>
          </a:xfrm>
          <a:solidFill>
            <a:schemeClr val="accent3"/>
          </a:solidFill>
        </p:grpSpPr>
        <p:sp>
          <p:nvSpPr>
            <p:cNvPr id="101" name="Graphic 4">
              <a:extLst>
                <a:ext uri="{FF2B5EF4-FFF2-40B4-BE49-F238E27FC236}">
                  <a16:creationId xmlns:a16="http://schemas.microsoft.com/office/drawing/2014/main" id="{8391A15B-A67D-4F6F-9A50-CE1DB068083B}"/>
                </a:ext>
              </a:extLst>
            </p:cNvPr>
            <p:cNvSpPr/>
            <p:nvPr/>
          </p:nvSpPr>
          <p:spPr>
            <a:xfrm>
              <a:off x="8327365" y="3430276"/>
              <a:ext cx="118853" cy="42134"/>
            </a:xfrm>
            <a:custGeom>
              <a:avLst/>
              <a:gdLst>
                <a:gd name="connsiteX0" fmla="*/ 59427 w 118853"/>
                <a:gd name="connsiteY0" fmla="*/ 42134 h 42134"/>
                <a:gd name="connsiteX1" fmla="*/ 118853 w 118853"/>
                <a:gd name="connsiteY1" fmla="*/ 21067 h 42134"/>
                <a:gd name="connsiteX2" fmla="*/ 59427 w 118853"/>
                <a:gd name="connsiteY2" fmla="*/ 0 h 42134"/>
                <a:gd name="connsiteX3" fmla="*/ 0 w 118853"/>
                <a:gd name="connsiteY3" fmla="*/ 21067 h 42134"/>
                <a:gd name="connsiteX4" fmla="*/ 59427 w 118853"/>
                <a:gd name="connsiteY4" fmla="*/ 42134 h 421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853" h="42134">
                  <a:moveTo>
                    <a:pt x="59427" y="42134"/>
                  </a:moveTo>
                  <a:cubicBezTo>
                    <a:pt x="96489" y="42134"/>
                    <a:pt x="118853" y="30005"/>
                    <a:pt x="118853" y="21067"/>
                  </a:cubicBezTo>
                  <a:cubicBezTo>
                    <a:pt x="118853" y="12768"/>
                    <a:pt x="95849" y="0"/>
                    <a:pt x="59427" y="0"/>
                  </a:cubicBezTo>
                  <a:cubicBezTo>
                    <a:pt x="23004" y="0"/>
                    <a:pt x="0" y="12768"/>
                    <a:pt x="0" y="21067"/>
                  </a:cubicBezTo>
                  <a:cubicBezTo>
                    <a:pt x="0" y="30005"/>
                    <a:pt x="23004" y="42134"/>
                    <a:pt x="59427" y="42134"/>
                  </a:cubicBezTo>
                  <a:close/>
                </a:path>
              </a:pathLst>
            </a:custGeom>
            <a:grpFill/>
            <a:ln w="6390" cap="flat">
              <a:noFill/>
              <a:prstDash val="solid"/>
              <a:miter/>
            </a:ln>
          </p:spPr>
          <p:txBody>
            <a:bodyPr rtlCol="0" anchor="ctr"/>
            <a:lstStyle/>
            <a:p>
              <a:endParaRPr lang="en-US"/>
            </a:p>
          </p:txBody>
        </p:sp>
        <p:sp>
          <p:nvSpPr>
            <p:cNvPr id="127" name="Graphic 4">
              <a:extLst>
                <a:ext uri="{FF2B5EF4-FFF2-40B4-BE49-F238E27FC236}">
                  <a16:creationId xmlns:a16="http://schemas.microsoft.com/office/drawing/2014/main" id="{91BC2B24-A211-4F36-A08C-6F76D5F210F8}"/>
                </a:ext>
              </a:extLst>
            </p:cNvPr>
            <p:cNvSpPr/>
            <p:nvPr/>
          </p:nvSpPr>
          <p:spPr>
            <a:xfrm>
              <a:off x="8407879" y="3492201"/>
              <a:ext cx="118852" cy="118741"/>
            </a:xfrm>
            <a:custGeom>
              <a:avLst/>
              <a:gdLst>
                <a:gd name="connsiteX0" fmla="*/ 59426 w 118852"/>
                <a:gd name="connsiteY0" fmla="*/ 0 h 118741"/>
                <a:gd name="connsiteX1" fmla="*/ 0 w 118852"/>
                <a:gd name="connsiteY1" fmla="*/ 59371 h 118741"/>
                <a:gd name="connsiteX2" fmla="*/ 59426 w 118852"/>
                <a:gd name="connsiteY2" fmla="*/ 118742 h 118741"/>
                <a:gd name="connsiteX3" fmla="*/ 118853 w 118852"/>
                <a:gd name="connsiteY3" fmla="*/ 59371 h 118741"/>
                <a:gd name="connsiteX4" fmla="*/ 59426 w 118852"/>
                <a:gd name="connsiteY4" fmla="*/ 0 h 118741"/>
                <a:gd name="connsiteX5" fmla="*/ 59426 w 118852"/>
                <a:gd name="connsiteY5" fmla="*/ 52987 h 118741"/>
                <a:gd name="connsiteX6" fmla="*/ 82430 w 118852"/>
                <a:gd name="connsiteY6" fmla="*/ 75969 h 118741"/>
                <a:gd name="connsiteX7" fmla="*/ 65816 w 118852"/>
                <a:gd name="connsiteY7" fmla="*/ 97675 h 118741"/>
                <a:gd name="connsiteX8" fmla="*/ 65816 w 118852"/>
                <a:gd name="connsiteY8" fmla="*/ 103420 h 118741"/>
                <a:gd name="connsiteX9" fmla="*/ 59426 w 118852"/>
                <a:gd name="connsiteY9" fmla="*/ 109804 h 118741"/>
                <a:gd name="connsiteX10" fmla="*/ 53036 w 118852"/>
                <a:gd name="connsiteY10" fmla="*/ 103420 h 118741"/>
                <a:gd name="connsiteX11" fmla="*/ 53036 w 118852"/>
                <a:gd name="connsiteY11" fmla="*/ 97675 h 118741"/>
                <a:gd name="connsiteX12" fmla="*/ 36422 w 118852"/>
                <a:gd name="connsiteY12" fmla="*/ 75969 h 118741"/>
                <a:gd name="connsiteX13" fmla="*/ 42812 w 118852"/>
                <a:gd name="connsiteY13" fmla="*/ 69585 h 118741"/>
                <a:gd name="connsiteX14" fmla="*/ 49202 w 118852"/>
                <a:gd name="connsiteY14" fmla="*/ 75969 h 118741"/>
                <a:gd name="connsiteX15" fmla="*/ 59426 w 118852"/>
                <a:gd name="connsiteY15" fmla="*/ 86184 h 118741"/>
                <a:gd name="connsiteX16" fmla="*/ 69650 w 118852"/>
                <a:gd name="connsiteY16" fmla="*/ 75969 h 118741"/>
                <a:gd name="connsiteX17" fmla="*/ 59426 w 118852"/>
                <a:gd name="connsiteY17" fmla="*/ 65755 h 118741"/>
                <a:gd name="connsiteX18" fmla="*/ 36422 w 118852"/>
                <a:gd name="connsiteY18" fmla="*/ 42772 h 118741"/>
                <a:gd name="connsiteX19" fmla="*/ 53036 w 118852"/>
                <a:gd name="connsiteY19" fmla="*/ 21067 h 118741"/>
                <a:gd name="connsiteX20" fmla="*/ 53036 w 118852"/>
                <a:gd name="connsiteY20" fmla="*/ 15321 h 118741"/>
                <a:gd name="connsiteX21" fmla="*/ 59426 w 118852"/>
                <a:gd name="connsiteY21" fmla="*/ 8937 h 118741"/>
                <a:gd name="connsiteX22" fmla="*/ 65816 w 118852"/>
                <a:gd name="connsiteY22" fmla="*/ 15321 h 118741"/>
                <a:gd name="connsiteX23" fmla="*/ 65816 w 118852"/>
                <a:gd name="connsiteY23" fmla="*/ 21067 h 118741"/>
                <a:gd name="connsiteX24" fmla="*/ 82430 w 118852"/>
                <a:gd name="connsiteY24" fmla="*/ 42772 h 118741"/>
                <a:gd name="connsiteX25" fmla="*/ 76040 w 118852"/>
                <a:gd name="connsiteY25" fmla="*/ 49156 h 118741"/>
                <a:gd name="connsiteX26" fmla="*/ 69650 w 118852"/>
                <a:gd name="connsiteY26" fmla="*/ 42772 h 118741"/>
                <a:gd name="connsiteX27" fmla="*/ 59426 w 118852"/>
                <a:gd name="connsiteY27" fmla="*/ 32558 h 118741"/>
                <a:gd name="connsiteX28" fmla="*/ 49202 w 118852"/>
                <a:gd name="connsiteY28" fmla="*/ 42772 h 118741"/>
                <a:gd name="connsiteX29" fmla="*/ 59426 w 118852"/>
                <a:gd name="connsiteY29" fmla="*/ 52987 h 118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8852" h="118741">
                  <a:moveTo>
                    <a:pt x="59426" y="0"/>
                  </a:moveTo>
                  <a:cubicBezTo>
                    <a:pt x="26837" y="0"/>
                    <a:pt x="0" y="26812"/>
                    <a:pt x="0" y="59371"/>
                  </a:cubicBezTo>
                  <a:cubicBezTo>
                    <a:pt x="0" y="91929"/>
                    <a:pt x="26837" y="118742"/>
                    <a:pt x="59426" y="118742"/>
                  </a:cubicBezTo>
                  <a:cubicBezTo>
                    <a:pt x="92014" y="118742"/>
                    <a:pt x="118853" y="91929"/>
                    <a:pt x="118853" y="59371"/>
                  </a:cubicBezTo>
                  <a:cubicBezTo>
                    <a:pt x="118853" y="26812"/>
                    <a:pt x="92014" y="0"/>
                    <a:pt x="59426" y="0"/>
                  </a:cubicBezTo>
                  <a:close/>
                  <a:moveTo>
                    <a:pt x="59426" y="52987"/>
                  </a:moveTo>
                  <a:cubicBezTo>
                    <a:pt x="72206" y="52987"/>
                    <a:pt x="82430" y="63201"/>
                    <a:pt x="82430" y="75969"/>
                  </a:cubicBezTo>
                  <a:cubicBezTo>
                    <a:pt x="82430" y="86184"/>
                    <a:pt x="75401" y="95121"/>
                    <a:pt x="65816" y="97675"/>
                  </a:cubicBezTo>
                  <a:lnTo>
                    <a:pt x="65816" y="103420"/>
                  </a:lnTo>
                  <a:cubicBezTo>
                    <a:pt x="65816" y="107251"/>
                    <a:pt x="63260" y="109804"/>
                    <a:pt x="59426" y="109804"/>
                  </a:cubicBezTo>
                  <a:cubicBezTo>
                    <a:pt x="55592" y="109804"/>
                    <a:pt x="53036" y="107251"/>
                    <a:pt x="53036" y="103420"/>
                  </a:cubicBezTo>
                  <a:lnTo>
                    <a:pt x="53036" y="97675"/>
                  </a:lnTo>
                  <a:cubicBezTo>
                    <a:pt x="43451" y="95121"/>
                    <a:pt x="36422" y="86184"/>
                    <a:pt x="36422" y="75969"/>
                  </a:cubicBezTo>
                  <a:cubicBezTo>
                    <a:pt x="36422" y="72139"/>
                    <a:pt x="38978" y="69585"/>
                    <a:pt x="42812" y="69585"/>
                  </a:cubicBezTo>
                  <a:cubicBezTo>
                    <a:pt x="46646" y="69585"/>
                    <a:pt x="49202" y="72139"/>
                    <a:pt x="49202" y="75969"/>
                  </a:cubicBezTo>
                  <a:cubicBezTo>
                    <a:pt x="49202" y="81715"/>
                    <a:pt x="53675" y="86184"/>
                    <a:pt x="59426" y="86184"/>
                  </a:cubicBezTo>
                  <a:cubicBezTo>
                    <a:pt x="65177" y="86184"/>
                    <a:pt x="69650" y="81715"/>
                    <a:pt x="69650" y="75969"/>
                  </a:cubicBezTo>
                  <a:cubicBezTo>
                    <a:pt x="69650" y="70224"/>
                    <a:pt x="65177" y="65755"/>
                    <a:pt x="59426" y="65755"/>
                  </a:cubicBezTo>
                  <a:cubicBezTo>
                    <a:pt x="46646" y="65755"/>
                    <a:pt x="36422" y="55540"/>
                    <a:pt x="36422" y="42772"/>
                  </a:cubicBezTo>
                  <a:cubicBezTo>
                    <a:pt x="36422" y="32558"/>
                    <a:pt x="43451" y="23620"/>
                    <a:pt x="53036" y="21067"/>
                  </a:cubicBezTo>
                  <a:lnTo>
                    <a:pt x="53036" y="15321"/>
                  </a:lnTo>
                  <a:cubicBezTo>
                    <a:pt x="53036" y="11491"/>
                    <a:pt x="55592" y="8937"/>
                    <a:pt x="59426" y="8937"/>
                  </a:cubicBezTo>
                  <a:cubicBezTo>
                    <a:pt x="63260" y="8937"/>
                    <a:pt x="65816" y="11491"/>
                    <a:pt x="65816" y="15321"/>
                  </a:cubicBezTo>
                  <a:lnTo>
                    <a:pt x="65816" y="21067"/>
                  </a:lnTo>
                  <a:cubicBezTo>
                    <a:pt x="75401" y="23620"/>
                    <a:pt x="82430" y="32558"/>
                    <a:pt x="82430" y="42772"/>
                  </a:cubicBezTo>
                  <a:cubicBezTo>
                    <a:pt x="82430" y="46603"/>
                    <a:pt x="79874" y="49156"/>
                    <a:pt x="76040" y="49156"/>
                  </a:cubicBezTo>
                  <a:cubicBezTo>
                    <a:pt x="72206" y="49156"/>
                    <a:pt x="69650" y="46603"/>
                    <a:pt x="69650" y="42772"/>
                  </a:cubicBezTo>
                  <a:cubicBezTo>
                    <a:pt x="69650" y="37027"/>
                    <a:pt x="65177" y="32558"/>
                    <a:pt x="59426" y="32558"/>
                  </a:cubicBezTo>
                  <a:cubicBezTo>
                    <a:pt x="53675" y="32558"/>
                    <a:pt x="49202" y="37027"/>
                    <a:pt x="49202" y="42772"/>
                  </a:cubicBezTo>
                  <a:cubicBezTo>
                    <a:pt x="49202" y="48518"/>
                    <a:pt x="53675" y="52987"/>
                    <a:pt x="59426" y="52987"/>
                  </a:cubicBezTo>
                  <a:close/>
                </a:path>
              </a:pathLst>
            </a:custGeom>
            <a:grpFill/>
            <a:ln w="6390" cap="flat">
              <a:noFill/>
              <a:prstDash val="solid"/>
              <a:miter/>
            </a:ln>
          </p:spPr>
          <p:txBody>
            <a:bodyPr rtlCol="0" anchor="ctr"/>
            <a:lstStyle/>
            <a:p>
              <a:endParaRPr lang="en-US"/>
            </a:p>
          </p:txBody>
        </p:sp>
        <p:sp>
          <p:nvSpPr>
            <p:cNvPr id="128" name="Graphic 4">
              <a:extLst>
                <a:ext uri="{FF2B5EF4-FFF2-40B4-BE49-F238E27FC236}">
                  <a16:creationId xmlns:a16="http://schemas.microsoft.com/office/drawing/2014/main" id="{FB02BEBE-A0D6-4E94-8B10-E8D9F6F425C2}"/>
                </a:ext>
              </a:extLst>
            </p:cNvPr>
            <p:cNvSpPr/>
            <p:nvPr/>
          </p:nvSpPr>
          <p:spPr>
            <a:xfrm>
              <a:off x="8239823" y="3339623"/>
              <a:ext cx="361670" cy="361333"/>
            </a:xfrm>
            <a:custGeom>
              <a:avLst/>
              <a:gdLst>
                <a:gd name="connsiteX0" fmla="*/ 180836 w 361670"/>
                <a:gd name="connsiteY0" fmla="*/ 0 h 361333"/>
                <a:gd name="connsiteX1" fmla="*/ 0 w 361670"/>
                <a:gd name="connsiteY1" fmla="*/ 180667 h 361333"/>
                <a:gd name="connsiteX2" fmla="*/ 180836 w 361670"/>
                <a:gd name="connsiteY2" fmla="*/ 361333 h 361333"/>
                <a:gd name="connsiteX3" fmla="*/ 361670 w 361670"/>
                <a:gd name="connsiteY3" fmla="*/ 180667 h 361333"/>
                <a:gd name="connsiteX4" fmla="*/ 180836 w 361670"/>
                <a:gd name="connsiteY4" fmla="*/ 0 h 361333"/>
                <a:gd name="connsiteX5" fmla="*/ 141856 w 361670"/>
                <a:gd name="connsiteY5" fmla="*/ 187689 h 361333"/>
                <a:gd name="connsiteX6" fmla="*/ 148246 w 361670"/>
                <a:gd name="connsiteY6" fmla="*/ 194073 h 361333"/>
                <a:gd name="connsiteX7" fmla="*/ 141856 w 361670"/>
                <a:gd name="connsiteY7" fmla="*/ 200457 h 361333"/>
                <a:gd name="connsiteX8" fmla="*/ 141856 w 361670"/>
                <a:gd name="connsiteY8" fmla="*/ 200457 h 361333"/>
                <a:gd name="connsiteX9" fmla="*/ 88181 w 361670"/>
                <a:gd name="connsiteY9" fmla="*/ 186412 h 361333"/>
                <a:gd name="connsiteX10" fmla="*/ 88181 w 361670"/>
                <a:gd name="connsiteY10" fmla="*/ 194073 h 361333"/>
                <a:gd name="connsiteX11" fmla="*/ 142496 w 361670"/>
                <a:gd name="connsiteY11" fmla="*/ 215140 h 361333"/>
                <a:gd name="connsiteX12" fmla="*/ 148886 w 361670"/>
                <a:gd name="connsiteY12" fmla="*/ 221524 h 361333"/>
                <a:gd name="connsiteX13" fmla="*/ 142496 w 361670"/>
                <a:gd name="connsiteY13" fmla="*/ 227908 h 361333"/>
                <a:gd name="connsiteX14" fmla="*/ 142496 w 361670"/>
                <a:gd name="connsiteY14" fmla="*/ 227908 h 361333"/>
                <a:gd name="connsiteX15" fmla="*/ 88820 w 361670"/>
                <a:gd name="connsiteY15" fmla="*/ 213863 h 361333"/>
                <a:gd name="connsiteX16" fmla="*/ 88820 w 361670"/>
                <a:gd name="connsiteY16" fmla="*/ 221524 h 361333"/>
                <a:gd name="connsiteX17" fmla="*/ 148246 w 361670"/>
                <a:gd name="connsiteY17" fmla="*/ 242591 h 361333"/>
                <a:gd name="connsiteX18" fmla="*/ 154636 w 361670"/>
                <a:gd name="connsiteY18" fmla="*/ 248975 h 361333"/>
                <a:gd name="connsiteX19" fmla="*/ 148246 w 361670"/>
                <a:gd name="connsiteY19" fmla="*/ 255359 h 361333"/>
                <a:gd name="connsiteX20" fmla="*/ 76040 w 361670"/>
                <a:gd name="connsiteY20" fmla="*/ 221524 h 361333"/>
                <a:gd name="connsiteX21" fmla="*/ 76040 w 361670"/>
                <a:gd name="connsiteY21" fmla="*/ 111720 h 361333"/>
                <a:gd name="connsiteX22" fmla="*/ 148246 w 361670"/>
                <a:gd name="connsiteY22" fmla="*/ 77885 h 361333"/>
                <a:gd name="connsiteX23" fmla="*/ 220453 w 361670"/>
                <a:gd name="connsiteY23" fmla="*/ 111720 h 361333"/>
                <a:gd name="connsiteX24" fmla="*/ 148246 w 361670"/>
                <a:gd name="connsiteY24" fmla="*/ 145555 h 361333"/>
                <a:gd name="connsiteX25" fmla="*/ 88820 w 361670"/>
                <a:gd name="connsiteY25" fmla="*/ 131510 h 361333"/>
                <a:gd name="connsiteX26" fmla="*/ 88820 w 361670"/>
                <a:gd name="connsiteY26" fmla="*/ 139171 h 361333"/>
                <a:gd name="connsiteX27" fmla="*/ 148246 w 361670"/>
                <a:gd name="connsiteY27" fmla="*/ 160238 h 361333"/>
                <a:gd name="connsiteX28" fmla="*/ 154636 w 361670"/>
                <a:gd name="connsiteY28" fmla="*/ 166622 h 361333"/>
                <a:gd name="connsiteX29" fmla="*/ 148246 w 361670"/>
                <a:gd name="connsiteY29" fmla="*/ 173006 h 361333"/>
                <a:gd name="connsiteX30" fmla="*/ 88820 w 361670"/>
                <a:gd name="connsiteY30" fmla="*/ 158961 h 361333"/>
                <a:gd name="connsiteX31" fmla="*/ 88820 w 361670"/>
                <a:gd name="connsiteY31" fmla="*/ 166622 h 361333"/>
                <a:gd name="connsiteX32" fmla="*/ 141856 w 361670"/>
                <a:gd name="connsiteY32" fmla="*/ 187689 h 361333"/>
                <a:gd name="connsiteX33" fmla="*/ 227482 w 361670"/>
                <a:gd name="connsiteY33" fmla="*/ 284087 h 361333"/>
                <a:gd name="connsiteX34" fmla="*/ 155276 w 361670"/>
                <a:gd name="connsiteY34" fmla="*/ 211948 h 361333"/>
                <a:gd name="connsiteX35" fmla="*/ 227482 w 361670"/>
                <a:gd name="connsiteY35" fmla="*/ 139809 h 361333"/>
                <a:gd name="connsiteX36" fmla="*/ 299688 w 361670"/>
                <a:gd name="connsiteY36" fmla="*/ 211948 h 361333"/>
                <a:gd name="connsiteX37" fmla="*/ 227482 w 361670"/>
                <a:gd name="connsiteY37" fmla="*/ 284087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61670" h="361333">
                  <a:moveTo>
                    <a:pt x="180836" y="0"/>
                  </a:moveTo>
                  <a:cubicBezTo>
                    <a:pt x="80513" y="0"/>
                    <a:pt x="0" y="81077"/>
                    <a:pt x="0" y="180667"/>
                  </a:cubicBezTo>
                  <a:cubicBezTo>
                    <a:pt x="0" y="280257"/>
                    <a:pt x="81152" y="361333"/>
                    <a:pt x="180836" y="361333"/>
                  </a:cubicBezTo>
                  <a:cubicBezTo>
                    <a:pt x="281157" y="361333"/>
                    <a:pt x="361670" y="280257"/>
                    <a:pt x="361670" y="180667"/>
                  </a:cubicBezTo>
                  <a:cubicBezTo>
                    <a:pt x="361670" y="81077"/>
                    <a:pt x="281157" y="0"/>
                    <a:pt x="180836" y="0"/>
                  </a:cubicBezTo>
                  <a:close/>
                  <a:moveTo>
                    <a:pt x="141856" y="187689"/>
                  </a:moveTo>
                  <a:cubicBezTo>
                    <a:pt x="145691" y="187689"/>
                    <a:pt x="148246" y="190881"/>
                    <a:pt x="148246" y="194073"/>
                  </a:cubicBezTo>
                  <a:cubicBezTo>
                    <a:pt x="148246" y="197265"/>
                    <a:pt x="145051" y="200457"/>
                    <a:pt x="141856" y="200457"/>
                  </a:cubicBezTo>
                  <a:cubicBezTo>
                    <a:pt x="141856" y="200457"/>
                    <a:pt x="141856" y="200457"/>
                    <a:pt x="141856" y="200457"/>
                  </a:cubicBezTo>
                  <a:cubicBezTo>
                    <a:pt x="118853" y="199819"/>
                    <a:pt x="99683" y="194711"/>
                    <a:pt x="88181" y="186412"/>
                  </a:cubicBezTo>
                  <a:lnTo>
                    <a:pt x="88181" y="194073"/>
                  </a:lnTo>
                  <a:cubicBezTo>
                    <a:pt x="88181" y="201734"/>
                    <a:pt x="107351" y="213863"/>
                    <a:pt x="142496" y="215140"/>
                  </a:cubicBezTo>
                  <a:cubicBezTo>
                    <a:pt x="146330" y="215140"/>
                    <a:pt x="148886" y="218332"/>
                    <a:pt x="148886" y="221524"/>
                  </a:cubicBezTo>
                  <a:cubicBezTo>
                    <a:pt x="148886" y="224716"/>
                    <a:pt x="145691" y="227908"/>
                    <a:pt x="142496" y="227908"/>
                  </a:cubicBezTo>
                  <a:cubicBezTo>
                    <a:pt x="142496" y="227908"/>
                    <a:pt x="142496" y="227908"/>
                    <a:pt x="142496" y="227908"/>
                  </a:cubicBezTo>
                  <a:cubicBezTo>
                    <a:pt x="119492" y="227270"/>
                    <a:pt x="100322" y="222163"/>
                    <a:pt x="88820" y="213863"/>
                  </a:cubicBezTo>
                  <a:lnTo>
                    <a:pt x="88820" y="221524"/>
                  </a:lnTo>
                  <a:cubicBezTo>
                    <a:pt x="88820" y="229823"/>
                    <a:pt x="111824" y="242591"/>
                    <a:pt x="148246" y="242591"/>
                  </a:cubicBezTo>
                  <a:cubicBezTo>
                    <a:pt x="152081" y="242591"/>
                    <a:pt x="154636" y="245145"/>
                    <a:pt x="154636" y="248975"/>
                  </a:cubicBezTo>
                  <a:cubicBezTo>
                    <a:pt x="154636" y="252806"/>
                    <a:pt x="152081" y="255359"/>
                    <a:pt x="148246" y="255359"/>
                  </a:cubicBezTo>
                  <a:cubicBezTo>
                    <a:pt x="113102" y="255359"/>
                    <a:pt x="76040" y="243868"/>
                    <a:pt x="76040" y="221524"/>
                  </a:cubicBezTo>
                  <a:lnTo>
                    <a:pt x="76040" y="111720"/>
                  </a:lnTo>
                  <a:cubicBezTo>
                    <a:pt x="76040" y="90014"/>
                    <a:pt x="113102" y="77885"/>
                    <a:pt x="148246" y="77885"/>
                  </a:cubicBezTo>
                  <a:cubicBezTo>
                    <a:pt x="183391" y="77885"/>
                    <a:pt x="220453" y="90014"/>
                    <a:pt x="220453" y="111720"/>
                  </a:cubicBezTo>
                  <a:cubicBezTo>
                    <a:pt x="220453" y="133425"/>
                    <a:pt x="183391" y="145555"/>
                    <a:pt x="148246" y="145555"/>
                  </a:cubicBezTo>
                  <a:cubicBezTo>
                    <a:pt x="125881" y="145555"/>
                    <a:pt x="102878" y="140448"/>
                    <a:pt x="88820" y="131510"/>
                  </a:cubicBezTo>
                  <a:lnTo>
                    <a:pt x="88820" y="139171"/>
                  </a:lnTo>
                  <a:cubicBezTo>
                    <a:pt x="88820" y="148108"/>
                    <a:pt x="111185" y="160238"/>
                    <a:pt x="148246" y="160238"/>
                  </a:cubicBezTo>
                  <a:cubicBezTo>
                    <a:pt x="152081" y="160238"/>
                    <a:pt x="154636" y="162792"/>
                    <a:pt x="154636" y="166622"/>
                  </a:cubicBezTo>
                  <a:cubicBezTo>
                    <a:pt x="154636" y="170452"/>
                    <a:pt x="152081" y="173006"/>
                    <a:pt x="148246" y="173006"/>
                  </a:cubicBezTo>
                  <a:cubicBezTo>
                    <a:pt x="125881" y="173006"/>
                    <a:pt x="102878" y="167899"/>
                    <a:pt x="88820" y="158961"/>
                  </a:cubicBezTo>
                  <a:lnTo>
                    <a:pt x="88820" y="166622"/>
                  </a:lnTo>
                  <a:cubicBezTo>
                    <a:pt x="87542" y="174921"/>
                    <a:pt x="107351" y="186412"/>
                    <a:pt x="141856" y="187689"/>
                  </a:cubicBezTo>
                  <a:close/>
                  <a:moveTo>
                    <a:pt x="227482" y="284087"/>
                  </a:moveTo>
                  <a:cubicBezTo>
                    <a:pt x="187864" y="284087"/>
                    <a:pt x="155276" y="251529"/>
                    <a:pt x="155276" y="211948"/>
                  </a:cubicBezTo>
                  <a:cubicBezTo>
                    <a:pt x="155276" y="172368"/>
                    <a:pt x="187864" y="139809"/>
                    <a:pt x="227482" y="139809"/>
                  </a:cubicBezTo>
                  <a:cubicBezTo>
                    <a:pt x="267100" y="139809"/>
                    <a:pt x="299688" y="172368"/>
                    <a:pt x="299688" y="211948"/>
                  </a:cubicBezTo>
                  <a:cubicBezTo>
                    <a:pt x="299688" y="251529"/>
                    <a:pt x="267100" y="284087"/>
                    <a:pt x="227482" y="284087"/>
                  </a:cubicBezTo>
                  <a:close/>
                </a:path>
              </a:pathLst>
            </a:custGeom>
            <a:grpFill/>
            <a:ln w="6390" cap="flat">
              <a:noFill/>
              <a:prstDash val="solid"/>
              <a:miter/>
            </a:ln>
          </p:spPr>
          <p:txBody>
            <a:bodyPr rtlCol="0" anchor="ctr"/>
            <a:lstStyle/>
            <a:p>
              <a:endParaRPr lang="en-US"/>
            </a:p>
          </p:txBody>
        </p:sp>
      </p:grpSp>
      <p:grpSp>
        <p:nvGrpSpPr>
          <p:cNvPr id="129" name="Graphic 4">
            <a:extLst>
              <a:ext uri="{FF2B5EF4-FFF2-40B4-BE49-F238E27FC236}">
                <a16:creationId xmlns:a16="http://schemas.microsoft.com/office/drawing/2014/main" id="{8055F14F-970F-47CF-BA8A-9417EE31156F}"/>
              </a:ext>
            </a:extLst>
          </p:cNvPr>
          <p:cNvGrpSpPr/>
          <p:nvPr/>
        </p:nvGrpSpPr>
        <p:grpSpPr>
          <a:xfrm>
            <a:off x="3958789" y="5260316"/>
            <a:ext cx="548643" cy="548637"/>
            <a:chOff x="5099808" y="4308712"/>
            <a:chExt cx="361670" cy="361333"/>
          </a:xfrm>
          <a:solidFill>
            <a:srgbClr val="007CB0"/>
          </a:solidFill>
        </p:grpSpPr>
        <p:sp>
          <p:nvSpPr>
            <p:cNvPr id="130" name="Graphic 4">
              <a:extLst>
                <a:ext uri="{FF2B5EF4-FFF2-40B4-BE49-F238E27FC236}">
                  <a16:creationId xmlns:a16="http://schemas.microsoft.com/office/drawing/2014/main" id="{B9B1639B-65C8-4A63-958A-A2A9EEB08356}"/>
                </a:ext>
              </a:extLst>
            </p:cNvPr>
            <p:cNvSpPr/>
            <p:nvPr/>
          </p:nvSpPr>
          <p:spPr>
            <a:xfrm>
              <a:off x="5200130" y="4389788"/>
              <a:ext cx="14057" cy="14044"/>
            </a:xfrm>
            <a:custGeom>
              <a:avLst/>
              <a:gdLst>
                <a:gd name="connsiteX0" fmla="*/ 7029 w 14057"/>
                <a:gd name="connsiteY0" fmla="*/ 14045 h 14044"/>
                <a:gd name="connsiteX1" fmla="*/ 14058 w 14057"/>
                <a:gd name="connsiteY1" fmla="*/ 7022 h 14044"/>
                <a:gd name="connsiteX2" fmla="*/ 7029 w 14057"/>
                <a:gd name="connsiteY2" fmla="*/ 0 h 14044"/>
                <a:gd name="connsiteX3" fmla="*/ 0 w 14057"/>
                <a:gd name="connsiteY3" fmla="*/ 7022 h 14044"/>
                <a:gd name="connsiteX4" fmla="*/ 7029 w 14057"/>
                <a:gd name="connsiteY4" fmla="*/ 14045 h 140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57" h="14044">
                  <a:moveTo>
                    <a:pt x="7029" y="14045"/>
                  </a:moveTo>
                  <a:cubicBezTo>
                    <a:pt x="10863" y="14045"/>
                    <a:pt x="14058" y="10853"/>
                    <a:pt x="14058" y="7022"/>
                  </a:cubicBezTo>
                  <a:cubicBezTo>
                    <a:pt x="14058" y="3192"/>
                    <a:pt x="10863" y="0"/>
                    <a:pt x="7029" y="0"/>
                  </a:cubicBezTo>
                  <a:cubicBezTo>
                    <a:pt x="3195" y="0"/>
                    <a:pt x="0" y="3192"/>
                    <a:pt x="0" y="7022"/>
                  </a:cubicBezTo>
                  <a:cubicBezTo>
                    <a:pt x="0" y="10853"/>
                    <a:pt x="3195" y="14045"/>
                    <a:pt x="7029" y="14045"/>
                  </a:cubicBezTo>
                  <a:close/>
                </a:path>
              </a:pathLst>
            </a:custGeom>
            <a:solidFill>
              <a:srgbClr val="007CB0"/>
            </a:solidFill>
            <a:ln w="6390" cap="flat">
              <a:noFill/>
              <a:prstDash val="solid"/>
              <a:miter/>
            </a:ln>
          </p:spPr>
          <p:txBody>
            <a:bodyPr rtlCol="0" anchor="ctr"/>
            <a:lstStyle/>
            <a:p>
              <a:endParaRPr lang="en-US"/>
            </a:p>
          </p:txBody>
        </p:sp>
        <p:sp>
          <p:nvSpPr>
            <p:cNvPr id="131" name="Graphic 4">
              <a:extLst>
                <a:ext uri="{FF2B5EF4-FFF2-40B4-BE49-F238E27FC236}">
                  <a16:creationId xmlns:a16="http://schemas.microsoft.com/office/drawing/2014/main" id="{61F91234-8CB3-4C6C-A55E-8161359C0B4C}"/>
                </a:ext>
              </a:extLst>
            </p:cNvPr>
            <p:cNvSpPr/>
            <p:nvPr/>
          </p:nvSpPr>
          <p:spPr>
            <a:xfrm>
              <a:off x="5195018" y="4438945"/>
              <a:ext cx="26837" cy="56817"/>
            </a:xfrm>
            <a:custGeom>
              <a:avLst/>
              <a:gdLst>
                <a:gd name="connsiteX0" fmla="*/ 11502 w 26837"/>
                <a:gd name="connsiteY0" fmla="*/ 0 h 56817"/>
                <a:gd name="connsiteX1" fmla="*/ 0 w 26837"/>
                <a:gd name="connsiteY1" fmla="*/ 56817 h 56817"/>
                <a:gd name="connsiteX2" fmla="*/ 26838 w 26837"/>
                <a:gd name="connsiteY2" fmla="*/ 56817 h 56817"/>
                <a:gd name="connsiteX3" fmla="*/ 15336 w 26837"/>
                <a:gd name="connsiteY3" fmla="*/ 0 h 56817"/>
              </a:gdLst>
              <a:ahLst/>
              <a:cxnLst>
                <a:cxn ang="0">
                  <a:pos x="connsiteX0" y="connsiteY0"/>
                </a:cxn>
                <a:cxn ang="0">
                  <a:pos x="connsiteX1" y="connsiteY1"/>
                </a:cxn>
                <a:cxn ang="0">
                  <a:pos x="connsiteX2" y="connsiteY2"/>
                </a:cxn>
                <a:cxn ang="0">
                  <a:pos x="connsiteX3" y="connsiteY3"/>
                </a:cxn>
              </a:cxnLst>
              <a:rect l="l" t="t" r="r" b="b"/>
              <a:pathLst>
                <a:path w="26837" h="56817">
                  <a:moveTo>
                    <a:pt x="11502" y="0"/>
                  </a:moveTo>
                  <a:lnTo>
                    <a:pt x="0" y="56817"/>
                  </a:lnTo>
                  <a:lnTo>
                    <a:pt x="26838" y="56817"/>
                  </a:lnTo>
                  <a:lnTo>
                    <a:pt x="15336" y="0"/>
                  </a:lnTo>
                  <a:close/>
                </a:path>
              </a:pathLst>
            </a:custGeom>
            <a:solidFill>
              <a:srgbClr val="007CB0"/>
            </a:solidFill>
            <a:ln w="6390" cap="flat">
              <a:noFill/>
              <a:prstDash val="solid"/>
              <a:miter/>
            </a:ln>
          </p:spPr>
          <p:txBody>
            <a:bodyPr rtlCol="0" anchor="ctr"/>
            <a:lstStyle/>
            <a:p>
              <a:endParaRPr lang="en-US"/>
            </a:p>
          </p:txBody>
        </p:sp>
        <p:sp>
          <p:nvSpPr>
            <p:cNvPr id="132" name="Graphic 4">
              <a:extLst>
                <a:ext uri="{FF2B5EF4-FFF2-40B4-BE49-F238E27FC236}">
                  <a16:creationId xmlns:a16="http://schemas.microsoft.com/office/drawing/2014/main" id="{B855B057-D1CD-4F07-93D4-C91BEB4229EE}"/>
                </a:ext>
              </a:extLst>
            </p:cNvPr>
            <p:cNvSpPr/>
            <p:nvPr/>
          </p:nvSpPr>
          <p:spPr>
            <a:xfrm>
              <a:off x="5343904" y="4389788"/>
              <a:ext cx="14057" cy="14044"/>
            </a:xfrm>
            <a:custGeom>
              <a:avLst/>
              <a:gdLst>
                <a:gd name="connsiteX0" fmla="*/ 14058 w 14057"/>
                <a:gd name="connsiteY0" fmla="*/ 7022 h 14044"/>
                <a:gd name="connsiteX1" fmla="*/ 7029 w 14057"/>
                <a:gd name="connsiteY1" fmla="*/ 14044 h 14044"/>
                <a:gd name="connsiteX2" fmla="*/ 0 w 14057"/>
                <a:gd name="connsiteY2" fmla="*/ 7022 h 14044"/>
                <a:gd name="connsiteX3" fmla="*/ 7029 w 14057"/>
                <a:gd name="connsiteY3" fmla="*/ 0 h 14044"/>
                <a:gd name="connsiteX4" fmla="*/ 14058 w 14057"/>
                <a:gd name="connsiteY4" fmla="*/ 7022 h 140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57" h="14044">
                  <a:moveTo>
                    <a:pt x="14058" y="7022"/>
                  </a:moveTo>
                  <a:cubicBezTo>
                    <a:pt x="14058" y="10900"/>
                    <a:pt x="10911" y="14044"/>
                    <a:pt x="7029" y="14044"/>
                  </a:cubicBezTo>
                  <a:cubicBezTo>
                    <a:pt x="3147" y="14044"/>
                    <a:pt x="0" y="10900"/>
                    <a:pt x="0" y="7022"/>
                  </a:cubicBezTo>
                  <a:cubicBezTo>
                    <a:pt x="0" y="3144"/>
                    <a:pt x="3147" y="0"/>
                    <a:pt x="7029" y="0"/>
                  </a:cubicBezTo>
                  <a:cubicBezTo>
                    <a:pt x="10911" y="0"/>
                    <a:pt x="14058" y="3144"/>
                    <a:pt x="14058" y="7022"/>
                  </a:cubicBezTo>
                  <a:close/>
                </a:path>
              </a:pathLst>
            </a:custGeom>
            <a:solidFill>
              <a:srgbClr val="007CB0"/>
            </a:solidFill>
            <a:ln w="6390" cap="flat">
              <a:noFill/>
              <a:prstDash val="solid"/>
              <a:miter/>
            </a:ln>
          </p:spPr>
          <p:txBody>
            <a:bodyPr rtlCol="0" anchor="ctr"/>
            <a:lstStyle/>
            <a:p>
              <a:endParaRPr lang="en-US"/>
            </a:p>
          </p:txBody>
        </p:sp>
        <p:sp>
          <p:nvSpPr>
            <p:cNvPr id="133" name="Graphic 4">
              <a:extLst>
                <a:ext uri="{FF2B5EF4-FFF2-40B4-BE49-F238E27FC236}">
                  <a16:creationId xmlns:a16="http://schemas.microsoft.com/office/drawing/2014/main" id="{190C6A5C-AA35-4B9D-856E-D68F0EE5BFE7}"/>
                </a:ext>
              </a:extLst>
            </p:cNvPr>
            <p:cNvSpPr/>
            <p:nvPr/>
          </p:nvSpPr>
          <p:spPr>
            <a:xfrm>
              <a:off x="5267225" y="4486186"/>
              <a:ext cx="27476" cy="56817"/>
            </a:xfrm>
            <a:custGeom>
              <a:avLst/>
              <a:gdLst>
                <a:gd name="connsiteX0" fmla="*/ 12141 w 27476"/>
                <a:gd name="connsiteY0" fmla="*/ 0 h 56817"/>
                <a:gd name="connsiteX1" fmla="*/ 0 w 27476"/>
                <a:gd name="connsiteY1" fmla="*/ 56818 h 56817"/>
                <a:gd name="connsiteX2" fmla="*/ 27477 w 27476"/>
                <a:gd name="connsiteY2" fmla="*/ 56818 h 56817"/>
                <a:gd name="connsiteX3" fmla="*/ 15336 w 27476"/>
                <a:gd name="connsiteY3" fmla="*/ 0 h 56817"/>
              </a:gdLst>
              <a:ahLst/>
              <a:cxnLst>
                <a:cxn ang="0">
                  <a:pos x="connsiteX0" y="connsiteY0"/>
                </a:cxn>
                <a:cxn ang="0">
                  <a:pos x="connsiteX1" y="connsiteY1"/>
                </a:cxn>
                <a:cxn ang="0">
                  <a:pos x="connsiteX2" y="connsiteY2"/>
                </a:cxn>
                <a:cxn ang="0">
                  <a:pos x="connsiteX3" y="connsiteY3"/>
                </a:cxn>
              </a:cxnLst>
              <a:rect l="l" t="t" r="r" b="b"/>
              <a:pathLst>
                <a:path w="27476" h="56817">
                  <a:moveTo>
                    <a:pt x="12141" y="0"/>
                  </a:moveTo>
                  <a:lnTo>
                    <a:pt x="0" y="56818"/>
                  </a:lnTo>
                  <a:lnTo>
                    <a:pt x="27477" y="56818"/>
                  </a:lnTo>
                  <a:lnTo>
                    <a:pt x="15336" y="0"/>
                  </a:lnTo>
                  <a:close/>
                </a:path>
              </a:pathLst>
            </a:custGeom>
            <a:solidFill>
              <a:srgbClr val="007CB0"/>
            </a:solidFill>
            <a:ln w="6390" cap="flat">
              <a:noFill/>
              <a:prstDash val="solid"/>
              <a:miter/>
            </a:ln>
          </p:spPr>
          <p:txBody>
            <a:bodyPr rtlCol="0" anchor="ctr"/>
            <a:lstStyle/>
            <a:p>
              <a:endParaRPr lang="en-US"/>
            </a:p>
          </p:txBody>
        </p:sp>
        <p:sp>
          <p:nvSpPr>
            <p:cNvPr id="134" name="Graphic 4">
              <a:extLst>
                <a:ext uri="{FF2B5EF4-FFF2-40B4-BE49-F238E27FC236}">
                  <a16:creationId xmlns:a16="http://schemas.microsoft.com/office/drawing/2014/main" id="{AEAD701C-9518-49DC-BE16-514EFC77B5C8}"/>
                </a:ext>
              </a:extLst>
            </p:cNvPr>
            <p:cNvSpPr/>
            <p:nvPr/>
          </p:nvSpPr>
          <p:spPr>
            <a:xfrm>
              <a:off x="5273615" y="4437668"/>
              <a:ext cx="13419" cy="12767"/>
            </a:xfrm>
            <a:custGeom>
              <a:avLst/>
              <a:gdLst>
                <a:gd name="connsiteX0" fmla="*/ 6390 w 13419"/>
                <a:gd name="connsiteY0" fmla="*/ 12768 h 12767"/>
                <a:gd name="connsiteX1" fmla="*/ 13419 w 13419"/>
                <a:gd name="connsiteY1" fmla="*/ 6384 h 12767"/>
                <a:gd name="connsiteX2" fmla="*/ 7029 w 13419"/>
                <a:gd name="connsiteY2" fmla="*/ 0 h 12767"/>
                <a:gd name="connsiteX3" fmla="*/ 0 w 13419"/>
                <a:gd name="connsiteY3" fmla="*/ 7022 h 12767"/>
                <a:gd name="connsiteX4" fmla="*/ 639 w 13419"/>
                <a:gd name="connsiteY4" fmla="*/ 9576 h 12767"/>
                <a:gd name="connsiteX5" fmla="*/ 6390 w 13419"/>
                <a:gd name="connsiteY5"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19" h="12767">
                  <a:moveTo>
                    <a:pt x="6390" y="12768"/>
                  </a:moveTo>
                  <a:cubicBezTo>
                    <a:pt x="10224" y="12768"/>
                    <a:pt x="12780" y="9576"/>
                    <a:pt x="13419" y="6384"/>
                  </a:cubicBezTo>
                  <a:cubicBezTo>
                    <a:pt x="13419" y="2554"/>
                    <a:pt x="10224" y="0"/>
                    <a:pt x="7029" y="0"/>
                  </a:cubicBezTo>
                  <a:cubicBezTo>
                    <a:pt x="3195" y="0"/>
                    <a:pt x="0" y="3192"/>
                    <a:pt x="0" y="7022"/>
                  </a:cubicBezTo>
                  <a:cubicBezTo>
                    <a:pt x="0" y="7661"/>
                    <a:pt x="0" y="8938"/>
                    <a:pt x="639" y="9576"/>
                  </a:cubicBezTo>
                  <a:cubicBezTo>
                    <a:pt x="1278" y="10853"/>
                    <a:pt x="3834" y="12768"/>
                    <a:pt x="6390" y="12768"/>
                  </a:cubicBezTo>
                  <a:close/>
                </a:path>
              </a:pathLst>
            </a:custGeom>
            <a:solidFill>
              <a:srgbClr val="007CB0"/>
            </a:solidFill>
            <a:ln w="6390" cap="flat">
              <a:noFill/>
              <a:prstDash val="solid"/>
              <a:miter/>
            </a:ln>
          </p:spPr>
          <p:txBody>
            <a:bodyPr rtlCol="0" anchor="ctr"/>
            <a:lstStyle/>
            <a:p>
              <a:endParaRPr lang="en-US"/>
            </a:p>
          </p:txBody>
        </p:sp>
        <p:sp>
          <p:nvSpPr>
            <p:cNvPr id="135" name="Graphic 4">
              <a:extLst>
                <a:ext uri="{FF2B5EF4-FFF2-40B4-BE49-F238E27FC236}">
                  <a16:creationId xmlns:a16="http://schemas.microsoft.com/office/drawing/2014/main" id="{2E312859-2EA4-43FA-96C1-9435CE22ABE3}"/>
                </a:ext>
              </a:extLst>
            </p:cNvPr>
            <p:cNvSpPr/>
            <p:nvPr/>
          </p:nvSpPr>
          <p:spPr>
            <a:xfrm>
              <a:off x="5099808" y="4308712"/>
              <a:ext cx="361670" cy="361333"/>
            </a:xfrm>
            <a:custGeom>
              <a:avLst/>
              <a:gdLst>
                <a:gd name="connsiteX0" fmla="*/ 180836 w 361670"/>
                <a:gd name="connsiteY0" fmla="*/ 0 h 361333"/>
                <a:gd name="connsiteX1" fmla="*/ 0 w 361670"/>
                <a:gd name="connsiteY1" fmla="*/ 180667 h 361333"/>
                <a:gd name="connsiteX2" fmla="*/ 180836 w 361670"/>
                <a:gd name="connsiteY2" fmla="*/ 361334 h 361333"/>
                <a:gd name="connsiteX3" fmla="*/ 361671 w 361670"/>
                <a:gd name="connsiteY3" fmla="*/ 180667 h 361333"/>
                <a:gd name="connsiteX4" fmla="*/ 180836 w 361670"/>
                <a:gd name="connsiteY4" fmla="*/ 0 h 361333"/>
                <a:gd name="connsiteX5" fmla="*/ 251125 w 361670"/>
                <a:gd name="connsiteY5" fmla="*/ 68309 h 361333"/>
                <a:gd name="connsiteX6" fmla="*/ 270934 w 361670"/>
                <a:gd name="connsiteY6" fmla="*/ 88099 h 361333"/>
                <a:gd name="connsiteX7" fmla="*/ 251125 w 361670"/>
                <a:gd name="connsiteY7" fmla="*/ 107889 h 361333"/>
                <a:gd name="connsiteX8" fmla="*/ 231316 w 361670"/>
                <a:gd name="connsiteY8" fmla="*/ 88099 h 361333"/>
                <a:gd name="connsiteX9" fmla="*/ 251125 w 361670"/>
                <a:gd name="connsiteY9" fmla="*/ 68309 h 361333"/>
                <a:gd name="connsiteX10" fmla="*/ 180196 w 361670"/>
                <a:gd name="connsiteY10" fmla="*/ 114912 h 361333"/>
                <a:gd name="connsiteX11" fmla="*/ 200005 w 361670"/>
                <a:gd name="connsiteY11" fmla="*/ 134702 h 361333"/>
                <a:gd name="connsiteX12" fmla="*/ 200005 w 361670"/>
                <a:gd name="connsiteY12" fmla="*/ 135341 h 361333"/>
                <a:gd name="connsiteX13" fmla="*/ 200005 w 361670"/>
                <a:gd name="connsiteY13" fmla="*/ 135979 h 361333"/>
                <a:gd name="connsiteX14" fmla="*/ 180196 w 361670"/>
                <a:gd name="connsiteY14" fmla="*/ 155769 h 361333"/>
                <a:gd name="connsiteX15" fmla="*/ 162305 w 361670"/>
                <a:gd name="connsiteY15" fmla="*/ 143640 h 361333"/>
                <a:gd name="connsiteX16" fmla="*/ 160388 w 361670"/>
                <a:gd name="connsiteY16" fmla="*/ 135341 h 361333"/>
                <a:gd name="connsiteX17" fmla="*/ 180196 w 361670"/>
                <a:gd name="connsiteY17" fmla="*/ 114912 h 361333"/>
                <a:gd name="connsiteX18" fmla="*/ 107351 w 361670"/>
                <a:gd name="connsiteY18" fmla="*/ 68309 h 361333"/>
                <a:gd name="connsiteX19" fmla="*/ 127160 w 361670"/>
                <a:gd name="connsiteY19" fmla="*/ 88099 h 361333"/>
                <a:gd name="connsiteX20" fmla="*/ 107351 w 361670"/>
                <a:gd name="connsiteY20" fmla="*/ 107889 h 361333"/>
                <a:gd name="connsiteX21" fmla="*/ 87542 w 361670"/>
                <a:gd name="connsiteY21" fmla="*/ 88099 h 361333"/>
                <a:gd name="connsiteX22" fmla="*/ 107351 w 361670"/>
                <a:gd name="connsiteY22" fmla="*/ 68309 h 361333"/>
                <a:gd name="connsiteX23" fmla="*/ 67734 w 361670"/>
                <a:gd name="connsiteY23" fmla="*/ 185774 h 361333"/>
                <a:gd name="connsiteX24" fmla="*/ 66456 w 361670"/>
                <a:gd name="connsiteY24" fmla="*/ 185774 h 361333"/>
                <a:gd name="connsiteX25" fmla="*/ 61982 w 361670"/>
                <a:gd name="connsiteY25" fmla="*/ 178113 h 361333"/>
                <a:gd name="connsiteX26" fmla="*/ 75402 w 361670"/>
                <a:gd name="connsiteY26" fmla="*/ 123211 h 361333"/>
                <a:gd name="connsiteX27" fmla="*/ 83069 w 361670"/>
                <a:gd name="connsiteY27" fmla="*/ 118742 h 361333"/>
                <a:gd name="connsiteX28" fmla="*/ 87542 w 361670"/>
                <a:gd name="connsiteY28" fmla="*/ 126403 h 361333"/>
                <a:gd name="connsiteX29" fmla="*/ 74124 w 361670"/>
                <a:gd name="connsiteY29" fmla="*/ 181305 h 361333"/>
                <a:gd name="connsiteX30" fmla="*/ 67734 w 361670"/>
                <a:gd name="connsiteY30" fmla="*/ 185774 h 361333"/>
                <a:gd name="connsiteX31" fmla="*/ 134828 w 361670"/>
                <a:gd name="connsiteY31" fmla="*/ 197265 h 361333"/>
                <a:gd name="connsiteX32" fmla="*/ 129716 w 361670"/>
                <a:gd name="connsiteY32" fmla="*/ 199819 h 361333"/>
                <a:gd name="connsiteX33" fmla="*/ 129077 w 361670"/>
                <a:gd name="connsiteY33" fmla="*/ 199819 h 361333"/>
                <a:gd name="connsiteX34" fmla="*/ 129077 w 361670"/>
                <a:gd name="connsiteY34" fmla="*/ 252806 h 361333"/>
                <a:gd name="connsiteX35" fmla="*/ 122687 w 361670"/>
                <a:gd name="connsiteY35" fmla="*/ 259190 h 361333"/>
                <a:gd name="connsiteX36" fmla="*/ 116297 w 361670"/>
                <a:gd name="connsiteY36" fmla="*/ 252806 h 361333"/>
                <a:gd name="connsiteX37" fmla="*/ 116297 w 361670"/>
                <a:gd name="connsiteY37" fmla="*/ 199819 h 361333"/>
                <a:gd name="connsiteX38" fmla="*/ 100961 w 361670"/>
                <a:gd name="connsiteY38" fmla="*/ 199819 h 361333"/>
                <a:gd name="connsiteX39" fmla="*/ 100961 w 361670"/>
                <a:gd name="connsiteY39" fmla="*/ 252806 h 361333"/>
                <a:gd name="connsiteX40" fmla="*/ 94571 w 361670"/>
                <a:gd name="connsiteY40" fmla="*/ 259190 h 361333"/>
                <a:gd name="connsiteX41" fmla="*/ 88181 w 361670"/>
                <a:gd name="connsiteY41" fmla="*/ 252806 h 361333"/>
                <a:gd name="connsiteX42" fmla="*/ 88181 w 361670"/>
                <a:gd name="connsiteY42" fmla="*/ 199819 h 361333"/>
                <a:gd name="connsiteX43" fmla="*/ 87542 w 361670"/>
                <a:gd name="connsiteY43" fmla="*/ 199819 h 361333"/>
                <a:gd name="connsiteX44" fmla="*/ 82430 w 361670"/>
                <a:gd name="connsiteY44" fmla="*/ 197265 h 361333"/>
                <a:gd name="connsiteX45" fmla="*/ 81152 w 361670"/>
                <a:gd name="connsiteY45" fmla="*/ 192158 h 361333"/>
                <a:gd name="connsiteX46" fmla="*/ 95210 w 361670"/>
                <a:gd name="connsiteY46" fmla="*/ 122573 h 361333"/>
                <a:gd name="connsiteX47" fmla="*/ 101600 w 361670"/>
                <a:gd name="connsiteY47" fmla="*/ 117465 h 361333"/>
                <a:gd name="connsiteX48" fmla="*/ 115658 w 361670"/>
                <a:gd name="connsiteY48" fmla="*/ 117465 h 361333"/>
                <a:gd name="connsiteX49" fmla="*/ 122048 w 361670"/>
                <a:gd name="connsiteY49" fmla="*/ 122573 h 361333"/>
                <a:gd name="connsiteX50" fmla="*/ 136745 w 361670"/>
                <a:gd name="connsiteY50" fmla="*/ 192158 h 361333"/>
                <a:gd name="connsiteX51" fmla="*/ 134828 w 361670"/>
                <a:gd name="connsiteY51" fmla="*/ 197265 h 361333"/>
                <a:gd name="connsiteX52" fmla="*/ 207673 w 361670"/>
                <a:gd name="connsiteY52" fmla="*/ 244506 h 361333"/>
                <a:gd name="connsiteX53" fmla="*/ 202561 w 361670"/>
                <a:gd name="connsiteY53" fmla="*/ 247060 h 361333"/>
                <a:gd name="connsiteX54" fmla="*/ 201283 w 361670"/>
                <a:gd name="connsiteY54" fmla="*/ 247060 h 361333"/>
                <a:gd name="connsiteX55" fmla="*/ 201283 w 361670"/>
                <a:gd name="connsiteY55" fmla="*/ 300047 h 361333"/>
                <a:gd name="connsiteX56" fmla="*/ 194893 w 361670"/>
                <a:gd name="connsiteY56" fmla="*/ 306431 h 361333"/>
                <a:gd name="connsiteX57" fmla="*/ 188503 w 361670"/>
                <a:gd name="connsiteY57" fmla="*/ 300047 h 361333"/>
                <a:gd name="connsiteX58" fmla="*/ 188503 w 361670"/>
                <a:gd name="connsiteY58" fmla="*/ 247060 h 361333"/>
                <a:gd name="connsiteX59" fmla="*/ 175084 w 361670"/>
                <a:gd name="connsiteY59" fmla="*/ 247060 h 361333"/>
                <a:gd name="connsiteX60" fmla="*/ 175084 w 361670"/>
                <a:gd name="connsiteY60" fmla="*/ 300047 h 361333"/>
                <a:gd name="connsiteX61" fmla="*/ 168695 w 361670"/>
                <a:gd name="connsiteY61" fmla="*/ 306431 h 361333"/>
                <a:gd name="connsiteX62" fmla="*/ 162305 w 361670"/>
                <a:gd name="connsiteY62" fmla="*/ 300047 h 361333"/>
                <a:gd name="connsiteX63" fmla="*/ 162305 w 361670"/>
                <a:gd name="connsiteY63" fmla="*/ 247060 h 361333"/>
                <a:gd name="connsiteX64" fmla="*/ 160388 w 361670"/>
                <a:gd name="connsiteY64" fmla="*/ 247060 h 361333"/>
                <a:gd name="connsiteX65" fmla="*/ 155276 w 361670"/>
                <a:gd name="connsiteY65" fmla="*/ 244506 h 361333"/>
                <a:gd name="connsiteX66" fmla="*/ 153998 w 361670"/>
                <a:gd name="connsiteY66" fmla="*/ 239399 h 361333"/>
                <a:gd name="connsiteX67" fmla="*/ 168056 w 361670"/>
                <a:gd name="connsiteY67" fmla="*/ 169814 h 361333"/>
                <a:gd name="connsiteX68" fmla="*/ 174446 w 361670"/>
                <a:gd name="connsiteY68" fmla="*/ 164707 h 361333"/>
                <a:gd name="connsiteX69" fmla="*/ 188503 w 361670"/>
                <a:gd name="connsiteY69" fmla="*/ 164707 h 361333"/>
                <a:gd name="connsiteX70" fmla="*/ 194893 w 361670"/>
                <a:gd name="connsiteY70" fmla="*/ 169814 h 361333"/>
                <a:gd name="connsiteX71" fmla="*/ 209590 w 361670"/>
                <a:gd name="connsiteY71" fmla="*/ 239399 h 361333"/>
                <a:gd name="connsiteX72" fmla="*/ 207673 w 361670"/>
                <a:gd name="connsiteY72" fmla="*/ 244506 h 361333"/>
                <a:gd name="connsiteX73" fmla="*/ 277962 w 361670"/>
                <a:gd name="connsiteY73" fmla="*/ 197265 h 361333"/>
                <a:gd name="connsiteX74" fmla="*/ 272850 w 361670"/>
                <a:gd name="connsiteY74" fmla="*/ 199819 h 361333"/>
                <a:gd name="connsiteX75" fmla="*/ 272212 w 361670"/>
                <a:gd name="connsiteY75" fmla="*/ 199819 h 361333"/>
                <a:gd name="connsiteX76" fmla="*/ 272212 w 361670"/>
                <a:gd name="connsiteY76" fmla="*/ 252806 h 361333"/>
                <a:gd name="connsiteX77" fmla="*/ 265822 w 361670"/>
                <a:gd name="connsiteY77" fmla="*/ 259190 h 361333"/>
                <a:gd name="connsiteX78" fmla="*/ 259432 w 361670"/>
                <a:gd name="connsiteY78" fmla="*/ 252806 h 361333"/>
                <a:gd name="connsiteX79" fmla="*/ 259432 w 361670"/>
                <a:gd name="connsiteY79" fmla="*/ 199819 h 361333"/>
                <a:gd name="connsiteX80" fmla="*/ 244096 w 361670"/>
                <a:gd name="connsiteY80" fmla="*/ 199819 h 361333"/>
                <a:gd name="connsiteX81" fmla="*/ 244096 w 361670"/>
                <a:gd name="connsiteY81" fmla="*/ 252806 h 361333"/>
                <a:gd name="connsiteX82" fmla="*/ 237706 w 361670"/>
                <a:gd name="connsiteY82" fmla="*/ 259190 h 361333"/>
                <a:gd name="connsiteX83" fmla="*/ 231316 w 361670"/>
                <a:gd name="connsiteY83" fmla="*/ 252806 h 361333"/>
                <a:gd name="connsiteX84" fmla="*/ 231316 w 361670"/>
                <a:gd name="connsiteY84" fmla="*/ 199819 h 361333"/>
                <a:gd name="connsiteX85" fmla="*/ 230677 w 361670"/>
                <a:gd name="connsiteY85" fmla="*/ 199819 h 361333"/>
                <a:gd name="connsiteX86" fmla="*/ 225565 w 361670"/>
                <a:gd name="connsiteY86" fmla="*/ 197265 h 361333"/>
                <a:gd name="connsiteX87" fmla="*/ 224287 w 361670"/>
                <a:gd name="connsiteY87" fmla="*/ 192158 h 361333"/>
                <a:gd name="connsiteX88" fmla="*/ 238345 w 361670"/>
                <a:gd name="connsiteY88" fmla="*/ 122573 h 361333"/>
                <a:gd name="connsiteX89" fmla="*/ 244735 w 361670"/>
                <a:gd name="connsiteY89" fmla="*/ 117465 h 361333"/>
                <a:gd name="connsiteX90" fmla="*/ 258792 w 361670"/>
                <a:gd name="connsiteY90" fmla="*/ 117465 h 361333"/>
                <a:gd name="connsiteX91" fmla="*/ 265182 w 361670"/>
                <a:gd name="connsiteY91" fmla="*/ 122573 h 361333"/>
                <a:gd name="connsiteX92" fmla="*/ 279880 w 361670"/>
                <a:gd name="connsiteY92" fmla="*/ 192158 h 361333"/>
                <a:gd name="connsiteX93" fmla="*/ 277962 w 361670"/>
                <a:gd name="connsiteY93" fmla="*/ 197265 h 361333"/>
                <a:gd name="connsiteX94" fmla="*/ 294576 w 361670"/>
                <a:gd name="connsiteY94" fmla="*/ 185774 h 361333"/>
                <a:gd name="connsiteX95" fmla="*/ 293298 w 361670"/>
                <a:gd name="connsiteY95" fmla="*/ 185774 h 361333"/>
                <a:gd name="connsiteX96" fmla="*/ 286908 w 361670"/>
                <a:gd name="connsiteY96" fmla="*/ 180667 h 361333"/>
                <a:gd name="connsiteX97" fmla="*/ 273490 w 361670"/>
                <a:gd name="connsiteY97" fmla="*/ 125765 h 361333"/>
                <a:gd name="connsiteX98" fmla="*/ 277962 w 361670"/>
                <a:gd name="connsiteY98" fmla="*/ 118104 h 361333"/>
                <a:gd name="connsiteX99" fmla="*/ 285630 w 361670"/>
                <a:gd name="connsiteY99" fmla="*/ 122573 h 361333"/>
                <a:gd name="connsiteX100" fmla="*/ 299049 w 361670"/>
                <a:gd name="connsiteY100" fmla="*/ 177475 h 361333"/>
                <a:gd name="connsiteX101" fmla="*/ 294576 w 361670"/>
                <a:gd name="connsiteY101" fmla="*/ 185774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361670" h="361333">
                  <a:moveTo>
                    <a:pt x="180836" y="0"/>
                  </a:moveTo>
                  <a:cubicBezTo>
                    <a:pt x="80513" y="0"/>
                    <a:pt x="0" y="81077"/>
                    <a:pt x="0" y="180667"/>
                  </a:cubicBezTo>
                  <a:cubicBezTo>
                    <a:pt x="0" y="280895"/>
                    <a:pt x="81152" y="361334"/>
                    <a:pt x="180836" y="361334"/>
                  </a:cubicBezTo>
                  <a:cubicBezTo>
                    <a:pt x="281157" y="361334"/>
                    <a:pt x="361671" y="280257"/>
                    <a:pt x="361671" y="180667"/>
                  </a:cubicBezTo>
                  <a:cubicBezTo>
                    <a:pt x="361671" y="81077"/>
                    <a:pt x="280518" y="0"/>
                    <a:pt x="180836" y="0"/>
                  </a:cubicBezTo>
                  <a:close/>
                  <a:moveTo>
                    <a:pt x="251125" y="68309"/>
                  </a:moveTo>
                  <a:cubicBezTo>
                    <a:pt x="261987" y="68309"/>
                    <a:pt x="270934" y="77246"/>
                    <a:pt x="270934" y="88099"/>
                  </a:cubicBezTo>
                  <a:cubicBezTo>
                    <a:pt x="270934" y="98952"/>
                    <a:pt x="261987" y="107889"/>
                    <a:pt x="251125" y="107889"/>
                  </a:cubicBezTo>
                  <a:cubicBezTo>
                    <a:pt x="240262" y="107889"/>
                    <a:pt x="231316" y="98952"/>
                    <a:pt x="231316" y="88099"/>
                  </a:cubicBezTo>
                  <a:cubicBezTo>
                    <a:pt x="231316" y="77246"/>
                    <a:pt x="240262" y="68309"/>
                    <a:pt x="251125" y="68309"/>
                  </a:cubicBezTo>
                  <a:close/>
                  <a:moveTo>
                    <a:pt x="180196" y="114912"/>
                  </a:moveTo>
                  <a:cubicBezTo>
                    <a:pt x="191059" y="114912"/>
                    <a:pt x="200005" y="123849"/>
                    <a:pt x="200005" y="134702"/>
                  </a:cubicBezTo>
                  <a:cubicBezTo>
                    <a:pt x="200005" y="134702"/>
                    <a:pt x="200005" y="134702"/>
                    <a:pt x="200005" y="135341"/>
                  </a:cubicBezTo>
                  <a:cubicBezTo>
                    <a:pt x="200005" y="135341"/>
                    <a:pt x="200005" y="135341"/>
                    <a:pt x="200005" y="135979"/>
                  </a:cubicBezTo>
                  <a:cubicBezTo>
                    <a:pt x="200005" y="146832"/>
                    <a:pt x="191059" y="155769"/>
                    <a:pt x="180196" y="155769"/>
                  </a:cubicBezTo>
                  <a:cubicBezTo>
                    <a:pt x="171889" y="155769"/>
                    <a:pt x="164861" y="150662"/>
                    <a:pt x="162305" y="143640"/>
                  </a:cubicBezTo>
                  <a:cubicBezTo>
                    <a:pt x="161027" y="141086"/>
                    <a:pt x="160388" y="138533"/>
                    <a:pt x="160388" y="135341"/>
                  </a:cubicBezTo>
                  <a:cubicBezTo>
                    <a:pt x="160388" y="123849"/>
                    <a:pt x="169333" y="114912"/>
                    <a:pt x="180196" y="114912"/>
                  </a:cubicBezTo>
                  <a:close/>
                  <a:moveTo>
                    <a:pt x="107351" y="68309"/>
                  </a:moveTo>
                  <a:cubicBezTo>
                    <a:pt x="118214" y="68309"/>
                    <a:pt x="127160" y="77246"/>
                    <a:pt x="127160" y="88099"/>
                  </a:cubicBezTo>
                  <a:cubicBezTo>
                    <a:pt x="127160" y="98952"/>
                    <a:pt x="118214" y="107889"/>
                    <a:pt x="107351" y="107889"/>
                  </a:cubicBezTo>
                  <a:cubicBezTo>
                    <a:pt x="96488" y="107889"/>
                    <a:pt x="87542" y="98952"/>
                    <a:pt x="87542" y="88099"/>
                  </a:cubicBezTo>
                  <a:cubicBezTo>
                    <a:pt x="87542" y="77246"/>
                    <a:pt x="96488" y="68309"/>
                    <a:pt x="107351" y="68309"/>
                  </a:cubicBezTo>
                  <a:close/>
                  <a:moveTo>
                    <a:pt x="67734" y="185774"/>
                  </a:moveTo>
                  <a:cubicBezTo>
                    <a:pt x="67094" y="185774"/>
                    <a:pt x="66456" y="185774"/>
                    <a:pt x="66456" y="185774"/>
                  </a:cubicBezTo>
                  <a:cubicBezTo>
                    <a:pt x="63261" y="185135"/>
                    <a:pt x="60704" y="181305"/>
                    <a:pt x="61982" y="178113"/>
                  </a:cubicBezTo>
                  <a:lnTo>
                    <a:pt x="75402" y="123211"/>
                  </a:lnTo>
                  <a:cubicBezTo>
                    <a:pt x="76040" y="120019"/>
                    <a:pt x="79874" y="117465"/>
                    <a:pt x="83069" y="118742"/>
                  </a:cubicBezTo>
                  <a:cubicBezTo>
                    <a:pt x="86264" y="119381"/>
                    <a:pt x="88820" y="123211"/>
                    <a:pt x="87542" y="126403"/>
                  </a:cubicBezTo>
                  <a:lnTo>
                    <a:pt x="74124" y="181305"/>
                  </a:lnTo>
                  <a:cubicBezTo>
                    <a:pt x="73484" y="183859"/>
                    <a:pt x="70929" y="185774"/>
                    <a:pt x="67734" y="185774"/>
                  </a:cubicBezTo>
                  <a:close/>
                  <a:moveTo>
                    <a:pt x="134828" y="197265"/>
                  </a:moveTo>
                  <a:cubicBezTo>
                    <a:pt x="133550" y="198542"/>
                    <a:pt x="131633" y="199819"/>
                    <a:pt x="129716" y="199819"/>
                  </a:cubicBezTo>
                  <a:lnTo>
                    <a:pt x="129077" y="199819"/>
                  </a:lnTo>
                  <a:lnTo>
                    <a:pt x="129077" y="252806"/>
                  </a:lnTo>
                  <a:cubicBezTo>
                    <a:pt x="129077" y="256636"/>
                    <a:pt x="126521" y="259190"/>
                    <a:pt x="122687" y="259190"/>
                  </a:cubicBezTo>
                  <a:cubicBezTo>
                    <a:pt x="118853" y="259190"/>
                    <a:pt x="116297" y="256636"/>
                    <a:pt x="116297" y="252806"/>
                  </a:cubicBezTo>
                  <a:lnTo>
                    <a:pt x="116297" y="199819"/>
                  </a:lnTo>
                  <a:lnTo>
                    <a:pt x="100961" y="199819"/>
                  </a:lnTo>
                  <a:lnTo>
                    <a:pt x="100961" y="252806"/>
                  </a:lnTo>
                  <a:cubicBezTo>
                    <a:pt x="100961" y="256636"/>
                    <a:pt x="98405" y="259190"/>
                    <a:pt x="94571" y="259190"/>
                  </a:cubicBezTo>
                  <a:cubicBezTo>
                    <a:pt x="90737" y="259190"/>
                    <a:pt x="88181" y="256636"/>
                    <a:pt x="88181" y="252806"/>
                  </a:cubicBezTo>
                  <a:lnTo>
                    <a:pt x="88181" y="199819"/>
                  </a:lnTo>
                  <a:lnTo>
                    <a:pt x="87542" y="199819"/>
                  </a:lnTo>
                  <a:cubicBezTo>
                    <a:pt x="85625" y="199819"/>
                    <a:pt x="83708" y="199180"/>
                    <a:pt x="82430" y="197265"/>
                  </a:cubicBezTo>
                  <a:cubicBezTo>
                    <a:pt x="81152" y="195988"/>
                    <a:pt x="80513" y="194073"/>
                    <a:pt x="81152" y="192158"/>
                  </a:cubicBezTo>
                  <a:lnTo>
                    <a:pt x="95210" y="122573"/>
                  </a:lnTo>
                  <a:cubicBezTo>
                    <a:pt x="95849" y="119381"/>
                    <a:pt x="98405" y="117465"/>
                    <a:pt x="101600" y="117465"/>
                  </a:cubicBezTo>
                  <a:lnTo>
                    <a:pt x="115658" y="117465"/>
                  </a:lnTo>
                  <a:cubicBezTo>
                    <a:pt x="118853" y="117465"/>
                    <a:pt x="121409" y="119381"/>
                    <a:pt x="122048" y="122573"/>
                  </a:cubicBezTo>
                  <a:lnTo>
                    <a:pt x="136745" y="192158"/>
                  </a:lnTo>
                  <a:cubicBezTo>
                    <a:pt x="136745" y="194073"/>
                    <a:pt x="136106" y="195988"/>
                    <a:pt x="134828" y="197265"/>
                  </a:cubicBezTo>
                  <a:close/>
                  <a:moveTo>
                    <a:pt x="207673" y="244506"/>
                  </a:moveTo>
                  <a:cubicBezTo>
                    <a:pt x="206395" y="245783"/>
                    <a:pt x="204478" y="247060"/>
                    <a:pt x="202561" y="247060"/>
                  </a:cubicBezTo>
                  <a:lnTo>
                    <a:pt x="201283" y="247060"/>
                  </a:lnTo>
                  <a:lnTo>
                    <a:pt x="201283" y="300047"/>
                  </a:lnTo>
                  <a:cubicBezTo>
                    <a:pt x="201283" y="303878"/>
                    <a:pt x="198727" y="306431"/>
                    <a:pt x="194893" y="306431"/>
                  </a:cubicBezTo>
                  <a:cubicBezTo>
                    <a:pt x="191059" y="306431"/>
                    <a:pt x="188503" y="303878"/>
                    <a:pt x="188503" y="300047"/>
                  </a:cubicBezTo>
                  <a:lnTo>
                    <a:pt x="188503" y="247060"/>
                  </a:lnTo>
                  <a:lnTo>
                    <a:pt x="175084" y="247060"/>
                  </a:lnTo>
                  <a:lnTo>
                    <a:pt x="175084" y="300047"/>
                  </a:lnTo>
                  <a:cubicBezTo>
                    <a:pt x="175084" y="303878"/>
                    <a:pt x="172528" y="306431"/>
                    <a:pt x="168695" y="306431"/>
                  </a:cubicBezTo>
                  <a:cubicBezTo>
                    <a:pt x="164861" y="306431"/>
                    <a:pt x="162305" y="303878"/>
                    <a:pt x="162305" y="300047"/>
                  </a:cubicBezTo>
                  <a:lnTo>
                    <a:pt x="162305" y="247060"/>
                  </a:lnTo>
                  <a:lnTo>
                    <a:pt x="160388" y="247060"/>
                  </a:lnTo>
                  <a:cubicBezTo>
                    <a:pt x="158471" y="247060"/>
                    <a:pt x="156553" y="246422"/>
                    <a:pt x="155276" y="244506"/>
                  </a:cubicBezTo>
                  <a:cubicBezTo>
                    <a:pt x="153998" y="243230"/>
                    <a:pt x="153358" y="241314"/>
                    <a:pt x="153998" y="239399"/>
                  </a:cubicBezTo>
                  <a:lnTo>
                    <a:pt x="168056" y="169814"/>
                  </a:lnTo>
                  <a:cubicBezTo>
                    <a:pt x="168695" y="166622"/>
                    <a:pt x="171251" y="164707"/>
                    <a:pt x="174446" y="164707"/>
                  </a:cubicBezTo>
                  <a:lnTo>
                    <a:pt x="188503" y="164707"/>
                  </a:lnTo>
                  <a:cubicBezTo>
                    <a:pt x="191698" y="164707"/>
                    <a:pt x="194254" y="166622"/>
                    <a:pt x="194893" y="169814"/>
                  </a:cubicBezTo>
                  <a:lnTo>
                    <a:pt x="209590" y="239399"/>
                  </a:lnTo>
                  <a:cubicBezTo>
                    <a:pt x="208951" y="240676"/>
                    <a:pt x="208951" y="243230"/>
                    <a:pt x="207673" y="244506"/>
                  </a:cubicBezTo>
                  <a:close/>
                  <a:moveTo>
                    <a:pt x="277962" y="197265"/>
                  </a:moveTo>
                  <a:cubicBezTo>
                    <a:pt x="276685" y="198542"/>
                    <a:pt x="274767" y="199819"/>
                    <a:pt x="272850" y="199819"/>
                  </a:cubicBezTo>
                  <a:lnTo>
                    <a:pt x="272212" y="199819"/>
                  </a:lnTo>
                  <a:lnTo>
                    <a:pt x="272212" y="252806"/>
                  </a:lnTo>
                  <a:cubicBezTo>
                    <a:pt x="272212" y="256636"/>
                    <a:pt x="269655" y="259190"/>
                    <a:pt x="265822" y="259190"/>
                  </a:cubicBezTo>
                  <a:cubicBezTo>
                    <a:pt x="261987" y="259190"/>
                    <a:pt x="259432" y="256636"/>
                    <a:pt x="259432" y="252806"/>
                  </a:cubicBezTo>
                  <a:lnTo>
                    <a:pt x="259432" y="199819"/>
                  </a:lnTo>
                  <a:lnTo>
                    <a:pt x="244096" y="199819"/>
                  </a:lnTo>
                  <a:lnTo>
                    <a:pt x="244096" y="252806"/>
                  </a:lnTo>
                  <a:cubicBezTo>
                    <a:pt x="244096" y="256636"/>
                    <a:pt x="241540" y="259190"/>
                    <a:pt x="237706" y="259190"/>
                  </a:cubicBezTo>
                  <a:cubicBezTo>
                    <a:pt x="233872" y="259190"/>
                    <a:pt x="231316" y="256636"/>
                    <a:pt x="231316" y="252806"/>
                  </a:cubicBezTo>
                  <a:lnTo>
                    <a:pt x="231316" y="199819"/>
                  </a:lnTo>
                  <a:lnTo>
                    <a:pt x="230677" y="199819"/>
                  </a:lnTo>
                  <a:cubicBezTo>
                    <a:pt x="228760" y="199819"/>
                    <a:pt x="226843" y="199180"/>
                    <a:pt x="225565" y="197265"/>
                  </a:cubicBezTo>
                  <a:cubicBezTo>
                    <a:pt x="224287" y="195988"/>
                    <a:pt x="223648" y="194073"/>
                    <a:pt x="224287" y="192158"/>
                  </a:cubicBezTo>
                  <a:lnTo>
                    <a:pt x="238345" y="122573"/>
                  </a:lnTo>
                  <a:cubicBezTo>
                    <a:pt x="238984" y="119381"/>
                    <a:pt x="241540" y="117465"/>
                    <a:pt x="244735" y="117465"/>
                  </a:cubicBezTo>
                  <a:lnTo>
                    <a:pt x="258792" y="117465"/>
                  </a:lnTo>
                  <a:cubicBezTo>
                    <a:pt x="261987" y="117465"/>
                    <a:pt x="264544" y="119381"/>
                    <a:pt x="265182" y="122573"/>
                  </a:cubicBezTo>
                  <a:lnTo>
                    <a:pt x="279880" y="192158"/>
                  </a:lnTo>
                  <a:cubicBezTo>
                    <a:pt x="279880" y="194073"/>
                    <a:pt x="279240" y="195988"/>
                    <a:pt x="277962" y="197265"/>
                  </a:cubicBezTo>
                  <a:close/>
                  <a:moveTo>
                    <a:pt x="294576" y="185774"/>
                  </a:moveTo>
                  <a:cubicBezTo>
                    <a:pt x="293937" y="185774"/>
                    <a:pt x="293298" y="185774"/>
                    <a:pt x="293298" y="185774"/>
                  </a:cubicBezTo>
                  <a:cubicBezTo>
                    <a:pt x="290103" y="185774"/>
                    <a:pt x="287547" y="183859"/>
                    <a:pt x="286908" y="180667"/>
                  </a:cubicBezTo>
                  <a:lnTo>
                    <a:pt x="273490" y="125765"/>
                  </a:lnTo>
                  <a:cubicBezTo>
                    <a:pt x="272850" y="122573"/>
                    <a:pt x="274767" y="118742"/>
                    <a:pt x="277962" y="118104"/>
                  </a:cubicBezTo>
                  <a:cubicBezTo>
                    <a:pt x="281157" y="117465"/>
                    <a:pt x="284991" y="119381"/>
                    <a:pt x="285630" y="122573"/>
                  </a:cubicBezTo>
                  <a:lnTo>
                    <a:pt x="299049" y="177475"/>
                  </a:lnTo>
                  <a:cubicBezTo>
                    <a:pt x="300327" y="181305"/>
                    <a:pt x="298410" y="185135"/>
                    <a:pt x="294576" y="185774"/>
                  </a:cubicBezTo>
                  <a:close/>
                </a:path>
              </a:pathLst>
            </a:custGeom>
            <a:solidFill>
              <a:srgbClr val="007CB0"/>
            </a:solidFill>
            <a:ln w="6390" cap="flat">
              <a:noFill/>
              <a:prstDash val="solid"/>
              <a:miter/>
            </a:ln>
          </p:spPr>
          <p:txBody>
            <a:bodyPr rtlCol="0" anchor="ctr"/>
            <a:lstStyle/>
            <a:p>
              <a:endParaRPr lang="en-US"/>
            </a:p>
          </p:txBody>
        </p:sp>
        <p:sp>
          <p:nvSpPr>
            <p:cNvPr id="136" name="Graphic 4">
              <a:extLst>
                <a:ext uri="{FF2B5EF4-FFF2-40B4-BE49-F238E27FC236}">
                  <a16:creationId xmlns:a16="http://schemas.microsoft.com/office/drawing/2014/main" id="{B57A1CF4-F8BF-4B3F-9487-3656793CF321}"/>
                </a:ext>
              </a:extLst>
            </p:cNvPr>
            <p:cNvSpPr/>
            <p:nvPr/>
          </p:nvSpPr>
          <p:spPr>
            <a:xfrm>
              <a:off x="5338153" y="4438945"/>
              <a:ext cx="26837" cy="56817"/>
            </a:xfrm>
            <a:custGeom>
              <a:avLst/>
              <a:gdLst>
                <a:gd name="connsiteX0" fmla="*/ 11502 w 26837"/>
                <a:gd name="connsiteY0" fmla="*/ 0 h 56817"/>
                <a:gd name="connsiteX1" fmla="*/ 0 w 26837"/>
                <a:gd name="connsiteY1" fmla="*/ 56817 h 56817"/>
                <a:gd name="connsiteX2" fmla="*/ 26837 w 26837"/>
                <a:gd name="connsiteY2" fmla="*/ 56817 h 56817"/>
                <a:gd name="connsiteX3" fmla="*/ 15336 w 26837"/>
                <a:gd name="connsiteY3" fmla="*/ 0 h 56817"/>
              </a:gdLst>
              <a:ahLst/>
              <a:cxnLst>
                <a:cxn ang="0">
                  <a:pos x="connsiteX0" y="connsiteY0"/>
                </a:cxn>
                <a:cxn ang="0">
                  <a:pos x="connsiteX1" y="connsiteY1"/>
                </a:cxn>
                <a:cxn ang="0">
                  <a:pos x="connsiteX2" y="connsiteY2"/>
                </a:cxn>
                <a:cxn ang="0">
                  <a:pos x="connsiteX3" y="connsiteY3"/>
                </a:cxn>
              </a:cxnLst>
              <a:rect l="l" t="t" r="r" b="b"/>
              <a:pathLst>
                <a:path w="26837" h="56817">
                  <a:moveTo>
                    <a:pt x="11502" y="0"/>
                  </a:moveTo>
                  <a:lnTo>
                    <a:pt x="0" y="56817"/>
                  </a:lnTo>
                  <a:lnTo>
                    <a:pt x="26837" y="56817"/>
                  </a:lnTo>
                  <a:lnTo>
                    <a:pt x="15336" y="0"/>
                  </a:lnTo>
                  <a:close/>
                </a:path>
              </a:pathLst>
            </a:custGeom>
            <a:solidFill>
              <a:srgbClr val="007CB0"/>
            </a:solidFill>
            <a:ln w="6390" cap="flat">
              <a:noFill/>
              <a:prstDash val="solid"/>
              <a:miter/>
            </a:ln>
          </p:spPr>
          <p:txBody>
            <a:bodyPr rtlCol="0" anchor="ctr"/>
            <a:lstStyle/>
            <a:p>
              <a:endParaRPr lang="en-US"/>
            </a:p>
          </p:txBody>
        </p:sp>
      </p:grpSp>
      <p:sp>
        <p:nvSpPr>
          <p:cNvPr id="137" name="Graphic 4">
            <a:extLst>
              <a:ext uri="{FF2B5EF4-FFF2-40B4-BE49-F238E27FC236}">
                <a16:creationId xmlns:a16="http://schemas.microsoft.com/office/drawing/2014/main" id="{F835BBFE-09FA-4A73-AFA4-0DAEA9E1A50D}"/>
              </a:ext>
            </a:extLst>
          </p:cNvPr>
          <p:cNvSpPr/>
          <p:nvPr/>
        </p:nvSpPr>
        <p:spPr>
          <a:xfrm>
            <a:off x="1205901" y="3331540"/>
            <a:ext cx="640080" cy="640080"/>
          </a:xfrm>
          <a:custGeom>
            <a:avLst/>
            <a:gdLst>
              <a:gd name="connsiteX0" fmla="*/ 180836 w 361670"/>
              <a:gd name="connsiteY0" fmla="*/ 0 h 361333"/>
              <a:gd name="connsiteX1" fmla="*/ 0 w 361670"/>
              <a:gd name="connsiteY1" fmla="*/ 180667 h 361333"/>
              <a:gd name="connsiteX2" fmla="*/ 180836 w 361670"/>
              <a:gd name="connsiteY2" fmla="*/ 361334 h 361333"/>
              <a:gd name="connsiteX3" fmla="*/ 361670 w 361670"/>
              <a:gd name="connsiteY3" fmla="*/ 180667 h 361333"/>
              <a:gd name="connsiteX4" fmla="*/ 180836 w 361670"/>
              <a:gd name="connsiteY4" fmla="*/ 0 h 361333"/>
              <a:gd name="connsiteX5" fmla="*/ 251125 w 361670"/>
              <a:gd name="connsiteY5" fmla="*/ 207479 h 361333"/>
              <a:gd name="connsiteX6" fmla="*/ 251125 w 361670"/>
              <a:gd name="connsiteY6" fmla="*/ 207479 h 361333"/>
              <a:gd name="connsiteX7" fmla="*/ 201283 w 361670"/>
              <a:gd name="connsiteY7" fmla="*/ 207479 h 361333"/>
              <a:gd name="connsiteX8" fmla="*/ 207673 w 361670"/>
              <a:gd name="connsiteY8" fmla="*/ 278342 h 361333"/>
              <a:gd name="connsiteX9" fmla="*/ 189142 w 361670"/>
              <a:gd name="connsiteY9" fmla="*/ 291110 h 361333"/>
              <a:gd name="connsiteX10" fmla="*/ 187225 w 361670"/>
              <a:gd name="connsiteY10" fmla="*/ 291110 h 361333"/>
              <a:gd name="connsiteX11" fmla="*/ 175723 w 361670"/>
              <a:gd name="connsiteY11" fmla="*/ 282172 h 361333"/>
              <a:gd name="connsiteX12" fmla="*/ 168056 w 361670"/>
              <a:gd name="connsiteY12" fmla="*/ 254721 h 361333"/>
              <a:gd name="connsiteX13" fmla="*/ 156553 w 361670"/>
              <a:gd name="connsiteY13" fmla="*/ 235569 h 361333"/>
              <a:gd name="connsiteX14" fmla="*/ 127799 w 361670"/>
              <a:gd name="connsiteY14" fmla="*/ 199819 h 361333"/>
              <a:gd name="connsiteX15" fmla="*/ 118853 w 361670"/>
              <a:gd name="connsiteY15" fmla="*/ 194711 h 361333"/>
              <a:gd name="connsiteX16" fmla="*/ 96488 w 361670"/>
              <a:gd name="connsiteY16" fmla="*/ 194711 h 361333"/>
              <a:gd name="connsiteX17" fmla="*/ 90098 w 361670"/>
              <a:gd name="connsiteY17" fmla="*/ 188327 h 361333"/>
              <a:gd name="connsiteX18" fmla="*/ 96488 w 361670"/>
              <a:gd name="connsiteY18" fmla="*/ 181944 h 361333"/>
              <a:gd name="connsiteX19" fmla="*/ 118853 w 361670"/>
              <a:gd name="connsiteY19" fmla="*/ 181944 h 361333"/>
              <a:gd name="connsiteX20" fmla="*/ 138662 w 361670"/>
              <a:gd name="connsiteY20" fmla="*/ 193435 h 361333"/>
              <a:gd name="connsiteX21" fmla="*/ 165500 w 361670"/>
              <a:gd name="connsiteY21" fmla="*/ 226631 h 361333"/>
              <a:gd name="connsiteX22" fmla="*/ 180197 w 361670"/>
              <a:gd name="connsiteY22" fmla="*/ 251529 h 361333"/>
              <a:gd name="connsiteX23" fmla="*/ 187225 w 361670"/>
              <a:gd name="connsiteY23" fmla="*/ 278342 h 361333"/>
              <a:gd name="connsiteX24" fmla="*/ 196172 w 361670"/>
              <a:gd name="connsiteY24" fmla="*/ 271958 h 361333"/>
              <a:gd name="connsiteX25" fmla="*/ 185947 w 361670"/>
              <a:gd name="connsiteY25" fmla="*/ 203649 h 361333"/>
              <a:gd name="connsiteX26" fmla="*/ 186587 w 361670"/>
              <a:gd name="connsiteY26" fmla="*/ 197903 h 361333"/>
              <a:gd name="connsiteX27" fmla="*/ 191698 w 361670"/>
              <a:gd name="connsiteY27" fmla="*/ 195350 h 361333"/>
              <a:gd name="connsiteX28" fmla="*/ 251125 w 361670"/>
              <a:gd name="connsiteY28" fmla="*/ 195350 h 361333"/>
              <a:gd name="connsiteX29" fmla="*/ 260071 w 361670"/>
              <a:gd name="connsiteY29" fmla="*/ 186412 h 361333"/>
              <a:gd name="connsiteX30" fmla="*/ 257515 w 361670"/>
              <a:gd name="connsiteY30" fmla="*/ 180028 h 361333"/>
              <a:gd name="connsiteX31" fmla="*/ 251764 w 361670"/>
              <a:gd name="connsiteY31" fmla="*/ 177475 h 361333"/>
              <a:gd name="connsiteX32" fmla="*/ 251125 w 361670"/>
              <a:gd name="connsiteY32" fmla="*/ 177475 h 361333"/>
              <a:gd name="connsiteX33" fmla="*/ 250486 w 361670"/>
              <a:gd name="connsiteY33" fmla="*/ 177475 h 361333"/>
              <a:gd name="connsiteX34" fmla="*/ 249846 w 361670"/>
              <a:gd name="connsiteY34" fmla="*/ 177475 h 361333"/>
              <a:gd name="connsiteX35" fmla="*/ 248569 w 361670"/>
              <a:gd name="connsiteY35" fmla="*/ 177475 h 361333"/>
              <a:gd name="connsiteX36" fmla="*/ 233233 w 361670"/>
              <a:gd name="connsiteY36" fmla="*/ 177475 h 361333"/>
              <a:gd name="connsiteX37" fmla="*/ 226843 w 361670"/>
              <a:gd name="connsiteY37" fmla="*/ 171091 h 361333"/>
              <a:gd name="connsiteX38" fmla="*/ 233233 w 361670"/>
              <a:gd name="connsiteY38" fmla="*/ 164707 h 361333"/>
              <a:gd name="connsiteX39" fmla="*/ 248569 w 361670"/>
              <a:gd name="connsiteY39" fmla="*/ 164707 h 361333"/>
              <a:gd name="connsiteX40" fmla="*/ 249208 w 361670"/>
              <a:gd name="connsiteY40" fmla="*/ 164707 h 361333"/>
              <a:gd name="connsiteX41" fmla="*/ 257515 w 361670"/>
              <a:gd name="connsiteY41" fmla="*/ 157046 h 361333"/>
              <a:gd name="connsiteX42" fmla="*/ 257515 w 361670"/>
              <a:gd name="connsiteY42" fmla="*/ 155769 h 361333"/>
              <a:gd name="connsiteX43" fmla="*/ 256876 w 361670"/>
              <a:gd name="connsiteY43" fmla="*/ 152577 h 361333"/>
              <a:gd name="connsiteX44" fmla="*/ 254959 w 361670"/>
              <a:gd name="connsiteY44" fmla="*/ 148747 h 361333"/>
              <a:gd name="connsiteX45" fmla="*/ 248569 w 361670"/>
              <a:gd name="connsiteY45" fmla="*/ 146193 h 361333"/>
              <a:gd name="connsiteX46" fmla="*/ 230677 w 361670"/>
              <a:gd name="connsiteY46" fmla="*/ 146193 h 361333"/>
              <a:gd name="connsiteX47" fmla="*/ 224287 w 361670"/>
              <a:gd name="connsiteY47" fmla="*/ 139809 h 361333"/>
              <a:gd name="connsiteX48" fmla="*/ 230677 w 361670"/>
              <a:gd name="connsiteY48" fmla="*/ 133425 h 361333"/>
              <a:gd name="connsiteX49" fmla="*/ 246013 w 361670"/>
              <a:gd name="connsiteY49" fmla="*/ 133425 h 361333"/>
              <a:gd name="connsiteX50" fmla="*/ 254320 w 361670"/>
              <a:gd name="connsiteY50" fmla="*/ 124488 h 361333"/>
              <a:gd name="connsiteX51" fmla="*/ 251764 w 361670"/>
              <a:gd name="connsiteY51" fmla="*/ 118104 h 361333"/>
              <a:gd name="connsiteX52" fmla="*/ 245374 w 361670"/>
              <a:gd name="connsiteY52" fmla="*/ 115550 h 361333"/>
              <a:gd name="connsiteX53" fmla="*/ 238345 w 361670"/>
              <a:gd name="connsiteY53" fmla="*/ 115550 h 361333"/>
              <a:gd name="connsiteX54" fmla="*/ 227482 w 361670"/>
              <a:gd name="connsiteY54" fmla="*/ 115550 h 361333"/>
              <a:gd name="connsiteX55" fmla="*/ 227482 w 361670"/>
              <a:gd name="connsiteY55" fmla="*/ 115550 h 361333"/>
              <a:gd name="connsiteX56" fmla="*/ 221092 w 361670"/>
              <a:gd name="connsiteY56" fmla="*/ 109166 h 361333"/>
              <a:gd name="connsiteX57" fmla="*/ 227482 w 361670"/>
              <a:gd name="connsiteY57" fmla="*/ 102782 h 361333"/>
              <a:gd name="connsiteX58" fmla="*/ 227482 w 361670"/>
              <a:gd name="connsiteY58" fmla="*/ 102782 h 361333"/>
              <a:gd name="connsiteX59" fmla="*/ 238345 w 361670"/>
              <a:gd name="connsiteY59" fmla="*/ 102782 h 361333"/>
              <a:gd name="connsiteX60" fmla="*/ 247291 w 361670"/>
              <a:gd name="connsiteY60" fmla="*/ 93845 h 361333"/>
              <a:gd name="connsiteX61" fmla="*/ 244735 w 361670"/>
              <a:gd name="connsiteY61" fmla="*/ 87461 h 361333"/>
              <a:gd name="connsiteX62" fmla="*/ 238345 w 361670"/>
              <a:gd name="connsiteY62" fmla="*/ 84907 h 361333"/>
              <a:gd name="connsiteX63" fmla="*/ 171251 w 361670"/>
              <a:gd name="connsiteY63" fmla="*/ 84907 h 361333"/>
              <a:gd name="connsiteX64" fmla="*/ 138022 w 361670"/>
              <a:gd name="connsiteY64" fmla="*/ 98313 h 361333"/>
              <a:gd name="connsiteX65" fmla="*/ 122048 w 361670"/>
              <a:gd name="connsiteY65" fmla="*/ 104697 h 361333"/>
              <a:gd name="connsiteX66" fmla="*/ 95849 w 361670"/>
              <a:gd name="connsiteY66" fmla="*/ 104697 h 361333"/>
              <a:gd name="connsiteX67" fmla="*/ 89459 w 361670"/>
              <a:gd name="connsiteY67" fmla="*/ 98313 h 361333"/>
              <a:gd name="connsiteX68" fmla="*/ 95849 w 361670"/>
              <a:gd name="connsiteY68" fmla="*/ 91930 h 361333"/>
              <a:gd name="connsiteX69" fmla="*/ 122048 w 361670"/>
              <a:gd name="connsiteY69" fmla="*/ 91930 h 361333"/>
              <a:gd name="connsiteX70" fmla="*/ 129077 w 361670"/>
              <a:gd name="connsiteY70" fmla="*/ 88738 h 361333"/>
              <a:gd name="connsiteX71" fmla="*/ 171251 w 361670"/>
              <a:gd name="connsiteY71" fmla="*/ 72139 h 361333"/>
              <a:gd name="connsiteX72" fmla="*/ 238345 w 361670"/>
              <a:gd name="connsiteY72" fmla="*/ 72139 h 361333"/>
              <a:gd name="connsiteX73" fmla="*/ 253681 w 361670"/>
              <a:gd name="connsiteY73" fmla="*/ 78523 h 361333"/>
              <a:gd name="connsiteX74" fmla="*/ 260071 w 361670"/>
              <a:gd name="connsiteY74" fmla="*/ 93845 h 361333"/>
              <a:gd name="connsiteX75" fmla="*/ 256236 w 361670"/>
              <a:gd name="connsiteY75" fmla="*/ 105974 h 361333"/>
              <a:gd name="connsiteX76" fmla="*/ 260710 w 361670"/>
              <a:gd name="connsiteY76" fmla="*/ 109166 h 361333"/>
              <a:gd name="connsiteX77" fmla="*/ 267100 w 361670"/>
              <a:gd name="connsiteY77" fmla="*/ 124488 h 361333"/>
              <a:gd name="connsiteX78" fmla="*/ 261987 w 361670"/>
              <a:gd name="connsiteY78" fmla="*/ 137894 h 361333"/>
              <a:gd name="connsiteX79" fmla="*/ 263905 w 361670"/>
              <a:gd name="connsiteY79" fmla="*/ 139809 h 361333"/>
              <a:gd name="connsiteX80" fmla="*/ 269016 w 361670"/>
              <a:gd name="connsiteY80" fmla="*/ 148108 h 361333"/>
              <a:gd name="connsiteX81" fmla="*/ 270295 w 361670"/>
              <a:gd name="connsiteY81" fmla="*/ 155131 h 361333"/>
              <a:gd name="connsiteX82" fmla="*/ 270295 w 361670"/>
              <a:gd name="connsiteY82" fmla="*/ 158323 h 361333"/>
              <a:gd name="connsiteX83" fmla="*/ 265182 w 361670"/>
              <a:gd name="connsiteY83" fmla="*/ 169176 h 361333"/>
              <a:gd name="connsiteX84" fmla="*/ 267100 w 361670"/>
              <a:gd name="connsiteY84" fmla="*/ 170452 h 361333"/>
              <a:gd name="connsiteX85" fmla="*/ 273490 w 361670"/>
              <a:gd name="connsiteY85" fmla="*/ 185774 h 361333"/>
              <a:gd name="connsiteX86" fmla="*/ 251125 w 361670"/>
              <a:gd name="connsiteY86" fmla="*/ 207479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361670" h="361333">
                <a:moveTo>
                  <a:pt x="180836" y="0"/>
                </a:moveTo>
                <a:cubicBezTo>
                  <a:pt x="80513" y="0"/>
                  <a:pt x="0" y="81077"/>
                  <a:pt x="0" y="180667"/>
                </a:cubicBezTo>
                <a:cubicBezTo>
                  <a:pt x="0" y="280257"/>
                  <a:pt x="81153" y="361334"/>
                  <a:pt x="180836" y="361334"/>
                </a:cubicBezTo>
                <a:cubicBezTo>
                  <a:pt x="281157" y="361334"/>
                  <a:pt x="361670" y="280257"/>
                  <a:pt x="361670" y="180667"/>
                </a:cubicBezTo>
                <a:cubicBezTo>
                  <a:pt x="361670" y="81077"/>
                  <a:pt x="281157" y="0"/>
                  <a:pt x="180836" y="0"/>
                </a:cubicBezTo>
                <a:close/>
                <a:moveTo>
                  <a:pt x="251125" y="207479"/>
                </a:moveTo>
                <a:cubicBezTo>
                  <a:pt x="251125" y="207479"/>
                  <a:pt x="251125" y="207479"/>
                  <a:pt x="251125" y="207479"/>
                </a:cubicBezTo>
                <a:lnTo>
                  <a:pt x="201283" y="207479"/>
                </a:lnTo>
                <a:cubicBezTo>
                  <a:pt x="209590" y="231100"/>
                  <a:pt x="217258" y="261105"/>
                  <a:pt x="207673" y="278342"/>
                </a:cubicBezTo>
                <a:cubicBezTo>
                  <a:pt x="203839" y="285364"/>
                  <a:pt x="197449" y="289194"/>
                  <a:pt x="189142" y="291110"/>
                </a:cubicBezTo>
                <a:cubicBezTo>
                  <a:pt x="188503" y="291110"/>
                  <a:pt x="187864" y="291110"/>
                  <a:pt x="187225" y="291110"/>
                </a:cubicBezTo>
                <a:cubicBezTo>
                  <a:pt x="182113" y="291110"/>
                  <a:pt x="177002" y="287279"/>
                  <a:pt x="175723" y="282172"/>
                </a:cubicBezTo>
                <a:lnTo>
                  <a:pt x="168056" y="254721"/>
                </a:lnTo>
                <a:cubicBezTo>
                  <a:pt x="166138" y="247698"/>
                  <a:pt x="162305" y="240676"/>
                  <a:pt x="156553" y="235569"/>
                </a:cubicBezTo>
                <a:cubicBezTo>
                  <a:pt x="146330" y="224716"/>
                  <a:pt x="135467" y="213225"/>
                  <a:pt x="127799" y="199819"/>
                </a:cubicBezTo>
                <a:cubicBezTo>
                  <a:pt x="125882" y="196627"/>
                  <a:pt x="122687" y="194711"/>
                  <a:pt x="118853" y="194711"/>
                </a:cubicBezTo>
                <a:lnTo>
                  <a:pt x="96488" y="194711"/>
                </a:lnTo>
                <a:cubicBezTo>
                  <a:pt x="92654" y="194711"/>
                  <a:pt x="90098" y="192158"/>
                  <a:pt x="90098" y="188327"/>
                </a:cubicBezTo>
                <a:cubicBezTo>
                  <a:pt x="90098" y="184497"/>
                  <a:pt x="92654" y="181944"/>
                  <a:pt x="96488" y="181944"/>
                </a:cubicBezTo>
                <a:lnTo>
                  <a:pt x="118853" y="181944"/>
                </a:lnTo>
                <a:cubicBezTo>
                  <a:pt x="127160" y="181944"/>
                  <a:pt x="134828" y="186412"/>
                  <a:pt x="138662" y="193435"/>
                </a:cubicBezTo>
                <a:cubicBezTo>
                  <a:pt x="145691" y="205564"/>
                  <a:pt x="155915" y="216417"/>
                  <a:pt x="165500" y="226631"/>
                </a:cubicBezTo>
                <a:cubicBezTo>
                  <a:pt x="172528" y="233654"/>
                  <a:pt x="177641" y="242591"/>
                  <a:pt x="180197" y="251529"/>
                </a:cubicBezTo>
                <a:lnTo>
                  <a:pt x="187225" y="278342"/>
                </a:lnTo>
                <a:cubicBezTo>
                  <a:pt x="191698" y="277703"/>
                  <a:pt x="194254" y="275788"/>
                  <a:pt x="196172" y="271958"/>
                </a:cubicBezTo>
                <a:cubicBezTo>
                  <a:pt x="202561" y="261105"/>
                  <a:pt x="198727" y="238122"/>
                  <a:pt x="185947" y="203649"/>
                </a:cubicBezTo>
                <a:cubicBezTo>
                  <a:pt x="185308" y="201734"/>
                  <a:pt x="185308" y="199180"/>
                  <a:pt x="186587" y="197903"/>
                </a:cubicBezTo>
                <a:cubicBezTo>
                  <a:pt x="187864" y="195988"/>
                  <a:pt x="189782" y="195350"/>
                  <a:pt x="191698" y="195350"/>
                </a:cubicBezTo>
                <a:lnTo>
                  <a:pt x="251125" y="195350"/>
                </a:lnTo>
                <a:cubicBezTo>
                  <a:pt x="256236" y="195350"/>
                  <a:pt x="260071" y="190881"/>
                  <a:pt x="260071" y="186412"/>
                </a:cubicBezTo>
                <a:cubicBezTo>
                  <a:pt x="260071" y="183859"/>
                  <a:pt x="259431" y="181944"/>
                  <a:pt x="257515" y="180028"/>
                </a:cubicBezTo>
                <a:cubicBezTo>
                  <a:pt x="256236" y="178752"/>
                  <a:pt x="253681" y="177475"/>
                  <a:pt x="251764" y="177475"/>
                </a:cubicBezTo>
                <a:lnTo>
                  <a:pt x="251125" y="177475"/>
                </a:lnTo>
                <a:cubicBezTo>
                  <a:pt x="251125" y="177475"/>
                  <a:pt x="250486" y="177475"/>
                  <a:pt x="250486" y="177475"/>
                </a:cubicBezTo>
                <a:cubicBezTo>
                  <a:pt x="250486" y="177475"/>
                  <a:pt x="249846" y="177475"/>
                  <a:pt x="249846" y="177475"/>
                </a:cubicBezTo>
                <a:cubicBezTo>
                  <a:pt x="249208" y="177475"/>
                  <a:pt x="248569" y="177475"/>
                  <a:pt x="248569" y="177475"/>
                </a:cubicBezTo>
                <a:lnTo>
                  <a:pt x="233233" y="177475"/>
                </a:lnTo>
                <a:cubicBezTo>
                  <a:pt x="229399" y="177475"/>
                  <a:pt x="226843" y="174921"/>
                  <a:pt x="226843" y="171091"/>
                </a:cubicBezTo>
                <a:cubicBezTo>
                  <a:pt x="226843" y="167260"/>
                  <a:pt x="229399" y="164707"/>
                  <a:pt x="233233" y="164707"/>
                </a:cubicBezTo>
                <a:lnTo>
                  <a:pt x="248569" y="164707"/>
                </a:lnTo>
                <a:cubicBezTo>
                  <a:pt x="248569" y="164707"/>
                  <a:pt x="249208" y="164707"/>
                  <a:pt x="249208" y="164707"/>
                </a:cubicBezTo>
                <a:cubicBezTo>
                  <a:pt x="253681" y="164707"/>
                  <a:pt x="256876" y="160876"/>
                  <a:pt x="257515" y="157046"/>
                </a:cubicBezTo>
                <a:cubicBezTo>
                  <a:pt x="257515" y="156408"/>
                  <a:pt x="257515" y="156408"/>
                  <a:pt x="257515" y="155769"/>
                </a:cubicBezTo>
                <a:cubicBezTo>
                  <a:pt x="257515" y="154492"/>
                  <a:pt x="257515" y="153854"/>
                  <a:pt x="256876" y="152577"/>
                </a:cubicBezTo>
                <a:cubicBezTo>
                  <a:pt x="256236" y="151300"/>
                  <a:pt x="255597" y="150024"/>
                  <a:pt x="254959" y="148747"/>
                </a:cubicBezTo>
                <a:cubicBezTo>
                  <a:pt x="253041" y="146832"/>
                  <a:pt x="251125" y="146193"/>
                  <a:pt x="248569" y="146193"/>
                </a:cubicBezTo>
                <a:lnTo>
                  <a:pt x="230677" y="146193"/>
                </a:lnTo>
                <a:cubicBezTo>
                  <a:pt x="226843" y="146193"/>
                  <a:pt x="224287" y="143640"/>
                  <a:pt x="224287" y="139809"/>
                </a:cubicBezTo>
                <a:cubicBezTo>
                  <a:pt x="224287" y="135979"/>
                  <a:pt x="226843" y="133425"/>
                  <a:pt x="230677" y="133425"/>
                </a:cubicBezTo>
                <a:lnTo>
                  <a:pt x="246013" y="133425"/>
                </a:lnTo>
                <a:cubicBezTo>
                  <a:pt x="250486" y="132787"/>
                  <a:pt x="254320" y="128957"/>
                  <a:pt x="254320" y="124488"/>
                </a:cubicBezTo>
                <a:cubicBezTo>
                  <a:pt x="254320" y="121934"/>
                  <a:pt x="253681" y="120019"/>
                  <a:pt x="251764" y="118104"/>
                </a:cubicBezTo>
                <a:cubicBezTo>
                  <a:pt x="249846" y="116189"/>
                  <a:pt x="247930" y="115550"/>
                  <a:pt x="245374" y="115550"/>
                </a:cubicBezTo>
                <a:lnTo>
                  <a:pt x="238345" y="115550"/>
                </a:lnTo>
                <a:lnTo>
                  <a:pt x="227482" y="115550"/>
                </a:lnTo>
                <a:lnTo>
                  <a:pt x="227482" y="115550"/>
                </a:lnTo>
                <a:cubicBezTo>
                  <a:pt x="223648" y="115550"/>
                  <a:pt x="221092" y="112997"/>
                  <a:pt x="221092" y="109166"/>
                </a:cubicBezTo>
                <a:cubicBezTo>
                  <a:pt x="221092" y="105336"/>
                  <a:pt x="223648" y="102782"/>
                  <a:pt x="227482" y="102782"/>
                </a:cubicBezTo>
                <a:lnTo>
                  <a:pt x="227482" y="102782"/>
                </a:lnTo>
                <a:lnTo>
                  <a:pt x="238345" y="102782"/>
                </a:lnTo>
                <a:cubicBezTo>
                  <a:pt x="243456" y="102782"/>
                  <a:pt x="247291" y="98952"/>
                  <a:pt x="247291" y="93845"/>
                </a:cubicBezTo>
                <a:cubicBezTo>
                  <a:pt x="247291" y="91291"/>
                  <a:pt x="246651" y="89376"/>
                  <a:pt x="244735" y="87461"/>
                </a:cubicBezTo>
                <a:cubicBezTo>
                  <a:pt x="242818" y="85546"/>
                  <a:pt x="240901" y="84907"/>
                  <a:pt x="238345" y="84907"/>
                </a:cubicBezTo>
                <a:lnTo>
                  <a:pt x="171251" y="84907"/>
                </a:lnTo>
                <a:cubicBezTo>
                  <a:pt x="159110" y="84907"/>
                  <a:pt x="146969" y="89376"/>
                  <a:pt x="138022" y="98313"/>
                </a:cubicBezTo>
                <a:cubicBezTo>
                  <a:pt x="133550" y="102144"/>
                  <a:pt x="127799" y="104697"/>
                  <a:pt x="122048" y="104697"/>
                </a:cubicBezTo>
                <a:lnTo>
                  <a:pt x="95849" y="104697"/>
                </a:lnTo>
                <a:cubicBezTo>
                  <a:pt x="92015" y="104697"/>
                  <a:pt x="89459" y="102144"/>
                  <a:pt x="89459" y="98313"/>
                </a:cubicBezTo>
                <a:cubicBezTo>
                  <a:pt x="89459" y="94483"/>
                  <a:pt x="92015" y="91930"/>
                  <a:pt x="95849" y="91930"/>
                </a:cubicBezTo>
                <a:lnTo>
                  <a:pt x="122048" y="91930"/>
                </a:lnTo>
                <a:cubicBezTo>
                  <a:pt x="124604" y="91930"/>
                  <a:pt x="127160" y="90653"/>
                  <a:pt x="129077" y="88738"/>
                </a:cubicBezTo>
                <a:cubicBezTo>
                  <a:pt x="140579" y="77885"/>
                  <a:pt x="155276" y="72139"/>
                  <a:pt x="171251" y="72139"/>
                </a:cubicBezTo>
                <a:lnTo>
                  <a:pt x="238345" y="72139"/>
                </a:lnTo>
                <a:cubicBezTo>
                  <a:pt x="244096" y="72139"/>
                  <a:pt x="249846" y="74693"/>
                  <a:pt x="253681" y="78523"/>
                </a:cubicBezTo>
                <a:cubicBezTo>
                  <a:pt x="257515" y="82354"/>
                  <a:pt x="260071" y="88099"/>
                  <a:pt x="260071" y="93845"/>
                </a:cubicBezTo>
                <a:cubicBezTo>
                  <a:pt x="260071" y="98313"/>
                  <a:pt x="258792" y="102782"/>
                  <a:pt x="256236" y="105974"/>
                </a:cubicBezTo>
                <a:cubicBezTo>
                  <a:pt x="257515" y="106613"/>
                  <a:pt x="259431" y="107889"/>
                  <a:pt x="260710" y="109166"/>
                </a:cubicBezTo>
                <a:cubicBezTo>
                  <a:pt x="264544" y="112997"/>
                  <a:pt x="267100" y="118742"/>
                  <a:pt x="267100" y="124488"/>
                </a:cubicBezTo>
                <a:cubicBezTo>
                  <a:pt x="267100" y="129595"/>
                  <a:pt x="265182" y="134702"/>
                  <a:pt x="261987" y="137894"/>
                </a:cubicBezTo>
                <a:cubicBezTo>
                  <a:pt x="262626" y="138533"/>
                  <a:pt x="263266" y="139171"/>
                  <a:pt x="263905" y="139809"/>
                </a:cubicBezTo>
                <a:cubicBezTo>
                  <a:pt x="266461" y="142363"/>
                  <a:pt x="268377" y="144916"/>
                  <a:pt x="269016" y="148108"/>
                </a:cubicBezTo>
                <a:cubicBezTo>
                  <a:pt x="269656" y="150024"/>
                  <a:pt x="270295" y="152577"/>
                  <a:pt x="270295" y="155131"/>
                </a:cubicBezTo>
                <a:cubicBezTo>
                  <a:pt x="270295" y="156408"/>
                  <a:pt x="270295" y="157046"/>
                  <a:pt x="270295" y="158323"/>
                </a:cubicBezTo>
                <a:cubicBezTo>
                  <a:pt x="269656" y="162792"/>
                  <a:pt x="267739" y="166622"/>
                  <a:pt x="265182" y="169176"/>
                </a:cubicBezTo>
                <a:cubicBezTo>
                  <a:pt x="265821" y="169814"/>
                  <a:pt x="266461" y="169814"/>
                  <a:pt x="267100" y="170452"/>
                </a:cubicBezTo>
                <a:cubicBezTo>
                  <a:pt x="270934" y="174283"/>
                  <a:pt x="273490" y="180028"/>
                  <a:pt x="273490" y="185774"/>
                </a:cubicBezTo>
                <a:cubicBezTo>
                  <a:pt x="272851" y="197903"/>
                  <a:pt x="263266" y="207479"/>
                  <a:pt x="251125" y="207479"/>
                </a:cubicBezTo>
                <a:close/>
              </a:path>
            </a:pathLst>
          </a:custGeom>
          <a:solidFill>
            <a:schemeClr val="accent3">
              <a:lumMod val="75000"/>
            </a:schemeClr>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86" name="Rectangle 5">
            <a:extLst>
              <a:ext uri="{FF2B5EF4-FFF2-40B4-BE49-F238E27FC236}">
                <a16:creationId xmlns:a16="http://schemas.microsoft.com/office/drawing/2014/main" id="{22C95272-1E01-4CCD-B1BD-ADD77C9F5FF1}"/>
              </a:ext>
            </a:extLst>
          </p:cNvPr>
          <p:cNvSpPr/>
          <p:nvPr/>
        </p:nvSpPr>
        <p:spPr bwMode="gray">
          <a:xfrm flipV="1">
            <a:off x="501652" y="749093"/>
            <a:ext cx="11134484" cy="27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829178" rtl="0" eaLnBrk="1" fontAlgn="auto" latinLnBrk="0" hangingPunct="1">
              <a:lnSpc>
                <a:spcPct val="100000"/>
              </a:lnSpc>
              <a:spcBef>
                <a:spcPts val="0"/>
              </a:spcBef>
              <a:spcAft>
                <a:spcPts val="0"/>
              </a:spcAft>
              <a:buClrTx/>
              <a:buSzTx/>
              <a:buFontTx/>
              <a:buNone/>
              <a:tabLst/>
              <a:defRPr/>
            </a:pPr>
            <a:endParaRPr kumimoji="0" lang="en-US" sz="1451" b="0" i="0" u="none" strike="noStrike" kern="1200" cap="none" spc="0" normalizeH="0" baseline="0" noProof="0">
              <a:ln>
                <a:noFill/>
              </a:ln>
              <a:solidFill>
                <a:prstClr val="white"/>
              </a:solidFill>
              <a:effectLst/>
              <a:uLnTx/>
              <a:uFillTx/>
              <a:latin typeface="Verdana"/>
              <a:ea typeface="+mn-ea"/>
              <a:cs typeface="+mn-cs"/>
            </a:endParaRPr>
          </a:p>
        </p:txBody>
      </p:sp>
      <p:sp>
        <p:nvSpPr>
          <p:cNvPr id="87" name="TextBox 86">
            <a:extLst>
              <a:ext uri="{FF2B5EF4-FFF2-40B4-BE49-F238E27FC236}">
                <a16:creationId xmlns:a16="http://schemas.microsoft.com/office/drawing/2014/main" id="{B7636CD4-3E96-468B-86CB-C0A44FC480A3}"/>
              </a:ext>
            </a:extLst>
          </p:cNvPr>
          <p:cNvSpPr txBox="1"/>
          <p:nvPr/>
        </p:nvSpPr>
        <p:spPr>
          <a:xfrm>
            <a:off x="10200640" y="263311"/>
            <a:ext cx="1435496" cy="430887"/>
          </a:xfrm>
          <a:prstGeom prst="rect">
            <a:avLst/>
          </a:prstGeom>
          <a:noFill/>
        </p:spPr>
        <p:txBody>
          <a:bodyPr wrap="square" lIns="0" tIns="0" rIns="0" bIns="0" rtlCol="0">
            <a:spAutoFit/>
          </a:bodyPr>
          <a:lstStyle/>
          <a:p>
            <a:pPr algn="ctr">
              <a:spcBef>
                <a:spcPts val="600"/>
              </a:spcBef>
              <a:buSzPct val="100000"/>
            </a:pPr>
            <a:r>
              <a:rPr lang="en-US" sz="2800">
                <a:solidFill>
                  <a:schemeClr val="bg2"/>
                </a:solidFill>
              </a:rPr>
              <a:t>S</a:t>
            </a:r>
            <a:r>
              <a:rPr lang="en-US" sz="2800">
                <a:solidFill>
                  <a:schemeClr val="accent1"/>
                </a:solidFill>
              </a:rPr>
              <a:t>W</a:t>
            </a:r>
            <a:r>
              <a:rPr lang="en-US" sz="2800">
                <a:solidFill>
                  <a:schemeClr val="bg2"/>
                </a:solidFill>
              </a:rPr>
              <a:t>OT</a:t>
            </a:r>
          </a:p>
        </p:txBody>
      </p:sp>
      <p:grpSp>
        <p:nvGrpSpPr>
          <p:cNvPr id="109" name="Group 108">
            <a:extLst>
              <a:ext uri="{FF2B5EF4-FFF2-40B4-BE49-F238E27FC236}">
                <a16:creationId xmlns:a16="http://schemas.microsoft.com/office/drawing/2014/main" id="{DE617EBB-AEE1-4455-96B9-61C4CE6DFFFD}"/>
              </a:ext>
            </a:extLst>
          </p:cNvPr>
          <p:cNvGrpSpPr/>
          <p:nvPr/>
        </p:nvGrpSpPr>
        <p:grpSpPr>
          <a:xfrm>
            <a:off x="3296605" y="6357711"/>
            <a:ext cx="5871063" cy="365760"/>
            <a:chOff x="2789942" y="6324600"/>
            <a:chExt cx="5871063" cy="365760"/>
          </a:xfrm>
        </p:grpSpPr>
        <p:sp>
          <p:nvSpPr>
            <p:cNvPr id="110" name="Oval 109">
              <a:extLst>
                <a:ext uri="{FF2B5EF4-FFF2-40B4-BE49-F238E27FC236}">
                  <a16:creationId xmlns:a16="http://schemas.microsoft.com/office/drawing/2014/main" id="{BCD0C5D7-0408-40EC-BC73-D6C7D564C60C}"/>
                </a:ext>
              </a:extLst>
            </p:cNvPr>
            <p:cNvSpPr/>
            <p:nvPr/>
          </p:nvSpPr>
          <p:spPr bwMode="gray">
            <a:xfrm>
              <a:off x="4811486" y="6324600"/>
              <a:ext cx="365760" cy="365760"/>
            </a:xfrm>
            <a:prstGeom prst="ellips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11" name="Oval 110">
              <a:extLst>
                <a:ext uri="{FF2B5EF4-FFF2-40B4-BE49-F238E27FC236}">
                  <a16:creationId xmlns:a16="http://schemas.microsoft.com/office/drawing/2014/main" id="{F24C8660-E7CE-40D8-BFEC-D947C36FE27D}"/>
                </a:ext>
              </a:extLst>
            </p:cNvPr>
            <p:cNvSpPr/>
            <p:nvPr/>
          </p:nvSpPr>
          <p:spPr bwMode="gray">
            <a:xfrm>
              <a:off x="6072053" y="6324600"/>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12" name="Oval 111">
              <a:extLst>
                <a:ext uri="{FF2B5EF4-FFF2-40B4-BE49-F238E27FC236}">
                  <a16:creationId xmlns:a16="http://schemas.microsoft.com/office/drawing/2014/main" id="{5C039591-E592-467B-AA83-15486B0F693E}"/>
                </a:ext>
              </a:extLst>
            </p:cNvPr>
            <p:cNvSpPr/>
            <p:nvPr/>
          </p:nvSpPr>
          <p:spPr bwMode="gray">
            <a:xfrm>
              <a:off x="7405717" y="6324600"/>
              <a:ext cx="365760" cy="365760"/>
            </a:xfrm>
            <a:prstGeom prst="ellipse">
              <a:avLst/>
            </a:prstGeom>
            <a:solidFill>
              <a:srgbClr val="DA291C"/>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13" name="TextBox 112">
              <a:extLst>
                <a:ext uri="{FF2B5EF4-FFF2-40B4-BE49-F238E27FC236}">
                  <a16:creationId xmlns:a16="http://schemas.microsoft.com/office/drawing/2014/main" id="{A207641A-AF7C-4FA6-882D-6B0CB32A7A7A}"/>
                </a:ext>
              </a:extLst>
            </p:cNvPr>
            <p:cNvSpPr txBox="1"/>
            <p:nvPr/>
          </p:nvSpPr>
          <p:spPr>
            <a:xfrm>
              <a:off x="2789942" y="6442322"/>
              <a:ext cx="1698925" cy="184666"/>
            </a:xfrm>
            <a:prstGeom prst="rect">
              <a:avLst/>
            </a:prstGeom>
            <a:noFill/>
          </p:spPr>
          <p:txBody>
            <a:bodyPr wrap="square" lIns="0" tIns="0" rIns="0" bIns="0" rtlCol="0">
              <a:spAutoFit/>
            </a:bodyPr>
            <a:lstStyle/>
            <a:p>
              <a:pPr>
                <a:spcBef>
                  <a:spcPts val="600"/>
                </a:spcBef>
                <a:buSzPct val="100000"/>
              </a:pPr>
              <a:r>
                <a:rPr lang="en-US" sz="1200" b="1" i="1">
                  <a:solidFill>
                    <a:srgbClr val="313131"/>
                  </a:solidFill>
                </a:rPr>
                <a:t>Impact on Business</a:t>
              </a:r>
            </a:p>
          </p:txBody>
        </p:sp>
        <p:sp>
          <p:nvSpPr>
            <p:cNvPr id="114" name="TextBox 113">
              <a:extLst>
                <a:ext uri="{FF2B5EF4-FFF2-40B4-BE49-F238E27FC236}">
                  <a16:creationId xmlns:a16="http://schemas.microsoft.com/office/drawing/2014/main" id="{DE0E22A3-C36C-4859-8C42-C438A55D35B4}"/>
                </a:ext>
              </a:extLst>
            </p:cNvPr>
            <p:cNvSpPr txBox="1"/>
            <p:nvPr/>
          </p:nvSpPr>
          <p:spPr>
            <a:xfrm>
              <a:off x="5247379" y="6420550"/>
              <a:ext cx="762000" cy="184666"/>
            </a:xfrm>
            <a:prstGeom prst="rect">
              <a:avLst/>
            </a:prstGeom>
            <a:noFill/>
          </p:spPr>
          <p:txBody>
            <a:bodyPr wrap="square" lIns="0" tIns="0" rIns="0" bIns="0" rtlCol="0">
              <a:spAutoFit/>
            </a:bodyPr>
            <a:lstStyle/>
            <a:p>
              <a:pPr>
                <a:spcBef>
                  <a:spcPts val="600"/>
                </a:spcBef>
                <a:buSzPct val="100000"/>
              </a:pPr>
              <a:r>
                <a:rPr lang="en-US" sz="1200" b="1" dirty="0">
                  <a:solidFill>
                    <a:srgbClr val="313131"/>
                  </a:solidFill>
                </a:rPr>
                <a:t>Low</a:t>
              </a:r>
            </a:p>
          </p:txBody>
        </p:sp>
        <p:sp>
          <p:nvSpPr>
            <p:cNvPr id="115" name="TextBox 114">
              <a:extLst>
                <a:ext uri="{FF2B5EF4-FFF2-40B4-BE49-F238E27FC236}">
                  <a16:creationId xmlns:a16="http://schemas.microsoft.com/office/drawing/2014/main" id="{886D77FE-E9AD-4E7D-9B42-DB7E155339AD}"/>
                </a:ext>
              </a:extLst>
            </p:cNvPr>
            <p:cNvSpPr txBox="1"/>
            <p:nvPr/>
          </p:nvSpPr>
          <p:spPr>
            <a:xfrm>
              <a:off x="6537499" y="6412891"/>
              <a:ext cx="762000" cy="184666"/>
            </a:xfrm>
            <a:prstGeom prst="rect">
              <a:avLst/>
            </a:prstGeom>
            <a:noFill/>
          </p:spPr>
          <p:txBody>
            <a:bodyPr wrap="square" lIns="0" tIns="0" rIns="0" bIns="0" rtlCol="0">
              <a:spAutoFit/>
            </a:bodyPr>
            <a:lstStyle/>
            <a:p>
              <a:pPr>
                <a:spcBef>
                  <a:spcPts val="600"/>
                </a:spcBef>
                <a:buSzPct val="100000"/>
              </a:pPr>
              <a:r>
                <a:rPr lang="en-US" sz="1200" b="1">
                  <a:solidFill>
                    <a:srgbClr val="313131"/>
                  </a:solidFill>
                </a:rPr>
                <a:t>Medium</a:t>
              </a:r>
            </a:p>
          </p:txBody>
        </p:sp>
        <p:sp>
          <p:nvSpPr>
            <p:cNvPr id="116" name="TextBox 115">
              <a:extLst>
                <a:ext uri="{FF2B5EF4-FFF2-40B4-BE49-F238E27FC236}">
                  <a16:creationId xmlns:a16="http://schemas.microsoft.com/office/drawing/2014/main" id="{8676FFA4-63CC-4EF5-8121-B5D6EC5E5C4B}"/>
                </a:ext>
              </a:extLst>
            </p:cNvPr>
            <p:cNvSpPr txBox="1"/>
            <p:nvPr/>
          </p:nvSpPr>
          <p:spPr>
            <a:xfrm>
              <a:off x="7899005" y="6412891"/>
              <a:ext cx="762000" cy="184666"/>
            </a:xfrm>
            <a:prstGeom prst="rect">
              <a:avLst/>
            </a:prstGeom>
            <a:noFill/>
          </p:spPr>
          <p:txBody>
            <a:bodyPr wrap="square" lIns="0" tIns="0" rIns="0" bIns="0" rtlCol="0">
              <a:spAutoFit/>
            </a:bodyPr>
            <a:lstStyle/>
            <a:p>
              <a:pPr>
                <a:spcBef>
                  <a:spcPts val="600"/>
                </a:spcBef>
                <a:buSzPct val="100000"/>
              </a:pPr>
              <a:r>
                <a:rPr lang="en-US" sz="1200" b="1" dirty="0">
                  <a:solidFill>
                    <a:srgbClr val="313131"/>
                  </a:solidFill>
                </a:rPr>
                <a:t>High</a:t>
              </a:r>
            </a:p>
          </p:txBody>
        </p:sp>
      </p:grpSp>
    </p:spTree>
    <p:extLst>
      <p:ext uri="{BB962C8B-B14F-4D97-AF65-F5344CB8AC3E}">
        <p14:creationId xmlns:p14="http://schemas.microsoft.com/office/powerpoint/2010/main" val="4146083492"/>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8E525C8-5B83-4553-B7A8-F5F66115ADBA}"/>
              </a:ext>
            </a:extLst>
          </p:cNvPr>
          <p:cNvGraphicFramePr>
            <a:graphicFrameLocks noChangeAspect="1"/>
          </p:cNvGraphicFramePr>
          <p:nvPr>
            <p:custDataLst>
              <p:tags r:id="rId2"/>
            </p:custDataLst>
            <p:extLst>
              <p:ext uri="{D42A27DB-BD31-4B8C-83A1-F6EECF244321}">
                <p14:modId xmlns:p14="http://schemas.microsoft.com/office/powerpoint/2010/main" val="1025417087"/>
              </p:ext>
            </p:extLst>
          </p:nvPr>
        </p:nvGraphicFramePr>
        <p:xfrm>
          <a:off x="1680" y="1440"/>
          <a:ext cx="1440" cy="1440"/>
        </p:xfrm>
        <a:graphic>
          <a:graphicData uri="http://schemas.openxmlformats.org/presentationml/2006/ole">
            <mc:AlternateContent xmlns:mc="http://schemas.openxmlformats.org/markup-compatibility/2006">
              <mc:Choice xmlns:v="urn:schemas-microsoft-com:vml" Requires="v">
                <p:oleObj spid="_x0000_s32827" name="think-cell Slide" r:id="rId5" imgW="498" imgH="499" progId="TCLayout.ActiveDocument.1">
                  <p:embed/>
                </p:oleObj>
              </mc:Choice>
              <mc:Fallback>
                <p:oleObj name="think-cell Slide" r:id="rId5" imgW="498" imgH="499" progId="TCLayout.ActiveDocument.1">
                  <p:embed/>
                  <p:pic>
                    <p:nvPicPr>
                      <p:cNvPr id="5" name="Object 4" hidden="1">
                        <a:extLst>
                          <a:ext uri="{FF2B5EF4-FFF2-40B4-BE49-F238E27FC236}">
                            <a16:creationId xmlns:a16="http://schemas.microsoft.com/office/drawing/2014/main" id="{D8E525C8-5B83-4553-B7A8-F5F66115ADBA}"/>
                          </a:ext>
                        </a:extLst>
                      </p:cNvPr>
                      <p:cNvPicPr/>
                      <p:nvPr/>
                    </p:nvPicPr>
                    <p:blipFill>
                      <a:blip r:embed="rId6"/>
                      <a:stretch>
                        <a:fillRect/>
                      </a:stretch>
                    </p:blipFill>
                    <p:spPr>
                      <a:xfrm>
                        <a:off x="1680" y="1440"/>
                        <a:ext cx="1440" cy="1440"/>
                      </a:xfrm>
                      <a:prstGeom prst="rect">
                        <a:avLst/>
                      </a:prstGeom>
                    </p:spPr>
                  </p:pic>
                </p:oleObj>
              </mc:Fallback>
            </mc:AlternateContent>
          </a:graphicData>
        </a:graphic>
      </p:graphicFrame>
      <p:sp>
        <p:nvSpPr>
          <p:cNvPr id="88" name="Rectangle 87" hidden="1">
            <a:extLst>
              <a:ext uri="{FF2B5EF4-FFF2-40B4-BE49-F238E27FC236}">
                <a16:creationId xmlns:a16="http://schemas.microsoft.com/office/drawing/2014/main" id="{E8660C98-62A0-423C-8A5A-044FD3662E7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088" b="0" i="0" u="none" strike="noStrike" kern="1200" cap="none" spc="0" normalizeH="0" baseline="0" noProof="0">
              <a:ln>
                <a:noFill/>
              </a:ln>
              <a:solidFill>
                <a:prstClr val="white"/>
              </a:solidFill>
              <a:effectLst/>
              <a:uLnTx/>
              <a:uFillTx/>
              <a:latin typeface="Verdana"/>
              <a:ea typeface="+mn-ea"/>
              <a:cs typeface="+mn-cs"/>
            </a:endParaRPr>
          </a:p>
        </p:txBody>
      </p:sp>
      <p:sp>
        <p:nvSpPr>
          <p:cNvPr id="2" name="Rectangle 1" hidden="1">
            <a:extLst>
              <a:ext uri="{FF2B5EF4-FFF2-40B4-BE49-F238E27FC236}">
                <a16:creationId xmlns:a16="http://schemas.microsoft.com/office/drawing/2014/main" id="{2A521930-E564-4B05-B60F-B4D4B607A7F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Avenir Next LT Pro Light" panose="020B0304020202020204" pitchFamily="34" charset="0"/>
              <a:ea typeface="+mn-ea"/>
              <a:cs typeface="+mn-cs"/>
            </a:endParaRPr>
          </a:p>
        </p:txBody>
      </p:sp>
      <p:sp>
        <p:nvSpPr>
          <p:cNvPr id="33" name="Rectangle 32" hidden="1">
            <a:extLst>
              <a:ext uri="{FF2B5EF4-FFF2-40B4-BE49-F238E27FC236}">
                <a16:creationId xmlns:a16="http://schemas.microsoft.com/office/drawing/2014/main" id="{5CEEA709-822B-4D97-95B5-1E93A1A05919}"/>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54" name="Rectangle 53" hidden="1">
            <a:extLst>
              <a:ext uri="{FF2B5EF4-FFF2-40B4-BE49-F238E27FC236}">
                <a16:creationId xmlns:a16="http://schemas.microsoft.com/office/drawing/2014/main" id="{225F56F8-8BC1-48B6-BEFF-20E4914FDA4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58" name="Rectangle 57" hidden="1">
            <a:extLst>
              <a:ext uri="{FF2B5EF4-FFF2-40B4-BE49-F238E27FC236}">
                <a16:creationId xmlns:a16="http://schemas.microsoft.com/office/drawing/2014/main" id="{50C0A6EC-D618-4045-A144-16336B53AEFE}"/>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62" name="Rectangle 61" hidden="1">
            <a:extLst>
              <a:ext uri="{FF2B5EF4-FFF2-40B4-BE49-F238E27FC236}">
                <a16:creationId xmlns:a16="http://schemas.microsoft.com/office/drawing/2014/main" id="{8AC4DE8A-A90A-45C4-A128-6D6EC2EA41AF}"/>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123" name="Rectangle 122" hidden="1">
            <a:extLst>
              <a:ext uri="{FF2B5EF4-FFF2-40B4-BE49-F238E27FC236}">
                <a16:creationId xmlns:a16="http://schemas.microsoft.com/office/drawing/2014/main" id="{891D9B62-8447-4BF2-AAD5-EE8A0DC6CA59}"/>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154" name="Rectangle 153" hidden="1">
            <a:extLst>
              <a:ext uri="{FF2B5EF4-FFF2-40B4-BE49-F238E27FC236}">
                <a16:creationId xmlns:a16="http://schemas.microsoft.com/office/drawing/2014/main" id="{E6055FF4-59BE-4A31-A244-49C2AAC1E7B4}"/>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157" name="Rectangle 156" hidden="1">
            <a:extLst>
              <a:ext uri="{FF2B5EF4-FFF2-40B4-BE49-F238E27FC236}">
                <a16:creationId xmlns:a16="http://schemas.microsoft.com/office/drawing/2014/main" id="{79987C92-84CE-44DC-A97C-59F767A61EC1}"/>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361" name="Rectangle 360" hidden="1">
            <a:extLst>
              <a:ext uri="{FF2B5EF4-FFF2-40B4-BE49-F238E27FC236}">
                <a16:creationId xmlns:a16="http://schemas.microsoft.com/office/drawing/2014/main" id="{58D700BD-6F8F-4F7C-8892-9034C7A065B1}"/>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05" name="Rectangle 404" hidden="1">
            <a:extLst>
              <a:ext uri="{FF2B5EF4-FFF2-40B4-BE49-F238E27FC236}">
                <a16:creationId xmlns:a16="http://schemas.microsoft.com/office/drawing/2014/main" id="{0CEE0670-BDA8-4520-8F9D-5C046A637342}"/>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5" name="Rectangle 44" hidden="1">
            <a:extLst>
              <a:ext uri="{FF2B5EF4-FFF2-40B4-BE49-F238E27FC236}">
                <a16:creationId xmlns:a16="http://schemas.microsoft.com/office/drawing/2014/main" id="{767854C1-3E6E-4F2E-98B4-2A1F7DB28D5C}"/>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725"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219" name="Rectangle 218" hidden="1">
            <a:extLst>
              <a:ext uri="{FF2B5EF4-FFF2-40B4-BE49-F238E27FC236}">
                <a16:creationId xmlns:a16="http://schemas.microsoft.com/office/drawing/2014/main" id="{847846C5-C801-4BEE-9506-A16841F90D4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725" b="0" i="0" u="none" strike="noStrike" kern="1200" cap="none" spc="0" normalizeH="0" baseline="0" noProof="0">
              <a:ln>
                <a:noFill/>
              </a:ln>
              <a:solidFill>
                <a:prstClr val="white"/>
              </a:solidFill>
              <a:effectLst/>
              <a:uLnTx/>
              <a:uFillTx/>
              <a:latin typeface="Verdana"/>
              <a:ea typeface="+mn-ea"/>
              <a:cs typeface="+mn-cs"/>
            </a:endParaRPr>
          </a:p>
        </p:txBody>
      </p:sp>
      <p:sp>
        <p:nvSpPr>
          <p:cNvPr id="332" name="Rectangle 331" hidden="1">
            <a:extLst>
              <a:ext uri="{FF2B5EF4-FFF2-40B4-BE49-F238E27FC236}">
                <a16:creationId xmlns:a16="http://schemas.microsoft.com/office/drawing/2014/main" id="{B1BAC627-2155-4A3C-960D-101193C2287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088" b="0" i="0" u="none" strike="noStrike" kern="1200" cap="none" spc="0" normalizeH="0" baseline="0" noProof="0">
              <a:ln>
                <a:noFill/>
              </a:ln>
              <a:solidFill>
                <a:prstClr val="white"/>
              </a:solidFill>
              <a:effectLst/>
              <a:uLnTx/>
              <a:uFillTx/>
              <a:latin typeface="Verdana"/>
              <a:ea typeface="+mn-ea"/>
              <a:cs typeface="+mn-cs"/>
            </a:endParaRPr>
          </a:p>
        </p:txBody>
      </p:sp>
      <p:sp>
        <p:nvSpPr>
          <p:cNvPr id="532" name="Rectangle 531" hidden="1">
            <a:extLst>
              <a:ext uri="{FF2B5EF4-FFF2-40B4-BE49-F238E27FC236}">
                <a16:creationId xmlns:a16="http://schemas.microsoft.com/office/drawing/2014/main" id="{25F5028C-BFCA-4679-826B-D8FEBFE44C90}"/>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Avenir Next LT Pro Light" panose="020B0304020202020204" pitchFamily="34" charset="0"/>
              <a:ea typeface="+mn-ea"/>
              <a:cs typeface="+mn-cs"/>
            </a:endParaRPr>
          </a:p>
        </p:txBody>
      </p:sp>
      <p:sp>
        <p:nvSpPr>
          <p:cNvPr id="645" name="Rectangle 644" hidden="1">
            <a:extLst>
              <a:ext uri="{FF2B5EF4-FFF2-40B4-BE49-F238E27FC236}">
                <a16:creationId xmlns:a16="http://schemas.microsoft.com/office/drawing/2014/main" id="{E3C87C7A-307E-4E40-BF24-596ACA913F2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660" name="Rectangle 659" hidden="1">
            <a:extLst>
              <a:ext uri="{FF2B5EF4-FFF2-40B4-BE49-F238E27FC236}">
                <a16:creationId xmlns:a16="http://schemas.microsoft.com/office/drawing/2014/main" id="{2ECBF87A-E661-4272-A3A4-31486CCA0A14}"/>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0" name="Title 2">
            <a:extLst>
              <a:ext uri="{FF2B5EF4-FFF2-40B4-BE49-F238E27FC236}">
                <a16:creationId xmlns:a16="http://schemas.microsoft.com/office/drawing/2014/main" id="{4B8DEF8B-01E9-42C6-8321-05FF6A851792}"/>
              </a:ext>
            </a:extLst>
          </p:cNvPr>
          <p:cNvSpPr>
            <a:spLocks noGrp="1"/>
          </p:cNvSpPr>
          <p:nvPr>
            <p:ph type="title"/>
          </p:nvPr>
        </p:nvSpPr>
        <p:spPr>
          <a:xfrm>
            <a:off x="501652" y="317503"/>
            <a:ext cx="11162350" cy="334101"/>
          </a:xfrm>
        </p:spPr>
        <p:txBody>
          <a:bodyPr vert="horz"/>
          <a:lstStyle/>
          <a:p>
            <a:r>
              <a:rPr lang="en-US" sz="1814" b="1" dirty="0"/>
              <a:t>DPL’s Opportunities Analysis</a:t>
            </a:r>
          </a:p>
        </p:txBody>
      </p:sp>
      <p:sp>
        <p:nvSpPr>
          <p:cNvPr id="161" name="Rectangle 160">
            <a:extLst>
              <a:ext uri="{FF2B5EF4-FFF2-40B4-BE49-F238E27FC236}">
                <a16:creationId xmlns:a16="http://schemas.microsoft.com/office/drawing/2014/main" id="{B05DE1FD-5D9A-4B53-AACE-651883A14C74}"/>
              </a:ext>
            </a:extLst>
          </p:cNvPr>
          <p:cNvSpPr/>
          <p:nvPr/>
        </p:nvSpPr>
        <p:spPr>
          <a:xfrm>
            <a:off x="4943294" y="1429212"/>
            <a:ext cx="4908276" cy="646331"/>
          </a:xfrm>
          <a:prstGeom prst="rect">
            <a:avLst/>
          </a:prstGeom>
        </p:spPr>
        <p:txBody>
          <a:bodyPr wrap="square" lIns="0" tIns="0" rIns="0" bIns="0" anchor="ctr">
            <a:spAutoFit/>
          </a:bodyPr>
          <a:lstStyle/>
          <a:p>
            <a:pPr algn="just"/>
            <a:r>
              <a:rPr lang="en-US" sz="1400" b="1" dirty="0">
                <a:solidFill>
                  <a:schemeClr val="accent1"/>
                </a:solidFill>
              </a:rPr>
              <a:t>Expansion of RE portfolio: </a:t>
            </a:r>
            <a:r>
              <a:rPr lang="en-US" sz="1400" b="0" dirty="0">
                <a:solidFill>
                  <a:schemeClr val="tx1"/>
                </a:solidFill>
              </a:rPr>
              <a:t>DPL can setup RE projects and expand the green portfolio in addition to the existing thermal project</a:t>
            </a:r>
          </a:p>
        </p:txBody>
      </p:sp>
      <p:sp>
        <p:nvSpPr>
          <p:cNvPr id="162" name="TextBox 161">
            <a:extLst>
              <a:ext uri="{FF2B5EF4-FFF2-40B4-BE49-F238E27FC236}">
                <a16:creationId xmlns:a16="http://schemas.microsoft.com/office/drawing/2014/main" id="{D94E36FD-E4A9-4D1E-9EFD-1AFCAE215DE0}"/>
              </a:ext>
            </a:extLst>
          </p:cNvPr>
          <p:cNvSpPr txBox="1"/>
          <p:nvPr/>
        </p:nvSpPr>
        <p:spPr>
          <a:xfrm>
            <a:off x="4951578" y="5382027"/>
            <a:ext cx="4908277" cy="646331"/>
          </a:xfrm>
          <a:prstGeom prst="rect">
            <a:avLst/>
          </a:prstGeom>
          <a:noFill/>
        </p:spPr>
        <p:txBody>
          <a:bodyPr wrap="square" lIns="0" tIns="0" rIns="0" bIns="0" rtlCol="0" anchor="ctr">
            <a:spAutoFit/>
          </a:bodyPr>
          <a:lstStyle/>
          <a:p>
            <a:pPr algn="just"/>
            <a:r>
              <a:rPr lang="en-US" sz="1400" b="1" dirty="0">
                <a:solidFill>
                  <a:schemeClr val="accent4">
                    <a:lumMod val="60000"/>
                    <a:lumOff val="40000"/>
                  </a:schemeClr>
                </a:solidFill>
              </a:rPr>
              <a:t>Monetization of surplus land:</a:t>
            </a:r>
            <a:r>
              <a:rPr lang="en-US" sz="1400" b="1" dirty="0">
                <a:solidFill>
                  <a:schemeClr val="bg1"/>
                </a:solidFill>
              </a:rPr>
              <a:t> </a:t>
            </a:r>
            <a:r>
              <a:rPr lang="en-US" sz="1400" dirty="0"/>
              <a:t>The surplus land available with DPL can be monetized and utilized to off-set the legacy losses and improve financial position</a:t>
            </a:r>
          </a:p>
        </p:txBody>
      </p:sp>
      <p:sp>
        <p:nvSpPr>
          <p:cNvPr id="163" name="TextBox 162">
            <a:extLst>
              <a:ext uri="{FF2B5EF4-FFF2-40B4-BE49-F238E27FC236}">
                <a16:creationId xmlns:a16="http://schemas.microsoft.com/office/drawing/2014/main" id="{2E0890B0-9FBE-4964-84D5-558A96E9E2C0}"/>
              </a:ext>
            </a:extLst>
          </p:cNvPr>
          <p:cNvSpPr txBox="1"/>
          <p:nvPr/>
        </p:nvSpPr>
        <p:spPr>
          <a:xfrm>
            <a:off x="4943294" y="4390729"/>
            <a:ext cx="4908277" cy="646331"/>
          </a:xfrm>
          <a:prstGeom prst="rect">
            <a:avLst/>
          </a:prstGeom>
          <a:noFill/>
        </p:spPr>
        <p:txBody>
          <a:bodyPr wrap="square" lIns="0" tIns="0" rIns="0" bIns="0" rtlCol="0" anchor="ctr">
            <a:spAutoFit/>
          </a:bodyPr>
          <a:lstStyle/>
          <a:p>
            <a:pPr marL="0" marR="0" lvl="0" indent="0" algn="just" defTabSz="1150154" rtl="0" eaLnBrk="1" fontAlgn="auto" latinLnBrk="0" hangingPunct="1">
              <a:lnSpc>
                <a:spcPct val="100000"/>
              </a:lnSpc>
              <a:spcBef>
                <a:spcPts val="0"/>
              </a:spcBef>
              <a:spcAft>
                <a:spcPts val="0"/>
              </a:spcAft>
              <a:buClrTx/>
              <a:buSzTx/>
              <a:buFontTx/>
              <a:buNone/>
              <a:tabLst/>
              <a:defRPr/>
            </a:pPr>
            <a:r>
              <a:rPr lang="en-US" sz="1400" b="1" kern="1200" dirty="0">
                <a:solidFill>
                  <a:schemeClr val="accent3"/>
                </a:solidFill>
                <a:latin typeface="+mn-lt"/>
                <a:ea typeface="+mn-ea"/>
                <a:cs typeface="+mn-cs"/>
              </a:rPr>
              <a:t>Development of EV charging infrastructure in WB: </a:t>
            </a:r>
            <a:r>
              <a:rPr lang="en-US" sz="1400" b="0" kern="1200" dirty="0">
                <a:solidFill>
                  <a:schemeClr val="tx1"/>
                </a:solidFill>
                <a:latin typeface="+mn-lt"/>
                <a:ea typeface="+mn-ea"/>
                <a:cs typeface="+mn-cs"/>
              </a:rPr>
              <a:t>Nascent stage of EV presents an opportunity to enter market and setup infrastructure</a:t>
            </a:r>
          </a:p>
        </p:txBody>
      </p:sp>
      <p:sp>
        <p:nvSpPr>
          <p:cNvPr id="164" name="TextBox 163">
            <a:extLst>
              <a:ext uri="{FF2B5EF4-FFF2-40B4-BE49-F238E27FC236}">
                <a16:creationId xmlns:a16="http://schemas.microsoft.com/office/drawing/2014/main" id="{7692A00F-7EB1-4BA3-8804-BA4629A178E2}"/>
              </a:ext>
            </a:extLst>
          </p:cNvPr>
          <p:cNvSpPr txBox="1"/>
          <p:nvPr/>
        </p:nvSpPr>
        <p:spPr>
          <a:xfrm>
            <a:off x="4943294" y="2422647"/>
            <a:ext cx="4908276" cy="646331"/>
          </a:xfrm>
          <a:prstGeom prst="rect">
            <a:avLst/>
          </a:prstGeom>
          <a:noFill/>
        </p:spPr>
        <p:txBody>
          <a:bodyPr wrap="square" lIns="0" tIns="0" rIns="0" bIns="0" rtlCol="0" anchor="ctr">
            <a:spAutoFit/>
          </a:bodyPr>
          <a:lstStyle/>
          <a:p>
            <a:pPr marL="0" marR="0" lvl="0" indent="0" algn="just" defTabSz="1150154" rtl="0" eaLnBrk="1" fontAlgn="auto" latinLnBrk="0" hangingPunct="1">
              <a:lnSpc>
                <a:spcPct val="100000"/>
              </a:lnSpc>
              <a:spcBef>
                <a:spcPts val="0"/>
              </a:spcBef>
              <a:spcAft>
                <a:spcPts val="0"/>
              </a:spcAft>
              <a:buClrTx/>
              <a:buSzTx/>
              <a:buFontTx/>
              <a:buNone/>
              <a:tabLst/>
              <a:defRPr/>
            </a:pPr>
            <a:r>
              <a:rPr lang="en-US" sz="1400" b="1" kern="1200" dirty="0">
                <a:solidFill>
                  <a:schemeClr val="accent4"/>
                </a:solidFill>
                <a:latin typeface="+mn-lt"/>
                <a:ea typeface="+mn-ea"/>
                <a:cs typeface="+mn-cs"/>
              </a:rPr>
              <a:t>Expansion of Trans Damodar Coal Mine: </a:t>
            </a:r>
            <a:r>
              <a:rPr lang="en-US" sz="1400" b="0" kern="1200" dirty="0">
                <a:solidFill>
                  <a:schemeClr val="tx1"/>
                </a:solidFill>
                <a:latin typeface="+mn-lt"/>
                <a:ea typeface="+mn-ea"/>
                <a:cs typeface="+mn-cs"/>
              </a:rPr>
              <a:t>DPL can expand coal excavation from TDCM after meeting its internal target of 1 MT for premium realization</a:t>
            </a:r>
          </a:p>
        </p:txBody>
      </p:sp>
      <p:sp>
        <p:nvSpPr>
          <p:cNvPr id="165" name="TextBox 164">
            <a:extLst>
              <a:ext uri="{FF2B5EF4-FFF2-40B4-BE49-F238E27FC236}">
                <a16:creationId xmlns:a16="http://schemas.microsoft.com/office/drawing/2014/main" id="{0FE5E898-E938-410C-AB01-9185110C4C13}"/>
              </a:ext>
            </a:extLst>
          </p:cNvPr>
          <p:cNvSpPr txBox="1"/>
          <p:nvPr/>
        </p:nvSpPr>
        <p:spPr>
          <a:xfrm>
            <a:off x="4943294" y="3314765"/>
            <a:ext cx="4908277" cy="861774"/>
          </a:xfrm>
          <a:prstGeom prst="rect">
            <a:avLst/>
          </a:prstGeom>
          <a:noFill/>
        </p:spPr>
        <p:txBody>
          <a:bodyPr wrap="square" lIns="0" tIns="0" rIns="0" bIns="0" rtlCol="0" anchor="ctr">
            <a:spAutoFit/>
          </a:bodyPr>
          <a:lstStyle/>
          <a:p>
            <a:pPr marL="0" marR="0" lvl="0" indent="0" algn="just" defTabSz="1150154" rtl="0" eaLnBrk="1" fontAlgn="auto" latinLnBrk="0" hangingPunct="1">
              <a:lnSpc>
                <a:spcPct val="100000"/>
              </a:lnSpc>
              <a:spcBef>
                <a:spcPts val="0"/>
              </a:spcBef>
              <a:spcAft>
                <a:spcPts val="0"/>
              </a:spcAft>
              <a:buClrTx/>
              <a:buSzTx/>
              <a:buFontTx/>
              <a:buNone/>
              <a:tabLst/>
              <a:defRPr/>
            </a:pPr>
            <a:r>
              <a:rPr lang="en-US" sz="1400" b="1" kern="1200" dirty="0">
                <a:solidFill>
                  <a:schemeClr val="accent2"/>
                </a:solidFill>
                <a:latin typeface="+mn-lt"/>
                <a:ea typeface="+mn-ea"/>
                <a:cs typeface="+mn-cs"/>
              </a:rPr>
              <a:t>First Mover Advantage in development of Green Ecosystem in West Bengal: </a:t>
            </a:r>
            <a:r>
              <a:rPr lang="en-US" sz="1400" b="0" kern="1200" dirty="0">
                <a:solidFill>
                  <a:schemeClr val="tx1"/>
                </a:solidFill>
                <a:latin typeface="+mn-lt"/>
                <a:ea typeface="+mn-ea"/>
                <a:cs typeface="+mn-cs"/>
              </a:rPr>
              <a:t>Opportunities for aggregation of GH2 generation and supply to industries</a:t>
            </a:r>
          </a:p>
        </p:txBody>
      </p:sp>
      <p:grpSp>
        <p:nvGrpSpPr>
          <p:cNvPr id="208" name="Group 207">
            <a:extLst>
              <a:ext uri="{FF2B5EF4-FFF2-40B4-BE49-F238E27FC236}">
                <a16:creationId xmlns:a16="http://schemas.microsoft.com/office/drawing/2014/main" id="{A52B6A4B-EB9F-4FDB-B890-5426B6D7B060}"/>
              </a:ext>
            </a:extLst>
          </p:cNvPr>
          <p:cNvGrpSpPr/>
          <p:nvPr/>
        </p:nvGrpSpPr>
        <p:grpSpPr>
          <a:xfrm>
            <a:off x="2441642" y="1765075"/>
            <a:ext cx="1337549" cy="694394"/>
            <a:chOff x="4207048" y="2110398"/>
            <a:chExt cx="1337549" cy="694394"/>
          </a:xfrm>
        </p:grpSpPr>
        <p:cxnSp>
          <p:nvCxnSpPr>
            <p:cNvPr id="209" name="Straight Connector 208">
              <a:extLst>
                <a:ext uri="{FF2B5EF4-FFF2-40B4-BE49-F238E27FC236}">
                  <a16:creationId xmlns:a16="http://schemas.microsoft.com/office/drawing/2014/main" id="{17451F4A-F14E-4571-B270-9F82F1124D06}"/>
                </a:ext>
              </a:extLst>
            </p:cNvPr>
            <p:cNvCxnSpPr>
              <a:cxnSpLocks/>
            </p:cNvCxnSpPr>
            <p:nvPr/>
          </p:nvCxnSpPr>
          <p:spPr>
            <a:xfrm>
              <a:off x="4922598" y="2110398"/>
              <a:ext cx="621999" cy="0"/>
            </a:xfrm>
            <a:prstGeom prst="line">
              <a:avLst/>
            </a:prstGeom>
            <a:ln w="15875" cap="rnd">
              <a:solidFill>
                <a:schemeClr val="accent1"/>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5206FE82-69BE-43EB-8E6D-D374825BC645}"/>
                </a:ext>
              </a:extLst>
            </p:cNvPr>
            <p:cNvCxnSpPr>
              <a:cxnSpLocks/>
            </p:cNvCxnSpPr>
            <p:nvPr/>
          </p:nvCxnSpPr>
          <p:spPr>
            <a:xfrm flipH="1">
              <a:off x="4207048" y="2129350"/>
              <a:ext cx="696600" cy="675442"/>
            </a:xfrm>
            <a:prstGeom prst="line">
              <a:avLst/>
            </a:prstGeom>
            <a:ln w="15875" cap="rnd">
              <a:solidFill>
                <a:schemeClr val="accent1"/>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435EC7E7-EBBA-44E8-B633-175559ECC83D}"/>
              </a:ext>
            </a:extLst>
          </p:cNvPr>
          <p:cNvGrpSpPr/>
          <p:nvPr/>
        </p:nvGrpSpPr>
        <p:grpSpPr>
          <a:xfrm>
            <a:off x="2318598" y="2350499"/>
            <a:ext cx="608790" cy="2616293"/>
            <a:chOff x="3973224" y="2415815"/>
            <a:chExt cx="608790" cy="2616293"/>
          </a:xfrm>
        </p:grpSpPr>
        <p:sp>
          <p:nvSpPr>
            <p:cNvPr id="207" name="Oval 206">
              <a:extLst>
                <a:ext uri="{FF2B5EF4-FFF2-40B4-BE49-F238E27FC236}">
                  <a16:creationId xmlns:a16="http://schemas.microsoft.com/office/drawing/2014/main" id="{CC088920-D3E1-4D2E-87F2-40271683EF48}"/>
                </a:ext>
              </a:extLst>
            </p:cNvPr>
            <p:cNvSpPr/>
            <p:nvPr/>
          </p:nvSpPr>
          <p:spPr bwMode="gray">
            <a:xfrm>
              <a:off x="3973224" y="2415815"/>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algn="ctr">
                <a:buFont typeface="Wingdings 2" pitchFamily="18" charset="2"/>
                <a:buNone/>
              </a:pPr>
              <a:endParaRPr lang="en-US" sz="1300" b="1">
                <a:solidFill>
                  <a:schemeClr val="bg1"/>
                </a:solidFill>
              </a:endParaRPr>
            </a:p>
          </p:txBody>
        </p:sp>
        <p:sp>
          <p:nvSpPr>
            <p:cNvPr id="211" name="Oval 210">
              <a:extLst>
                <a:ext uri="{FF2B5EF4-FFF2-40B4-BE49-F238E27FC236}">
                  <a16:creationId xmlns:a16="http://schemas.microsoft.com/office/drawing/2014/main" id="{A72EE3C8-ABD1-453A-A4B9-A8604DC00F9E}"/>
                </a:ext>
              </a:extLst>
            </p:cNvPr>
            <p:cNvSpPr/>
            <p:nvPr/>
          </p:nvSpPr>
          <p:spPr bwMode="gray">
            <a:xfrm>
              <a:off x="4289746" y="3058122"/>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algn="ctr">
                <a:buFont typeface="Wingdings 2" pitchFamily="18" charset="2"/>
                <a:buNone/>
              </a:pPr>
              <a:endParaRPr lang="en-US" sz="1300" b="1">
                <a:solidFill>
                  <a:schemeClr val="bg1"/>
                </a:solidFill>
              </a:endParaRPr>
            </a:p>
          </p:txBody>
        </p:sp>
        <p:sp>
          <p:nvSpPr>
            <p:cNvPr id="212" name="Oval 211">
              <a:extLst>
                <a:ext uri="{FF2B5EF4-FFF2-40B4-BE49-F238E27FC236}">
                  <a16:creationId xmlns:a16="http://schemas.microsoft.com/office/drawing/2014/main" id="{F49F2C48-CEF5-45B7-A974-0C48AE060C1E}"/>
                </a:ext>
              </a:extLst>
            </p:cNvPr>
            <p:cNvSpPr/>
            <p:nvPr/>
          </p:nvSpPr>
          <p:spPr bwMode="gray">
            <a:xfrm>
              <a:off x="4354598" y="3694917"/>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algn="ctr">
                <a:buFont typeface="Wingdings 2" pitchFamily="18" charset="2"/>
                <a:buNone/>
              </a:pPr>
              <a:endParaRPr lang="en-US" sz="1300" b="1">
                <a:solidFill>
                  <a:schemeClr val="bg1"/>
                </a:solidFill>
              </a:endParaRPr>
            </a:p>
          </p:txBody>
        </p:sp>
        <p:sp>
          <p:nvSpPr>
            <p:cNvPr id="213" name="Oval 212">
              <a:extLst>
                <a:ext uri="{FF2B5EF4-FFF2-40B4-BE49-F238E27FC236}">
                  <a16:creationId xmlns:a16="http://schemas.microsoft.com/office/drawing/2014/main" id="{1E8A13D5-FB97-4E8E-A1EB-ED3EAA0C93FE}"/>
                </a:ext>
              </a:extLst>
            </p:cNvPr>
            <p:cNvSpPr/>
            <p:nvPr/>
          </p:nvSpPr>
          <p:spPr bwMode="gray">
            <a:xfrm>
              <a:off x="4263503" y="4241855"/>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algn="ctr">
                <a:buFont typeface="Wingdings 2" pitchFamily="18" charset="2"/>
                <a:buNone/>
              </a:pPr>
              <a:endParaRPr lang="en-US" sz="1300" b="1">
                <a:solidFill>
                  <a:schemeClr val="bg1"/>
                </a:solidFill>
              </a:endParaRPr>
            </a:p>
          </p:txBody>
        </p:sp>
        <p:sp>
          <p:nvSpPr>
            <p:cNvPr id="214" name="Oval 213">
              <a:extLst>
                <a:ext uri="{FF2B5EF4-FFF2-40B4-BE49-F238E27FC236}">
                  <a16:creationId xmlns:a16="http://schemas.microsoft.com/office/drawing/2014/main" id="{375B23E2-5BCE-437B-BA0D-A4E52C261EB2}"/>
                </a:ext>
              </a:extLst>
            </p:cNvPr>
            <p:cNvSpPr/>
            <p:nvPr/>
          </p:nvSpPr>
          <p:spPr bwMode="gray">
            <a:xfrm>
              <a:off x="3986624" y="4804692"/>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algn="ctr">
                <a:buFont typeface="Wingdings 2" pitchFamily="18" charset="2"/>
                <a:buNone/>
              </a:pPr>
              <a:endParaRPr lang="en-US" sz="1300" b="1">
                <a:solidFill>
                  <a:schemeClr val="bg1"/>
                </a:solidFill>
              </a:endParaRPr>
            </a:p>
          </p:txBody>
        </p:sp>
      </p:grpSp>
      <p:cxnSp>
        <p:nvCxnSpPr>
          <p:cNvPr id="215" name="Straight Connector 214">
            <a:extLst>
              <a:ext uri="{FF2B5EF4-FFF2-40B4-BE49-F238E27FC236}">
                <a16:creationId xmlns:a16="http://schemas.microsoft.com/office/drawing/2014/main" id="{6D961EF7-BB78-4A30-AD92-115825B35566}"/>
              </a:ext>
            </a:extLst>
          </p:cNvPr>
          <p:cNvCxnSpPr>
            <a:cxnSpLocks/>
          </p:cNvCxnSpPr>
          <p:nvPr/>
        </p:nvCxnSpPr>
        <p:spPr>
          <a:xfrm>
            <a:off x="2814019" y="3746445"/>
            <a:ext cx="965172" cy="0"/>
          </a:xfrm>
          <a:prstGeom prst="line">
            <a:avLst/>
          </a:prstGeom>
          <a:ln w="15875" cap="rnd">
            <a:solidFill>
              <a:schemeClr val="accent2"/>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grpSp>
        <p:nvGrpSpPr>
          <p:cNvPr id="216" name="Group 215">
            <a:extLst>
              <a:ext uri="{FF2B5EF4-FFF2-40B4-BE49-F238E27FC236}">
                <a16:creationId xmlns:a16="http://schemas.microsoft.com/office/drawing/2014/main" id="{EF600E48-D033-4A09-84DC-C0131509A413}"/>
              </a:ext>
            </a:extLst>
          </p:cNvPr>
          <p:cNvGrpSpPr/>
          <p:nvPr/>
        </p:nvGrpSpPr>
        <p:grpSpPr>
          <a:xfrm>
            <a:off x="2441643" y="4853084"/>
            <a:ext cx="1393083" cy="747346"/>
            <a:chOff x="4207049" y="5198407"/>
            <a:chExt cx="1393083" cy="747346"/>
          </a:xfrm>
        </p:grpSpPr>
        <p:cxnSp>
          <p:nvCxnSpPr>
            <p:cNvPr id="217" name="Straight Connector 216">
              <a:extLst>
                <a:ext uri="{FF2B5EF4-FFF2-40B4-BE49-F238E27FC236}">
                  <a16:creationId xmlns:a16="http://schemas.microsoft.com/office/drawing/2014/main" id="{1C7A8044-C3AD-4D3B-96EC-3B821E9D1AD7}"/>
                </a:ext>
              </a:extLst>
            </p:cNvPr>
            <p:cNvCxnSpPr>
              <a:cxnSpLocks/>
            </p:cNvCxnSpPr>
            <p:nvPr/>
          </p:nvCxnSpPr>
          <p:spPr>
            <a:xfrm>
              <a:off x="4978133" y="5945753"/>
              <a:ext cx="621999" cy="0"/>
            </a:xfrm>
            <a:prstGeom prst="line">
              <a:avLst/>
            </a:prstGeom>
            <a:ln w="15875" cap="rnd">
              <a:solidFill>
                <a:schemeClr val="accent4">
                  <a:lumMod val="60000"/>
                  <a:lumOff val="40000"/>
                </a:schemeClr>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44AE611F-7FB7-4543-B263-74D3DB20DDA6}"/>
                </a:ext>
              </a:extLst>
            </p:cNvPr>
            <p:cNvCxnSpPr>
              <a:cxnSpLocks/>
            </p:cNvCxnSpPr>
            <p:nvPr/>
          </p:nvCxnSpPr>
          <p:spPr>
            <a:xfrm flipH="1" flipV="1">
              <a:off x="4207049" y="5198407"/>
              <a:ext cx="741652" cy="747345"/>
            </a:xfrm>
            <a:prstGeom prst="line">
              <a:avLst/>
            </a:prstGeom>
            <a:ln w="15875" cap="rnd">
              <a:solidFill>
                <a:schemeClr val="accent4">
                  <a:lumMod val="60000"/>
                  <a:lumOff val="40000"/>
                </a:schemeClr>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220" name="Group 219">
            <a:extLst>
              <a:ext uri="{FF2B5EF4-FFF2-40B4-BE49-F238E27FC236}">
                <a16:creationId xmlns:a16="http://schemas.microsoft.com/office/drawing/2014/main" id="{C0EEC686-E52E-4F51-8BE8-BB17E9FE906A}"/>
              </a:ext>
            </a:extLst>
          </p:cNvPr>
          <p:cNvGrpSpPr/>
          <p:nvPr/>
        </p:nvGrpSpPr>
        <p:grpSpPr>
          <a:xfrm>
            <a:off x="2757980" y="2805883"/>
            <a:ext cx="1021211" cy="300631"/>
            <a:chOff x="4523386" y="3151206"/>
            <a:chExt cx="1021211" cy="300631"/>
          </a:xfrm>
        </p:grpSpPr>
        <p:cxnSp>
          <p:nvCxnSpPr>
            <p:cNvPr id="221" name="Straight Connector 220">
              <a:extLst>
                <a:ext uri="{FF2B5EF4-FFF2-40B4-BE49-F238E27FC236}">
                  <a16:creationId xmlns:a16="http://schemas.microsoft.com/office/drawing/2014/main" id="{3305C77B-B2A8-47D2-9760-3D4C289B712F}"/>
                </a:ext>
              </a:extLst>
            </p:cNvPr>
            <p:cNvCxnSpPr>
              <a:cxnSpLocks/>
            </p:cNvCxnSpPr>
            <p:nvPr/>
          </p:nvCxnSpPr>
          <p:spPr>
            <a:xfrm>
              <a:off x="4922598" y="3151712"/>
              <a:ext cx="621999" cy="0"/>
            </a:xfrm>
            <a:prstGeom prst="line">
              <a:avLst/>
            </a:prstGeom>
            <a:ln w="15875" cap="rnd">
              <a:solidFill>
                <a:schemeClr val="accent4"/>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0248B095-4C28-4536-B7F9-3B128686F64B}"/>
                </a:ext>
              </a:extLst>
            </p:cNvPr>
            <p:cNvCxnSpPr>
              <a:cxnSpLocks/>
            </p:cNvCxnSpPr>
            <p:nvPr/>
          </p:nvCxnSpPr>
          <p:spPr>
            <a:xfrm flipH="1">
              <a:off x="4523386" y="3151206"/>
              <a:ext cx="371734" cy="300631"/>
            </a:xfrm>
            <a:prstGeom prst="line">
              <a:avLst/>
            </a:prstGeom>
            <a:ln w="15875" cap="rnd">
              <a:solidFill>
                <a:schemeClr val="accent4"/>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223" name="Group 222">
            <a:extLst>
              <a:ext uri="{FF2B5EF4-FFF2-40B4-BE49-F238E27FC236}">
                <a16:creationId xmlns:a16="http://schemas.microsoft.com/office/drawing/2014/main" id="{BC7C90C5-4E59-46B4-A49C-AE827652D5F0}"/>
              </a:ext>
            </a:extLst>
          </p:cNvPr>
          <p:cNvGrpSpPr/>
          <p:nvPr/>
        </p:nvGrpSpPr>
        <p:grpSpPr>
          <a:xfrm>
            <a:off x="2722585" y="4289488"/>
            <a:ext cx="1056606" cy="391402"/>
            <a:chOff x="4487991" y="4634811"/>
            <a:chExt cx="1056606" cy="391402"/>
          </a:xfrm>
        </p:grpSpPr>
        <p:cxnSp>
          <p:nvCxnSpPr>
            <p:cNvPr id="224" name="Straight Connector 223">
              <a:extLst>
                <a:ext uri="{FF2B5EF4-FFF2-40B4-BE49-F238E27FC236}">
                  <a16:creationId xmlns:a16="http://schemas.microsoft.com/office/drawing/2014/main" id="{D8B81160-2574-41F3-A5E3-4CC8302998AF}"/>
                </a:ext>
              </a:extLst>
            </p:cNvPr>
            <p:cNvCxnSpPr>
              <a:cxnSpLocks/>
            </p:cNvCxnSpPr>
            <p:nvPr/>
          </p:nvCxnSpPr>
          <p:spPr>
            <a:xfrm>
              <a:off x="4922598" y="5026213"/>
              <a:ext cx="621999" cy="0"/>
            </a:xfrm>
            <a:prstGeom prst="line">
              <a:avLst/>
            </a:prstGeom>
            <a:ln w="15875" cap="rnd">
              <a:solidFill>
                <a:schemeClr val="accent3"/>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09DABC1F-4D41-4EB7-A4DC-C117FE57BFB2}"/>
                </a:ext>
              </a:extLst>
            </p:cNvPr>
            <p:cNvCxnSpPr>
              <a:cxnSpLocks/>
            </p:cNvCxnSpPr>
            <p:nvPr/>
          </p:nvCxnSpPr>
          <p:spPr>
            <a:xfrm flipH="1" flipV="1">
              <a:off x="4487991" y="4634811"/>
              <a:ext cx="419702" cy="391183"/>
            </a:xfrm>
            <a:prstGeom prst="line">
              <a:avLst/>
            </a:prstGeom>
            <a:ln w="15875" cap="rnd">
              <a:solidFill>
                <a:schemeClr val="accent3"/>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4" name="Group 3">
            <a:extLst>
              <a:ext uri="{FF2B5EF4-FFF2-40B4-BE49-F238E27FC236}">
                <a16:creationId xmlns:a16="http://schemas.microsoft.com/office/drawing/2014/main" id="{0EFB063A-9A57-4FB2-B73C-7AD4E791F4D6}"/>
              </a:ext>
            </a:extLst>
          </p:cNvPr>
          <p:cNvGrpSpPr/>
          <p:nvPr/>
        </p:nvGrpSpPr>
        <p:grpSpPr>
          <a:xfrm>
            <a:off x="393341" y="2529881"/>
            <a:ext cx="2286000" cy="2286000"/>
            <a:chOff x="380600" y="1693103"/>
            <a:chExt cx="4113462" cy="4088045"/>
          </a:xfrm>
        </p:grpSpPr>
        <p:sp>
          <p:nvSpPr>
            <p:cNvPr id="148" name="Arc 147">
              <a:extLst>
                <a:ext uri="{FF2B5EF4-FFF2-40B4-BE49-F238E27FC236}">
                  <a16:creationId xmlns:a16="http://schemas.microsoft.com/office/drawing/2014/main" id="{9030AAFA-ACEB-4A54-9A08-B4B7652A851A}"/>
                </a:ext>
              </a:extLst>
            </p:cNvPr>
            <p:cNvSpPr/>
            <p:nvPr/>
          </p:nvSpPr>
          <p:spPr>
            <a:xfrm>
              <a:off x="380600" y="1693103"/>
              <a:ext cx="4088045" cy="4088045"/>
            </a:xfrm>
            <a:prstGeom prst="arc">
              <a:avLst>
                <a:gd name="adj1" fmla="val 16812435"/>
                <a:gd name="adj2" fmla="val 4781030"/>
              </a:avLst>
            </a:prstGeom>
            <a:ln w="25400" cap="rnd">
              <a:solidFill>
                <a:schemeClr val="accent6">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00"/>
            </a:p>
          </p:txBody>
        </p:sp>
        <p:sp>
          <p:nvSpPr>
            <p:cNvPr id="149" name="Arc 148">
              <a:extLst>
                <a:ext uri="{FF2B5EF4-FFF2-40B4-BE49-F238E27FC236}">
                  <a16:creationId xmlns:a16="http://schemas.microsoft.com/office/drawing/2014/main" id="{0C94EEA9-9C98-4B91-A554-AA252EFFBB8F}"/>
                </a:ext>
              </a:extLst>
            </p:cNvPr>
            <p:cNvSpPr/>
            <p:nvPr/>
          </p:nvSpPr>
          <p:spPr>
            <a:xfrm flipH="1">
              <a:off x="406017" y="1693103"/>
              <a:ext cx="4088045" cy="4088045"/>
            </a:xfrm>
            <a:prstGeom prst="arc">
              <a:avLst>
                <a:gd name="adj1" fmla="val 16812435"/>
                <a:gd name="adj2" fmla="val 4781841"/>
              </a:avLst>
            </a:prstGeom>
            <a:ln w="25400" cap="rnd">
              <a:solidFill>
                <a:schemeClr val="accent6">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00"/>
            </a:p>
          </p:txBody>
        </p:sp>
        <p:sp>
          <p:nvSpPr>
            <p:cNvPr id="150" name="Oval 149">
              <a:extLst>
                <a:ext uri="{FF2B5EF4-FFF2-40B4-BE49-F238E27FC236}">
                  <a16:creationId xmlns:a16="http://schemas.microsoft.com/office/drawing/2014/main" id="{E6483AB2-DD13-4C35-A67B-1076C768B46B}"/>
                </a:ext>
              </a:extLst>
            </p:cNvPr>
            <p:cNvSpPr/>
            <p:nvPr/>
          </p:nvSpPr>
          <p:spPr bwMode="gray">
            <a:xfrm>
              <a:off x="618308" y="1899909"/>
              <a:ext cx="3674434" cy="3674434"/>
            </a:xfrm>
            <a:prstGeom prst="ellipse">
              <a:avLst/>
            </a:prstGeom>
            <a:noFill/>
            <a:ln w="19050" algn="ctr">
              <a:solidFill>
                <a:srgbClr val="046A38"/>
              </a:solidFill>
              <a:miter lim="800000"/>
              <a:headEnd/>
              <a:tailEnd/>
            </a:ln>
          </p:spPr>
          <p:txBody>
            <a:bodyPr wrap="square" lIns="88900" tIns="88900" rIns="88900" bIns="88900" rtlCol="0" anchor="ctr"/>
            <a:lstStyle/>
            <a:p>
              <a:pPr algn="ctr">
                <a:buFont typeface="Wingdings 2" pitchFamily="18" charset="2"/>
                <a:buNone/>
              </a:pPr>
              <a:endParaRPr lang="en-US" sz="1300" b="1">
                <a:solidFill>
                  <a:schemeClr val="bg1"/>
                </a:solidFill>
              </a:endParaRPr>
            </a:p>
          </p:txBody>
        </p:sp>
        <p:sp>
          <p:nvSpPr>
            <p:cNvPr id="151" name="Oval 150">
              <a:extLst>
                <a:ext uri="{FF2B5EF4-FFF2-40B4-BE49-F238E27FC236}">
                  <a16:creationId xmlns:a16="http://schemas.microsoft.com/office/drawing/2014/main" id="{DFBA97AC-3179-45F9-9E3B-EE4E3166898D}"/>
                </a:ext>
              </a:extLst>
            </p:cNvPr>
            <p:cNvSpPr/>
            <p:nvPr/>
          </p:nvSpPr>
          <p:spPr bwMode="gray">
            <a:xfrm>
              <a:off x="785328" y="2066929"/>
              <a:ext cx="3340395" cy="3340395"/>
            </a:xfrm>
            <a:prstGeom prst="ellipse">
              <a:avLst/>
            </a:prstGeom>
            <a:noFill/>
            <a:ln w="19050" algn="ctr">
              <a:solidFill>
                <a:srgbClr val="009A44"/>
              </a:solidFill>
              <a:miter lim="800000"/>
              <a:headEnd/>
              <a:tailEnd/>
            </a:ln>
          </p:spPr>
          <p:txBody>
            <a:bodyPr wrap="square" lIns="88900" tIns="88900" rIns="88900" bIns="88900" rtlCol="0" anchor="ctr"/>
            <a:lstStyle/>
            <a:p>
              <a:pPr algn="ctr">
                <a:buFont typeface="Wingdings 2" pitchFamily="18" charset="2"/>
                <a:buNone/>
              </a:pPr>
              <a:endParaRPr lang="en-US" sz="1300" b="1">
                <a:solidFill>
                  <a:schemeClr val="bg1"/>
                </a:solidFill>
              </a:endParaRPr>
            </a:p>
          </p:txBody>
        </p:sp>
        <p:sp>
          <p:nvSpPr>
            <p:cNvPr id="152" name="Oval 151">
              <a:extLst>
                <a:ext uri="{FF2B5EF4-FFF2-40B4-BE49-F238E27FC236}">
                  <a16:creationId xmlns:a16="http://schemas.microsoft.com/office/drawing/2014/main" id="{8EB1C895-CF38-49A2-8FC8-970CDCA274F6}"/>
                </a:ext>
              </a:extLst>
            </p:cNvPr>
            <p:cNvSpPr/>
            <p:nvPr/>
          </p:nvSpPr>
          <p:spPr bwMode="gray">
            <a:xfrm>
              <a:off x="937164" y="2218765"/>
              <a:ext cx="3036722" cy="3036722"/>
            </a:xfrm>
            <a:prstGeom prst="ellipse">
              <a:avLst/>
            </a:prstGeom>
            <a:noFill/>
            <a:ln w="19050" algn="ctr">
              <a:solidFill>
                <a:srgbClr val="009A44"/>
              </a:solidFill>
              <a:miter lim="800000"/>
              <a:headEnd/>
              <a:tailEnd/>
            </a:ln>
          </p:spPr>
          <p:txBody>
            <a:bodyPr wrap="square" lIns="88900" tIns="88900" rIns="88900" bIns="88900" rtlCol="0" anchor="ctr"/>
            <a:lstStyle/>
            <a:p>
              <a:pPr algn="ctr">
                <a:buFont typeface="Wingdings 2" pitchFamily="18" charset="2"/>
                <a:buNone/>
              </a:pPr>
              <a:endParaRPr lang="en-US" sz="1300" b="1">
                <a:solidFill>
                  <a:schemeClr val="bg1"/>
                </a:solidFill>
              </a:endParaRPr>
            </a:p>
          </p:txBody>
        </p:sp>
        <p:sp>
          <p:nvSpPr>
            <p:cNvPr id="153" name="Oval 152">
              <a:extLst>
                <a:ext uri="{FF2B5EF4-FFF2-40B4-BE49-F238E27FC236}">
                  <a16:creationId xmlns:a16="http://schemas.microsoft.com/office/drawing/2014/main" id="{A0D73A2E-4EA5-4CB9-8C5B-3037EA65E517}"/>
                </a:ext>
              </a:extLst>
            </p:cNvPr>
            <p:cNvSpPr/>
            <p:nvPr/>
          </p:nvSpPr>
          <p:spPr bwMode="gray">
            <a:xfrm>
              <a:off x="1075197" y="2356798"/>
              <a:ext cx="2760657" cy="2760657"/>
            </a:xfrm>
            <a:prstGeom prst="ellipse">
              <a:avLst/>
            </a:prstGeom>
            <a:noFill/>
            <a:ln w="19050" algn="ctr">
              <a:solidFill>
                <a:srgbClr val="43B02A"/>
              </a:solidFill>
              <a:miter lim="800000"/>
              <a:headEnd/>
              <a:tailEnd/>
            </a:ln>
          </p:spPr>
          <p:txBody>
            <a:bodyPr wrap="square" lIns="88900" tIns="88900" rIns="88900" bIns="88900" rtlCol="0" anchor="ctr"/>
            <a:lstStyle/>
            <a:p>
              <a:pPr algn="ctr">
                <a:buFont typeface="Wingdings 2" pitchFamily="18" charset="2"/>
                <a:buNone/>
              </a:pPr>
              <a:endParaRPr lang="en-US" sz="1300" b="1">
                <a:solidFill>
                  <a:schemeClr val="bg1"/>
                </a:solidFill>
              </a:endParaRPr>
            </a:p>
          </p:txBody>
        </p:sp>
      </p:grpSp>
      <p:grpSp>
        <p:nvGrpSpPr>
          <p:cNvPr id="106" name="Graphic 4">
            <a:extLst>
              <a:ext uri="{FF2B5EF4-FFF2-40B4-BE49-F238E27FC236}">
                <a16:creationId xmlns:a16="http://schemas.microsoft.com/office/drawing/2014/main" id="{7E3CE2F7-DE95-4730-B0B5-C79E597BFBBA}"/>
              </a:ext>
            </a:extLst>
          </p:cNvPr>
          <p:cNvGrpSpPr/>
          <p:nvPr/>
        </p:nvGrpSpPr>
        <p:grpSpPr>
          <a:xfrm>
            <a:off x="3929521" y="2478454"/>
            <a:ext cx="580307" cy="548643"/>
            <a:chOff x="905454" y="1402723"/>
            <a:chExt cx="362309" cy="361971"/>
          </a:xfrm>
          <a:solidFill>
            <a:schemeClr val="accent4"/>
          </a:solidFill>
        </p:grpSpPr>
        <p:sp>
          <p:nvSpPr>
            <p:cNvPr id="107" name="Graphic 4">
              <a:extLst>
                <a:ext uri="{FF2B5EF4-FFF2-40B4-BE49-F238E27FC236}">
                  <a16:creationId xmlns:a16="http://schemas.microsoft.com/office/drawing/2014/main" id="{D63DD56A-2C0D-4CEA-B76B-83422F11A60C}"/>
                </a:ext>
              </a:extLst>
            </p:cNvPr>
            <p:cNvSpPr/>
            <p:nvPr/>
          </p:nvSpPr>
          <p:spPr>
            <a:xfrm>
              <a:off x="983411" y="1599988"/>
              <a:ext cx="57509" cy="67670"/>
            </a:xfrm>
            <a:custGeom>
              <a:avLst/>
              <a:gdLst>
                <a:gd name="connsiteX0" fmla="*/ 57509 w 57509"/>
                <a:gd name="connsiteY0" fmla="*/ 67670 h 67670"/>
                <a:gd name="connsiteX1" fmla="*/ 57509 w 57509"/>
                <a:gd name="connsiteY1" fmla="*/ 38304 h 67670"/>
                <a:gd name="connsiteX2" fmla="*/ 0 w 57509"/>
                <a:gd name="connsiteY2" fmla="*/ 0 h 67670"/>
                <a:gd name="connsiteX3" fmla="*/ 0 w 57509"/>
                <a:gd name="connsiteY3" fmla="*/ 67670 h 67670"/>
              </a:gdLst>
              <a:ahLst/>
              <a:cxnLst>
                <a:cxn ang="0">
                  <a:pos x="connsiteX0" y="connsiteY0"/>
                </a:cxn>
                <a:cxn ang="0">
                  <a:pos x="connsiteX1" y="connsiteY1"/>
                </a:cxn>
                <a:cxn ang="0">
                  <a:pos x="connsiteX2" y="connsiteY2"/>
                </a:cxn>
                <a:cxn ang="0">
                  <a:pos x="connsiteX3" y="connsiteY3"/>
                </a:cxn>
              </a:cxnLst>
              <a:rect l="l" t="t" r="r" b="b"/>
              <a:pathLst>
                <a:path w="57509" h="67670">
                  <a:moveTo>
                    <a:pt x="57509" y="67670"/>
                  </a:moveTo>
                  <a:lnTo>
                    <a:pt x="57509" y="38304"/>
                  </a:lnTo>
                  <a:lnTo>
                    <a:pt x="0" y="0"/>
                  </a:lnTo>
                  <a:lnTo>
                    <a:pt x="0" y="67670"/>
                  </a:lnTo>
                  <a:close/>
                </a:path>
              </a:pathLst>
            </a:custGeom>
            <a:grpFill/>
            <a:ln w="6390" cap="flat">
              <a:noFill/>
              <a:prstDash val="solid"/>
              <a:miter/>
            </a:ln>
          </p:spPr>
          <p:txBody>
            <a:bodyPr rtlCol="0" anchor="ctr"/>
            <a:lstStyle/>
            <a:p>
              <a:endParaRPr lang="en-US"/>
            </a:p>
          </p:txBody>
        </p:sp>
        <p:sp>
          <p:nvSpPr>
            <p:cNvPr id="108" name="Graphic 4">
              <a:extLst>
                <a:ext uri="{FF2B5EF4-FFF2-40B4-BE49-F238E27FC236}">
                  <a16:creationId xmlns:a16="http://schemas.microsoft.com/office/drawing/2014/main" id="{9EFF1193-F9B1-49BA-A4FD-7A1FF754F357}"/>
                </a:ext>
              </a:extLst>
            </p:cNvPr>
            <p:cNvSpPr/>
            <p:nvPr/>
          </p:nvSpPr>
          <p:spPr>
            <a:xfrm>
              <a:off x="1117599" y="1555300"/>
              <a:ext cx="70928" cy="112358"/>
            </a:xfrm>
            <a:custGeom>
              <a:avLst/>
              <a:gdLst>
                <a:gd name="connsiteX0" fmla="*/ 14058 w 70928"/>
                <a:gd name="connsiteY0" fmla="*/ 0 h 112358"/>
                <a:gd name="connsiteX1" fmla="*/ 0 w 70928"/>
                <a:gd name="connsiteY1" fmla="*/ 112358 h 112358"/>
                <a:gd name="connsiteX2" fmla="*/ 0 w 70928"/>
                <a:gd name="connsiteY2" fmla="*/ 112358 h 112358"/>
                <a:gd name="connsiteX3" fmla="*/ 70928 w 70928"/>
                <a:gd name="connsiteY3" fmla="*/ 112358 h 112358"/>
                <a:gd name="connsiteX4" fmla="*/ 49842 w 70928"/>
                <a:gd name="connsiteY4" fmla="*/ 0 h 1123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928" h="112358">
                  <a:moveTo>
                    <a:pt x="14058" y="0"/>
                  </a:moveTo>
                  <a:lnTo>
                    <a:pt x="0" y="112358"/>
                  </a:lnTo>
                  <a:lnTo>
                    <a:pt x="0" y="112358"/>
                  </a:lnTo>
                  <a:lnTo>
                    <a:pt x="70928" y="112358"/>
                  </a:lnTo>
                  <a:lnTo>
                    <a:pt x="49842" y="0"/>
                  </a:lnTo>
                  <a:close/>
                </a:path>
              </a:pathLst>
            </a:custGeom>
            <a:grpFill/>
            <a:ln w="6390" cap="flat">
              <a:noFill/>
              <a:prstDash val="solid"/>
              <a:miter/>
            </a:ln>
          </p:spPr>
          <p:txBody>
            <a:bodyPr rtlCol="0" anchor="ctr"/>
            <a:lstStyle/>
            <a:p>
              <a:endParaRPr lang="en-US"/>
            </a:p>
          </p:txBody>
        </p:sp>
        <p:sp>
          <p:nvSpPr>
            <p:cNvPr id="109" name="Graphic 4">
              <a:extLst>
                <a:ext uri="{FF2B5EF4-FFF2-40B4-BE49-F238E27FC236}">
                  <a16:creationId xmlns:a16="http://schemas.microsoft.com/office/drawing/2014/main" id="{E25B4691-A05F-4928-BA24-A37B39D4035D}"/>
                </a:ext>
              </a:extLst>
            </p:cNvPr>
            <p:cNvSpPr/>
            <p:nvPr/>
          </p:nvSpPr>
          <p:spPr>
            <a:xfrm>
              <a:off x="1053700" y="1599988"/>
              <a:ext cx="54314" cy="67670"/>
            </a:xfrm>
            <a:custGeom>
              <a:avLst/>
              <a:gdLst>
                <a:gd name="connsiteX0" fmla="*/ 50481 w 54314"/>
                <a:gd name="connsiteY0" fmla="*/ 67670 h 67670"/>
                <a:gd name="connsiteX1" fmla="*/ 54314 w 54314"/>
                <a:gd name="connsiteY1" fmla="*/ 36389 h 67670"/>
                <a:gd name="connsiteX2" fmla="*/ 0 w 54314"/>
                <a:gd name="connsiteY2" fmla="*/ 0 h 67670"/>
                <a:gd name="connsiteX3" fmla="*/ 0 w 54314"/>
                <a:gd name="connsiteY3" fmla="*/ 67670 h 67670"/>
              </a:gdLst>
              <a:ahLst/>
              <a:cxnLst>
                <a:cxn ang="0">
                  <a:pos x="connsiteX0" y="connsiteY0"/>
                </a:cxn>
                <a:cxn ang="0">
                  <a:pos x="connsiteX1" y="connsiteY1"/>
                </a:cxn>
                <a:cxn ang="0">
                  <a:pos x="connsiteX2" y="connsiteY2"/>
                </a:cxn>
                <a:cxn ang="0">
                  <a:pos x="connsiteX3" y="connsiteY3"/>
                </a:cxn>
              </a:cxnLst>
              <a:rect l="l" t="t" r="r" b="b"/>
              <a:pathLst>
                <a:path w="54314" h="67670">
                  <a:moveTo>
                    <a:pt x="50481" y="67670"/>
                  </a:moveTo>
                  <a:lnTo>
                    <a:pt x="54314" y="36389"/>
                  </a:lnTo>
                  <a:lnTo>
                    <a:pt x="0" y="0"/>
                  </a:lnTo>
                  <a:lnTo>
                    <a:pt x="0" y="67670"/>
                  </a:lnTo>
                  <a:close/>
                </a:path>
              </a:pathLst>
            </a:custGeom>
            <a:grpFill/>
            <a:ln w="6390" cap="flat">
              <a:noFill/>
              <a:prstDash val="solid"/>
              <a:miter/>
            </a:ln>
          </p:spPr>
          <p:txBody>
            <a:bodyPr rtlCol="0" anchor="ctr"/>
            <a:lstStyle/>
            <a:p>
              <a:endParaRPr lang="en-US"/>
            </a:p>
          </p:txBody>
        </p:sp>
        <p:sp>
          <p:nvSpPr>
            <p:cNvPr id="110" name="Graphic 4">
              <a:extLst>
                <a:ext uri="{FF2B5EF4-FFF2-40B4-BE49-F238E27FC236}">
                  <a16:creationId xmlns:a16="http://schemas.microsoft.com/office/drawing/2014/main" id="{4C574A0B-5554-423C-B012-CAB85CC96911}"/>
                </a:ext>
              </a:extLst>
            </p:cNvPr>
            <p:cNvSpPr/>
            <p:nvPr/>
          </p:nvSpPr>
          <p:spPr>
            <a:xfrm>
              <a:off x="905454" y="1402723"/>
              <a:ext cx="362309" cy="361971"/>
            </a:xfrm>
            <a:custGeom>
              <a:avLst/>
              <a:gdLst>
                <a:gd name="connsiteX0" fmla="*/ 180835 w 362309"/>
                <a:gd name="connsiteY0" fmla="*/ 0 h 361971"/>
                <a:gd name="connsiteX1" fmla="*/ 0 w 362309"/>
                <a:gd name="connsiteY1" fmla="*/ 181305 h 361971"/>
                <a:gd name="connsiteX2" fmla="*/ 180835 w 362309"/>
                <a:gd name="connsiteY2" fmla="*/ 361972 h 361971"/>
                <a:gd name="connsiteX3" fmla="*/ 362309 w 362309"/>
                <a:gd name="connsiteY3" fmla="*/ 181305 h 361971"/>
                <a:gd name="connsiteX4" fmla="*/ 362309 w 362309"/>
                <a:gd name="connsiteY4" fmla="*/ 181305 h 361971"/>
                <a:gd name="connsiteX5" fmla="*/ 180835 w 362309"/>
                <a:gd name="connsiteY5" fmla="*/ 0 h 361971"/>
                <a:gd name="connsiteX6" fmla="*/ 254959 w 362309"/>
                <a:gd name="connsiteY6" fmla="*/ 84907 h 361971"/>
                <a:gd name="connsiteX7" fmla="*/ 263904 w 362309"/>
                <a:gd name="connsiteY7" fmla="*/ 85545 h 361971"/>
                <a:gd name="connsiteX8" fmla="*/ 263904 w 362309"/>
                <a:gd name="connsiteY8" fmla="*/ 93845 h 361971"/>
                <a:gd name="connsiteX9" fmla="*/ 263265 w 362309"/>
                <a:gd name="connsiteY9" fmla="*/ 99590 h 361971"/>
                <a:gd name="connsiteX10" fmla="*/ 263904 w 362309"/>
                <a:gd name="connsiteY10" fmla="*/ 100229 h 361971"/>
                <a:gd name="connsiteX11" fmla="*/ 269016 w 362309"/>
                <a:gd name="connsiteY11" fmla="*/ 112358 h 361971"/>
                <a:gd name="connsiteX12" fmla="*/ 263265 w 362309"/>
                <a:gd name="connsiteY12" fmla="*/ 125126 h 361971"/>
                <a:gd name="connsiteX13" fmla="*/ 254320 w 362309"/>
                <a:gd name="connsiteY13" fmla="*/ 125126 h 361971"/>
                <a:gd name="connsiteX14" fmla="*/ 254320 w 362309"/>
                <a:gd name="connsiteY14" fmla="*/ 116188 h 361971"/>
                <a:gd name="connsiteX15" fmla="*/ 254320 w 362309"/>
                <a:gd name="connsiteY15" fmla="*/ 116188 h 361971"/>
                <a:gd name="connsiteX16" fmla="*/ 254959 w 362309"/>
                <a:gd name="connsiteY16" fmla="*/ 110443 h 361971"/>
                <a:gd name="connsiteX17" fmla="*/ 254320 w 362309"/>
                <a:gd name="connsiteY17" fmla="*/ 109804 h 361971"/>
                <a:gd name="connsiteX18" fmla="*/ 249208 w 362309"/>
                <a:gd name="connsiteY18" fmla="*/ 97675 h 361971"/>
                <a:gd name="connsiteX19" fmla="*/ 254959 w 362309"/>
                <a:gd name="connsiteY19" fmla="*/ 84907 h 361971"/>
                <a:gd name="connsiteX20" fmla="*/ 254959 w 362309"/>
                <a:gd name="connsiteY20" fmla="*/ 84907 h 361971"/>
                <a:gd name="connsiteX21" fmla="*/ 223009 w 362309"/>
                <a:gd name="connsiteY21" fmla="*/ 84907 h 361971"/>
                <a:gd name="connsiteX22" fmla="*/ 231955 w 362309"/>
                <a:gd name="connsiteY22" fmla="*/ 84907 h 361971"/>
                <a:gd name="connsiteX23" fmla="*/ 231955 w 362309"/>
                <a:gd name="connsiteY23" fmla="*/ 84907 h 361971"/>
                <a:gd name="connsiteX24" fmla="*/ 231955 w 362309"/>
                <a:gd name="connsiteY24" fmla="*/ 93845 h 361971"/>
                <a:gd name="connsiteX25" fmla="*/ 231316 w 362309"/>
                <a:gd name="connsiteY25" fmla="*/ 99590 h 361971"/>
                <a:gd name="connsiteX26" fmla="*/ 231955 w 362309"/>
                <a:gd name="connsiteY26" fmla="*/ 100229 h 361971"/>
                <a:gd name="connsiteX27" fmla="*/ 237067 w 362309"/>
                <a:gd name="connsiteY27" fmla="*/ 112358 h 361971"/>
                <a:gd name="connsiteX28" fmla="*/ 231316 w 362309"/>
                <a:gd name="connsiteY28" fmla="*/ 125126 h 361971"/>
                <a:gd name="connsiteX29" fmla="*/ 222370 w 362309"/>
                <a:gd name="connsiteY29" fmla="*/ 125126 h 361971"/>
                <a:gd name="connsiteX30" fmla="*/ 222370 w 362309"/>
                <a:gd name="connsiteY30" fmla="*/ 116188 h 361971"/>
                <a:gd name="connsiteX31" fmla="*/ 223009 w 362309"/>
                <a:gd name="connsiteY31" fmla="*/ 110443 h 361971"/>
                <a:gd name="connsiteX32" fmla="*/ 222370 w 362309"/>
                <a:gd name="connsiteY32" fmla="*/ 109804 h 361971"/>
                <a:gd name="connsiteX33" fmla="*/ 217258 w 362309"/>
                <a:gd name="connsiteY33" fmla="*/ 97675 h 361971"/>
                <a:gd name="connsiteX34" fmla="*/ 223009 w 362309"/>
                <a:gd name="connsiteY34" fmla="*/ 84907 h 361971"/>
                <a:gd name="connsiteX35" fmla="*/ 223009 w 362309"/>
                <a:gd name="connsiteY35" fmla="*/ 84907 h 361971"/>
                <a:gd name="connsiteX36" fmla="*/ 295854 w 362309"/>
                <a:gd name="connsiteY36" fmla="*/ 275788 h 361971"/>
                <a:gd name="connsiteX37" fmla="*/ 290742 w 362309"/>
                <a:gd name="connsiteY37" fmla="*/ 278342 h 361971"/>
                <a:gd name="connsiteX38" fmla="*/ 71567 w 362309"/>
                <a:gd name="connsiteY38" fmla="*/ 278342 h 361971"/>
                <a:gd name="connsiteX39" fmla="*/ 65177 w 362309"/>
                <a:gd name="connsiteY39" fmla="*/ 271958 h 361971"/>
                <a:gd name="connsiteX40" fmla="*/ 65177 w 362309"/>
                <a:gd name="connsiteY40" fmla="*/ 185774 h 361971"/>
                <a:gd name="connsiteX41" fmla="*/ 71567 w 362309"/>
                <a:gd name="connsiteY41" fmla="*/ 179390 h 361971"/>
                <a:gd name="connsiteX42" fmla="*/ 75401 w 362309"/>
                <a:gd name="connsiteY42" fmla="*/ 180667 h 361971"/>
                <a:gd name="connsiteX43" fmla="*/ 136106 w 362309"/>
                <a:gd name="connsiteY43" fmla="*/ 220886 h 361971"/>
                <a:gd name="connsiteX44" fmla="*/ 136106 w 362309"/>
                <a:gd name="connsiteY44" fmla="*/ 185774 h 361971"/>
                <a:gd name="connsiteX45" fmla="*/ 139301 w 362309"/>
                <a:gd name="connsiteY45" fmla="*/ 180028 h 361971"/>
                <a:gd name="connsiteX46" fmla="*/ 145691 w 362309"/>
                <a:gd name="connsiteY46" fmla="*/ 180667 h 361971"/>
                <a:gd name="connsiteX47" fmla="*/ 204478 w 362309"/>
                <a:gd name="connsiteY47" fmla="*/ 220247 h 361971"/>
                <a:gd name="connsiteX48" fmla="*/ 213424 w 362309"/>
                <a:gd name="connsiteY48" fmla="*/ 146193 h 361971"/>
                <a:gd name="connsiteX49" fmla="*/ 219814 w 362309"/>
                <a:gd name="connsiteY49" fmla="*/ 140448 h 361971"/>
                <a:gd name="connsiteX50" fmla="*/ 267099 w 362309"/>
                <a:gd name="connsiteY50" fmla="*/ 140448 h 361971"/>
                <a:gd name="connsiteX51" fmla="*/ 273489 w 362309"/>
                <a:gd name="connsiteY51" fmla="*/ 145555 h 361971"/>
                <a:gd name="connsiteX52" fmla="*/ 297132 w 362309"/>
                <a:gd name="connsiteY52" fmla="*/ 270681 h 361971"/>
                <a:gd name="connsiteX53" fmla="*/ 295854 w 362309"/>
                <a:gd name="connsiteY53" fmla="*/ 275788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62309" h="361971">
                  <a:moveTo>
                    <a:pt x="180835" y="0"/>
                  </a:moveTo>
                  <a:cubicBezTo>
                    <a:pt x="80513" y="0"/>
                    <a:pt x="0" y="81077"/>
                    <a:pt x="0" y="181305"/>
                  </a:cubicBezTo>
                  <a:cubicBezTo>
                    <a:pt x="0" y="281534"/>
                    <a:pt x="81152" y="361972"/>
                    <a:pt x="180835" y="361972"/>
                  </a:cubicBezTo>
                  <a:cubicBezTo>
                    <a:pt x="280518" y="361972"/>
                    <a:pt x="362309" y="280895"/>
                    <a:pt x="362309" y="181305"/>
                  </a:cubicBezTo>
                  <a:cubicBezTo>
                    <a:pt x="362309" y="181305"/>
                    <a:pt x="362309" y="181305"/>
                    <a:pt x="362309" y="181305"/>
                  </a:cubicBezTo>
                  <a:cubicBezTo>
                    <a:pt x="361670" y="80438"/>
                    <a:pt x="281157" y="0"/>
                    <a:pt x="180835" y="0"/>
                  </a:cubicBezTo>
                  <a:close/>
                  <a:moveTo>
                    <a:pt x="254959" y="84907"/>
                  </a:moveTo>
                  <a:cubicBezTo>
                    <a:pt x="257514" y="82353"/>
                    <a:pt x="261987" y="82992"/>
                    <a:pt x="263904" y="85545"/>
                  </a:cubicBezTo>
                  <a:cubicBezTo>
                    <a:pt x="265821" y="88099"/>
                    <a:pt x="265821" y="91291"/>
                    <a:pt x="263904" y="93845"/>
                  </a:cubicBezTo>
                  <a:cubicBezTo>
                    <a:pt x="261987" y="95121"/>
                    <a:pt x="261987" y="97675"/>
                    <a:pt x="263265" y="99590"/>
                  </a:cubicBezTo>
                  <a:cubicBezTo>
                    <a:pt x="263265" y="99590"/>
                    <a:pt x="263904" y="100229"/>
                    <a:pt x="263904" y="100229"/>
                  </a:cubicBezTo>
                  <a:cubicBezTo>
                    <a:pt x="267099" y="103420"/>
                    <a:pt x="269016" y="107889"/>
                    <a:pt x="269016" y="112358"/>
                  </a:cubicBezTo>
                  <a:cubicBezTo>
                    <a:pt x="269016" y="116827"/>
                    <a:pt x="267099" y="121934"/>
                    <a:pt x="263265" y="125126"/>
                  </a:cubicBezTo>
                  <a:cubicBezTo>
                    <a:pt x="260709" y="127680"/>
                    <a:pt x="256875" y="127680"/>
                    <a:pt x="254320" y="125126"/>
                  </a:cubicBezTo>
                  <a:cubicBezTo>
                    <a:pt x="251764" y="122572"/>
                    <a:pt x="251764" y="118742"/>
                    <a:pt x="254320" y="116188"/>
                  </a:cubicBezTo>
                  <a:lnTo>
                    <a:pt x="254320" y="116188"/>
                  </a:lnTo>
                  <a:cubicBezTo>
                    <a:pt x="256237" y="114912"/>
                    <a:pt x="256237" y="112358"/>
                    <a:pt x="254959" y="110443"/>
                  </a:cubicBezTo>
                  <a:cubicBezTo>
                    <a:pt x="254959" y="110443"/>
                    <a:pt x="254320" y="109804"/>
                    <a:pt x="254320" y="109804"/>
                  </a:cubicBezTo>
                  <a:cubicBezTo>
                    <a:pt x="251125" y="106612"/>
                    <a:pt x="249208" y="102144"/>
                    <a:pt x="249208" y="97675"/>
                  </a:cubicBezTo>
                  <a:cubicBezTo>
                    <a:pt x="249208" y="93206"/>
                    <a:pt x="251764" y="88099"/>
                    <a:pt x="254959" y="84907"/>
                  </a:cubicBezTo>
                  <a:lnTo>
                    <a:pt x="254959" y="84907"/>
                  </a:lnTo>
                  <a:close/>
                  <a:moveTo>
                    <a:pt x="223009" y="84907"/>
                  </a:moveTo>
                  <a:cubicBezTo>
                    <a:pt x="225565" y="82353"/>
                    <a:pt x="229399" y="82353"/>
                    <a:pt x="231955" y="84907"/>
                  </a:cubicBezTo>
                  <a:cubicBezTo>
                    <a:pt x="231955" y="84907"/>
                    <a:pt x="231955" y="84907"/>
                    <a:pt x="231955" y="84907"/>
                  </a:cubicBezTo>
                  <a:cubicBezTo>
                    <a:pt x="234511" y="87461"/>
                    <a:pt x="234511" y="91291"/>
                    <a:pt x="231955" y="93845"/>
                  </a:cubicBezTo>
                  <a:cubicBezTo>
                    <a:pt x="230038" y="95121"/>
                    <a:pt x="230038" y="97675"/>
                    <a:pt x="231316" y="99590"/>
                  </a:cubicBezTo>
                  <a:cubicBezTo>
                    <a:pt x="231316" y="99590"/>
                    <a:pt x="231955" y="100229"/>
                    <a:pt x="231955" y="100229"/>
                  </a:cubicBezTo>
                  <a:cubicBezTo>
                    <a:pt x="235150" y="103420"/>
                    <a:pt x="237067" y="107889"/>
                    <a:pt x="237067" y="112358"/>
                  </a:cubicBezTo>
                  <a:cubicBezTo>
                    <a:pt x="237067" y="116827"/>
                    <a:pt x="235150" y="121934"/>
                    <a:pt x="231316" y="125126"/>
                  </a:cubicBezTo>
                  <a:cubicBezTo>
                    <a:pt x="228760" y="127680"/>
                    <a:pt x="224926" y="127680"/>
                    <a:pt x="222370" y="125126"/>
                  </a:cubicBezTo>
                  <a:cubicBezTo>
                    <a:pt x="219814" y="122572"/>
                    <a:pt x="219814" y="118742"/>
                    <a:pt x="222370" y="116188"/>
                  </a:cubicBezTo>
                  <a:cubicBezTo>
                    <a:pt x="224287" y="114912"/>
                    <a:pt x="224287" y="112358"/>
                    <a:pt x="223009" y="110443"/>
                  </a:cubicBezTo>
                  <a:cubicBezTo>
                    <a:pt x="223009" y="110443"/>
                    <a:pt x="222370" y="109804"/>
                    <a:pt x="222370" y="109804"/>
                  </a:cubicBezTo>
                  <a:cubicBezTo>
                    <a:pt x="219175" y="106612"/>
                    <a:pt x="217258" y="102144"/>
                    <a:pt x="217258" y="97675"/>
                  </a:cubicBezTo>
                  <a:cubicBezTo>
                    <a:pt x="218536" y="92568"/>
                    <a:pt x="220453" y="88099"/>
                    <a:pt x="223009" y="84907"/>
                  </a:cubicBezTo>
                  <a:lnTo>
                    <a:pt x="223009" y="84907"/>
                  </a:lnTo>
                  <a:close/>
                  <a:moveTo>
                    <a:pt x="295854" y="275788"/>
                  </a:moveTo>
                  <a:cubicBezTo>
                    <a:pt x="294576" y="277065"/>
                    <a:pt x="292659" y="278342"/>
                    <a:pt x="290742" y="278342"/>
                  </a:cubicBezTo>
                  <a:lnTo>
                    <a:pt x="71567" y="278342"/>
                  </a:lnTo>
                  <a:cubicBezTo>
                    <a:pt x="67733" y="278342"/>
                    <a:pt x="65177" y="275788"/>
                    <a:pt x="65177" y="271958"/>
                  </a:cubicBezTo>
                  <a:lnTo>
                    <a:pt x="65177" y="185774"/>
                  </a:lnTo>
                  <a:cubicBezTo>
                    <a:pt x="65177" y="181944"/>
                    <a:pt x="67733" y="179390"/>
                    <a:pt x="71567" y="179390"/>
                  </a:cubicBezTo>
                  <a:cubicBezTo>
                    <a:pt x="72845" y="179390"/>
                    <a:pt x="74123" y="180028"/>
                    <a:pt x="75401" y="180667"/>
                  </a:cubicBezTo>
                  <a:lnTo>
                    <a:pt x="136106" y="220886"/>
                  </a:lnTo>
                  <a:lnTo>
                    <a:pt x="136106" y="185774"/>
                  </a:lnTo>
                  <a:cubicBezTo>
                    <a:pt x="136106" y="183220"/>
                    <a:pt x="137384" y="181305"/>
                    <a:pt x="139301" y="180028"/>
                  </a:cubicBezTo>
                  <a:cubicBezTo>
                    <a:pt x="141218" y="178752"/>
                    <a:pt x="143774" y="179390"/>
                    <a:pt x="145691" y="180667"/>
                  </a:cubicBezTo>
                  <a:lnTo>
                    <a:pt x="204478" y="220247"/>
                  </a:lnTo>
                  <a:lnTo>
                    <a:pt x="213424" y="146193"/>
                  </a:lnTo>
                  <a:cubicBezTo>
                    <a:pt x="214063" y="143001"/>
                    <a:pt x="216619" y="140448"/>
                    <a:pt x="219814" y="140448"/>
                  </a:cubicBezTo>
                  <a:lnTo>
                    <a:pt x="267099" y="140448"/>
                  </a:lnTo>
                  <a:cubicBezTo>
                    <a:pt x="270294" y="140448"/>
                    <a:pt x="272850" y="142363"/>
                    <a:pt x="273489" y="145555"/>
                  </a:cubicBezTo>
                  <a:lnTo>
                    <a:pt x="297132" y="270681"/>
                  </a:lnTo>
                  <a:cubicBezTo>
                    <a:pt x="297771" y="271958"/>
                    <a:pt x="297132" y="273873"/>
                    <a:pt x="295854" y="275788"/>
                  </a:cubicBezTo>
                  <a:close/>
                </a:path>
              </a:pathLst>
            </a:custGeom>
            <a:grpFill/>
            <a:ln w="6390" cap="flat">
              <a:noFill/>
              <a:prstDash val="solid"/>
              <a:miter/>
            </a:ln>
          </p:spPr>
          <p:txBody>
            <a:bodyPr rtlCol="0" anchor="ctr"/>
            <a:lstStyle/>
            <a:p>
              <a:endParaRPr lang="en-US"/>
            </a:p>
          </p:txBody>
        </p:sp>
      </p:grpSp>
      <p:grpSp>
        <p:nvGrpSpPr>
          <p:cNvPr id="94" name="Graphic 4">
            <a:extLst>
              <a:ext uri="{FF2B5EF4-FFF2-40B4-BE49-F238E27FC236}">
                <a16:creationId xmlns:a16="http://schemas.microsoft.com/office/drawing/2014/main" id="{872CC66D-450A-4AA3-B2E9-0EFB96FF3EC9}"/>
              </a:ext>
            </a:extLst>
          </p:cNvPr>
          <p:cNvGrpSpPr/>
          <p:nvPr/>
        </p:nvGrpSpPr>
        <p:grpSpPr>
          <a:xfrm>
            <a:off x="1208089" y="3352840"/>
            <a:ext cx="640080" cy="640082"/>
            <a:chOff x="7192513" y="4792617"/>
            <a:chExt cx="361674" cy="361333"/>
          </a:xfrm>
          <a:solidFill>
            <a:srgbClr val="43B02A"/>
          </a:solidFill>
        </p:grpSpPr>
        <p:sp>
          <p:nvSpPr>
            <p:cNvPr id="95" name="Graphic 4">
              <a:extLst>
                <a:ext uri="{FF2B5EF4-FFF2-40B4-BE49-F238E27FC236}">
                  <a16:creationId xmlns:a16="http://schemas.microsoft.com/office/drawing/2014/main" id="{E9BC65F2-08F3-4705-8829-B4907D4ADFA3}"/>
                </a:ext>
              </a:extLst>
            </p:cNvPr>
            <p:cNvSpPr/>
            <p:nvPr/>
          </p:nvSpPr>
          <p:spPr>
            <a:xfrm>
              <a:off x="7316477" y="4908806"/>
              <a:ext cx="154636" cy="90652"/>
            </a:xfrm>
            <a:custGeom>
              <a:avLst/>
              <a:gdLst>
                <a:gd name="connsiteX0" fmla="*/ 120770 w 154636"/>
                <a:gd name="connsiteY0" fmla="*/ 15322 h 90652"/>
                <a:gd name="connsiteX1" fmla="*/ 118853 w 154636"/>
                <a:gd name="connsiteY1" fmla="*/ 15322 h 90652"/>
                <a:gd name="connsiteX2" fmla="*/ 65817 w 154636"/>
                <a:gd name="connsiteY2" fmla="*/ 0 h 90652"/>
                <a:gd name="connsiteX3" fmla="*/ 4473 w 154636"/>
                <a:gd name="connsiteY3" fmla="*/ 33197 h 90652"/>
                <a:gd name="connsiteX4" fmla="*/ 0 w 154636"/>
                <a:gd name="connsiteY4" fmla="*/ 40858 h 90652"/>
                <a:gd name="connsiteX5" fmla="*/ 3195 w 154636"/>
                <a:gd name="connsiteY5" fmla="*/ 49157 h 90652"/>
                <a:gd name="connsiteX6" fmla="*/ 8946 w 154636"/>
                <a:gd name="connsiteY6" fmla="*/ 50434 h 90652"/>
                <a:gd name="connsiteX7" fmla="*/ 99683 w 154636"/>
                <a:gd name="connsiteY7" fmla="*/ 35112 h 90652"/>
                <a:gd name="connsiteX8" fmla="*/ 106073 w 154636"/>
                <a:gd name="connsiteY8" fmla="*/ 38304 h 90652"/>
                <a:gd name="connsiteX9" fmla="*/ 135466 w 154636"/>
                <a:gd name="connsiteY9" fmla="*/ 90653 h 90652"/>
                <a:gd name="connsiteX10" fmla="*/ 137384 w 154636"/>
                <a:gd name="connsiteY10" fmla="*/ 90014 h 90652"/>
                <a:gd name="connsiteX11" fmla="*/ 153358 w 154636"/>
                <a:gd name="connsiteY11" fmla="*/ 90014 h 90652"/>
                <a:gd name="connsiteX12" fmla="*/ 154636 w 154636"/>
                <a:gd name="connsiteY12" fmla="*/ 90014 h 90652"/>
                <a:gd name="connsiteX13" fmla="*/ 154636 w 154636"/>
                <a:gd name="connsiteY13" fmla="*/ 14683 h 90652"/>
                <a:gd name="connsiteX14" fmla="*/ 120770 w 154636"/>
                <a:gd name="connsiteY14" fmla="*/ 14683 h 90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4636" h="90652">
                  <a:moveTo>
                    <a:pt x="120770" y="15322"/>
                  </a:moveTo>
                  <a:cubicBezTo>
                    <a:pt x="120131" y="15322"/>
                    <a:pt x="119492" y="15322"/>
                    <a:pt x="118853" y="15322"/>
                  </a:cubicBezTo>
                  <a:lnTo>
                    <a:pt x="65817" y="0"/>
                  </a:lnTo>
                  <a:lnTo>
                    <a:pt x="4473" y="33197"/>
                  </a:lnTo>
                  <a:cubicBezTo>
                    <a:pt x="1917" y="35112"/>
                    <a:pt x="0" y="37666"/>
                    <a:pt x="0" y="40858"/>
                  </a:cubicBezTo>
                  <a:cubicBezTo>
                    <a:pt x="0" y="44050"/>
                    <a:pt x="1278" y="47242"/>
                    <a:pt x="3195" y="49157"/>
                  </a:cubicBezTo>
                  <a:cubicBezTo>
                    <a:pt x="4473" y="50434"/>
                    <a:pt x="6390" y="51072"/>
                    <a:pt x="8946" y="50434"/>
                  </a:cubicBezTo>
                  <a:lnTo>
                    <a:pt x="99683" y="35112"/>
                  </a:lnTo>
                  <a:cubicBezTo>
                    <a:pt x="102239" y="34474"/>
                    <a:pt x="104795" y="35751"/>
                    <a:pt x="106073" y="38304"/>
                  </a:cubicBezTo>
                  <a:lnTo>
                    <a:pt x="135466" y="90653"/>
                  </a:lnTo>
                  <a:cubicBezTo>
                    <a:pt x="136106" y="90653"/>
                    <a:pt x="136745" y="90014"/>
                    <a:pt x="137384" y="90014"/>
                  </a:cubicBezTo>
                  <a:lnTo>
                    <a:pt x="153358" y="90014"/>
                  </a:lnTo>
                  <a:cubicBezTo>
                    <a:pt x="153997" y="90014"/>
                    <a:pt x="154636" y="90014"/>
                    <a:pt x="154636" y="90014"/>
                  </a:cubicBezTo>
                  <a:lnTo>
                    <a:pt x="154636" y="14683"/>
                  </a:lnTo>
                  <a:lnTo>
                    <a:pt x="120770" y="14683"/>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96" name="Graphic 4">
              <a:extLst>
                <a:ext uri="{FF2B5EF4-FFF2-40B4-BE49-F238E27FC236}">
                  <a16:creationId xmlns:a16="http://schemas.microsoft.com/office/drawing/2014/main" id="{EE8A8401-85D6-4C4A-B050-50FA7ACFE2E9}"/>
                </a:ext>
              </a:extLst>
            </p:cNvPr>
            <p:cNvSpPr/>
            <p:nvPr/>
          </p:nvSpPr>
          <p:spPr>
            <a:xfrm>
              <a:off x="7275582" y="4924128"/>
              <a:ext cx="169333" cy="123630"/>
            </a:xfrm>
            <a:custGeom>
              <a:avLst/>
              <a:gdLst>
                <a:gd name="connsiteX0" fmla="*/ 137384 w 169333"/>
                <a:gd name="connsiteY0" fmla="*/ 33197 h 123630"/>
                <a:gd name="connsiteX1" fmla="*/ 51119 w 169333"/>
                <a:gd name="connsiteY1" fmla="*/ 47880 h 123630"/>
                <a:gd name="connsiteX2" fmla="*/ 35145 w 169333"/>
                <a:gd name="connsiteY2" fmla="*/ 43411 h 123630"/>
                <a:gd name="connsiteX3" fmla="*/ 27477 w 169333"/>
                <a:gd name="connsiteY3" fmla="*/ 25536 h 123630"/>
                <a:gd name="connsiteX4" fmla="*/ 38340 w 169333"/>
                <a:gd name="connsiteY4" fmla="*/ 6384 h 123630"/>
                <a:gd name="connsiteX5" fmla="*/ 50481 w 169333"/>
                <a:gd name="connsiteY5" fmla="*/ 0 h 123630"/>
                <a:gd name="connsiteX6" fmla="*/ 0 w 169333"/>
                <a:gd name="connsiteY6" fmla="*/ 0 h 123630"/>
                <a:gd name="connsiteX7" fmla="*/ 0 w 169333"/>
                <a:gd name="connsiteY7" fmla="*/ 74693 h 123630"/>
                <a:gd name="connsiteX8" fmla="*/ 17253 w 169333"/>
                <a:gd name="connsiteY8" fmla="*/ 74693 h 123630"/>
                <a:gd name="connsiteX9" fmla="*/ 23004 w 169333"/>
                <a:gd name="connsiteY9" fmla="*/ 77885 h 123630"/>
                <a:gd name="connsiteX10" fmla="*/ 46647 w 169333"/>
                <a:gd name="connsiteY10" fmla="*/ 117465 h 123630"/>
                <a:gd name="connsiteX11" fmla="*/ 53676 w 169333"/>
                <a:gd name="connsiteY11" fmla="*/ 123211 h 123630"/>
                <a:gd name="connsiteX12" fmla="*/ 61343 w 169333"/>
                <a:gd name="connsiteY12" fmla="*/ 122573 h 123630"/>
                <a:gd name="connsiteX13" fmla="*/ 63899 w 169333"/>
                <a:gd name="connsiteY13" fmla="*/ 109805 h 123630"/>
                <a:gd name="connsiteX14" fmla="*/ 58148 w 169333"/>
                <a:gd name="connsiteY14" fmla="*/ 101505 h 123630"/>
                <a:gd name="connsiteX15" fmla="*/ 60066 w 169333"/>
                <a:gd name="connsiteY15" fmla="*/ 92568 h 123630"/>
                <a:gd name="connsiteX16" fmla="*/ 69012 w 169333"/>
                <a:gd name="connsiteY16" fmla="*/ 94483 h 123630"/>
                <a:gd name="connsiteX17" fmla="*/ 74763 w 169333"/>
                <a:gd name="connsiteY17" fmla="*/ 102782 h 123630"/>
                <a:gd name="connsiteX18" fmla="*/ 74763 w 169333"/>
                <a:gd name="connsiteY18" fmla="*/ 102782 h 123630"/>
                <a:gd name="connsiteX19" fmla="*/ 74763 w 169333"/>
                <a:gd name="connsiteY19" fmla="*/ 102782 h 123630"/>
                <a:gd name="connsiteX20" fmla="*/ 74763 w 169333"/>
                <a:gd name="connsiteY20" fmla="*/ 102782 h 123630"/>
                <a:gd name="connsiteX21" fmla="*/ 83708 w 169333"/>
                <a:gd name="connsiteY21" fmla="*/ 117465 h 123630"/>
                <a:gd name="connsiteX22" fmla="*/ 98405 w 169333"/>
                <a:gd name="connsiteY22" fmla="*/ 121296 h 123630"/>
                <a:gd name="connsiteX23" fmla="*/ 102239 w 169333"/>
                <a:gd name="connsiteY23" fmla="*/ 107251 h 123630"/>
                <a:gd name="connsiteX24" fmla="*/ 86903 w 169333"/>
                <a:gd name="connsiteY24" fmla="*/ 81715 h 123630"/>
                <a:gd name="connsiteX25" fmla="*/ 88820 w 169333"/>
                <a:gd name="connsiteY25" fmla="*/ 72777 h 123630"/>
                <a:gd name="connsiteX26" fmla="*/ 97766 w 169333"/>
                <a:gd name="connsiteY26" fmla="*/ 74693 h 123630"/>
                <a:gd name="connsiteX27" fmla="*/ 99683 w 169333"/>
                <a:gd name="connsiteY27" fmla="*/ 78523 h 123630"/>
                <a:gd name="connsiteX28" fmla="*/ 100322 w 169333"/>
                <a:gd name="connsiteY28" fmla="*/ 79161 h 123630"/>
                <a:gd name="connsiteX29" fmla="*/ 112463 w 169333"/>
                <a:gd name="connsiteY29" fmla="*/ 100229 h 123630"/>
                <a:gd name="connsiteX30" fmla="*/ 112463 w 169333"/>
                <a:gd name="connsiteY30" fmla="*/ 100867 h 123630"/>
                <a:gd name="connsiteX31" fmla="*/ 121409 w 169333"/>
                <a:gd name="connsiteY31" fmla="*/ 115550 h 123630"/>
                <a:gd name="connsiteX32" fmla="*/ 136106 w 169333"/>
                <a:gd name="connsiteY32" fmla="*/ 119381 h 123630"/>
                <a:gd name="connsiteX33" fmla="*/ 138662 w 169333"/>
                <a:gd name="connsiteY33" fmla="*/ 105336 h 123630"/>
                <a:gd name="connsiteX34" fmla="*/ 113102 w 169333"/>
                <a:gd name="connsiteY34" fmla="*/ 61925 h 123630"/>
                <a:gd name="connsiteX35" fmla="*/ 115658 w 169333"/>
                <a:gd name="connsiteY35" fmla="*/ 52987 h 123630"/>
                <a:gd name="connsiteX36" fmla="*/ 124604 w 169333"/>
                <a:gd name="connsiteY36" fmla="*/ 55541 h 123630"/>
                <a:gd name="connsiteX37" fmla="*/ 150164 w 169333"/>
                <a:gd name="connsiteY37" fmla="*/ 98952 h 123630"/>
                <a:gd name="connsiteX38" fmla="*/ 156553 w 169333"/>
                <a:gd name="connsiteY38" fmla="*/ 104059 h 123630"/>
                <a:gd name="connsiteX39" fmla="*/ 164222 w 169333"/>
                <a:gd name="connsiteY39" fmla="*/ 102782 h 123630"/>
                <a:gd name="connsiteX40" fmla="*/ 168056 w 169333"/>
                <a:gd name="connsiteY40" fmla="*/ 88099 h 123630"/>
                <a:gd name="connsiteX41" fmla="*/ 137384 w 169333"/>
                <a:gd name="connsiteY41" fmla="*/ 33197 h 123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69333" h="123630">
                  <a:moveTo>
                    <a:pt x="137384" y="33197"/>
                  </a:moveTo>
                  <a:lnTo>
                    <a:pt x="51119" y="47880"/>
                  </a:lnTo>
                  <a:cubicBezTo>
                    <a:pt x="44730" y="48518"/>
                    <a:pt x="39618" y="47241"/>
                    <a:pt x="35145" y="43411"/>
                  </a:cubicBezTo>
                  <a:cubicBezTo>
                    <a:pt x="30033" y="38942"/>
                    <a:pt x="27477" y="32558"/>
                    <a:pt x="27477" y="25536"/>
                  </a:cubicBezTo>
                  <a:cubicBezTo>
                    <a:pt x="27477" y="17875"/>
                    <a:pt x="31950" y="10853"/>
                    <a:pt x="38340" y="6384"/>
                  </a:cubicBezTo>
                  <a:lnTo>
                    <a:pt x="50481" y="0"/>
                  </a:lnTo>
                  <a:lnTo>
                    <a:pt x="0" y="0"/>
                  </a:lnTo>
                  <a:lnTo>
                    <a:pt x="0" y="74693"/>
                  </a:lnTo>
                  <a:lnTo>
                    <a:pt x="17253" y="74693"/>
                  </a:lnTo>
                  <a:cubicBezTo>
                    <a:pt x="19809" y="74693"/>
                    <a:pt x="21726" y="75969"/>
                    <a:pt x="23004" y="77885"/>
                  </a:cubicBezTo>
                  <a:lnTo>
                    <a:pt x="46647" y="117465"/>
                  </a:lnTo>
                  <a:cubicBezTo>
                    <a:pt x="47925" y="120019"/>
                    <a:pt x="50481" y="121934"/>
                    <a:pt x="53676" y="123211"/>
                  </a:cubicBezTo>
                  <a:cubicBezTo>
                    <a:pt x="56232" y="123849"/>
                    <a:pt x="58788" y="123849"/>
                    <a:pt x="61343" y="122573"/>
                  </a:cubicBezTo>
                  <a:cubicBezTo>
                    <a:pt x="67094" y="119381"/>
                    <a:pt x="66456" y="113635"/>
                    <a:pt x="63899" y="109805"/>
                  </a:cubicBezTo>
                  <a:lnTo>
                    <a:pt x="58148" y="101505"/>
                  </a:lnTo>
                  <a:cubicBezTo>
                    <a:pt x="56232" y="98313"/>
                    <a:pt x="56871" y="94483"/>
                    <a:pt x="60066" y="92568"/>
                  </a:cubicBezTo>
                  <a:cubicBezTo>
                    <a:pt x="63261" y="90653"/>
                    <a:pt x="67094" y="91291"/>
                    <a:pt x="69012" y="94483"/>
                  </a:cubicBezTo>
                  <a:lnTo>
                    <a:pt x="74763" y="102782"/>
                  </a:lnTo>
                  <a:cubicBezTo>
                    <a:pt x="74763" y="102782"/>
                    <a:pt x="74763" y="102782"/>
                    <a:pt x="74763" y="102782"/>
                  </a:cubicBezTo>
                  <a:cubicBezTo>
                    <a:pt x="74763" y="102782"/>
                    <a:pt x="74763" y="102782"/>
                    <a:pt x="74763" y="102782"/>
                  </a:cubicBezTo>
                  <a:cubicBezTo>
                    <a:pt x="74763" y="102782"/>
                    <a:pt x="74763" y="102782"/>
                    <a:pt x="74763" y="102782"/>
                  </a:cubicBezTo>
                  <a:lnTo>
                    <a:pt x="83708" y="117465"/>
                  </a:lnTo>
                  <a:cubicBezTo>
                    <a:pt x="86903" y="122573"/>
                    <a:pt x="93293" y="123849"/>
                    <a:pt x="98405" y="121296"/>
                  </a:cubicBezTo>
                  <a:cubicBezTo>
                    <a:pt x="103517" y="118104"/>
                    <a:pt x="104795" y="112358"/>
                    <a:pt x="102239" y="107251"/>
                  </a:cubicBezTo>
                  <a:lnTo>
                    <a:pt x="86903" y="81715"/>
                  </a:lnTo>
                  <a:cubicBezTo>
                    <a:pt x="84986" y="78523"/>
                    <a:pt x="86264" y="74693"/>
                    <a:pt x="88820" y="72777"/>
                  </a:cubicBezTo>
                  <a:cubicBezTo>
                    <a:pt x="92015" y="70862"/>
                    <a:pt x="95849" y="72139"/>
                    <a:pt x="97766" y="74693"/>
                  </a:cubicBezTo>
                  <a:lnTo>
                    <a:pt x="99683" y="78523"/>
                  </a:lnTo>
                  <a:cubicBezTo>
                    <a:pt x="99683" y="78523"/>
                    <a:pt x="100322" y="79161"/>
                    <a:pt x="100322" y="79161"/>
                  </a:cubicBezTo>
                  <a:lnTo>
                    <a:pt x="112463" y="100229"/>
                  </a:lnTo>
                  <a:cubicBezTo>
                    <a:pt x="112463" y="100229"/>
                    <a:pt x="112463" y="100229"/>
                    <a:pt x="112463" y="100867"/>
                  </a:cubicBezTo>
                  <a:lnTo>
                    <a:pt x="121409" y="115550"/>
                  </a:lnTo>
                  <a:cubicBezTo>
                    <a:pt x="124604" y="120657"/>
                    <a:pt x="130994" y="122573"/>
                    <a:pt x="136106" y="119381"/>
                  </a:cubicBezTo>
                  <a:cubicBezTo>
                    <a:pt x="141857" y="116189"/>
                    <a:pt x="141217" y="109805"/>
                    <a:pt x="138662" y="105336"/>
                  </a:cubicBezTo>
                  <a:lnTo>
                    <a:pt x="113102" y="61925"/>
                  </a:lnTo>
                  <a:cubicBezTo>
                    <a:pt x="111185" y="58733"/>
                    <a:pt x="112463" y="54902"/>
                    <a:pt x="115658" y="52987"/>
                  </a:cubicBezTo>
                  <a:cubicBezTo>
                    <a:pt x="118853" y="51072"/>
                    <a:pt x="122687" y="52349"/>
                    <a:pt x="124604" y="55541"/>
                  </a:cubicBezTo>
                  <a:lnTo>
                    <a:pt x="150164" y="98952"/>
                  </a:lnTo>
                  <a:cubicBezTo>
                    <a:pt x="151442" y="101505"/>
                    <a:pt x="153997" y="102782"/>
                    <a:pt x="156553" y="104059"/>
                  </a:cubicBezTo>
                  <a:cubicBezTo>
                    <a:pt x="159110" y="104697"/>
                    <a:pt x="162305" y="104059"/>
                    <a:pt x="164222" y="102782"/>
                  </a:cubicBezTo>
                  <a:cubicBezTo>
                    <a:pt x="169333" y="99590"/>
                    <a:pt x="170612" y="93206"/>
                    <a:pt x="168056" y="88099"/>
                  </a:cubicBezTo>
                  <a:lnTo>
                    <a:pt x="137384" y="33197"/>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97" name="Graphic 4">
              <a:extLst>
                <a:ext uri="{FF2B5EF4-FFF2-40B4-BE49-F238E27FC236}">
                  <a16:creationId xmlns:a16="http://schemas.microsoft.com/office/drawing/2014/main" id="{F660D8FD-605B-4F81-BA19-663D243D95A7}"/>
                </a:ext>
              </a:extLst>
            </p:cNvPr>
            <p:cNvSpPr/>
            <p:nvPr/>
          </p:nvSpPr>
          <p:spPr>
            <a:xfrm>
              <a:off x="7192513" y="4792617"/>
              <a:ext cx="361674" cy="361333"/>
            </a:xfrm>
            <a:custGeom>
              <a:avLst/>
              <a:gdLst>
                <a:gd name="connsiteX0" fmla="*/ 180836 w 361674"/>
                <a:gd name="connsiteY0" fmla="*/ 0 h 361333"/>
                <a:gd name="connsiteX1" fmla="*/ 0 w 361674"/>
                <a:gd name="connsiteY1" fmla="*/ 180667 h 361333"/>
                <a:gd name="connsiteX2" fmla="*/ 180836 w 361674"/>
                <a:gd name="connsiteY2" fmla="*/ 361334 h 361333"/>
                <a:gd name="connsiteX3" fmla="*/ 361670 w 361674"/>
                <a:gd name="connsiteY3" fmla="*/ 180667 h 361333"/>
                <a:gd name="connsiteX4" fmla="*/ 180836 w 361674"/>
                <a:gd name="connsiteY4" fmla="*/ 0 h 361333"/>
                <a:gd name="connsiteX5" fmla="*/ 292659 w 361674"/>
                <a:gd name="connsiteY5" fmla="*/ 222163 h 361333"/>
                <a:gd name="connsiteX6" fmla="*/ 299049 w 361674"/>
                <a:gd name="connsiteY6" fmla="*/ 228547 h 361333"/>
                <a:gd name="connsiteX7" fmla="*/ 292659 w 361674"/>
                <a:gd name="connsiteY7" fmla="*/ 234931 h 361333"/>
                <a:gd name="connsiteX8" fmla="*/ 284991 w 361674"/>
                <a:gd name="connsiteY8" fmla="*/ 234931 h 361333"/>
                <a:gd name="connsiteX9" fmla="*/ 278601 w 361674"/>
                <a:gd name="connsiteY9" fmla="*/ 228547 h 361333"/>
                <a:gd name="connsiteX10" fmla="*/ 278601 w 361674"/>
                <a:gd name="connsiteY10" fmla="*/ 218971 h 361333"/>
                <a:gd name="connsiteX11" fmla="*/ 277323 w 361674"/>
                <a:gd name="connsiteY11" fmla="*/ 218971 h 361333"/>
                <a:gd name="connsiteX12" fmla="*/ 265821 w 361674"/>
                <a:gd name="connsiteY12" fmla="*/ 218971 h 361333"/>
                <a:gd name="connsiteX13" fmla="*/ 255597 w 361674"/>
                <a:gd name="connsiteY13" fmla="*/ 245145 h 361333"/>
                <a:gd name="connsiteX14" fmla="*/ 243456 w 361674"/>
                <a:gd name="connsiteY14" fmla="*/ 248337 h 361333"/>
                <a:gd name="connsiteX15" fmla="*/ 237706 w 361674"/>
                <a:gd name="connsiteY15" fmla="*/ 247699 h 361333"/>
                <a:gd name="connsiteX16" fmla="*/ 237706 w 361674"/>
                <a:gd name="connsiteY16" fmla="*/ 247699 h 361333"/>
                <a:gd name="connsiteX17" fmla="*/ 227482 w 361674"/>
                <a:gd name="connsiteY17" fmla="*/ 261743 h 361333"/>
                <a:gd name="connsiteX18" fmla="*/ 215980 w 361674"/>
                <a:gd name="connsiteY18" fmla="*/ 264935 h 361333"/>
                <a:gd name="connsiteX19" fmla="*/ 197449 w 361674"/>
                <a:gd name="connsiteY19" fmla="*/ 255998 h 361333"/>
                <a:gd name="connsiteX20" fmla="*/ 189782 w 361674"/>
                <a:gd name="connsiteY20" fmla="*/ 263659 h 361333"/>
                <a:gd name="connsiteX21" fmla="*/ 177641 w 361674"/>
                <a:gd name="connsiteY21" fmla="*/ 266851 h 361333"/>
                <a:gd name="connsiteX22" fmla="*/ 159748 w 361674"/>
                <a:gd name="connsiteY22" fmla="*/ 258551 h 361333"/>
                <a:gd name="connsiteX23" fmla="*/ 152720 w 361674"/>
                <a:gd name="connsiteY23" fmla="*/ 264935 h 361333"/>
                <a:gd name="connsiteX24" fmla="*/ 141857 w 361674"/>
                <a:gd name="connsiteY24" fmla="*/ 268127 h 361333"/>
                <a:gd name="connsiteX25" fmla="*/ 134828 w 361674"/>
                <a:gd name="connsiteY25" fmla="*/ 266851 h 361333"/>
                <a:gd name="connsiteX26" fmla="*/ 120770 w 361674"/>
                <a:gd name="connsiteY26" fmla="*/ 255998 h 361333"/>
                <a:gd name="connsiteX27" fmla="*/ 98405 w 361674"/>
                <a:gd name="connsiteY27" fmla="*/ 218971 h 361333"/>
                <a:gd name="connsiteX28" fmla="*/ 84348 w 361674"/>
                <a:gd name="connsiteY28" fmla="*/ 218971 h 361333"/>
                <a:gd name="connsiteX29" fmla="*/ 84348 w 361674"/>
                <a:gd name="connsiteY29" fmla="*/ 228547 h 361333"/>
                <a:gd name="connsiteX30" fmla="*/ 77958 w 361674"/>
                <a:gd name="connsiteY30" fmla="*/ 234931 h 361333"/>
                <a:gd name="connsiteX31" fmla="*/ 70289 w 361674"/>
                <a:gd name="connsiteY31" fmla="*/ 234931 h 361333"/>
                <a:gd name="connsiteX32" fmla="*/ 63899 w 361674"/>
                <a:gd name="connsiteY32" fmla="*/ 228547 h 361333"/>
                <a:gd name="connsiteX33" fmla="*/ 70289 w 361674"/>
                <a:gd name="connsiteY33" fmla="*/ 222163 h 361333"/>
                <a:gd name="connsiteX34" fmla="*/ 71568 w 361674"/>
                <a:gd name="connsiteY34" fmla="*/ 222163 h 361333"/>
                <a:gd name="connsiteX35" fmla="*/ 71568 w 361674"/>
                <a:gd name="connsiteY35" fmla="*/ 107251 h 361333"/>
                <a:gd name="connsiteX36" fmla="*/ 70289 w 361674"/>
                <a:gd name="connsiteY36" fmla="*/ 107251 h 361333"/>
                <a:gd name="connsiteX37" fmla="*/ 63899 w 361674"/>
                <a:gd name="connsiteY37" fmla="*/ 100867 h 361333"/>
                <a:gd name="connsiteX38" fmla="*/ 70289 w 361674"/>
                <a:gd name="connsiteY38" fmla="*/ 94483 h 361333"/>
                <a:gd name="connsiteX39" fmla="*/ 77958 w 361674"/>
                <a:gd name="connsiteY39" fmla="*/ 94483 h 361333"/>
                <a:gd name="connsiteX40" fmla="*/ 84348 w 361674"/>
                <a:gd name="connsiteY40" fmla="*/ 100867 h 361333"/>
                <a:gd name="connsiteX41" fmla="*/ 84348 w 361674"/>
                <a:gd name="connsiteY41" fmla="*/ 118104 h 361333"/>
                <a:gd name="connsiteX42" fmla="*/ 157832 w 361674"/>
                <a:gd name="connsiteY42" fmla="*/ 118104 h 361333"/>
                <a:gd name="connsiteX43" fmla="*/ 158471 w 361674"/>
                <a:gd name="connsiteY43" fmla="*/ 118104 h 361333"/>
                <a:gd name="connsiteX44" fmla="*/ 186587 w 361674"/>
                <a:gd name="connsiteY44" fmla="*/ 102782 h 361333"/>
                <a:gd name="connsiteX45" fmla="*/ 191059 w 361674"/>
                <a:gd name="connsiteY45" fmla="*/ 102144 h 361333"/>
                <a:gd name="connsiteX46" fmla="*/ 246013 w 361674"/>
                <a:gd name="connsiteY46" fmla="*/ 118104 h 361333"/>
                <a:gd name="connsiteX47" fmla="*/ 278601 w 361674"/>
                <a:gd name="connsiteY47" fmla="*/ 118104 h 361333"/>
                <a:gd name="connsiteX48" fmla="*/ 278601 w 361674"/>
                <a:gd name="connsiteY48" fmla="*/ 100867 h 361333"/>
                <a:gd name="connsiteX49" fmla="*/ 284991 w 361674"/>
                <a:gd name="connsiteY49" fmla="*/ 94483 h 361333"/>
                <a:gd name="connsiteX50" fmla="*/ 292659 w 361674"/>
                <a:gd name="connsiteY50" fmla="*/ 94483 h 361333"/>
                <a:gd name="connsiteX51" fmla="*/ 299049 w 361674"/>
                <a:gd name="connsiteY51" fmla="*/ 100867 h 361333"/>
                <a:gd name="connsiteX52" fmla="*/ 292659 w 361674"/>
                <a:gd name="connsiteY52" fmla="*/ 107251 h 361333"/>
                <a:gd name="connsiteX53" fmla="*/ 291381 w 361674"/>
                <a:gd name="connsiteY53" fmla="*/ 107251 h 361333"/>
                <a:gd name="connsiteX54" fmla="*/ 291381 w 361674"/>
                <a:gd name="connsiteY54" fmla="*/ 222163 h 361333"/>
                <a:gd name="connsiteX55" fmla="*/ 292659 w 361674"/>
                <a:gd name="connsiteY55" fmla="*/ 222163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61674" h="361333">
                  <a:moveTo>
                    <a:pt x="180836" y="0"/>
                  </a:moveTo>
                  <a:cubicBezTo>
                    <a:pt x="80513" y="0"/>
                    <a:pt x="0" y="81077"/>
                    <a:pt x="0" y="180667"/>
                  </a:cubicBezTo>
                  <a:cubicBezTo>
                    <a:pt x="0" y="280895"/>
                    <a:pt x="81153" y="361334"/>
                    <a:pt x="180836" y="361334"/>
                  </a:cubicBezTo>
                  <a:cubicBezTo>
                    <a:pt x="280518" y="361334"/>
                    <a:pt x="361670" y="280257"/>
                    <a:pt x="361670" y="180667"/>
                  </a:cubicBezTo>
                  <a:cubicBezTo>
                    <a:pt x="362310" y="81077"/>
                    <a:pt x="281157" y="0"/>
                    <a:pt x="180836" y="0"/>
                  </a:cubicBezTo>
                  <a:close/>
                  <a:moveTo>
                    <a:pt x="292659" y="222163"/>
                  </a:moveTo>
                  <a:cubicBezTo>
                    <a:pt x="296493" y="222163"/>
                    <a:pt x="299049" y="224716"/>
                    <a:pt x="299049" y="228547"/>
                  </a:cubicBezTo>
                  <a:cubicBezTo>
                    <a:pt x="299049" y="232377"/>
                    <a:pt x="296493" y="234931"/>
                    <a:pt x="292659" y="234931"/>
                  </a:cubicBezTo>
                  <a:lnTo>
                    <a:pt x="284991" y="234931"/>
                  </a:lnTo>
                  <a:cubicBezTo>
                    <a:pt x="281157" y="234931"/>
                    <a:pt x="278601" y="232377"/>
                    <a:pt x="278601" y="228547"/>
                  </a:cubicBezTo>
                  <a:lnTo>
                    <a:pt x="278601" y="218971"/>
                  </a:lnTo>
                  <a:cubicBezTo>
                    <a:pt x="277962" y="218971"/>
                    <a:pt x="277323" y="218971"/>
                    <a:pt x="277323" y="218971"/>
                  </a:cubicBezTo>
                  <a:lnTo>
                    <a:pt x="265821" y="218971"/>
                  </a:lnTo>
                  <a:cubicBezTo>
                    <a:pt x="268377" y="228547"/>
                    <a:pt x="264544" y="239399"/>
                    <a:pt x="255597" y="245145"/>
                  </a:cubicBezTo>
                  <a:cubicBezTo>
                    <a:pt x="251764" y="247060"/>
                    <a:pt x="247930" y="248337"/>
                    <a:pt x="243456" y="248337"/>
                  </a:cubicBezTo>
                  <a:cubicBezTo>
                    <a:pt x="241540" y="248337"/>
                    <a:pt x="239623" y="248337"/>
                    <a:pt x="237706" y="247699"/>
                  </a:cubicBezTo>
                  <a:cubicBezTo>
                    <a:pt x="237706" y="247699"/>
                    <a:pt x="237706" y="247699"/>
                    <a:pt x="237706" y="247699"/>
                  </a:cubicBezTo>
                  <a:cubicBezTo>
                    <a:pt x="236428" y="253444"/>
                    <a:pt x="233233" y="258551"/>
                    <a:pt x="227482" y="261743"/>
                  </a:cubicBezTo>
                  <a:cubicBezTo>
                    <a:pt x="223648" y="263659"/>
                    <a:pt x="219814" y="264935"/>
                    <a:pt x="215980" y="264935"/>
                  </a:cubicBezTo>
                  <a:cubicBezTo>
                    <a:pt x="208951" y="264935"/>
                    <a:pt x="201922" y="261743"/>
                    <a:pt x="197449" y="255998"/>
                  </a:cubicBezTo>
                  <a:cubicBezTo>
                    <a:pt x="195532" y="259190"/>
                    <a:pt x="192977" y="261743"/>
                    <a:pt x="189782" y="263659"/>
                  </a:cubicBezTo>
                  <a:cubicBezTo>
                    <a:pt x="185947" y="265574"/>
                    <a:pt x="182113" y="266851"/>
                    <a:pt x="177641" y="266851"/>
                  </a:cubicBezTo>
                  <a:cubicBezTo>
                    <a:pt x="170612" y="266851"/>
                    <a:pt x="164222" y="263659"/>
                    <a:pt x="159748" y="258551"/>
                  </a:cubicBezTo>
                  <a:cubicBezTo>
                    <a:pt x="157832" y="261105"/>
                    <a:pt x="155915" y="263020"/>
                    <a:pt x="152720" y="264935"/>
                  </a:cubicBezTo>
                  <a:cubicBezTo>
                    <a:pt x="149525" y="266851"/>
                    <a:pt x="145691" y="268127"/>
                    <a:pt x="141857" y="268127"/>
                  </a:cubicBezTo>
                  <a:cubicBezTo>
                    <a:pt x="139301" y="268127"/>
                    <a:pt x="137384" y="267489"/>
                    <a:pt x="134828" y="266851"/>
                  </a:cubicBezTo>
                  <a:cubicBezTo>
                    <a:pt x="129077" y="264935"/>
                    <a:pt x="123965" y="261105"/>
                    <a:pt x="120770" y="255998"/>
                  </a:cubicBezTo>
                  <a:lnTo>
                    <a:pt x="98405" y="218971"/>
                  </a:lnTo>
                  <a:lnTo>
                    <a:pt x="84348" y="218971"/>
                  </a:lnTo>
                  <a:lnTo>
                    <a:pt x="84348" y="228547"/>
                  </a:lnTo>
                  <a:cubicBezTo>
                    <a:pt x="84348" y="232377"/>
                    <a:pt x="81792" y="234931"/>
                    <a:pt x="77958" y="234931"/>
                  </a:cubicBezTo>
                  <a:lnTo>
                    <a:pt x="70289" y="234931"/>
                  </a:lnTo>
                  <a:cubicBezTo>
                    <a:pt x="66456" y="234931"/>
                    <a:pt x="63899" y="232377"/>
                    <a:pt x="63899" y="228547"/>
                  </a:cubicBezTo>
                  <a:cubicBezTo>
                    <a:pt x="63899" y="224716"/>
                    <a:pt x="66456" y="222163"/>
                    <a:pt x="70289" y="222163"/>
                  </a:cubicBezTo>
                  <a:lnTo>
                    <a:pt x="71568" y="222163"/>
                  </a:lnTo>
                  <a:lnTo>
                    <a:pt x="71568" y="107251"/>
                  </a:lnTo>
                  <a:lnTo>
                    <a:pt x="70289" y="107251"/>
                  </a:lnTo>
                  <a:cubicBezTo>
                    <a:pt x="66456" y="107251"/>
                    <a:pt x="63899" y="104697"/>
                    <a:pt x="63899" y="100867"/>
                  </a:cubicBezTo>
                  <a:cubicBezTo>
                    <a:pt x="63899" y="97037"/>
                    <a:pt x="66456" y="94483"/>
                    <a:pt x="70289" y="94483"/>
                  </a:cubicBezTo>
                  <a:lnTo>
                    <a:pt x="77958" y="94483"/>
                  </a:lnTo>
                  <a:cubicBezTo>
                    <a:pt x="81792" y="94483"/>
                    <a:pt x="84348" y="97037"/>
                    <a:pt x="84348" y="100867"/>
                  </a:cubicBezTo>
                  <a:lnTo>
                    <a:pt x="84348" y="118104"/>
                  </a:lnTo>
                  <a:lnTo>
                    <a:pt x="157832" y="118104"/>
                  </a:lnTo>
                  <a:cubicBezTo>
                    <a:pt x="157832" y="118104"/>
                    <a:pt x="158471" y="118104"/>
                    <a:pt x="158471" y="118104"/>
                  </a:cubicBezTo>
                  <a:lnTo>
                    <a:pt x="186587" y="102782"/>
                  </a:lnTo>
                  <a:cubicBezTo>
                    <a:pt x="187864" y="102144"/>
                    <a:pt x="189782" y="101505"/>
                    <a:pt x="191059" y="102144"/>
                  </a:cubicBezTo>
                  <a:lnTo>
                    <a:pt x="246013" y="118104"/>
                  </a:lnTo>
                  <a:lnTo>
                    <a:pt x="278601" y="118104"/>
                  </a:lnTo>
                  <a:lnTo>
                    <a:pt x="278601" y="100867"/>
                  </a:lnTo>
                  <a:cubicBezTo>
                    <a:pt x="278601" y="97037"/>
                    <a:pt x="281157" y="94483"/>
                    <a:pt x="284991" y="94483"/>
                  </a:cubicBezTo>
                  <a:lnTo>
                    <a:pt x="292659" y="94483"/>
                  </a:lnTo>
                  <a:cubicBezTo>
                    <a:pt x="296493" y="94483"/>
                    <a:pt x="299049" y="97037"/>
                    <a:pt x="299049" y="100867"/>
                  </a:cubicBezTo>
                  <a:cubicBezTo>
                    <a:pt x="299049" y="104697"/>
                    <a:pt x="296493" y="107251"/>
                    <a:pt x="292659" y="107251"/>
                  </a:cubicBezTo>
                  <a:lnTo>
                    <a:pt x="291381" y="107251"/>
                  </a:lnTo>
                  <a:lnTo>
                    <a:pt x="291381" y="222163"/>
                  </a:lnTo>
                  <a:lnTo>
                    <a:pt x="292659" y="222163"/>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sp>
        <p:nvSpPr>
          <p:cNvPr id="98" name="Oval 97">
            <a:extLst>
              <a:ext uri="{FF2B5EF4-FFF2-40B4-BE49-F238E27FC236}">
                <a16:creationId xmlns:a16="http://schemas.microsoft.com/office/drawing/2014/main" id="{E99962FB-5D07-4921-BB25-7B77C78638E3}"/>
              </a:ext>
            </a:extLst>
          </p:cNvPr>
          <p:cNvSpPr/>
          <p:nvPr/>
        </p:nvSpPr>
        <p:spPr bwMode="gray">
          <a:xfrm>
            <a:off x="10735508" y="1505308"/>
            <a:ext cx="365760" cy="365760"/>
          </a:xfrm>
          <a:prstGeom prst="ellips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00" name="Oval 99">
            <a:extLst>
              <a:ext uri="{FF2B5EF4-FFF2-40B4-BE49-F238E27FC236}">
                <a16:creationId xmlns:a16="http://schemas.microsoft.com/office/drawing/2014/main" id="{7B553D7D-5909-47CA-A151-03C73E0B74FD}"/>
              </a:ext>
            </a:extLst>
          </p:cNvPr>
          <p:cNvSpPr/>
          <p:nvPr/>
        </p:nvSpPr>
        <p:spPr bwMode="gray">
          <a:xfrm>
            <a:off x="10775695" y="4485079"/>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28" name="Oval 127">
            <a:extLst>
              <a:ext uri="{FF2B5EF4-FFF2-40B4-BE49-F238E27FC236}">
                <a16:creationId xmlns:a16="http://schemas.microsoft.com/office/drawing/2014/main" id="{7ADBB47A-E33E-495A-8164-439E221258D3}"/>
              </a:ext>
            </a:extLst>
          </p:cNvPr>
          <p:cNvSpPr/>
          <p:nvPr/>
        </p:nvSpPr>
        <p:spPr bwMode="gray">
          <a:xfrm>
            <a:off x="10775695" y="2485956"/>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30" name="Oval 129">
            <a:extLst>
              <a:ext uri="{FF2B5EF4-FFF2-40B4-BE49-F238E27FC236}">
                <a16:creationId xmlns:a16="http://schemas.microsoft.com/office/drawing/2014/main" id="{0FDEC38C-9E29-4743-9F13-4D038A59520B}"/>
              </a:ext>
            </a:extLst>
          </p:cNvPr>
          <p:cNvSpPr/>
          <p:nvPr/>
        </p:nvSpPr>
        <p:spPr bwMode="gray">
          <a:xfrm>
            <a:off x="10775695" y="3456076"/>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31" name="Oval 130">
            <a:extLst>
              <a:ext uri="{FF2B5EF4-FFF2-40B4-BE49-F238E27FC236}">
                <a16:creationId xmlns:a16="http://schemas.microsoft.com/office/drawing/2014/main" id="{8A8CA738-39FF-47D4-A06F-8BEE15B33D18}"/>
              </a:ext>
            </a:extLst>
          </p:cNvPr>
          <p:cNvSpPr/>
          <p:nvPr/>
        </p:nvSpPr>
        <p:spPr bwMode="gray">
          <a:xfrm>
            <a:off x="10782227" y="5435554"/>
            <a:ext cx="359228" cy="385168"/>
          </a:xfrm>
          <a:prstGeom prst="ellips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99" name="Rectangle 5">
            <a:extLst>
              <a:ext uri="{FF2B5EF4-FFF2-40B4-BE49-F238E27FC236}">
                <a16:creationId xmlns:a16="http://schemas.microsoft.com/office/drawing/2014/main" id="{E8103B65-9401-4F21-9B81-AA6B557D6C7A}"/>
              </a:ext>
            </a:extLst>
          </p:cNvPr>
          <p:cNvSpPr/>
          <p:nvPr/>
        </p:nvSpPr>
        <p:spPr bwMode="gray">
          <a:xfrm flipV="1">
            <a:off x="501652" y="749093"/>
            <a:ext cx="11134484" cy="27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829178" rtl="0" eaLnBrk="1" fontAlgn="auto" latinLnBrk="0" hangingPunct="1">
              <a:lnSpc>
                <a:spcPct val="100000"/>
              </a:lnSpc>
              <a:spcBef>
                <a:spcPts val="0"/>
              </a:spcBef>
              <a:spcAft>
                <a:spcPts val="0"/>
              </a:spcAft>
              <a:buClrTx/>
              <a:buSzTx/>
              <a:buFontTx/>
              <a:buNone/>
              <a:tabLst/>
              <a:defRPr/>
            </a:pPr>
            <a:endParaRPr kumimoji="0" lang="en-US" sz="1451" b="0" i="0" u="none" strike="noStrike" kern="1200" cap="none" spc="0" normalizeH="0" baseline="0" noProof="0">
              <a:ln>
                <a:noFill/>
              </a:ln>
              <a:solidFill>
                <a:prstClr val="white"/>
              </a:solidFill>
              <a:effectLst/>
              <a:uLnTx/>
              <a:uFillTx/>
              <a:latin typeface="Verdana"/>
              <a:ea typeface="+mn-ea"/>
              <a:cs typeface="+mn-cs"/>
            </a:endParaRPr>
          </a:p>
        </p:txBody>
      </p:sp>
      <p:grpSp>
        <p:nvGrpSpPr>
          <p:cNvPr id="132" name="Graphic 4">
            <a:extLst>
              <a:ext uri="{FF2B5EF4-FFF2-40B4-BE49-F238E27FC236}">
                <a16:creationId xmlns:a16="http://schemas.microsoft.com/office/drawing/2014/main" id="{9E622AF0-A324-4A26-ABA1-0D20376710E2}"/>
              </a:ext>
            </a:extLst>
          </p:cNvPr>
          <p:cNvGrpSpPr/>
          <p:nvPr/>
        </p:nvGrpSpPr>
        <p:grpSpPr>
          <a:xfrm>
            <a:off x="3933288" y="1490896"/>
            <a:ext cx="587829" cy="548358"/>
            <a:chOff x="7191874" y="4308712"/>
            <a:chExt cx="361674" cy="361971"/>
          </a:xfrm>
          <a:solidFill>
            <a:schemeClr val="accent1"/>
          </a:solidFill>
        </p:grpSpPr>
        <p:sp>
          <p:nvSpPr>
            <p:cNvPr id="133" name="Graphic 4">
              <a:extLst>
                <a:ext uri="{FF2B5EF4-FFF2-40B4-BE49-F238E27FC236}">
                  <a16:creationId xmlns:a16="http://schemas.microsoft.com/office/drawing/2014/main" id="{783F137A-8029-445B-81A7-7D2C71E3F687}"/>
                </a:ext>
              </a:extLst>
            </p:cNvPr>
            <p:cNvSpPr/>
            <p:nvPr/>
          </p:nvSpPr>
          <p:spPr>
            <a:xfrm>
              <a:off x="7343955" y="4410217"/>
              <a:ext cx="67733" cy="57455"/>
            </a:xfrm>
            <a:custGeom>
              <a:avLst/>
              <a:gdLst>
                <a:gd name="connsiteX0" fmla="*/ 38978 w 67733"/>
                <a:gd name="connsiteY0" fmla="*/ 57456 h 57455"/>
                <a:gd name="connsiteX1" fmla="*/ 58148 w 67733"/>
                <a:gd name="connsiteY1" fmla="*/ 38942 h 57455"/>
                <a:gd name="connsiteX2" fmla="*/ 58148 w 67733"/>
                <a:gd name="connsiteY2" fmla="*/ 18513 h 57455"/>
                <a:gd name="connsiteX3" fmla="*/ 60704 w 67733"/>
                <a:gd name="connsiteY3" fmla="*/ 13406 h 57455"/>
                <a:gd name="connsiteX4" fmla="*/ 67733 w 67733"/>
                <a:gd name="connsiteY4" fmla="*/ 3830 h 57455"/>
                <a:gd name="connsiteX5" fmla="*/ 67733 w 67733"/>
                <a:gd name="connsiteY5" fmla="*/ 0 h 57455"/>
                <a:gd name="connsiteX6" fmla="*/ 0 w 67733"/>
                <a:gd name="connsiteY6" fmla="*/ 0 h 57455"/>
                <a:gd name="connsiteX7" fmla="*/ 0 w 67733"/>
                <a:gd name="connsiteY7" fmla="*/ 3830 h 57455"/>
                <a:gd name="connsiteX8" fmla="*/ 7029 w 67733"/>
                <a:gd name="connsiteY8" fmla="*/ 13406 h 57455"/>
                <a:gd name="connsiteX9" fmla="*/ 9585 w 67733"/>
                <a:gd name="connsiteY9" fmla="*/ 18513 h 57455"/>
                <a:gd name="connsiteX10" fmla="*/ 9585 w 67733"/>
                <a:gd name="connsiteY10" fmla="*/ 38942 h 57455"/>
                <a:gd name="connsiteX11" fmla="*/ 28115 w 67733"/>
                <a:gd name="connsiteY11" fmla="*/ 57456 h 57455"/>
                <a:gd name="connsiteX12" fmla="*/ 38978 w 67733"/>
                <a:gd name="connsiteY12" fmla="*/ 57456 h 57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733" h="57455">
                  <a:moveTo>
                    <a:pt x="38978" y="57456"/>
                  </a:moveTo>
                  <a:cubicBezTo>
                    <a:pt x="49202" y="57456"/>
                    <a:pt x="58148" y="49157"/>
                    <a:pt x="58148" y="38942"/>
                  </a:cubicBezTo>
                  <a:lnTo>
                    <a:pt x="58148" y="18513"/>
                  </a:lnTo>
                  <a:cubicBezTo>
                    <a:pt x="58148" y="16598"/>
                    <a:pt x="59426" y="14683"/>
                    <a:pt x="60704" y="13406"/>
                  </a:cubicBezTo>
                  <a:cubicBezTo>
                    <a:pt x="63260" y="12129"/>
                    <a:pt x="67733" y="7022"/>
                    <a:pt x="67733" y="3830"/>
                  </a:cubicBezTo>
                  <a:lnTo>
                    <a:pt x="67733" y="0"/>
                  </a:lnTo>
                  <a:lnTo>
                    <a:pt x="0" y="0"/>
                  </a:lnTo>
                  <a:lnTo>
                    <a:pt x="0" y="3830"/>
                  </a:lnTo>
                  <a:cubicBezTo>
                    <a:pt x="0" y="7661"/>
                    <a:pt x="5111" y="12129"/>
                    <a:pt x="7029" y="13406"/>
                  </a:cubicBezTo>
                  <a:cubicBezTo>
                    <a:pt x="8945" y="14683"/>
                    <a:pt x="9585" y="16598"/>
                    <a:pt x="9585" y="18513"/>
                  </a:cubicBezTo>
                  <a:lnTo>
                    <a:pt x="9585" y="38942"/>
                  </a:lnTo>
                  <a:cubicBezTo>
                    <a:pt x="9585" y="49157"/>
                    <a:pt x="17891" y="57456"/>
                    <a:pt x="28115" y="57456"/>
                  </a:cubicBezTo>
                  <a:lnTo>
                    <a:pt x="38978" y="57456"/>
                  </a:lnTo>
                  <a:close/>
                </a:path>
              </a:pathLst>
            </a:custGeom>
            <a:grpFill/>
            <a:ln w="6390" cap="flat">
              <a:noFill/>
              <a:prstDash val="solid"/>
              <a:miter/>
            </a:ln>
          </p:spPr>
          <p:txBody>
            <a:bodyPr rtlCol="0" anchor="ctr"/>
            <a:lstStyle/>
            <a:p>
              <a:endParaRPr lang="en-US"/>
            </a:p>
          </p:txBody>
        </p:sp>
        <p:sp>
          <p:nvSpPr>
            <p:cNvPr id="134" name="Graphic 4">
              <a:extLst>
                <a:ext uri="{FF2B5EF4-FFF2-40B4-BE49-F238E27FC236}">
                  <a16:creationId xmlns:a16="http://schemas.microsoft.com/office/drawing/2014/main" id="{66633B4C-9A11-4400-867B-2204FC499C33}"/>
                </a:ext>
              </a:extLst>
            </p:cNvPr>
            <p:cNvSpPr/>
            <p:nvPr/>
          </p:nvSpPr>
          <p:spPr>
            <a:xfrm>
              <a:off x="7408493" y="4485323"/>
              <a:ext cx="70928" cy="45242"/>
            </a:xfrm>
            <a:custGeom>
              <a:avLst/>
              <a:gdLst>
                <a:gd name="connsiteX0" fmla="*/ 12780 w 70928"/>
                <a:gd name="connsiteY0" fmla="*/ 3417 h 45242"/>
                <a:gd name="connsiteX1" fmla="*/ 0 w 70928"/>
                <a:gd name="connsiteY1" fmla="*/ 24485 h 45242"/>
                <a:gd name="connsiteX2" fmla="*/ 42812 w 70928"/>
                <a:gd name="connsiteY2" fmla="*/ 11078 h 45242"/>
                <a:gd name="connsiteX3" fmla="*/ 51119 w 70928"/>
                <a:gd name="connsiteY3" fmla="*/ 9163 h 45242"/>
                <a:gd name="connsiteX4" fmla="*/ 58787 w 70928"/>
                <a:gd name="connsiteY4" fmla="*/ 13632 h 45242"/>
                <a:gd name="connsiteX5" fmla="*/ 54314 w 70928"/>
                <a:gd name="connsiteY5" fmla="*/ 21293 h 45242"/>
                <a:gd name="connsiteX6" fmla="*/ 46007 w 70928"/>
                <a:gd name="connsiteY6" fmla="*/ 23208 h 45242"/>
                <a:gd name="connsiteX7" fmla="*/ 5111 w 70928"/>
                <a:gd name="connsiteY7" fmla="*/ 35976 h 45242"/>
                <a:gd name="connsiteX8" fmla="*/ 8946 w 70928"/>
                <a:gd name="connsiteY8" fmla="*/ 37253 h 45242"/>
                <a:gd name="connsiteX9" fmla="*/ 37061 w 70928"/>
                <a:gd name="connsiteY9" fmla="*/ 44275 h 45242"/>
                <a:gd name="connsiteX10" fmla="*/ 70928 w 70928"/>
                <a:gd name="connsiteY10" fmla="*/ 7886 h 45242"/>
                <a:gd name="connsiteX11" fmla="*/ 49202 w 70928"/>
                <a:gd name="connsiteY11" fmla="*/ 3417 h 45242"/>
                <a:gd name="connsiteX12" fmla="*/ 12780 w 70928"/>
                <a:gd name="connsiteY12" fmla="*/ 3417 h 4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0928" h="45242">
                  <a:moveTo>
                    <a:pt x="12780" y="3417"/>
                  </a:moveTo>
                  <a:cubicBezTo>
                    <a:pt x="5751" y="7886"/>
                    <a:pt x="639" y="16185"/>
                    <a:pt x="0" y="24485"/>
                  </a:cubicBezTo>
                  <a:cubicBezTo>
                    <a:pt x="13419" y="18101"/>
                    <a:pt x="28116" y="13632"/>
                    <a:pt x="42812" y="11078"/>
                  </a:cubicBezTo>
                  <a:lnTo>
                    <a:pt x="51119" y="9163"/>
                  </a:lnTo>
                  <a:cubicBezTo>
                    <a:pt x="54314" y="8525"/>
                    <a:pt x="58148" y="10440"/>
                    <a:pt x="58787" y="13632"/>
                  </a:cubicBezTo>
                  <a:cubicBezTo>
                    <a:pt x="59426" y="16824"/>
                    <a:pt x="57509" y="20654"/>
                    <a:pt x="54314" y="21293"/>
                  </a:cubicBezTo>
                  <a:lnTo>
                    <a:pt x="46007" y="23208"/>
                  </a:lnTo>
                  <a:cubicBezTo>
                    <a:pt x="31950" y="25761"/>
                    <a:pt x="18531" y="30230"/>
                    <a:pt x="5111" y="35976"/>
                  </a:cubicBezTo>
                  <a:cubicBezTo>
                    <a:pt x="6390" y="35976"/>
                    <a:pt x="7668" y="36614"/>
                    <a:pt x="8946" y="37253"/>
                  </a:cubicBezTo>
                  <a:cubicBezTo>
                    <a:pt x="16614" y="44275"/>
                    <a:pt x="26837" y="46828"/>
                    <a:pt x="37061" y="44275"/>
                  </a:cubicBezTo>
                  <a:cubicBezTo>
                    <a:pt x="53676" y="39168"/>
                    <a:pt x="67094" y="25123"/>
                    <a:pt x="70928" y="7886"/>
                  </a:cubicBezTo>
                  <a:cubicBezTo>
                    <a:pt x="63261" y="7248"/>
                    <a:pt x="56231" y="5971"/>
                    <a:pt x="49202" y="3417"/>
                  </a:cubicBezTo>
                  <a:cubicBezTo>
                    <a:pt x="36422" y="226"/>
                    <a:pt x="26199" y="-2328"/>
                    <a:pt x="12780" y="3417"/>
                  </a:cubicBezTo>
                  <a:close/>
                </a:path>
              </a:pathLst>
            </a:custGeom>
            <a:grpFill/>
            <a:ln w="6390" cap="flat">
              <a:noFill/>
              <a:prstDash val="solid"/>
              <a:miter/>
            </a:ln>
          </p:spPr>
          <p:txBody>
            <a:bodyPr rtlCol="0" anchor="ctr"/>
            <a:lstStyle/>
            <a:p>
              <a:endParaRPr lang="en-US"/>
            </a:p>
          </p:txBody>
        </p:sp>
        <p:sp>
          <p:nvSpPr>
            <p:cNvPr id="135" name="Graphic 4">
              <a:extLst>
                <a:ext uri="{FF2B5EF4-FFF2-40B4-BE49-F238E27FC236}">
                  <a16:creationId xmlns:a16="http://schemas.microsoft.com/office/drawing/2014/main" id="{0773A350-AA7C-4378-A92E-6291317F9FFA}"/>
                </a:ext>
              </a:extLst>
            </p:cNvPr>
            <p:cNvSpPr/>
            <p:nvPr/>
          </p:nvSpPr>
          <p:spPr>
            <a:xfrm>
              <a:off x="7191874" y="4308712"/>
              <a:ext cx="361674" cy="361971"/>
            </a:xfrm>
            <a:custGeom>
              <a:avLst/>
              <a:gdLst>
                <a:gd name="connsiteX0" fmla="*/ 180836 w 361674"/>
                <a:gd name="connsiteY0" fmla="*/ 0 h 361971"/>
                <a:gd name="connsiteX1" fmla="*/ 0 w 361674"/>
                <a:gd name="connsiteY1" fmla="*/ 180667 h 361971"/>
                <a:gd name="connsiteX2" fmla="*/ 180836 w 361674"/>
                <a:gd name="connsiteY2" fmla="*/ 361972 h 361971"/>
                <a:gd name="connsiteX3" fmla="*/ 361670 w 361674"/>
                <a:gd name="connsiteY3" fmla="*/ 181305 h 361971"/>
                <a:gd name="connsiteX4" fmla="*/ 361670 w 361674"/>
                <a:gd name="connsiteY4" fmla="*/ 181305 h 361971"/>
                <a:gd name="connsiteX5" fmla="*/ 180836 w 361674"/>
                <a:gd name="connsiteY5" fmla="*/ 0 h 361971"/>
                <a:gd name="connsiteX6" fmla="*/ 180836 w 361674"/>
                <a:gd name="connsiteY6" fmla="*/ 0 h 361971"/>
                <a:gd name="connsiteX7" fmla="*/ 257515 w 361674"/>
                <a:gd name="connsiteY7" fmla="*/ 233654 h 361971"/>
                <a:gd name="connsiteX8" fmla="*/ 245374 w 361674"/>
                <a:gd name="connsiteY8" fmla="*/ 235569 h 361971"/>
                <a:gd name="connsiteX9" fmla="*/ 217258 w 361674"/>
                <a:gd name="connsiteY9" fmla="*/ 224078 h 361971"/>
                <a:gd name="connsiteX10" fmla="*/ 215980 w 361674"/>
                <a:gd name="connsiteY10" fmla="*/ 215779 h 361971"/>
                <a:gd name="connsiteX11" fmla="*/ 192976 w 361674"/>
                <a:gd name="connsiteY11" fmla="*/ 237484 h 361971"/>
                <a:gd name="connsiteX12" fmla="*/ 192976 w 361674"/>
                <a:gd name="connsiteY12" fmla="*/ 301324 h 361971"/>
                <a:gd name="connsiteX13" fmla="*/ 186586 w 361674"/>
                <a:gd name="connsiteY13" fmla="*/ 307708 h 361971"/>
                <a:gd name="connsiteX14" fmla="*/ 180196 w 361674"/>
                <a:gd name="connsiteY14" fmla="*/ 301324 h 361971"/>
                <a:gd name="connsiteX15" fmla="*/ 180196 w 361674"/>
                <a:gd name="connsiteY15" fmla="*/ 273234 h 361971"/>
                <a:gd name="connsiteX16" fmla="*/ 103517 w 361674"/>
                <a:gd name="connsiteY16" fmla="*/ 220247 h 361971"/>
                <a:gd name="connsiteX17" fmla="*/ 93932 w 361674"/>
                <a:gd name="connsiteY17" fmla="*/ 217055 h 361971"/>
                <a:gd name="connsiteX18" fmla="*/ 90098 w 361674"/>
                <a:gd name="connsiteY18" fmla="*/ 208756 h 361971"/>
                <a:gd name="connsiteX19" fmla="*/ 90098 w 361674"/>
                <a:gd name="connsiteY19" fmla="*/ 208756 h 361971"/>
                <a:gd name="connsiteX20" fmla="*/ 98405 w 361674"/>
                <a:gd name="connsiteY20" fmla="*/ 204926 h 361971"/>
                <a:gd name="connsiteX21" fmla="*/ 107990 w 361674"/>
                <a:gd name="connsiteY21" fmla="*/ 208118 h 361971"/>
                <a:gd name="connsiteX22" fmla="*/ 156553 w 361674"/>
                <a:gd name="connsiteY22" fmla="*/ 229185 h 361971"/>
                <a:gd name="connsiteX23" fmla="*/ 143774 w 361674"/>
                <a:gd name="connsiteY23" fmla="*/ 200457 h 361971"/>
                <a:gd name="connsiteX24" fmla="*/ 102239 w 361674"/>
                <a:gd name="connsiteY24" fmla="*/ 197265 h 361971"/>
                <a:gd name="connsiteX25" fmla="*/ 75402 w 361674"/>
                <a:gd name="connsiteY25" fmla="*/ 199819 h 361971"/>
                <a:gd name="connsiteX26" fmla="*/ 110546 w 361674"/>
                <a:gd name="connsiteY26" fmla="*/ 247698 h 361971"/>
                <a:gd name="connsiteX27" fmla="*/ 144412 w 361674"/>
                <a:gd name="connsiteY27" fmla="*/ 242591 h 361971"/>
                <a:gd name="connsiteX28" fmla="*/ 153358 w 361674"/>
                <a:gd name="connsiteY28" fmla="*/ 243868 h 361971"/>
                <a:gd name="connsiteX29" fmla="*/ 152081 w 361674"/>
                <a:gd name="connsiteY29" fmla="*/ 252806 h 361971"/>
                <a:gd name="connsiteX30" fmla="*/ 152081 w 361674"/>
                <a:gd name="connsiteY30" fmla="*/ 252806 h 361971"/>
                <a:gd name="connsiteX31" fmla="*/ 122686 w 361674"/>
                <a:gd name="connsiteY31" fmla="*/ 262382 h 361971"/>
                <a:gd name="connsiteX32" fmla="*/ 105434 w 361674"/>
                <a:gd name="connsiteY32" fmla="*/ 258551 h 361971"/>
                <a:gd name="connsiteX33" fmla="*/ 63261 w 361674"/>
                <a:gd name="connsiteY33" fmla="*/ 190881 h 361971"/>
                <a:gd name="connsiteX34" fmla="*/ 65817 w 361674"/>
                <a:gd name="connsiteY34" fmla="*/ 186412 h 361971"/>
                <a:gd name="connsiteX35" fmla="*/ 70928 w 361674"/>
                <a:gd name="connsiteY35" fmla="*/ 185774 h 361971"/>
                <a:gd name="connsiteX36" fmla="*/ 99683 w 361674"/>
                <a:gd name="connsiteY36" fmla="*/ 184497 h 361971"/>
                <a:gd name="connsiteX37" fmla="*/ 149525 w 361674"/>
                <a:gd name="connsiteY37" fmla="*/ 188966 h 361971"/>
                <a:gd name="connsiteX38" fmla="*/ 167416 w 361674"/>
                <a:gd name="connsiteY38" fmla="*/ 237484 h 361971"/>
                <a:gd name="connsiteX39" fmla="*/ 180196 w 361674"/>
                <a:gd name="connsiteY39" fmla="*/ 250252 h 361971"/>
                <a:gd name="connsiteX40" fmla="*/ 180196 w 361674"/>
                <a:gd name="connsiteY40" fmla="*/ 237484 h 361971"/>
                <a:gd name="connsiteX41" fmla="*/ 180196 w 361674"/>
                <a:gd name="connsiteY41" fmla="*/ 234292 h 361971"/>
                <a:gd name="connsiteX42" fmla="*/ 180196 w 361674"/>
                <a:gd name="connsiteY42" fmla="*/ 171729 h 361971"/>
                <a:gd name="connsiteX43" fmla="*/ 150164 w 361674"/>
                <a:gd name="connsiteY43" fmla="*/ 140448 h 361971"/>
                <a:gd name="connsiteX44" fmla="*/ 150164 w 361674"/>
                <a:gd name="connsiteY44" fmla="*/ 123211 h 361971"/>
                <a:gd name="connsiteX45" fmla="*/ 139940 w 361674"/>
                <a:gd name="connsiteY45" fmla="*/ 104697 h 361971"/>
                <a:gd name="connsiteX46" fmla="*/ 139940 w 361674"/>
                <a:gd name="connsiteY46" fmla="*/ 94483 h 361971"/>
                <a:gd name="connsiteX47" fmla="*/ 146330 w 361674"/>
                <a:gd name="connsiteY47" fmla="*/ 88099 h 361971"/>
                <a:gd name="connsiteX48" fmla="*/ 160387 w 361674"/>
                <a:gd name="connsiteY48" fmla="*/ 88099 h 361971"/>
                <a:gd name="connsiteX49" fmla="*/ 160387 w 361674"/>
                <a:gd name="connsiteY49" fmla="*/ 59371 h 361971"/>
                <a:gd name="connsiteX50" fmla="*/ 166777 w 361674"/>
                <a:gd name="connsiteY50" fmla="*/ 52987 h 361971"/>
                <a:gd name="connsiteX51" fmla="*/ 173167 w 361674"/>
                <a:gd name="connsiteY51" fmla="*/ 59371 h 361971"/>
                <a:gd name="connsiteX52" fmla="*/ 173167 w 361674"/>
                <a:gd name="connsiteY52" fmla="*/ 88099 h 361971"/>
                <a:gd name="connsiteX53" fmla="*/ 200644 w 361674"/>
                <a:gd name="connsiteY53" fmla="*/ 88099 h 361971"/>
                <a:gd name="connsiteX54" fmla="*/ 200644 w 361674"/>
                <a:gd name="connsiteY54" fmla="*/ 59371 h 361971"/>
                <a:gd name="connsiteX55" fmla="*/ 207034 w 361674"/>
                <a:gd name="connsiteY55" fmla="*/ 52987 h 361971"/>
                <a:gd name="connsiteX56" fmla="*/ 213424 w 361674"/>
                <a:gd name="connsiteY56" fmla="*/ 59371 h 361971"/>
                <a:gd name="connsiteX57" fmla="*/ 213424 w 361674"/>
                <a:gd name="connsiteY57" fmla="*/ 88099 h 361971"/>
                <a:gd name="connsiteX58" fmla="*/ 227482 w 361674"/>
                <a:gd name="connsiteY58" fmla="*/ 88099 h 361971"/>
                <a:gd name="connsiteX59" fmla="*/ 233872 w 361674"/>
                <a:gd name="connsiteY59" fmla="*/ 94483 h 361971"/>
                <a:gd name="connsiteX60" fmla="*/ 233872 w 361674"/>
                <a:gd name="connsiteY60" fmla="*/ 104697 h 361971"/>
                <a:gd name="connsiteX61" fmla="*/ 223648 w 361674"/>
                <a:gd name="connsiteY61" fmla="*/ 123211 h 361971"/>
                <a:gd name="connsiteX62" fmla="*/ 223648 w 361674"/>
                <a:gd name="connsiteY62" fmla="*/ 140448 h 361971"/>
                <a:gd name="connsiteX63" fmla="*/ 193615 w 361674"/>
                <a:gd name="connsiteY63" fmla="*/ 171729 h 361971"/>
                <a:gd name="connsiteX64" fmla="*/ 193615 w 361674"/>
                <a:gd name="connsiteY64" fmla="*/ 217694 h 361971"/>
                <a:gd name="connsiteX65" fmla="*/ 205117 w 361674"/>
                <a:gd name="connsiteY65" fmla="*/ 208118 h 361971"/>
                <a:gd name="connsiteX66" fmla="*/ 225565 w 361674"/>
                <a:gd name="connsiteY66" fmla="*/ 167899 h 361971"/>
                <a:gd name="connsiteX67" fmla="*/ 269655 w 361674"/>
                <a:gd name="connsiteY67" fmla="*/ 168537 h 361971"/>
                <a:gd name="connsiteX68" fmla="*/ 293937 w 361674"/>
                <a:gd name="connsiteY68" fmla="*/ 172368 h 361971"/>
                <a:gd name="connsiteX69" fmla="*/ 300966 w 361674"/>
                <a:gd name="connsiteY69" fmla="*/ 178113 h 361971"/>
                <a:gd name="connsiteX70" fmla="*/ 300966 w 361674"/>
                <a:gd name="connsiteY70" fmla="*/ 178752 h 361971"/>
                <a:gd name="connsiteX71" fmla="*/ 257515 w 361674"/>
                <a:gd name="connsiteY71" fmla="*/ 233654 h 361971"/>
                <a:gd name="connsiteX72" fmla="*/ 257515 w 361674"/>
                <a:gd name="connsiteY72" fmla="*/ 23365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361674" h="361971">
                  <a:moveTo>
                    <a:pt x="180836" y="0"/>
                  </a:moveTo>
                  <a:cubicBezTo>
                    <a:pt x="80513" y="0"/>
                    <a:pt x="0" y="81077"/>
                    <a:pt x="0" y="180667"/>
                  </a:cubicBezTo>
                  <a:cubicBezTo>
                    <a:pt x="0" y="280257"/>
                    <a:pt x="81152" y="361972"/>
                    <a:pt x="180836" y="361972"/>
                  </a:cubicBezTo>
                  <a:cubicBezTo>
                    <a:pt x="281157" y="361972"/>
                    <a:pt x="361670" y="280895"/>
                    <a:pt x="361670" y="181305"/>
                  </a:cubicBezTo>
                  <a:cubicBezTo>
                    <a:pt x="361670" y="181305"/>
                    <a:pt x="361670" y="181305"/>
                    <a:pt x="361670" y="181305"/>
                  </a:cubicBezTo>
                  <a:cubicBezTo>
                    <a:pt x="362309" y="81077"/>
                    <a:pt x="281157" y="0"/>
                    <a:pt x="180836" y="0"/>
                  </a:cubicBezTo>
                  <a:cubicBezTo>
                    <a:pt x="180836" y="0"/>
                    <a:pt x="180836" y="0"/>
                    <a:pt x="180836" y="0"/>
                  </a:cubicBezTo>
                  <a:close/>
                  <a:moveTo>
                    <a:pt x="257515" y="233654"/>
                  </a:moveTo>
                  <a:cubicBezTo>
                    <a:pt x="253680" y="234930"/>
                    <a:pt x="249846" y="235569"/>
                    <a:pt x="245374" y="235569"/>
                  </a:cubicBezTo>
                  <a:cubicBezTo>
                    <a:pt x="235150" y="234930"/>
                    <a:pt x="224925" y="231100"/>
                    <a:pt x="217258" y="224078"/>
                  </a:cubicBezTo>
                  <a:cubicBezTo>
                    <a:pt x="214702" y="222163"/>
                    <a:pt x="214063" y="218971"/>
                    <a:pt x="215980" y="215779"/>
                  </a:cubicBezTo>
                  <a:cubicBezTo>
                    <a:pt x="207034" y="221524"/>
                    <a:pt x="198727" y="228546"/>
                    <a:pt x="192976" y="237484"/>
                  </a:cubicBezTo>
                  <a:lnTo>
                    <a:pt x="192976" y="301324"/>
                  </a:lnTo>
                  <a:cubicBezTo>
                    <a:pt x="192976" y="305154"/>
                    <a:pt x="190420" y="307708"/>
                    <a:pt x="186586" y="307708"/>
                  </a:cubicBezTo>
                  <a:cubicBezTo>
                    <a:pt x="182752" y="307708"/>
                    <a:pt x="180196" y="305154"/>
                    <a:pt x="180196" y="301324"/>
                  </a:cubicBezTo>
                  <a:lnTo>
                    <a:pt x="180196" y="273234"/>
                  </a:lnTo>
                  <a:cubicBezTo>
                    <a:pt x="161666" y="238761"/>
                    <a:pt x="127799" y="227908"/>
                    <a:pt x="103517" y="220247"/>
                  </a:cubicBezTo>
                  <a:lnTo>
                    <a:pt x="93932" y="217055"/>
                  </a:lnTo>
                  <a:cubicBezTo>
                    <a:pt x="90737" y="215779"/>
                    <a:pt x="88820" y="211948"/>
                    <a:pt x="90098" y="208756"/>
                  </a:cubicBezTo>
                  <a:cubicBezTo>
                    <a:pt x="90098" y="208756"/>
                    <a:pt x="90098" y="208756"/>
                    <a:pt x="90098" y="208756"/>
                  </a:cubicBezTo>
                  <a:cubicBezTo>
                    <a:pt x="91376" y="205564"/>
                    <a:pt x="95210" y="203649"/>
                    <a:pt x="98405" y="204926"/>
                  </a:cubicBezTo>
                  <a:lnTo>
                    <a:pt x="107990" y="208118"/>
                  </a:lnTo>
                  <a:cubicBezTo>
                    <a:pt x="125243" y="213225"/>
                    <a:pt x="141217" y="220247"/>
                    <a:pt x="156553" y="229185"/>
                  </a:cubicBezTo>
                  <a:cubicBezTo>
                    <a:pt x="157192" y="218332"/>
                    <a:pt x="152720" y="207479"/>
                    <a:pt x="143774" y="200457"/>
                  </a:cubicBezTo>
                  <a:cubicBezTo>
                    <a:pt x="129076" y="192158"/>
                    <a:pt x="116297" y="194711"/>
                    <a:pt x="102239" y="197265"/>
                  </a:cubicBezTo>
                  <a:cubicBezTo>
                    <a:pt x="93293" y="199180"/>
                    <a:pt x="84347" y="199819"/>
                    <a:pt x="75402" y="199819"/>
                  </a:cubicBezTo>
                  <a:cubicBezTo>
                    <a:pt x="77318" y="220886"/>
                    <a:pt x="91376" y="239399"/>
                    <a:pt x="110546" y="247698"/>
                  </a:cubicBezTo>
                  <a:cubicBezTo>
                    <a:pt x="122048" y="252167"/>
                    <a:pt x="134828" y="250252"/>
                    <a:pt x="144412" y="242591"/>
                  </a:cubicBezTo>
                  <a:cubicBezTo>
                    <a:pt x="147607" y="240676"/>
                    <a:pt x="151441" y="241314"/>
                    <a:pt x="153358" y="243868"/>
                  </a:cubicBezTo>
                  <a:cubicBezTo>
                    <a:pt x="155276" y="247060"/>
                    <a:pt x="154636" y="250890"/>
                    <a:pt x="152081" y="252806"/>
                  </a:cubicBezTo>
                  <a:cubicBezTo>
                    <a:pt x="152081" y="252806"/>
                    <a:pt x="152081" y="252806"/>
                    <a:pt x="152081" y="252806"/>
                  </a:cubicBezTo>
                  <a:cubicBezTo>
                    <a:pt x="143774" y="259190"/>
                    <a:pt x="133550" y="262382"/>
                    <a:pt x="122686" y="262382"/>
                  </a:cubicBezTo>
                  <a:cubicBezTo>
                    <a:pt x="116936" y="262382"/>
                    <a:pt x="110546" y="261105"/>
                    <a:pt x="105434" y="258551"/>
                  </a:cubicBezTo>
                  <a:cubicBezTo>
                    <a:pt x="77957" y="245783"/>
                    <a:pt x="60066" y="217055"/>
                    <a:pt x="63261" y="190881"/>
                  </a:cubicBezTo>
                  <a:cubicBezTo>
                    <a:pt x="63261" y="188966"/>
                    <a:pt x="64538" y="187689"/>
                    <a:pt x="65817" y="186412"/>
                  </a:cubicBezTo>
                  <a:cubicBezTo>
                    <a:pt x="67094" y="185135"/>
                    <a:pt x="69012" y="185135"/>
                    <a:pt x="70928" y="185774"/>
                  </a:cubicBezTo>
                  <a:cubicBezTo>
                    <a:pt x="80513" y="187689"/>
                    <a:pt x="90098" y="187051"/>
                    <a:pt x="99683" y="184497"/>
                  </a:cubicBezTo>
                  <a:cubicBezTo>
                    <a:pt x="114380" y="181944"/>
                    <a:pt x="130994" y="178752"/>
                    <a:pt x="149525" y="188966"/>
                  </a:cubicBezTo>
                  <a:cubicBezTo>
                    <a:pt x="164861" y="199819"/>
                    <a:pt x="171889" y="218971"/>
                    <a:pt x="167416" y="237484"/>
                  </a:cubicBezTo>
                  <a:cubicBezTo>
                    <a:pt x="171889" y="241314"/>
                    <a:pt x="176362" y="245783"/>
                    <a:pt x="180196" y="250252"/>
                  </a:cubicBezTo>
                  <a:lnTo>
                    <a:pt x="180196" y="237484"/>
                  </a:lnTo>
                  <a:cubicBezTo>
                    <a:pt x="180196" y="236207"/>
                    <a:pt x="180196" y="235569"/>
                    <a:pt x="180196" y="234292"/>
                  </a:cubicBezTo>
                  <a:lnTo>
                    <a:pt x="180196" y="171729"/>
                  </a:lnTo>
                  <a:cubicBezTo>
                    <a:pt x="163582" y="171091"/>
                    <a:pt x="150164" y="157046"/>
                    <a:pt x="150164" y="140448"/>
                  </a:cubicBezTo>
                  <a:lnTo>
                    <a:pt x="150164" y="123211"/>
                  </a:lnTo>
                  <a:cubicBezTo>
                    <a:pt x="144412" y="118742"/>
                    <a:pt x="140579" y="112358"/>
                    <a:pt x="139940" y="104697"/>
                  </a:cubicBezTo>
                  <a:lnTo>
                    <a:pt x="139940" y="94483"/>
                  </a:lnTo>
                  <a:cubicBezTo>
                    <a:pt x="139940" y="90653"/>
                    <a:pt x="142496" y="88099"/>
                    <a:pt x="146330" y="88099"/>
                  </a:cubicBezTo>
                  <a:lnTo>
                    <a:pt x="160387" y="88099"/>
                  </a:lnTo>
                  <a:lnTo>
                    <a:pt x="160387" y="59371"/>
                  </a:lnTo>
                  <a:cubicBezTo>
                    <a:pt x="160387" y="55541"/>
                    <a:pt x="162943" y="52987"/>
                    <a:pt x="166777" y="52987"/>
                  </a:cubicBezTo>
                  <a:cubicBezTo>
                    <a:pt x="170611" y="52987"/>
                    <a:pt x="173167" y="55541"/>
                    <a:pt x="173167" y="59371"/>
                  </a:cubicBezTo>
                  <a:lnTo>
                    <a:pt x="173167" y="88099"/>
                  </a:lnTo>
                  <a:lnTo>
                    <a:pt x="200644" y="88099"/>
                  </a:lnTo>
                  <a:lnTo>
                    <a:pt x="200644" y="59371"/>
                  </a:lnTo>
                  <a:cubicBezTo>
                    <a:pt x="200644" y="55541"/>
                    <a:pt x="203200" y="52987"/>
                    <a:pt x="207034" y="52987"/>
                  </a:cubicBezTo>
                  <a:cubicBezTo>
                    <a:pt x="210868" y="52987"/>
                    <a:pt x="213424" y="55541"/>
                    <a:pt x="213424" y="59371"/>
                  </a:cubicBezTo>
                  <a:lnTo>
                    <a:pt x="213424" y="88099"/>
                  </a:lnTo>
                  <a:lnTo>
                    <a:pt x="227482" y="88099"/>
                  </a:lnTo>
                  <a:cubicBezTo>
                    <a:pt x="231315" y="88099"/>
                    <a:pt x="233872" y="90653"/>
                    <a:pt x="233872" y="94483"/>
                  </a:cubicBezTo>
                  <a:lnTo>
                    <a:pt x="233872" y="104697"/>
                  </a:lnTo>
                  <a:cubicBezTo>
                    <a:pt x="233233" y="111720"/>
                    <a:pt x="229399" y="118742"/>
                    <a:pt x="223648" y="123211"/>
                  </a:cubicBezTo>
                  <a:lnTo>
                    <a:pt x="223648" y="140448"/>
                  </a:lnTo>
                  <a:cubicBezTo>
                    <a:pt x="223648" y="157046"/>
                    <a:pt x="210229" y="171091"/>
                    <a:pt x="193615" y="171729"/>
                  </a:cubicBezTo>
                  <a:lnTo>
                    <a:pt x="193615" y="217694"/>
                  </a:lnTo>
                  <a:cubicBezTo>
                    <a:pt x="197449" y="213863"/>
                    <a:pt x="201283" y="210671"/>
                    <a:pt x="205117" y="208118"/>
                  </a:cubicBezTo>
                  <a:cubicBezTo>
                    <a:pt x="203200" y="191519"/>
                    <a:pt x="210868" y="176198"/>
                    <a:pt x="225565" y="167899"/>
                  </a:cubicBezTo>
                  <a:cubicBezTo>
                    <a:pt x="242818" y="160238"/>
                    <a:pt x="256875" y="164707"/>
                    <a:pt x="269655" y="168537"/>
                  </a:cubicBezTo>
                  <a:cubicBezTo>
                    <a:pt x="277323" y="171729"/>
                    <a:pt x="285630" y="173006"/>
                    <a:pt x="293937" y="172368"/>
                  </a:cubicBezTo>
                  <a:cubicBezTo>
                    <a:pt x="297132" y="171729"/>
                    <a:pt x="300966" y="174283"/>
                    <a:pt x="300966" y="178113"/>
                  </a:cubicBezTo>
                  <a:cubicBezTo>
                    <a:pt x="300966" y="178113"/>
                    <a:pt x="300966" y="178752"/>
                    <a:pt x="300966" y="178752"/>
                  </a:cubicBezTo>
                  <a:cubicBezTo>
                    <a:pt x="300327" y="201734"/>
                    <a:pt x="282435" y="224716"/>
                    <a:pt x="257515" y="233654"/>
                  </a:cubicBezTo>
                  <a:lnTo>
                    <a:pt x="257515" y="233654"/>
                  </a:lnTo>
                  <a:close/>
                </a:path>
              </a:pathLst>
            </a:custGeom>
            <a:grpFill/>
            <a:ln w="6390" cap="flat">
              <a:noFill/>
              <a:prstDash val="solid"/>
              <a:miter/>
            </a:ln>
          </p:spPr>
          <p:txBody>
            <a:bodyPr rtlCol="0" anchor="ctr"/>
            <a:lstStyle/>
            <a:p>
              <a:endParaRPr lang="en-US"/>
            </a:p>
          </p:txBody>
        </p:sp>
      </p:grpSp>
      <p:sp>
        <p:nvSpPr>
          <p:cNvPr id="136" name="Graphic 4">
            <a:extLst>
              <a:ext uri="{FF2B5EF4-FFF2-40B4-BE49-F238E27FC236}">
                <a16:creationId xmlns:a16="http://schemas.microsoft.com/office/drawing/2014/main" id="{4ED909F8-CEB3-4DBF-9EA1-B6E67BE2BEB7}"/>
              </a:ext>
            </a:extLst>
          </p:cNvPr>
          <p:cNvSpPr/>
          <p:nvPr/>
        </p:nvSpPr>
        <p:spPr>
          <a:xfrm>
            <a:off x="3960487" y="3416960"/>
            <a:ext cx="549341" cy="548642"/>
          </a:xfrm>
          <a:custGeom>
            <a:avLst/>
            <a:gdLst>
              <a:gd name="connsiteX0" fmla="*/ 148246 w 362309"/>
              <a:gd name="connsiteY0" fmla="*/ 170452 h 361975"/>
              <a:gd name="connsiteX1" fmla="*/ 162943 w 362309"/>
              <a:gd name="connsiteY1" fmla="*/ 116188 h 361975"/>
              <a:gd name="connsiteX2" fmla="*/ 120130 w 362309"/>
              <a:gd name="connsiteY2" fmla="*/ 184497 h 361975"/>
              <a:gd name="connsiteX3" fmla="*/ 129076 w 362309"/>
              <a:gd name="connsiteY3" fmla="*/ 184497 h 361975"/>
              <a:gd name="connsiteX4" fmla="*/ 135466 w 362309"/>
              <a:gd name="connsiteY4" fmla="*/ 190881 h 361975"/>
              <a:gd name="connsiteX5" fmla="*/ 135466 w 362309"/>
              <a:gd name="connsiteY5" fmla="*/ 192796 h 361975"/>
              <a:gd name="connsiteX6" fmla="*/ 120770 w 362309"/>
              <a:gd name="connsiteY6" fmla="*/ 247060 h 361975"/>
              <a:gd name="connsiteX7" fmla="*/ 164221 w 362309"/>
              <a:gd name="connsiteY7" fmla="*/ 178752 h 361975"/>
              <a:gd name="connsiteX8" fmla="*/ 155275 w 362309"/>
              <a:gd name="connsiteY8" fmla="*/ 178752 h 361975"/>
              <a:gd name="connsiteX9" fmla="*/ 150164 w 362309"/>
              <a:gd name="connsiteY9" fmla="*/ 176198 h 361975"/>
              <a:gd name="connsiteX10" fmla="*/ 148246 w 362309"/>
              <a:gd name="connsiteY10" fmla="*/ 170452 h 361975"/>
              <a:gd name="connsiteX11" fmla="*/ 228120 w 362309"/>
              <a:gd name="connsiteY11" fmla="*/ 170452 h 361975"/>
              <a:gd name="connsiteX12" fmla="*/ 242818 w 362309"/>
              <a:gd name="connsiteY12" fmla="*/ 116188 h 361975"/>
              <a:gd name="connsiteX13" fmla="*/ 200005 w 362309"/>
              <a:gd name="connsiteY13" fmla="*/ 184497 h 361975"/>
              <a:gd name="connsiteX14" fmla="*/ 208951 w 362309"/>
              <a:gd name="connsiteY14" fmla="*/ 184497 h 361975"/>
              <a:gd name="connsiteX15" fmla="*/ 215341 w 362309"/>
              <a:gd name="connsiteY15" fmla="*/ 190881 h 361975"/>
              <a:gd name="connsiteX16" fmla="*/ 215341 w 362309"/>
              <a:gd name="connsiteY16" fmla="*/ 192796 h 361975"/>
              <a:gd name="connsiteX17" fmla="*/ 200644 w 362309"/>
              <a:gd name="connsiteY17" fmla="*/ 247060 h 361975"/>
              <a:gd name="connsiteX18" fmla="*/ 243456 w 362309"/>
              <a:gd name="connsiteY18" fmla="*/ 178752 h 361975"/>
              <a:gd name="connsiteX19" fmla="*/ 233872 w 362309"/>
              <a:gd name="connsiteY19" fmla="*/ 178752 h 361975"/>
              <a:gd name="connsiteX20" fmla="*/ 228759 w 362309"/>
              <a:gd name="connsiteY20" fmla="*/ 176198 h 361975"/>
              <a:gd name="connsiteX21" fmla="*/ 228120 w 362309"/>
              <a:gd name="connsiteY21" fmla="*/ 170452 h 361975"/>
              <a:gd name="connsiteX22" fmla="*/ 265821 w 362309"/>
              <a:gd name="connsiteY22" fmla="*/ 78523 h 361975"/>
              <a:gd name="connsiteX23" fmla="*/ 242179 w 362309"/>
              <a:gd name="connsiteY23" fmla="*/ 165345 h 361975"/>
              <a:gd name="connsiteX24" fmla="*/ 254319 w 362309"/>
              <a:gd name="connsiteY24" fmla="*/ 165345 h 361975"/>
              <a:gd name="connsiteX25" fmla="*/ 260070 w 362309"/>
              <a:gd name="connsiteY25" fmla="*/ 168537 h 361975"/>
              <a:gd name="connsiteX26" fmla="*/ 260070 w 362309"/>
              <a:gd name="connsiteY26" fmla="*/ 174921 h 361975"/>
              <a:gd name="connsiteX27" fmla="*/ 187864 w 362309"/>
              <a:gd name="connsiteY27" fmla="*/ 289194 h 361975"/>
              <a:gd name="connsiteX28" fmla="*/ 182752 w 362309"/>
              <a:gd name="connsiteY28" fmla="*/ 292386 h 361975"/>
              <a:gd name="connsiteX29" fmla="*/ 180196 w 362309"/>
              <a:gd name="connsiteY29" fmla="*/ 291748 h 361975"/>
              <a:gd name="connsiteX30" fmla="*/ 176362 w 362309"/>
              <a:gd name="connsiteY30" fmla="*/ 284087 h 361975"/>
              <a:gd name="connsiteX31" fmla="*/ 200005 w 362309"/>
              <a:gd name="connsiteY31" fmla="*/ 197265 h 361975"/>
              <a:gd name="connsiteX32" fmla="*/ 187864 w 362309"/>
              <a:gd name="connsiteY32" fmla="*/ 197265 h 361975"/>
              <a:gd name="connsiteX33" fmla="*/ 181474 w 362309"/>
              <a:gd name="connsiteY33" fmla="*/ 190881 h 361975"/>
              <a:gd name="connsiteX34" fmla="*/ 182752 w 362309"/>
              <a:gd name="connsiteY34" fmla="*/ 187689 h 361975"/>
              <a:gd name="connsiteX35" fmla="*/ 254319 w 362309"/>
              <a:gd name="connsiteY35" fmla="*/ 74054 h 361975"/>
              <a:gd name="connsiteX36" fmla="*/ 263265 w 362309"/>
              <a:gd name="connsiteY36" fmla="*/ 72139 h 361975"/>
              <a:gd name="connsiteX37" fmla="*/ 265821 w 362309"/>
              <a:gd name="connsiteY37" fmla="*/ 78523 h 361975"/>
              <a:gd name="connsiteX38" fmla="*/ 186586 w 362309"/>
              <a:gd name="connsiteY38" fmla="*/ 78523 h 361975"/>
              <a:gd name="connsiteX39" fmla="*/ 162943 w 362309"/>
              <a:gd name="connsiteY39" fmla="*/ 165345 h 361975"/>
              <a:gd name="connsiteX40" fmla="*/ 175084 w 362309"/>
              <a:gd name="connsiteY40" fmla="*/ 165345 h 361975"/>
              <a:gd name="connsiteX41" fmla="*/ 180835 w 362309"/>
              <a:gd name="connsiteY41" fmla="*/ 168537 h 361975"/>
              <a:gd name="connsiteX42" fmla="*/ 180835 w 362309"/>
              <a:gd name="connsiteY42" fmla="*/ 174921 h 361975"/>
              <a:gd name="connsiteX43" fmla="*/ 108629 w 362309"/>
              <a:gd name="connsiteY43" fmla="*/ 288556 h 361975"/>
              <a:gd name="connsiteX44" fmla="*/ 103517 w 362309"/>
              <a:gd name="connsiteY44" fmla="*/ 291748 h 361975"/>
              <a:gd name="connsiteX45" fmla="*/ 100961 w 362309"/>
              <a:gd name="connsiteY45" fmla="*/ 291109 h 361975"/>
              <a:gd name="connsiteX46" fmla="*/ 97127 w 362309"/>
              <a:gd name="connsiteY46" fmla="*/ 283449 h 361975"/>
              <a:gd name="connsiteX47" fmla="*/ 120770 w 362309"/>
              <a:gd name="connsiteY47" fmla="*/ 196627 h 361975"/>
              <a:gd name="connsiteX48" fmla="*/ 108629 w 362309"/>
              <a:gd name="connsiteY48" fmla="*/ 196627 h 361975"/>
              <a:gd name="connsiteX49" fmla="*/ 102239 w 362309"/>
              <a:gd name="connsiteY49" fmla="*/ 190243 h 361975"/>
              <a:gd name="connsiteX50" fmla="*/ 103517 w 362309"/>
              <a:gd name="connsiteY50" fmla="*/ 187051 h 361975"/>
              <a:gd name="connsiteX51" fmla="*/ 175084 w 362309"/>
              <a:gd name="connsiteY51" fmla="*/ 73416 h 361975"/>
              <a:gd name="connsiteX52" fmla="*/ 184030 w 362309"/>
              <a:gd name="connsiteY52" fmla="*/ 71500 h 361975"/>
              <a:gd name="connsiteX53" fmla="*/ 186586 w 362309"/>
              <a:gd name="connsiteY53" fmla="*/ 78523 h 361975"/>
              <a:gd name="connsiteX54" fmla="*/ 362309 w 362309"/>
              <a:gd name="connsiteY54" fmla="*/ 181305 h 361975"/>
              <a:gd name="connsiteX55" fmla="*/ 181474 w 362309"/>
              <a:gd name="connsiteY55" fmla="*/ 0 h 361975"/>
              <a:gd name="connsiteX56" fmla="*/ 0 w 362309"/>
              <a:gd name="connsiteY56" fmla="*/ 180667 h 361975"/>
              <a:gd name="connsiteX57" fmla="*/ 180835 w 362309"/>
              <a:gd name="connsiteY57" fmla="*/ 361972 h 361975"/>
              <a:gd name="connsiteX58" fmla="*/ 180835 w 362309"/>
              <a:gd name="connsiteY58" fmla="*/ 361972 h 361975"/>
              <a:gd name="connsiteX59" fmla="*/ 362309 w 362309"/>
              <a:gd name="connsiteY59" fmla="*/ 181305 h 361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362309" h="361975">
                <a:moveTo>
                  <a:pt x="148246" y="170452"/>
                </a:moveTo>
                <a:lnTo>
                  <a:pt x="162943" y="116188"/>
                </a:lnTo>
                <a:lnTo>
                  <a:pt x="120130" y="184497"/>
                </a:lnTo>
                <a:lnTo>
                  <a:pt x="129076" y="184497"/>
                </a:lnTo>
                <a:cubicBezTo>
                  <a:pt x="132910" y="184497"/>
                  <a:pt x="135466" y="187051"/>
                  <a:pt x="135466" y="190881"/>
                </a:cubicBezTo>
                <a:cubicBezTo>
                  <a:pt x="135466" y="191519"/>
                  <a:pt x="135466" y="192158"/>
                  <a:pt x="135466" y="192796"/>
                </a:cubicBezTo>
                <a:lnTo>
                  <a:pt x="120770" y="247060"/>
                </a:lnTo>
                <a:lnTo>
                  <a:pt x="164221" y="178752"/>
                </a:lnTo>
                <a:lnTo>
                  <a:pt x="155275" y="178752"/>
                </a:lnTo>
                <a:cubicBezTo>
                  <a:pt x="153358" y="178752"/>
                  <a:pt x="151441" y="178113"/>
                  <a:pt x="150164" y="176198"/>
                </a:cubicBezTo>
                <a:cubicBezTo>
                  <a:pt x="148885" y="174283"/>
                  <a:pt x="148246" y="172368"/>
                  <a:pt x="148246" y="170452"/>
                </a:cubicBezTo>
                <a:moveTo>
                  <a:pt x="228120" y="170452"/>
                </a:moveTo>
                <a:lnTo>
                  <a:pt x="242818" y="116188"/>
                </a:lnTo>
                <a:lnTo>
                  <a:pt x="200005" y="184497"/>
                </a:lnTo>
                <a:lnTo>
                  <a:pt x="208951" y="184497"/>
                </a:lnTo>
                <a:cubicBezTo>
                  <a:pt x="212784" y="184497"/>
                  <a:pt x="215341" y="187051"/>
                  <a:pt x="215341" y="190881"/>
                </a:cubicBezTo>
                <a:cubicBezTo>
                  <a:pt x="215341" y="191519"/>
                  <a:pt x="215341" y="192158"/>
                  <a:pt x="215341" y="192796"/>
                </a:cubicBezTo>
                <a:lnTo>
                  <a:pt x="200644" y="247060"/>
                </a:lnTo>
                <a:lnTo>
                  <a:pt x="243456" y="178752"/>
                </a:lnTo>
                <a:lnTo>
                  <a:pt x="233872" y="178752"/>
                </a:lnTo>
                <a:cubicBezTo>
                  <a:pt x="231954" y="178752"/>
                  <a:pt x="230038" y="178113"/>
                  <a:pt x="228759" y="176198"/>
                </a:cubicBezTo>
                <a:cubicBezTo>
                  <a:pt x="227482" y="174283"/>
                  <a:pt x="227482" y="172368"/>
                  <a:pt x="228120" y="170452"/>
                </a:cubicBezTo>
                <a:moveTo>
                  <a:pt x="265821" y="78523"/>
                </a:moveTo>
                <a:lnTo>
                  <a:pt x="242179" y="165345"/>
                </a:lnTo>
                <a:lnTo>
                  <a:pt x="254319" y="165345"/>
                </a:lnTo>
                <a:cubicBezTo>
                  <a:pt x="256875" y="165345"/>
                  <a:pt x="258792" y="166622"/>
                  <a:pt x="260070" y="168537"/>
                </a:cubicBezTo>
                <a:cubicBezTo>
                  <a:pt x="261349" y="170452"/>
                  <a:pt x="261349" y="173006"/>
                  <a:pt x="260070" y="174921"/>
                </a:cubicBezTo>
                <a:lnTo>
                  <a:pt x="187864" y="289194"/>
                </a:lnTo>
                <a:cubicBezTo>
                  <a:pt x="186586" y="291109"/>
                  <a:pt x="184669" y="292386"/>
                  <a:pt x="182752" y="292386"/>
                </a:cubicBezTo>
                <a:cubicBezTo>
                  <a:pt x="182113" y="292386"/>
                  <a:pt x="180835" y="292386"/>
                  <a:pt x="180196" y="291748"/>
                </a:cubicBezTo>
                <a:cubicBezTo>
                  <a:pt x="177640" y="290471"/>
                  <a:pt x="175723" y="287279"/>
                  <a:pt x="176362" y="284087"/>
                </a:cubicBezTo>
                <a:lnTo>
                  <a:pt x="200005" y="197265"/>
                </a:lnTo>
                <a:lnTo>
                  <a:pt x="187864" y="197265"/>
                </a:lnTo>
                <a:cubicBezTo>
                  <a:pt x="184030" y="197265"/>
                  <a:pt x="181474" y="194711"/>
                  <a:pt x="181474" y="190881"/>
                </a:cubicBezTo>
                <a:cubicBezTo>
                  <a:pt x="181474" y="189604"/>
                  <a:pt x="182113" y="188327"/>
                  <a:pt x="182752" y="187689"/>
                </a:cubicBezTo>
                <a:lnTo>
                  <a:pt x="254319" y="74054"/>
                </a:lnTo>
                <a:cubicBezTo>
                  <a:pt x="256236" y="70862"/>
                  <a:pt x="260070" y="70224"/>
                  <a:pt x="263265" y="72139"/>
                </a:cubicBezTo>
                <a:cubicBezTo>
                  <a:pt x="265182" y="73416"/>
                  <a:pt x="266460" y="75969"/>
                  <a:pt x="265821" y="78523"/>
                </a:cubicBezTo>
                <a:moveTo>
                  <a:pt x="186586" y="78523"/>
                </a:moveTo>
                <a:lnTo>
                  <a:pt x="162943" y="165345"/>
                </a:lnTo>
                <a:lnTo>
                  <a:pt x="175084" y="165345"/>
                </a:lnTo>
                <a:cubicBezTo>
                  <a:pt x="177640" y="165345"/>
                  <a:pt x="179557" y="166622"/>
                  <a:pt x="180835" y="168537"/>
                </a:cubicBezTo>
                <a:cubicBezTo>
                  <a:pt x="182113" y="170452"/>
                  <a:pt x="182113" y="173006"/>
                  <a:pt x="180835" y="174921"/>
                </a:cubicBezTo>
                <a:lnTo>
                  <a:pt x="108629" y="288556"/>
                </a:lnTo>
                <a:cubicBezTo>
                  <a:pt x="107350" y="290471"/>
                  <a:pt x="105434" y="291748"/>
                  <a:pt x="103517" y="291748"/>
                </a:cubicBezTo>
                <a:cubicBezTo>
                  <a:pt x="102878" y="291748"/>
                  <a:pt x="101600" y="291748"/>
                  <a:pt x="100961" y="291109"/>
                </a:cubicBezTo>
                <a:cubicBezTo>
                  <a:pt x="98405" y="289833"/>
                  <a:pt x="96488" y="286641"/>
                  <a:pt x="97127" y="283449"/>
                </a:cubicBezTo>
                <a:lnTo>
                  <a:pt x="120770" y="196627"/>
                </a:lnTo>
                <a:lnTo>
                  <a:pt x="108629" y="196627"/>
                </a:lnTo>
                <a:cubicBezTo>
                  <a:pt x="104795" y="196627"/>
                  <a:pt x="102239" y="194073"/>
                  <a:pt x="102239" y="190243"/>
                </a:cubicBezTo>
                <a:cubicBezTo>
                  <a:pt x="102239" y="188966"/>
                  <a:pt x="102878" y="187689"/>
                  <a:pt x="103517" y="187051"/>
                </a:cubicBezTo>
                <a:lnTo>
                  <a:pt x="175084" y="73416"/>
                </a:lnTo>
                <a:cubicBezTo>
                  <a:pt x="177001" y="70224"/>
                  <a:pt x="180835" y="69585"/>
                  <a:pt x="184030" y="71500"/>
                </a:cubicBezTo>
                <a:cubicBezTo>
                  <a:pt x="185947" y="73416"/>
                  <a:pt x="187225" y="75969"/>
                  <a:pt x="186586" y="78523"/>
                </a:cubicBezTo>
                <a:moveTo>
                  <a:pt x="362309" y="181305"/>
                </a:moveTo>
                <a:cubicBezTo>
                  <a:pt x="362309" y="81076"/>
                  <a:pt x="281157" y="0"/>
                  <a:pt x="181474" y="0"/>
                </a:cubicBezTo>
                <a:cubicBezTo>
                  <a:pt x="81152" y="0"/>
                  <a:pt x="0" y="81076"/>
                  <a:pt x="0" y="180667"/>
                </a:cubicBezTo>
                <a:cubicBezTo>
                  <a:pt x="0" y="280895"/>
                  <a:pt x="81152" y="361972"/>
                  <a:pt x="180835" y="361972"/>
                </a:cubicBezTo>
                <a:cubicBezTo>
                  <a:pt x="180835" y="361972"/>
                  <a:pt x="180835" y="361972"/>
                  <a:pt x="180835" y="361972"/>
                </a:cubicBezTo>
                <a:cubicBezTo>
                  <a:pt x="281796" y="362610"/>
                  <a:pt x="362309" y="281533"/>
                  <a:pt x="362309" y="181305"/>
                </a:cubicBezTo>
              </a:path>
            </a:pathLst>
          </a:custGeom>
          <a:solidFill>
            <a:schemeClr val="accent2"/>
          </a:solidFill>
          <a:ln w="6390" cap="flat">
            <a:noFill/>
            <a:prstDash val="solid"/>
            <a:miter/>
          </a:ln>
        </p:spPr>
        <p:txBody>
          <a:bodyPr rtlCol="0" anchor="ctr"/>
          <a:lstStyle/>
          <a:p>
            <a:endParaRPr lang="en-US"/>
          </a:p>
        </p:txBody>
      </p:sp>
      <p:grpSp>
        <p:nvGrpSpPr>
          <p:cNvPr id="137" name="Graphic 4">
            <a:extLst>
              <a:ext uri="{FF2B5EF4-FFF2-40B4-BE49-F238E27FC236}">
                <a16:creationId xmlns:a16="http://schemas.microsoft.com/office/drawing/2014/main" id="{6CE2E157-C824-4CC5-A3C1-CFD219B40607}"/>
              </a:ext>
            </a:extLst>
          </p:cNvPr>
          <p:cNvGrpSpPr/>
          <p:nvPr/>
        </p:nvGrpSpPr>
        <p:grpSpPr>
          <a:xfrm>
            <a:off x="3933288" y="4364993"/>
            <a:ext cx="587829" cy="548642"/>
            <a:chOff x="1952125" y="4308712"/>
            <a:chExt cx="362313" cy="361971"/>
          </a:xfrm>
          <a:solidFill>
            <a:schemeClr val="accent3"/>
          </a:solidFill>
        </p:grpSpPr>
        <p:sp>
          <p:nvSpPr>
            <p:cNvPr id="138" name="Graphic 4">
              <a:extLst>
                <a:ext uri="{FF2B5EF4-FFF2-40B4-BE49-F238E27FC236}">
                  <a16:creationId xmlns:a16="http://schemas.microsoft.com/office/drawing/2014/main" id="{E3C2E9CC-4A06-4816-A79E-B2B222DF3D38}"/>
                </a:ext>
              </a:extLst>
            </p:cNvPr>
            <p:cNvSpPr/>
            <p:nvPr/>
          </p:nvSpPr>
          <p:spPr>
            <a:xfrm>
              <a:off x="2212196" y="4474057"/>
              <a:ext cx="15974" cy="30643"/>
            </a:xfrm>
            <a:custGeom>
              <a:avLst/>
              <a:gdLst>
                <a:gd name="connsiteX0" fmla="*/ 0 w 15974"/>
                <a:gd name="connsiteY0" fmla="*/ 0 h 30643"/>
                <a:gd name="connsiteX1" fmla="*/ 0 w 15974"/>
                <a:gd name="connsiteY1" fmla="*/ 30643 h 30643"/>
                <a:gd name="connsiteX2" fmla="*/ 639 w 15974"/>
                <a:gd name="connsiteY2" fmla="*/ 30643 h 30643"/>
                <a:gd name="connsiteX3" fmla="*/ 15975 w 15974"/>
                <a:gd name="connsiteY3" fmla="*/ 30643 h 30643"/>
                <a:gd name="connsiteX4" fmla="*/ 15975 w 15974"/>
                <a:gd name="connsiteY4" fmla="*/ 0 h 30643"/>
                <a:gd name="connsiteX5" fmla="*/ 639 w 15974"/>
                <a:gd name="connsiteY5" fmla="*/ 0 h 30643"/>
                <a:gd name="connsiteX6" fmla="*/ 0 w 15974"/>
                <a:gd name="connsiteY6" fmla="*/ 0 h 30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974" h="30643">
                  <a:moveTo>
                    <a:pt x="0" y="0"/>
                  </a:moveTo>
                  <a:lnTo>
                    <a:pt x="0" y="30643"/>
                  </a:lnTo>
                  <a:lnTo>
                    <a:pt x="639" y="30643"/>
                  </a:lnTo>
                  <a:lnTo>
                    <a:pt x="15975" y="30643"/>
                  </a:lnTo>
                  <a:lnTo>
                    <a:pt x="15975" y="0"/>
                  </a:lnTo>
                  <a:lnTo>
                    <a:pt x="639" y="0"/>
                  </a:lnTo>
                  <a:lnTo>
                    <a:pt x="0" y="0"/>
                  </a:lnTo>
                  <a:close/>
                </a:path>
              </a:pathLst>
            </a:custGeom>
            <a:grpFill/>
            <a:ln w="6390" cap="flat">
              <a:noFill/>
              <a:prstDash val="solid"/>
              <a:miter/>
            </a:ln>
          </p:spPr>
          <p:txBody>
            <a:bodyPr rtlCol="0" anchor="ctr"/>
            <a:lstStyle/>
            <a:p>
              <a:endParaRPr lang="en-US"/>
            </a:p>
          </p:txBody>
        </p:sp>
        <p:sp>
          <p:nvSpPr>
            <p:cNvPr id="139" name="Graphic 4">
              <a:extLst>
                <a:ext uri="{FF2B5EF4-FFF2-40B4-BE49-F238E27FC236}">
                  <a16:creationId xmlns:a16="http://schemas.microsoft.com/office/drawing/2014/main" id="{BC617F15-AB87-40EE-872A-D55A1CEDDC01}"/>
                </a:ext>
              </a:extLst>
            </p:cNvPr>
            <p:cNvSpPr/>
            <p:nvPr/>
          </p:nvSpPr>
          <p:spPr>
            <a:xfrm>
              <a:off x="2039668" y="4445329"/>
              <a:ext cx="159748" cy="88098"/>
            </a:xfrm>
            <a:custGeom>
              <a:avLst/>
              <a:gdLst>
                <a:gd name="connsiteX0" fmla="*/ 0 w 159748"/>
                <a:gd name="connsiteY0" fmla="*/ 88099 h 88098"/>
                <a:gd name="connsiteX1" fmla="*/ 159748 w 159748"/>
                <a:gd name="connsiteY1" fmla="*/ 88099 h 88098"/>
                <a:gd name="connsiteX2" fmla="*/ 159748 w 159748"/>
                <a:gd name="connsiteY2" fmla="*/ 0 h 88098"/>
                <a:gd name="connsiteX3" fmla="*/ 0 w 159748"/>
                <a:gd name="connsiteY3" fmla="*/ 0 h 88098"/>
                <a:gd name="connsiteX4" fmla="*/ 0 w 159748"/>
                <a:gd name="connsiteY4" fmla="*/ 88099 h 88098"/>
                <a:gd name="connsiteX5" fmla="*/ 130994 w 159748"/>
                <a:gd name="connsiteY5" fmla="*/ 13406 h 88098"/>
                <a:gd name="connsiteX6" fmla="*/ 137384 w 159748"/>
                <a:gd name="connsiteY6" fmla="*/ 7022 h 88098"/>
                <a:gd name="connsiteX7" fmla="*/ 143774 w 159748"/>
                <a:gd name="connsiteY7" fmla="*/ 13406 h 88098"/>
                <a:gd name="connsiteX8" fmla="*/ 143774 w 159748"/>
                <a:gd name="connsiteY8" fmla="*/ 74693 h 88098"/>
                <a:gd name="connsiteX9" fmla="*/ 137384 w 159748"/>
                <a:gd name="connsiteY9" fmla="*/ 81077 h 88098"/>
                <a:gd name="connsiteX10" fmla="*/ 130994 w 159748"/>
                <a:gd name="connsiteY10" fmla="*/ 74693 h 88098"/>
                <a:gd name="connsiteX11" fmla="*/ 130994 w 159748"/>
                <a:gd name="connsiteY11" fmla="*/ 13406 h 88098"/>
                <a:gd name="connsiteX12" fmla="*/ 102239 w 159748"/>
                <a:gd name="connsiteY12" fmla="*/ 13406 h 88098"/>
                <a:gd name="connsiteX13" fmla="*/ 108629 w 159748"/>
                <a:gd name="connsiteY13" fmla="*/ 7022 h 88098"/>
                <a:gd name="connsiteX14" fmla="*/ 115019 w 159748"/>
                <a:gd name="connsiteY14" fmla="*/ 13406 h 88098"/>
                <a:gd name="connsiteX15" fmla="*/ 115019 w 159748"/>
                <a:gd name="connsiteY15" fmla="*/ 74693 h 88098"/>
                <a:gd name="connsiteX16" fmla="*/ 108629 w 159748"/>
                <a:gd name="connsiteY16" fmla="*/ 81077 h 88098"/>
                <a:gd name="connsiteX17" fmla="*/ 102239 w 159748"/>
                <a:gd name="connsiteY17" fmla="*/ 74693 h 88098"/>
                <a:gd name="connsiteX18" fmla="*/ 102239 w 159748"/>
                <a:gd name="connsiteY18" fmla="*/ 13406 h 88098"/>
                <a:gd name="connsiteX19" fmla="*/ 74123 w 159748"/>
                <a:gd name="connsiteY19" fmla="*/ 13406 h 88098"/>
                <a:gd name="connsiteX20" fmla="*/ 80513 w 159748"/>
                <a:gd name="connsiteY20" fmla="*/ 7022 h 88098"/>
                <a:gd name="connsiteX21" fmla="*/ 86903 w 159748"/>
                <a:gd name="connsiteY21" fmla="*/ 13406 h 88098"/>
                <a:gd name="connsiteX22" fmla="*/ 86903 w 159748"/>
                <a:gd name="connsiteY22" fmla="*/ 74693 h 88098"/>
                <a:gd name="connsiteX23" fmla="*/ 80513 w 159748"/>
                <a:gd name="connsiteY23" fmla="*/ 81077 h 88098"/>
                <a:gd name="connsiteX24" fmla="*/ 74123 w 159748"/>
                <a:gd name="connsiteY24" fmla="*/ 74693 h 88098"/>
                <a:gd name="connsiteX25" fmla="*/ 74123 w 159748"/>
                <a:gd name="connsiteY25" fmla="*/ 13406 h 88098"/>
                <a:gd name="connsiteX26" fmla="*/ 45368 w 159748"/>
                <a:gd name="connsiteY26" fmla="*/ 13406 h 88098"/>
                <a:gd name="connsiteX27" fmla="*/ 51758 w 159748"/>
                <a:gd name="connsiteY27" fmla="*/ 7022 h 88098"/>
                <a:gd name="connsiteX28" fmla="*/ 58148 w 159748"/>
                <a:gd name="connsiteY28" fmla="*/ 13406 h 88098"/>
                <a:gd name="connsiteX29" fmla="*/ 58148 w 159748"/>
                <a:gd name="connsiteY29" fmla="*/ 74693 h 88098"/>
                <a:gd name="connsiteX30" fmla="*/ 51758 w 159748"/>
                <a:gd name="connsiteY30" fmla="*/ 81077 h 88098"/>
                <a:gd name="connsiteX31" fmla="*/ 45368 w 159748"/>
                <a:gd name="connsiteY31" fmla="*/ 74693 h 88098"/>
                <a:gd name="connsiteX32" fmla="*/ 45368 w 159748"/>
                <a:gd name="connsiteY32" fmla="*/ 13406 h 88098"/>
                <a:gd name="connsiteX33" fmla="*/ 16614 w 159748"/>
                <a:gd name="connsiteY33" fmla="*/ 13406 h 88098"/>
                <a:gd name="connsiteX34" fmla="*/ 23004 w 159748"/>
                <a:gd name="connsiteY34" fmla="*/ 7022 h 88098"/>
                <a:gd name="connsiteX35" fmla="*/ 29394 w 159748"/>
                <a:gd name="connsiteY35" fmla="*/ 13406 h 88098"/>
                <a:gd name="connsiteX36" fmla="*/ 29394 w 159748"/>
                <a:gd name="connsiteY36" fmla="*/ 74693 h 88098"/>
                <a:gd name="connsiteX37" fmla="*/ 23004 w 159748"/>
                <a:gd name="connsiteY37" fmla="*/ 81077 h 88098"/>
                <a:gd name="connsiteX38" fmla="*/ 16614 w 159748"/>
                <a:gd name="connsiteY38" fmla="*/ 74693 h 88098"/>
                <a:gd name="connsiteX39" fmla="*/ 16614 w 159748"/>
                <a:gd name="connsiteY39" fmla="*/ 13406 h 88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59748" h="88098">
                  <a:moveTo>
                    <a:pt x="0" y="88099"/>
                  </a:moveTo>
                  <a:lnTo>
                    <a:pt x="159748" y="88099"/>
                  </a:lnTo>
                  <a:lnTo>
                    <a:pt x="159748" y="0"/>
                  </a:lnTo>
                  <a:lnTo>
                    <a:pt x="0" y="0"/>
                  </a:lnTo>
                  <a:lnTo>
                    <a:pt x="0" y="88099"/>
                  </a:lnTo>
                  <a:close/>
                  <a:moveTo>
                    <a:pt x="130994" y="13406"/>
                  </a:moveTo>
                  <a:cubicBezTo>
                    <a:pt x="130994" y="9576"/>
                    <a:pt x="133550" y="7022"/>
                    <a:pt x="137384" y="7022"/>
                  </a:cubicBezTo>
                  <a:cubicBezTo>
                    <a:pt x="141217" y="7022"/>
                    <a:pt x="143774" y="9576"/>
                    <a:pt x="143774" y="13406"/>
                  </a:cubicBezTo>
                  <a:lnTo>
                    <a:pt x="143774" y="74693"/>
                  </a:lnTo>
                  <a:cubicBezTo>
                    <a:pt x="143774" y="78523"/>
                    <a:pt x="141217" y="81077"/>
                    <a:pt x="137384" y="81077"/>
                  </a:cubicBezTo>
                  <a:cubicBezTo>
                    <a:pt x="133550" y="81077"/>
                    <a:pt x="130994" y="78523"/>
                    <a:pt x="130994" y="74693"/>
                  </a:cubicBezTo>
                  <a:lnTo>
                    <a:pt x="130994" y="13406"/>
                  </a:lnTo>
                  <a:close/>
                  <a:moveTo>
                    <a:pt x="102239" y="13406"/>
                  </a:moveTo>
                  <a:cubicBezTo>
                    <a:pt x="102239" y="9576"/>
                    <a:pt x="104795" y="7022"/>
                    <a:pt x="108629" y="7022"/>
                  </a:cubicBezTo>
                  <a:cubicBezTo>
                    <a:pt x="112463" y="7022"/>
                    <a:pt x="115019" y="9576"/>
                    <a:pt x="115019" y="13406"/>
                  </a:cubicBezTo>
                  <a:lnTo>
                    <a:pt x="115019" y="74693"/>
                  </a:lnTo>
                  <a:cubicBezTo>
                    <a:pt x="115019" y="78523"/>
                    <a:pt x="112463" y="81077"/>
                    <a:pt x="108629" y="81077"/>
                  </a:cubicBezTo>
                  <a:cubicBezTo>
                    <a:pt x="104795" y="81077"/>
                    <a:pt x="102239" y="78523"/>
                    <a:pt x="102239" y="74693"/>
                  </a:cubicBezTo>
                  <a:lnTo>
                    <a:pt x="102239" y="13406"/>
                  </a:lnTo>
                  <a:close/>
                  <a:moveTo>
                    <a:pt x="74123" y="13406"/>
                  </a:moveTo>
                  <a:cubicBezTo>
                    <a:pt x="74123" y="9576"/>
                    <a:pt x="76679" y="7022"/>
                    <a:pt x="80513" y="7022"/>
                  </a:cubicBezTo>
                  <a:cubicBezTo>
                    <a:pt x="84347" y="7022"/>
                    <a:pt x="86903" y="9576"/>
                    <a:pt x="86903" y="13406"/>
                  </a:cubicBezTo>
                  <a:lnTo>
                    <a:pt x="86903" y="74693"/>
                  </a:lnTo>
                  <a:cubicBezTo>
                    <a:pt x="86903" y="78523"/>
                    <a:pt x="84347" y="81077"/>
                    <a:pt x="80513" y="81077"/>
                  </a:cubicBezTo>
                  <a:cubicBezTo>
                    <a:pt x="76679" y="81077"/>
                    <a:pt x="74123" y="78523"/>
                    <a:pt x="74123" y="74693"/>
                  </a:cubicBezTo>
                  <a:lnTo>
                    <a:pt x="74123" y="13406"/>
                  </a:lnTo>
                  <a:close/>
                  <a:moveTo>
                    <a:pt x="45368" y="13406"/>
                  </a:moveTo>
                  <a:cubicBezTo>
                    <a:pt x="45368" y="9576"/>
                    <a:pt x="47925" y="7022"/>
                    <a:pt x="51758" y="7022"/>
                  </a:cubicBezTo>
                  <a:cubicBezTo>
                    <a:pt x="55592" y="7022"/>
                    <a:pt x="58148" y="9576"/>
                    <a:pt x="58148" y="13406"/>
                  </a:cubicBezTo>
                  <a:lnTo>
                    <a:pt x="58148" y="74693"/>
                  </a:lnTo>
                  <a:cubicBezTo>
                    <a:pt x="58148" y="78523"/>
                    <a:pt x="55592" y="81077"/>
                    <a:pt x="51758" y="81077"/>
                  </a:cubicBezTo>
                  <a:cubicBezTo>
                    <a:pt x="47925" y="81077"/>
                    <a:pt x="45368" y="78523"/>
                    <a:pt x="45368" y="74693"/>
                  </a:cubicBezTo>
                  <a:lnTo>
                    <a:pt x="45368" y="13406"/>
                  </a:lnTo>
                  <a:close/>
                  <a:moveTo>
                    <a:pt x="16614" y="13406"/>
                  </a:moveTo>
                  <a:cubicBezTo>
                    <a:pt x="16614" y="9576"/>
                    <a:pt x="19170" y="7022"/>
                    <a:pt x="23004" y="7022"/>
                  </a:cubicBezTo>
                  <a:cubicBezTo>
                    <a:pt x="26838" y="7022"/>
                    <a:pt x="29394" y="9576"/>
                    <a:pt x="29394" y="13406"/>
                  </a:cubicBezTo>
                  <a:lnTo>
                    <a:pt x="29394" y="74693"/>
                  </a:lnTo>
                  <a:cubicBezTo>
                    <a:pt x="29394" y="78523"/>
                    <a:pt x="26838" y="81077"/>
                    <a:pt x="23004" y="81077"/>
                  </a:cubicBezTo>
                  <a:cubicBezTo>
                    <a:pt x="19170" y="81077"/>
                    <a:pt x="16614" y="78523"/>
                    <a:pt x="16614" y="74693"/>
                  </a:cubicBezTo>
                  <a:lnTo>
                    <a:pt x="16614" y="13406"/>
                  </a:lnTo>
                  <a:close/>
                </a:path>
              </a:pathLst>
            </a:custGeom>
            <a:grpFill/>
            <a:ln w="6390" cap="flat">
              <a:noFill/>
              <a:prstDash val="solid"/>
              <a:miter/>
            </a:ln>
          </p:spPr>
          <p:txBody>
            <a:bodyPr rtlCol="0" anchor="ctr"/>
            <a:lstStyle/>
            <a:p>
              <a:endParaRPr lang="en-US"/>
            </a:p>
          </p:txBody>
        </p:sp>
        <p:sp>
          <p:nvSpPr>
            <p:cNvPr id="140" name="Graphic 4">
              <a:extLst>
                <a:ext uri="{FF2B5EF4-FFF2-40B4-BE49-F238E27FC236}">
                  <a16:creationId xmlns:a16="http://schemas.microsoft.com/office/drawing/2014/main" id="{5110D059-A294-47D7-B9F7-437A764FC992}"/>
                </a:ext>
              </a:extLst>
            </p:cNvPr>
            <p:cNvSpPr/>
            <p:nvPr/>
          </p:nvSpPr>
          <p:spPr>
            <a:xfrm>
              <a:off x="1952125" y="4308712"/>
              <a:ext cx="362313" cy="361971"/>
            </a:xfrm>
            <a:custGeom>
              <a:avLst/>
              <a:gdLst>
                <a:gd name="connsiteX0" fmla="*/ 181474 w 362313"/>
                <a:gd name="connsiteY0" fmla="*/ 0 h 361971"/>
                <a:gd name="connsiteX1" fmla="*/ 0 w 362313"/>
                <a:gd name="connsiteY1" fmla="*/ 180667 h 361971"/>
                <a:gd name="connsiteX2" fmla="*/ 180835 w 362313"/>
                <a:gd name="connsiteY2" fmla="*/ 361972 h 361971"/>
                <a:gd name="connsiteX3" fmla="*/ 362310 w 362313"/>
                <a:gd name="connsiteY3" fmla="*/ 181305 h 361971"/>
                <a:gd name="connsiteX4" fmla="*/ 362310 w 362313"/>
                <a:gd name="connsiteY4" fmla="*/ 181305 h 361971"/>
                <a:gd name="connsiteX5" fmla="*/ 181474 w 362313"/>
                <a:gd name="connsiteY5" fmla="*/ 0 h 361971"/>
                <a:gd name="connsiteX6" fmla="*/ 181474 w 362313"/>
                <a:gd name="connsiteY6" fmla="*/ 0 h 361971"/>
                <a:gd name="connsiteX7" fmla="*/ 288825 w 362313"/>
                <a:gd name="connsiteY7" fmla="*/ 202372 h 361971"/>
                <a:gd name="connsiteX8" fmla="*/ 282435 w 362313"/>
                <a:gd name="connsiteY8" fmla="*/ 208756 h 361971"/>
                <a:gd name="connsiteX9" fmla="*/ 260709 w 362313"/>
                <a:gd name="connsiteY9" fmla="*/ 208756 h 361971"/>
                <a:gd name="connsiteX10" fmla="*/ 260071 w 362313"/>
                <a:gd name="connsiteY10" fmla="*/ 208756 h 361971"/>
                <a:gd name="connsiteX11" fmla="*/ 260071 w 362313"/>
                <a:gd name="connsiteY11" fmla="*/ 231100 h 361971"/>
                <a:gd name="connsiteX12" fmla="*/ 253681 w 362313"/>
                <a:gd name="connsiteY12" fmla="*/ 237484 h 361971"/>
                <a:gd name="connsiteX13" fmla="*/ 81152 w 362313"/>
                <a:gd name="connsiteY13" fmla="*/ 237484 h 361971"/>
                <a:gd name="connsiteX14" fmla="*/ 74762 w 362313"/>
                <a:gd name="connsiteY14" fmla="*/ 231100 h 361971"/>
                <a:gd name="connsiteX15" fmla="*/ 74762 w 362313"/>
                <a:gd name="connsiteY15" fmla="*/ 130233 h 361971"/>
                <a:gd name="connsiteX16" fmla="*/ 81152 w 362313"/>
                <a:gd name="connsiteY16" fmla="*/ 123849 h 361971"/>
                <a:gd name="connsiteX17" fmla="*/ 253681 w 362313"/>
                <a:gd name="connsiteY17" fmla="*/ 123849 h 361971"/>
                <a:gd name="connsiteX18" fmla="*/ 260071 w 362313"/>
                <a:gd name="connsiteY18" fmla="*/ 130233 h 361971"/>
                <a:gd name="connsiteX19" fmla="*/ 260071 w 362313"/>
                <a:gd name="connsiteY19" fmla="*/ 152577 h 361971"/>
                <a:gd name="connsiteX20" fmla="*/ 260709 w 362313"/>
                <a:gd name="connsiteY20" fmla="*/ 152577 h 361971"/>
                <a:gd name="connsiteX21" fmla="*/ 282435 w 362313"/>
                <a:gd name="connsiteY21" fmla="*/ 152577 h 361971"/>
                <a:gd name="connsiteX22" fmla="*/ 288825 w 362313"/>
                <a:gd name="connsiteY22" fmla="*/ 158961 h 361971"/>
                <a:gd name="connsiteX23" fmla="*/ 288825 w 362313"/>
                <a:gd name="connsiteY23" fmla="*/ 202372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2313" h="361971">
                  <a:moveTo>
                    <a:pt x="181474" y="0"/>
                  </a:moveTo>
                  <a:cubicBezTo>
                    <a:pt x="81152" y="0"/>
                    <a:pt x="0" y="81077"/>
                    <a:pt x="0" y="180667"/>
                  </a:cubicBezTo>
                  <a:cubicBezTo>
                    <a:pt x="0" y="280895"/>
                    <a:pt x="81152" y="361972"/>
                    <a:pt x="180835" y="361972"/>
                  </a:cubicBezTo>
                  <a:cubicBezTo>
                    <a:pt x="281157" y="361972"/>
                    <a:pt x="362310" y="280895"/>
                    <a:pt x="362310" y="181305"/>
                  </a:cubicBezTo>
                  <a:cubicBezTo>
                    <a:pt x="362310" y="181305"/>
                    <a:pt x="362310" y="181305"/>
                    <a:pt x="362310" y="181305"/>
                  </a:cubicBezTo>
                  <a:cubicBezTo>
                    <a:pt x="362948" y="81077"/>
                    <a:pt x="281796" y="0"/>
                    <a:pt x="181474" y="0"/>
                  </a:cubicBezTo>
                  <a:lnTo>
                    <a:pt x="181474" y="0"/>
                  </a:lnTo>
                  <a:close/>
                  <a:moveTo>
                    <a:pt x="288825" y="202372"/>
                  </a:moveTo>
                  <a:cubicBezTo>
                    <a:pt x="288825" y="206203"/>
                    <a:pt x="286269" y="208756"/>
                    <a:pt x="282435" y="208756"/>
                  </a:cubicBezTo>
                  <a:lnTo>
                    <a:pt x="260709" y="208756"/>
                  </a:lnTo>
                  <a:lnTo>
                    <a:pt x="260071" y="208756"/>
                  </a:lnTo>
                  <a:lnTo>
                    <a:pt x="260071" y="231100"/>
                  </a:lnTo>
                  <a:cubicBezTo>
                    <a:pt x="260071" y="234930"/>
                    <a:pt x="257514" y="237484"/>
                    <a:pt x="253681" y="237484"/>
                  </a:cubicBezTo>
                  <a:lnTo>
                    <a:pt x="81152" y="237484"/>
                  </a:lnTo>
                  <a:cubicBezTo>
                    <a:pt x="77318" y="237484"/>
                    <a:pt x="74762" y="234930"/>
                    <a:pt x="74762" y="231100"/>
                  </a:cubicBezTo>
                  <a:lnTo>
                    <a:pt x="74762" y="130233"/>
                  </a:lnTo>
                  <a:cubicBezTo>
                    <a:pt x="74762" y="126403"/>
                    <a:pt x="77318" y="123849"/>
                    <a:pt x="81152" y="123849"/>
                  </a:cubicBezTo>
                  <a:lnTo>
                    <a:pt x="253681" y="123849"/>
                  </a:lnTo>
                  <a:cubicBezTo>
                    <a:pt x="257514" y="123849"/>
                    <a:pt x="260071" y="126403"/>
                    <a:pt x="260071" y="130233"/>
                  </a:cubicBezTo>
                  <a:lnTo>
                    <a:pt x="260071" y="152577"/>
                  </a:lnTo>
                  <a:lnTo>
                    <a:pt x="260709" y="152577"/>
                  </a:lnTo>
                  <a:lnTo>
                    <a:pt x="282435" y="152577"/>
                  </a:lnTo>
                  <a:cubicBezTo>
                    <a:pt x="286269" y="152577"/>
                    <a:pt x="288825" y="155131"/>
                    <a:pt x="288825" y="158961"/>
                  </a:cubicBezTo>
                  <a:lnTo>
                    <a:pt x="288825" y="202372"/>
                  </a:lnTo>
                  <a:close/>
                </a:path>
              </a:pathLst>
            </a:custGeom>
            <a:grpFill/>
            <a:ln w="6390" cap="flat">
              <a:noFill/>
              <a:prstDash val="solid"/>
              <a:miter/>
            </a:ln>
          </p:spPr>
          <p:txBody>
            <a:bodyPr rtlCol="0" anchor="ctr"/>
            <a:lstStyle/>
            <a:p>
              <a:endParaRPr lang="en-US"/>
            </a:p>
          </p:txBody>
        </p:sp>
      </p:grpSp>
      <p:sp>
        <p:nvSpPr>
          <p:cNvPr id="101" name="TextBox 100">
            <a:extLst>
              <a:ext uri="{FF2B5EF4-FFF2-40B4-BE49-F238E27FC236}">
                <a16:creationId xmlns:a16="http://schemas.microsoft.com/office/drawing/2014/main" id="{6F5DFA51-A93D-4898-9B6C-5BBE8C20344C}"/>
              </a:ext>
            </a:extLst>
          </p:cNvPr>
          <p:cNvSpPr txBox="1"/>
          <p:nvPr/>
        </p:nvSpPr>
        <p:spPr>
          <a:xfrm>
            <a:off x="10200640" y="263311"/>
            <a:ext cx="1435496" cy="430887"/>
          </a:xfrm>
          <a:prstGeom prst="rect">
            <a:avLst/>
          </a:prstGeom>
          <a:noFill/>
        </p:spPr>
        <p:txBody>
          <a:bodyPr wrap="square" lIns="0" tIns="0" rIns="0" bIns="0" rtlCol="0">
            <a:spAutoFit/>
          </a:bodyPr>
          <a:lstStyle/>
          <a:p>
            <a:pPr algn="ctr">
              <a:spcBef>
                <a:spcPts val="600"/>
              </a:spcBef>
              <a:buSzPct val="100000"/>
            </a:pPr>
            <a:r>
              <a:rPr lang="en-US" sz="2800">
                <a:solidFill>
                  <a:schemeClr val="bg2"/>
                </a:solidFill>
              </a:rPr>
              <a:t>SW</a:t>
            </a:r>
            <a:r>
              <a:rPr lang="en-US" sz="2800">
                <a:solidFill>
                  <a:schemeClr val="accent1"/>
                </a:solidFill>
              </a:rPr>
              <a:t>O</a:t>
            </a:r>
            <a:r>
              <a:rPr lang="en-US" sz="2800">
                <a:solidFill>
                  <a:schemeClr val="bg2"/>
                </a:solidFill>
              </a:rPr>
              <a:t>T</a:t>
            </a:r>
          </a:p>
        </p:txBody>
      </p:sp>
      <p:grpSp>
        <p:nvGrpSpPr>
          <p:cNvPr id="141" name="Graphic 4">
            <a:extLst>
              <a:ext uri="{FF2B5EF4-FFF2-40B4-BE49-F238E27FC236}">
                <a16:creationId xmlns:a16="http://schemas.microsoft.com/office/drawing/2014/main" id="{C896329E-A7AC-4399-87AB-0CF4C76F76FB}"/>
              </a:ext>
            </a:extLst>
          </p:cNvPr>
          <p:cNvGrpSpPr/>
          <p:nvPr/>
        </p:nvGrpSpPr>
        <p:grpSpPr>
          <a:xfrm>
            <a:off x="3960487" y="5353834"/>
            <a:ext cx="560630" cy="548633"/>
            <a:chOff x="905454" y="1885990"/>
            <a:chExt cx="362309" cy="362610"/>
          </a:xfrm>
          <a:solidFill>
            <a:schemeClr val="accent4">
              <a:lumMod val="60000"/>
              <a:lumOff val="40000"/>
            </a:schemeClr>
          </a:solidFill>
        </p:grpSpPr>
        <p:sp>
          <p:nvSpPr>
            <p:cNvPr id="142" name="Graphic 4">
              <a:extLst>
                <a:ext uri="{FF2B5EF4-FFF2-40B4-BE49-F238E27FC236}">
                  <a16:creationId xmlns:a16="http://schemas.microsoft.com/office/drawing/2014/main" id="{3655E09E-61AF-4319-B4F0-6EB052A1346A}"/>
                </a:ext>
              </a:extLst>
            </p:cNvPr>
            <p:cNvSpPr/>
            <p:nvPr/>
          </p:nvSpPr>
          <p:spPr>
            <a:xfrm>
              <a:off x="986606" y="2030268"/>
              <a:ext cx="198727" cy="107889"/>
            </a:xfrm>
            <a:custGeom>
              <a:avLst/>
              <a:gdLst>
                <a:gd name="connsiteX0" fmla="*/ 177001 w 198727"/>
                <a:gd name="connsiteY0" fmla="*/ 15960 h 107889"/>
                <a:gd name="connsiteX1" fmla="*/ 177001 w 198727"/>
                <a:gd name="connsiteY1" fmla="*/ 0 h 107889"/>
                <a:gd name="connsiteX2" fmla="*/ 23004 w 198727"/>
                <a:gd name="connsiteY2" fmla="*/ 0 h 107889"/>
                <a:gd name="connsiteX3" fmla="*/ 23004 w 198727"/>
                <a:gd name="connsiteY3" fmla="*/ 15960 h 107889"/>
                <a:gd name="connsiteX4" fmla="*/ 16614 w 198727"/>
                <a:gd name="connsiteY4" fmla="*/ 22344 h 107889"/>
                <a:gd name="connsiteX5" fmla="*/ 0 w 198727"/>
                <a:gd name="connsiteY5" fmla="*/ 22344 h 107889"/>
                <a:gd name="connsiteX6" fmla="*/ 0 w 198727"/>
                <a:gd name="connsiteY6" fmla="*/ 107889 h 107889"/>
                <a:gd name="connsiteX7" fmla="*/ 17253 w 198727"/>
                <a:gd name="connsiteY7" fmla="*/ 107889 h 107889"/>
                <a:gd name="connsiteX8" fmla="*/ 17253 w 198727"/>
                <a:gd name="connsiteY8" fmla="*/ 84269 h 107889"/>
                <a:gd name="connsiteX9" fmla="*/ 23643 w 198727"/>
                <a:gd name="connsiteY9" fmla="*/ 77885 h 107889"/>
                <a:gd name="connsiteX10" fmla="*/ 30033 w 198727"/>
                <a:gd name="connsiteY10" fmla="*/ 84269 h 107889"/>
                <a:gd name="connsiteX11" fmla="*/ 30033 w 198727"/>
                <a:gd name="connsiteY11" fmla="*/ 107889 h 107889"/>
                <a:gd name="connsiteX12" fmla="*/ 198727 w 198727"/>
                <a:gd name="connsiteY12" fmla="*/ 107889 h 107889"/>
                <a:gd name="connsiteX13" fmla="*/ 198727 w 198727"/>
                <a:gd name="connsiteY13" fmla="*/ 22344 h 107889"/>
                <a:gd name="connsiteX14" fmla="*/ 182113 w 198727"/>
                <a:gd name="connsiteY14" fmla="*/ 22344 h 107889"/>
                <a:gd name="connsiteX15" fmla="*/ 177001 w 198727"/>
                <a:gd name="connsiteY15" fmla="*/ 15960 h 107889"/>
                <a:gd name="connsiteX16" fmla="*/ 28755 w 198727"/>
                <a:gd name="connsiteY16" fmla="*/ 58094 h 107889"/>
                <a:gd name="connsiteX17" fmla="*/ 24282 w 198727"/>
                <a:gd name="connsiteY17" fmla="*/ 60009 h 107889"/>
                <a:gd name="connsiteX18" fmla="*/ 19809 w 198727"/>
                <a:gd name="connsiteY18" fmla="*/ 58094 h 107889"/>
                <a:gd name="connsiteX19" fmla="*/ 17892 w 198727"/>
                <a:gd name="connsiteY19" fmla="*/ 53625 h 107889"/>
                <a:gd name="connsiteX20" fmla="*/ 18531 w 198727"/>
                <a:gd name="connsiteY20" fmla="*/ 51072 h 107889"/>
                <a:gd name="connsiteX21" fmla="*/ 21726 w 198727"/>
                <a:gd name="connsiteY21" fmla="*/ 47880 h 107889"/>
                <a:gd name="connsiteX22" fmla="*/ 26838 w 198727"/>
                <a:gd name="connsiteY22" fmla="*/ 47880 h 107889"/>
                <a:gd name="connsiteX23" fmla="*/ 28755 w 198727"/>
                <a:gd name="connsiteY23" fmla="*/ 49157 h 107889"/>
                <a:gd name="connsiteX24" fmla="*/ 30672 w 198727"/>
                <a:gd name="connsiteY24" fmla="*/ 53625 h 107889"/>
                <a:gd name="connsiteX25" fmla="*/ 28755 w 198727"/>
                <a:gd name="connsiteY25" fmla="*/ 58094 h 107889"/>
                <a:gd name="connsiteX26" fmla="*/ 58788 w 198727"/>
                <a:gd name="connsiteY26" fmla="*/ 88737 h 107889"/>
                <a:gd name="connsiteX27" fmla="*/ 54314 w 198727"/>
                <a:gd name="connsiteY27" fmla="*/ 90653 h 107889"/>
                <a:gd name="connsiteX28" fmla="*/ 49842 w 198727"/>
                <a:gd name="connsiteY28" fmla="*/ 88737 h 107889"/>
                <a:gd name="connsiteX29" fmla="*/ 47925 w 198727"/>
                <a:gd name="connsiteY29" fmla="*/ 84269 h 107889"/>
                <a:gd name="connsiteX30" fmla="*/ 48564 w 198727"/>
                <a:gd name="connsiteY30" fmla="*/ 81715 h 107889"/>
                <a:gd name="connsiteX31" fmla="*/ 49842 w 198727"/>
                <a:gd name="connsiteY31" fmla="*/ 79800 h 107889"/>
                <a:gd name="connsiteX32" fmla="*/ 50481 w 198727"/>
                <a:gd name="connsiteY32" fmla="*/ 79161 h 107889"/>
                <a:gd name="connsiteX33" fmla="*/ 51759 w 198727"/>
                <a:gd name="connsiteY33" fmla="*/ 78523 h 107889"/>
                <a:gd name="connsiteX34" fmla="*/ 53036 w 198727"/>
                <a:gd name="connsiteY34" fmla="*/ 77885 h 107889"/>
                <a:gd name="connsiteX35" fmla="*/ 56871 w 198727"/>
                <a:gd name="connsiteY35" fmla="*/ 78523 h 107889"/>
                <a:gd name="connsiteX36" fmla="*/ 58788 w 198727"/>
                <a:gd name="connsiteY36" fmla="*/ 79800 h 107889"/>
                <a:gd name="connsiteX37" fmla="*/ 60704 w 198727"/>
                <a:gd name="connsiteY37" fmla="*/ 84269 h 107889"/>
                <a:gd name="connsiteX38" fmla="*/ 58788 w 198727"/>
                <a:gd name="connsiteY38" fmla="*/ 88737 h 107889"/>
                <a:gd name="connsiteX39" fmla="*/ 58788 w 198727"/>
                <a:gd name="connsiteY39" fmla="*/ 58094 h 107889"/>
                <a:gd name="connsiteX40" fmla="*/ 54314 w 198727"/>
                <a:gd name="connsiteY40" fmla="*/ 60009 h 107889"/>
                <a:gd name="connsiteX41" fmla="*/ 47925 w 198727"/>
                <a:gd name="connsiteY41" fmla="*/ 53625 h 107889"/>
                <a:gd name="connsiteX42" fmla="*/ 48564 w 198727"/>
                <a:gd name="connsiteY42" fmla="*/ 51072 h 107889"/>
                <a:gd name="connsiteX43" fmla="*/ 49842 w 198727"/>
                <a:gd name="connsiteY43" fmla="*/ 49157 h 107889"/>
                <a:gd name="connsiteX44" fmla="*/ 50481 w 198727"/>
                <a:gd name="connsiteY44" fmla="*/ 48518 h 107889"/>
                <a:gd name="connsiteX45" fmla="*/ 51759 w 198727"/>
                <a:gd name="connsiteY45" fmla="*/ 47880 h 107889"/>
                <a:gd name="connsiteX46" fmla="*/ 53036 w 198727"/>
                <a:gd name="connsiteY46" fmla="*/ 47880 h 107889"/>
                <a:gd name="connsiteX47" fmla="*/ 56871 w 198727"/>
                <a:gd name="connsiteY47" fmla="*/ 47880 h 107889"/>
                <a:gd name="connsiteX48" fmla="*/ 58788 w 198727"/>
                <a:gd name="connsiteY48" fmla="*/ 49157 h 107889"/>
                <a:gd name="connsiteX49" fmla="*/ 60065 w 198727"/>
                <a:gd name="connsiteY49" fmla="*/ 51072 h 107889"/>
                <a:gd name="connsiteX50" fmla="*/ 60704 w 198727"/>
                <a:gd name="connsiteY50" fmla="*/ 53625 h 107889"/>
                <a:gd name="connsiteX51" fmla="*/ 58788 w 198727"/>
                <a:gd name="connsiteY51" fmla="*/ 58094 h 107889"/>
                <a:gd name="connsiteX52" fmla="*/ 58788 w 198727"/>
                <a:gd name="connsiteY52" fmla="*/ 28089 h 107889"/>
                <a:gd name="connsiteX53" fmla="*/ 54314 w 198727"/>
                <a:gd name="connsiteY53" fmla="*/ 30005 h 107889"/>
                <a:gd name="connsiteX54" fmla="*/ 47925 w 198727"/>
                <a:gd name="connsiteY54" fmla="*/ 23621 h 107889"/>
                <a:gd name="connsiteX55" fmla="*/ 48564 w 198727"/>
                <a:gd name="connsiteY55" fmla="*/ 21067 h 107889"/>
                <a:gd name="connsiteX56" fmla="*/ 49842 w 198727"/>
                <a:gd name="connsiteY56" fmla="*/ 19152 h 107889"/>
                <a:gd name="connsiteX57" fmla="*/ 50481 w 198727"/>
                <a:gd name="connsiteY57" fmla="*/ 18514 h 107889"/>
                <a:gd name="connsiteX58" fmla="*/ 51759 w 198727"/>
                <a:gd name="connsiteY58" fmla="*/ 17875 h 107889"/>
                <a:gd name="connsiteX59" fmla="*/ 53036 w 198727"/>
                <a:gd name="connsiteY59" fmla="*/ 17237 h 107889"/>
                <a:gd name="connsiteX60" fmla="*/ 58788 w 198727"/>
                <a:gd name="connsiteY60" fmla="*/ 19152 h 107889"/>
                <a:gd name="connsiteX61" fmla="*/ 60065 w 198727"/>
                <a:gd name="connsiteY61" fmla="*/ 21067 h 107889"/>
                <a:gd name="connsiteX62" fmla="*/ 58788 w 198727"/>
                <a:gd name="connsiteY62" fmla="*/ 28089 h 107889"/>
                <a:gd name="connsiteX63" fmla="*/ 58788 w 198727"/>
                <a:gd name="connsiteY63" fmla="*/ 28089 h 107889"/>
                <a:gd name="connsiteX64" fmla="*/ 89459 w 198727"/>
                <a:gd name="connsiteY64" fmla="*/ 88737 h 107889"/>
                <a:gd name="connsiteX65" fmla="*/ 87542 w 198727"/>
                <a:gd name="connsiteY65" fmla="*/ 90014 h 107889"/>
                <a:gd name="connsiteX66" fmla="*/ 84986 w 198727"/>
                <a:gd name="connsiteY66" fmla="*/ 90653 h 107889"/>
                <a:gd name="connsiteX67" fmla="*/ 78596 w 198727"/>
                <a:gd name="connsiteY67" fmla="*/ 84269 h 107889"/>
                <a:gd name="connsiteX68" fmla="*/ 80513 w 198727"/>
                <a:gd name="connsiteY68" fmla="*/ 79800 h 107889"/>
                <a:gd name="connsiteX69" fmla="*/ 82430 w 198727"/>
                <a:gd name="connsiteY69" fmla="*/ 78523 h 107889"/>
                <a:gd name="connsiteX70" fmla="*/ 87542 w 198727"/>
                <a:gd name="connsiteY70" fmla="*/ 78523 h 107889"/>
                <a:gd name="connsiteX71" fmla="*/ 88820 w 198727"/>
                <a:gd name="connsiteY71" fmla="*/ 79161 h 107889"/>
                <a:gd name="connsiteX72" fmla="*/ 89459 w 198727"/>
                <a:gd name="connsiteY72" fmla="*/ 79800 h 107889"/>
                <a:gd name="connsiteX73" fmla="*/ 91376 w 198727"/>
                <a:gd name="connsiteY73" fmla="*/ 84269 h 107889"/>
                <a:gd name="connsiteX74" fmla="*/ 89459 w 198727"/>
                <a:gd name="connsiteY74" fmla="*/ 88737 h 107889"/>
                <a:gd name="connsiteX75" fmla="*/ 89459 w 198727"/>
                <a:gd name="connsiteY75" fmla="*/ 88737 h 107889"/>
                <a:gd name="connsiteX76" fmla="*/ 89459 w 198727"/>
                <a:gd name="connsiteY76" fmla="*/ 58094 h 107889"/>
                <a:gd name="connsiteX77" fmla="*/ 87542 w 198727"/>
                <a:gd name="connsiteY77" fmla="*/ 59371 h 107889"/>
                <a:gd name="connsiteX78" fmla="*/ 84986 w 198727"/>
                <a:gd name="connsiteY78" fmla="*/ 60009 h 107889"/>
                <a:gd name="connsiteX79" fmla="*/ 82430 w 198727"/>
                <a:gd name="connsiteY79" fmla="*/ 59371 h 107889"/>
                <a:gd name="connsiteX80" fmla="*/ 80513 w 198727"/>
                <a:gd name="connsiteY80" fmla="*/ 58094 h 107889"/>
                <a:gd name="connsiteX81" fmla="*/ 78596 w 198727"/>
                <a:gd name="connsiteY81" fmla="*/ 53625 h 107889"/>
                <a:gd name="connsiteX82" fmla="*/ 79235 w 198727"/>
                <a:gd name="connsiteY82" fmla="*/ 51072 h 107889"/>
                <a:gd name="connsiteX83" fmla="*/ 80513 w 198727"/>
                <a:gd name="connsiteY83" fmla="*/ 49157 h 107889"/>
                <a:gd name="connsiteX84" fmla="*/ 81152 w 198727"/>
                <a:gd name="connsiteY84" fmla="*/ 48518 h 107889"/>
                <a:gd name="connsiteX85" fmla="*/ 82430 w 198727"/>
                <a:gd name="connsiteY85" fmla="*/ 47880 h 107889"/>
                <a:gd name="connsiteX86" fmla="*/ 83708 w 198727"/>
                <a:gd name="connsiteY86" fmla="*/ 47880 h 107889"/>
                <a:gd name="connsiteX87" fmla="*/ 86264 w 198727"/>
                <a:gd name="connsiteY87" fmla="*/ 47880 h 107889"/>
                <a:gd name="connsiteX88" fmla="*/ 87542 w 198727"/>
                <a:gd name="connsiteY88" fmla="*/ 47880 h 107889"/>
                <a:gd name="connsiteX89" fmla="*/ 88820 w 198727"/>
                <a:gd name="connsiteY89" fmla="*/ 48518 h 107889"/>
                <a:gd name="connsiteX90" fmla="*/ 89459 w 198727"/>
                <a:gd name="connsiteY90" fmla="*/ 49157 h 107889"/>
                <a:gd name="connsiteX91" fmla="*/ 90737 w 198727"/>
                <a:gd name="connsiteY91" fmla="*/ 51072 h 107889"/>
                <a:gd name="connsiteX92" fmla="*/ 91376 w 198727"/>
                <a:gd name="connsiteY92" fmla="*/ 53625 h 107889"/>
                <a:gd name="connsiteX93" fmla="*/ 89459 w 198727"/>
                <a:gd name="connsiteY93" fmla="*/ 58094 h 107889"/>
                <a:gd name="connsiteX94" fmla="*/ 89459 w 198727"/>
                <a:gd name="connsiteY94" fmla="*/ 58094 h 107889"/>
                <a:gd name="connsiteX95" fmla="*/ 89459 w 198727"/>
                <a:gd name="connsiteY95" fmla="*/ 28089 h 107889"/>
                <a:gd name="connsiteX96" fmla="*/ 84986 w 198727"/>
                <a:gd name="connsiteY96" fmla="*/ 30005 h 107889"/>
                <a:gd name="connsiteX97" fmla="*/ 82430 w 198727"/>
                <a:gd name="connsiteY97" fmla="*/ 29366 h 107889"/>
                <a:gd name="connsiteX98" fmla="*/ 80513 w 198727"/>
                <a:gd name="connsiteY98" fmla="*/ 28089 h 107889"/>
                <a:gd name="connsiteX99" fmla="*/ 80513 w 198727"/>
                <a:gd name="connsiteY99" fmla="*/ 19152 h 107889"/>
                <a:gd name="connsiteX100" fmla="*/ 80513 w 198727"/>
                <a:gd name="connsiteY100" fmla="*/ 19152 h 107889"/>
                <a:gd name="connsiteX101" fmla="*/ 82430 w 198727"/>
                <a:gd name="connsiteY101" fmla="*/ 17875 h 107889"/>
                <a:gd name="connsiteX102" fmla="*/ 87542 w 198727"/>
                <a:gd name="connsiteY102" fmla="*/ 17875 h 107889"/>
                <a:gd name="connsiteX103" fmla="*/ 89459 w 198727"/>
                <a:gd name="connsiteY103" fmla="*/ 19152 h 107889"/>
                <a:gd name="connsiteX104" fmla="*/ 90737 w 198727"/>
                <a:gd name="connsiteY104" fmla="*/ 21067 h 107889"/>
                <a:gd name="connsiteX105" fmla="*/ 89459 w 198727"/>
                <a:gd name="connsiteY105" fmla="*/ 28089 h 107889"/>
                <a:gd name="connsiteX106" fmla="*/ 171250 w 198727"/>
                <a:gd name="connsiteY106" fmla="*/ 49157 h 107889"/>
                <a:gd name="connsiteX107" fmla="*/ 173167 w 198727"/>
                <a:gd name="connsiteY107" fmla="*/ 47880 h 107889"/>
                <a:gd name="connsiteX108" fmla="*/ 180196 w 198727"/>
                <a:gd name="connsiteY108" fmla="*/ 49157 h 107889"/>
                <a:gd name="connsiteX109" fmla="*/ 181474 w 198727"/>
                <a:gd name="connsiteY109" fmla="*/ 51072 h 107889"/>
                <a:gd name="connsiteX110" fmla="*/ 182113 w 198727"/>
                <a:gd name="connsiteY110" fmla="*/ 53625 h 107889"/>
                <a:gd name="connsiteX111" fmla="*/ 180196 w 198727"/>
                <a:gd name="connsiteY111" fmla="*/ 58094 h 107889"/>
                <a:gd name="connsiteX112" fmla="*/ 178279 w 198727"/>
                <a:gd name="connsiteY112" fmla="*/ 59371 h 107889"/>
                <a:gd name="connsiteX113" fmla="*/ 175723 w 198727"/>
                <a:gd name="connsiteY113" fmla="*/ 60009 h 107889"/>
                <a:gd name="connsiteX114" fmla="*/ 171250 w 198727"/>
                <a:gd name="connsiteY114" fmla="*/ 58094 h 107889"/>
                <a:gd name="connsiteX115" fmla="*/ 169333 w 198727"/>
                <a:gd name="connsiteY115" fmla="*/ 53625 h 107889"/>
                <a:gd name="connsiteX116" fmla="*/ 171250 w 198727"/>
                <a:gd name="connsiteY116" fmla="*/ 49157 h 107889"/>
                <a:gd name="connsiteX117" fmla="*/ 171250 w 198727"/>
                <a:gd name="connsiteY117" fmla="*/ 49157 h 107889"/>
                <a:gd name="connsiteX118" fmla="*/ 119492 w 198727"/>
                <a:gd name="connsiteY118" fmla="*/ 88737 h 107889"/>
                <a:gd name="connsiteX119" fmla="*/ 112463 w 198727"/>
                <a:gd name="connsiteY119" fmla="*/ 90014 h 107889"/>
                <a:gd name="connsiteX120" fmla="*/ 110546 w 198727"/>
                <a:gd name="connsiteY120" fmla="*/ 88737 h 107889"/>
                <a:gd name="connsiteX121" fmla="*/ 108629 w 198727"/>
                <a:gd name="connsiteY121" fmla="*/ 84269 h 107889"/>
                <a:gd name="connsiteX122" fmla="*/ 109268 w 198727"/>
                <a:gd name="connsiteY122" fmla="*/ 81715 h 107889"/>
                <a:gd name="connsiteX123" fmla="*/ 110546 w 198727"/>
                <a:gd name="connsiteY123" fmla="*/ 79800 h 107889"/>
                <a:gd name="connsiteX124" fmla="*/ 119492 w 198727"/>
                <a:gd name="connsiteY124" fmla="*/ 79800 h 107889"/>
                <a:gd name="connsiteX125" fmla="*/ 120770 w 198727"/>
                <a:gd name="connsiteY125" fmla="*/ 81715 h 107889"/>
                <a:gd name="connsiteX126" fmla="*/ 121409 w 198727"/>
                <a:gd name="connsiteY126" fmla="*/ 84269 h 107889"/>
                <a:gd name="connsiteX127" fmla="*/ 119492 w 198727"/>
                <a:gd name="connsiteY127" fmla="*/ 88737 h 107889"/>
                <a:gd name="connsiteX128" fmla="*/ 119492 w 198727"/>
                <a:gd name="connsiteY128" fmla="*/ 88737 h 107889"/>
                <a:gd name="connsiteX129" fmla="*/ 108629 w 198727"/>
                <a:gd name="connsiteY129" fmla="*/ 53625 h 107889"/>
                <a:gd name="connsiteX130" fmla="*/ 109268 w 198727"/>
                <a:gd name="connsiteY130" fmla="*/ 51072 h 107889"/>
                <a:gd name="connsiteX131" fmla="*/ 112463 w 198727"/>
                <a:gd name="connsiteY131" fmla="*/ 47880 h 107889"/>
                <a:gd name="connsiteX132" fmla="*/ 116297 w 198727"/>
                <a:gd name="connsiteY132" fmla="*/ 47880 h 107889"/>
                <a:gd name="connsiteX133" fmla="*/ 117575 w 198727"/>
                <a:gd name="connsiteY133" fmla="*/ 47880 h 107889"/>
                <a:gd name="connsiteX134" fmla="*/ 118853 w 198727"/>
                <a:gd name="connsiteY134" fmla="*/ 48518 h 107889"/>
                <a:gd name="connsiteX135" fmla="*/ 119492 w 198727"/>
                <a:gd name="connsiteY135" fmla="*/ 49157 h 107889"/>
                <a:gd name="connsiteX136" fmla="*/ 120770 w 198727"/>
                <a:gd name="connsiteY136" fmla="*/ 51072 h 107889"/>
                <a:gd name="connsiteX137" fmla="*/ 121409 w 198727"/>
                <a:gd name="connsiteY137" fmla="*/ 53625 h 107889"/>
                <a:gd name="connsiteX138" fmla="*/ 119492 w 198727"/>
                <a:gd name="connsiteY138" fmla="*/ 58094 h 107889"/>
                <a:gd name="connsiteX139" fmla="*/ 110546 w 198727"/>
                <a:gd name="connsiteY139" fmla="*/ 58094 h 107889"/>
                <a:gd name="connsiteX140" fmla="*/ 108629 w 198727"/>
                <a:gd name="connsiteY140" fmla="*/ 53625 h 107889"/>
                <a:gd name="connsiteX141" fmla="*/ 108629 w 198727"/>
                <a:gd name="connsiteY141" fmla="*/ 53625 h 107889"/>
                <a:gd name="connsiteX142" fmla="*/ 120770 w 198727"/>
                <a:gd name="connsiteY142" fmla="*/ 26174 h 107889"/>
                <a:gd name="connsiteX143" fmla="*/ 119492 w 198727"/>
                <a:gd name="connsiteY143" fmla="*/ 28089 h 107889"/>
                <a:gd name="connsiteX144" fmla="*/ 117575 w 198727"/>
                <a:gd name="connsiteY144" fmla="*/ 29366 h 107889"/>
                <a:gd name="connsiteX145" fmla="*/ 115019 w 198727"/>
                <a:gd name="connsiteY145" fmla="*/ 30005 h 107889"/>
                <a:gd name="connsiteX146" fmla="*/ 110546 w 198727"/>
                <a:gd name="connsiteY146" fmla="*/ 28089 h 107889"/>
                <a:gd name="connsiteX147" fmla="*/ 109268 w 198727"/>
                <a:gd name="connsiteY147" fmla="*/ 26174 h 107889"/>
                <a:gd name="connsiteX148" fmla="*/ 108629 w 198727"/>
                <a:gd name="connsiteY148" fmla="*/ 23621 h 107889"/>
                <a:gd name="connsiteX149" fmla="*/ 110546 w 198727"/>
                <a:gd name="connsiteY149" fmla="*/ 19152 h 107889"/>
                <a:gd name="connsiteX150" fmla="*/ 112463 w 198727"/>
                <a:gd name="connsiteY150" fmla="*/ 17875 h 107889"/>
                <a:gd name="connsiteX151" fmla="*/ 117575 w 198727"/>
                <a:gd name="connsiteY151" fmla="*/ 17875 h 107889"/>
                <a:gd name="connsiteX152" fmla="*/ 119492 w 198727"/>
                <a:gd name="connsiteY152" fmla="*/ 19152 h 107889"/>
                <a:gd name="connsiteX153" fmla="*/ 121409 w 198727"/>
                <a:gd name="connsiteY153" fmla="*/ 23621 h 107889"/>
                <a:gd name="connsiteX154" fmla="*/ 120770 w 198727"/>
                <a:gd name="connsiteY154" fmla="*/ 26174 h 107889"/>
                <a:gd name="connsiteX155" fmla="*/ 120770 w 198727"/>
                <a:gd name="connsiteY155" fmla="*/ 26174 h 107889"/>
                <a:gd name="connsiteX156" fmla="*/ 150164 w 198727"/>
                <a:gd name="connsiteY156" fmla="*/ 88737 h 107889"/>
                <a:gd name="connsiteX157" fmla="*/ 141218 w 198727"/>
                <a:gd name="connsiteY157" fmla="*/ 88737 h 107889"/>
                <a:gd name="connsiteX158" fmla="*/ 139301 w 198727"/>
                <a:gd name="connsiteY158" fmla="*/ 84269 h 107889"/>
                <a:gd name="connsiteX159" fmla="*/ 145691 w 198727"/>
                <a:gd name="connsiteY159" fmla="*/ 77885 h 107889"/>
                <a:gd name="connsiteX160" fmla="*/ 152081 w 198727"/>
                <a:gd name="connsiteY160" fmla="*/ 84269 h 107889"/>
                <a:gd name="connsiteX161" fmla="*/ 150164 w 198727"/>
                <a:gd name="connsiteY161" fmla="*/ 88737 h 107889"/>
                <a:gd name="connsiteX162" fmla="*/ 150164 w 198727"/>
                <a:gd name="connsiteY162" fmla="*/ 88737 h 107889"/>
                <a:gd name="connsiteX163" fmla="*/ 150164 w 198727"/>
                <a:gd name="connsiteY163" fmla="*/ 58094 h 107889"/>
                <a:gd name="connsiteX164" fmla="*/ 141218 w 198727"/>
                <a:gd name="connsiteY164" fmla="*/ 58094 h 107889"/>
                <a:gd name="connsiteX165" fmla="*/ 139301 w 198727"/>
                <a:gd name="connsiteY165" fmla="*/ 53625 h 107889"/>
                <a:gd name="connsiteX166" fmla="*/ 139940 w 198727"/>
                <a:gd name="connsiteY166" fmla="*/ 51072 h 107889"/>
                <a:gd name="connsiteX167" fmla="*/ 141218 w 198727"/>
                <a:gd name="connsiteY167" fmla="*/ 49157 h 107889"/>
                <a:gd name="connsiteX168" fmla="*/ 143135 w 198727"/>
                <a:gd name="connsiteY168" fmla="*/ 47880 h 107889"/>
                <a:gd name="connsiteX169" fmla="*/ 148247 w 198727"/>
                <a:gd name="connsiteY169" fmla="*/ 47880 h 107889"/>
                <a:gd name="connsiteX170" fmla="*/ 150164 w 198727"/>
                <a:gd name="connsiteY170" fmla="*/ 49157 h 107889"/>
                <a:gd name="connsiteX171" fmla="*/ 152081 w 198727"/>
                <a:gd name="connsiteY171" fmla="*/ 53625 h 107889"/>
                <a:gd name="connsiteX172" fmla="*/ 150164 w 198727"/>
                <a:gd name="connsiteY172" fmla="*/ 58094 h 107889"/>
                <a:gd name="connsiteX173" fmla="*/ 150164 w 198727"/>
                <a:gd name="connsiteY173" fmla="*/ 58094 h 107889"/>
                <a:gd name="connsiteX174" fmla="*/ 150164 w 198727"/>
                <a:gd name="connsiteY174" fmla="*/ 28089 h 107889"/>
                <a:gd name="connsiteX175" fmla="*/ 145691 w 198727"/>
                <a:gd name="connsiteY175" fmla="*/ 30005 h 107889"/>
                <a:gd name="connsiteX176" fmla="*/ 141218 w 198727"/>
                <a:gd name="connsiteY176" fmla="*/ 28089 h 107889"/>
                <a:gd name="connsiteX177" fmla="*/ 141218 w 198727"/>
                <a:gd name="connsiteY177" fmla="*/ 19152 h 107889"/>
                <a:gd name="connsiteX178" fmla="*/ 141218 w 198727"/>
                <a:gd name="connsiteY178" fmla="*/ 19152 h 107889"/>
                <a:gd name="connsiteX179" fmla="*/ 143135 w 198727"/>
                <a:gd name="connsiteY179" fmla="*/ 17875 h 107889"/>
                <a:gd name="connsiteX180" fmla="*/ 150164 w 198727"/>
                <a:gd name="connsiteY180" fmla="*/ 19152 h 107889"/>
                <a:gd name="connsiteX181" fmla="*/ 151442 w 198727"/>
                <a:gd name="connsiteY181" fmla="*/ 21067 h 107889"/>
                <a:gd name="connsiteX182" fmla="*/ 150164 w 198727"/>
                <a:gd name="connsiteY182" fmla="*/ 28089 h 107889"/>
                <a:gd name="connsiteX183" fmla="*/ 150164 w 198727"/>
                <a:gd name="connsiteY183" fmla="*/ 28089 h 107889"/>
                <a:gd name="connsiteX184" fmla="*/ 180196 w 198727"/>
                <a:gd name="connsiteY184" fmla="*/ 88737 h 107889"/>
                <a:gd name="connsiteX185" fmla="*/ 171250 w 198727"/>
                <a:gd name="connsiteY185" fmla="*/ 88737 h 107889"/>
                <a:gd name="connsiteX186" fmla="*/ 169333 w 198727"/>
                <a:gd name="connsiteY186" fmla="*/ 84269 h 107889"/>
                <a:gd name="connsiteX187" fmla="*/ 169972 w 198727"/>
                <a:gd name="connsiteY187" fmla="*/ 81715 h 107889"/>
                <a:gd name="connsiteX188" fmla="*/ 171250 w 198727"/>
                <a:gd name="connsiteY188" fmla="*/ 79800 h 107889"/>
                <a:gd name="connsiteX189" fmla="*/ 171889 w 198727"/>
                <a:gd name="connsiteY189" fmla="*/ 79161 h 107889"/>
                <a:gd name="connsiteX190" fmla="*/ 173167 w 198727"/>
                <a:gd name="connsiteY190" fmla="*/ 78523 h 107889"/>
                <a:gd name="connsiteX191" fmla="*/ 174445 w 198727"/>
                <a:gd name="connsiteY191" fmla="*/ 77885 h 107889"/>
                <a:gd name="connsiteX192" fmla="*/ 178279 w 198727"/>
                <a:gd name="connsiteY192" fmla="*/ 78523 h 107889"/>
                <a:gd name="connsiteX193" fmla="*/ 180196 w 198727"/>
                <a:gd name="connsiteY193" fmla="*/ 79800 h 107889"/>
                <a:gd name="connsiteX194" fmla="*/ 181474 w 198727"/>
                <a:gd name="connsiteY194" fmla="*/ 81715 h 107889"/>
                <a:gd name="connsiteX195" fmla="*/ 182113 w 198727"/>
                <a:gd name="connsiteY195" fmla="*/ 84269 h 107889"/>
                <a:gd name="connsiteX196" fmla="*/ 180196 w 198727"/>
                <a:gd name="connsiteY196" fmla="*/ 88737 h 107889"/>
                <a:gd name="connsiteX197" fmla="*/ 180196 w 198727"/>
                <a:gd name="connsiteY197" fmla="*/ 88737 h 107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198727" h="107889">
                  <a:moveTo>
                    <a:pt x="177001" y="15960"/>
                  </a:moveTo>
                  <a:lnTo>
                    <a:pt x="177001" y="0"/>
                  </a:lnTo>
                  <a:lnTo>
                    <a:pt x="23004" y="0"/>
                  </a:lnTo>
                  <a:lnTo>
                    <a:pt x="23004" y="15960"/>
                  </a:lnTo>
                  <a:cubicBezTo>
                    <a:pt x="23004" y="19790"/>
                    <a:pt x="20448" y="22344"/>
                    <a:pt x="16614" y="22344"/>
                  </a:cubicBezTo>
                  <a:lnTo>
                    <a:pt x="0" y="22344"/>
                  </a:lnTo>
                  <a:lnTo>
                    <a:pt x="0" y="107889"/>
                  </a:lnTo>
                  <a:lnTo>
                    <a:pt x="17253" y="107889"/>
                  </a:lnTo>
                  <a:lnTo>
                    <a:pt x="17253" y="84269"/>
                  </a:lnTo>
                  <a:cubicBezTo>
                    <a:pt x="17253" y="80438"/>
                    <a:pt x="19809" y="77885"/>
                    <a:pt x="23643" y="77885"/>
                  </a:cubicBezTo>
                  <a:cubicBezTo>
                    <a:pt x="27477" y="77885"/>
                    <a:pt x="30033" y="80438"/>
                    <a:pt x="30033" y="84269"/>
                  </a:cubicBezTo>
                  <a:lnTo>
                    <a:pt x="30033" y="107889"/>
                  </a:lnTo>
                  <a:lnTo>
                    <a:pt x="198727" y="107889"/>
                  </a:lnTo>
                  <a:lnTo>
                    <a:pt x="198727" y="22344"/>
                  </a:lnTo>
                  <a:lnTo>
                    <a:pt x="182113" y="22344"/>
                  </a:lnTo>
                  <a:cubicBezTo>
                    <a:pt x="179557" y="22344"/>
                    <a:pt x="177001" y="19790"/>
                    <a:pt x="177001" y="15960"/>
                  </a:cubicBezTo>
                  <a:close/>
                  <a:moveTo>
                    <a:pt x="28755" y="58094"/>
                  </a:moveTo>
                  <a:cubicBezTo>
                    <a:pt x="27477" y="59371"/>
                    <a:pt x="26199" y="60009"/>
                    <a:pt x="24282" y="60009"/>
                  </a:cubicBezTo>
                  <a:cubicBezTo>
                    <a:pt x="22365" y="60009"/>
                    <a:pt x="21087" y="59371"/>
                    <a:pt x="19809" y="58094"/>
                  </a:cubicBezTo>
                  <a:cubicBezTo>
                    <a:pt x="18531" y="56817"/>
                    <a:pt x="17892" y="55541"/>
                    <a:pt x="17892" y="53625"/>
                  </a:cubicBezTo>
                  <a:cubicBezTo>
                    <a:pt x="17892" y="52987"/>
                    <a:pt x="17892" y="51710"/>
                    <a:pt x="18531" y="51072"/>
                  </a:cubicBezTo>
                  <a:cubicBezTo>
                    <a:pt x="19170" y="49795"/>
                    <a:pt x="20448" y="48518"/>
                    <a:pt x="21726" y="47880"/>
                  </a:cubicBezTo>
                  <a:cubicBezTo>
                    <a:pt x="23004" y="47241"/>
                    <a:pt x="24921" y="47241"/>
                    <a:pt x="26838" y="47880"/>
                  </a:cubicBezTo>
                  <a:cubicBezTo>
                    <a:pt x="27477" y="47880"/>
                    <a:pt x="28116" y="48518"/>
                    <a:pt x="28755" y="49157"/>
                  </a:cubicBezTo>
                  <a:cubicBezTo>
                    <a:pt x="30033" y="50433"/>
                    <a:pt x="30672" y="51710"/>
                    <a:pt x="30672" y="53625"/>
                  </a:cubicBezTo>
                  <a:cubicBezTo>
                    <a:pt x="30672" y="55541"/>
                    <a:pt x="30033" y="57456"/>
                    <a:pt x="28755" y="58094"/>
                  </a:cubicBezTo>
                  <a:close/>
                  <a:moveTo>
                    <a:pt x="58788" y="88737"/>
                  </a:moveTo>
                  <a:cubicBezTo>
                    <a:pt x="57509" y="90014"/>
                    <a:pt x="56231" y="90653"/>
                    <a:pt x="54314" y="90653"/>
                  </a:cubicBezTo>
                  <a:cubicBezTo>
                    <a:pt x="52398" y="90653"/>
                    <a:pt x="51119" y="90014"/>
                    <a:pt x="49842" y="88737"/>
                  </a:cubicBezTo>
                  <a:cubicBezTo>
                    <a:pt x="48564" y="87461"/>
                    <a:pt x="47925" y="86184"/>
                    <a:pt x="47925" y="84269"/>
                  </a:cubicBezTo>
                  <a:cubicBezTo>
                    <a:pt x="47925" y="83630"/>
                    <a:pt x="47925" y="82353"/>
                    <a:pt x="48564" y="81715"/>
                  </a:cubicBezTo>
                  <a:cubicBezTo>
                    <a:pt x="48564" y="81077"/>
                    <a:pt x="49203" y="80438"/>
                    <a:pt x="49842" y="79800"/>
                  </a:cubicBezTo>
                  <a:cubicBezTo>
                    <a:pt x="49842" y="79161"/>
                    <a:pt x="50481" y="79161"/>
                    <a:pt x="50481" y="79161"/>
                  </a:cubicBezTo>
                  <a:cubicBezTo>
                    <a:pt x="51119" y="79161"/>
                    <a:pt x="51119" y="78523"/>
                    <a:pt x="51759" y="78523"/>
                  </a:cubicBezTo>
                  <a:cubicBezTo>
                    <a:pt x="52398" y="78523"/>
                    <a:pt x="52398" y="78523"/>
                    <a:pt x="53036" y="77885"/>
                  </a:cubicBezTo>
                  <a:cubicBezTo>
                    <a:pt x="54314" y="77885"/>
                    <a:pt x="55593" y="77885"/>
                    <a:pt x="56871" y="78523"/>
                  </a:cubicBezTo>
                  <a:cubicBezTo>
                    <a:pt x="57509" y="79161"/>
                    <a:pt x="58148" y="79161"/>
                    <a:pt x="58788" y="79800"/>
                  </a:cubicBezTo>
                  <a:cubicBezTo>
                    <a:pt x="60065" y="81077"/>
                    <a:pt x="60704" y="82353"/>
                    <a:pt x="60704" y="84269"/>
                  </a:cubicBezTo>
                  <a:cubicBezTo>
                    <a:pt x="60704" y="85545"/>
                    <a:pt x="60065" y="87461"/>
                    <a:pt x="58788" y="88737"/>
                  </a:cubicBezTo>
                  <a:close/>
                  <a:moveTo>
                    <a:pt x="58788" y="58094"/>
                  </a:moveTo>
                  <a:cubicBezTo>
                    <a:pt x="57509" y="59371"/>
                    <a:pt x="56231" y="60009"/>
                    <a:pt x="54314" y="60009"/>
                  </a:cubicBezTo>
                  <a:cubicBezTo>
                    <a:pt x="50481" y="60009"/>
                    <a:pt x="47925" y="57456"/>
                    <a:pt x="47925" y="53625"/>
                  </a:cubicBezTo>
                  <a:cubicBezTo>
                    <a:pt x="47925" y="52987"/>
                    <a:pt x="47925" y="51710"/>
                    <a:pt x="48564" y="51072"/>
                  </a:cubicBezTo>
                  <a:cubicBezTo>
                    <a:pt x="48564" y="50433"/>
                    <a:pt x="49203" y="49795"/>
                    <a:pt x="49842" y="49157"/>
                  </a:cubicBezTo>
                  <a:cubicBezTo>
                    <a:pt x="49842" y="48518"/>
                    <a:pt x="50481" y="48518"/>
                    <a:pt x="50481" y="48518"/>
                  </a:cubicBezTo>
                  <a:lnTo>
                    <a:pt x="51759" y="47880"/>
                  </a:lnTo>
                  <a:cubicBezTo>
                    <a:pt x="52398" y="47880"/>
                    <a:pt x="52398" y="47880"/>
                    <a:pt x="53036" y="47880"/>
                  </a:cubicBezTo>
                  <a:cubicBezTo>
                    <a:pt x="54314" y="47880"/>
                    <a:pt x="55593" y="47880"/>
                    <a:pt x="56871" y="47880"/>
                  </a:cubicBezTo>
                  <a:cubicBezTo>
                    <a:pt x="57509" y="47880"/>
                    <a:pt x="58148" y="48518"/>
                    <a:pt x="58788" y="49157"/>
                  </a:cubicBezTo>
                  <a:cubicBezTo>
                    <a:pt x="59426" y="49795"/>
                    <a:pt x="60065" y="50433"/>
                    <a:pt x="60065" y="51072"/>
                  </a:cubicBezTo>
                  <a:cubicBezTo>
                    <a:pt x="60065" y="51710"/>
                    <a:pt x="60704" y="52349"/>
                    <a:pt x="60704" y="53625"/>
                  </a:cubicBezTo>
                  <a:cubicBezTo>
                    <a:pt x="60704" y="55541"/>
                    <a:pt x="60065" y="57456"/>
                    <a:pt x="58788" y="58094"/>
                  </a:cubicBezTo>
                  <a:close/>
                  <a:moveTo>
                    <a:pt x="58788" y="28089"/>
                  </a:moveTo>
                  <a:cubicBezTo>
                    <a:pt x="57509" y="29366"/>
                    <a:pt x="56231" y="30005"/>
                    <a:pt x="54314" y="30005"/>
                  </a:cubicBezTo>
                  <a:cubicBezTo>
                    <a:pt x="50481" y="30005"/>
                    <a:pt x="47925" y="26813"/>
                    <a:pt x="47925" y="23621"/>
                  </a:cubicBezTo>
                  <a:cubicBezTo>
                    <a:pt x="47925" y="22982"/>
                    <a:pt x="47925" y="21706"/>
                    <a:pt x="48564" y="21067"/>
                  </a:cubicBezTo>
                  <a:cubicBezTo>
                    <a:pt x="49203" y="20429"/>
                    <a:pt x="49203" y="19790"/>
                    <a:pt x="49842" y="19152"/>
                  </a:cubicBezTo>
                  <a:cubicBezTo>
                    <a:pt x="49842" y="19152"/>
                    <a:pt x="50481" y="18514"/>
                    <a:pt x="50481" y="18514"/>
                  </a:cubicBezTo>
                  <a:cubicBezTo>
                    <a:pt x="51119" y="18514"/>
                    <a:pt x="51119" y="17875"/>
                    <a:pt x="51759" y="17875"/>
                  </a:cubicBezTo>
                  <a:cubicBezTo>
                    <a:pt x="52398" y="17875"/>
                    <a:pt x="52398" y="17875"/>
                    <a:pt x="53036" y="17237"/>
                  </a:cubicBezTo>
                  <a:cubicBezTo>
                    <a:pt x="54954" y="16598"/>
                    <a:pt x="57509" y="17237"/>
                    <a:pt x="58788" y="19152"/>
                  </a:cubicBezTo>
                  <a:cubicBezTo>
                    <a:pt x="59426" y="19790"/>
                    <a:pt x="60065" y="20429"/>
                    <a:pt x="60065" y="21067"/>
                  </a:cubicBezTo>
                  <a:cubicBezTo>
                    <a:pt x="61343" y="23621"/>
                    <a:pt x="60704" y="26174"/>
                    <a:pt x="58788" y="28089"/>
                  </a:cubicBezTo>
                  <a:lnTo>
                    <a:pt x="58788" y="28089"/>
                  </a:lnTo>
                  <a:close/>
                  <a:moveTo>
                    <a:pt x="89459" y="88737"/>
                  </a:moveTo>
                  <a:cubicBezTo>
                    <a:pt x="88820" y="89376"/>
                    <a:pt x="88181" y="90014"/>
                    <a:pt x="87542" y="90014"/>
                  </a:cubicBezTo>
                  <a:cubicBezTo>
                    <a:pt x="86903" y="90014"/>
                    <a:pt x="85625" y="90653"/>
                    <a:pt x="84986" y="90653"/>
                  </a:cubicBezTo>
                  <a:cubicBezTo>
                    <a:pt x="81152" y="90653"/>
                    <a:pt x="78596" y="88099"/>
                    <a:pt x="78596" y="84269"/>
                  </a:cubicBezTo>
                  <a:cubicBezTo>
                    <a:pt x="78596" y="82353"/>
                    <a:pt x="79235" y="81077"/>
                    <a:pt x="80513" y="79800"/>
                  </a:cubicBezTo>
                  <a:cubicBezTo>
                    <a:pt x="81152" y="79161"/>
                    <a:pt x="81791" y="78523"/>
                    <a:pt x="82430" y="78523"/>
                  </a:cubicBezTo>
                  <a:cubicBezTo>
                    <a:pt x="83708" y="77885"/>
                    <a:pt x="85625" y="77885"/>
                    <a:pt x="87542" y="78523"/>
                  </a:cubicBezTo>
                  <a:cubicBezTo>
                    <a:pt x="88181" y="78523"/>
                    <a:pt x="88181" y="79161"/>
                    <a:pt x="88820" y="79161"/>
                  </a:cubicBezTo>
                  <a:lnTo>
                    <a:pt x="89459" y="79800"/>
                  </a:lnTo>
                  <a:cubicBezTo>
                    <a:pt x="90737" y="81077"/>
                    <a:pt x="91376" y="82353"/>
                    <a:pt x="91376" y="84269"/>
                  </a:cubicBezTo>
                  <a:cubicBezTo>
                    <a:pt x="91376" y="85545"/>
                    <a:pt x="90737" y="87461"/>
                    <a:pt x="89459" y="88737"/>
                  </a:cubicBezTo>
                  <a:lnTo>
                    <a:pt x="89459" y="88737"/>
                  </a:lnTo>
                  <a:close/>
                  <a:moveTo>
                    <a:pt x="89459" y="58094"/>
                  </a:moveTo>
                  <a:cubicBezTo>
                    <a:pt x="88820" y="58733"/>
                    <a:pt x="88181" y="59371"/>
                    <a:pt x="87542" y="59371"/>
                  </a:cubicBezTo>
                  <a:cubicBezTo>
                    <a:pt x="86903" y="60009"/>
                    <a:pt x="85625" y="60009"/>
                    <a:pt x="84986" y="60009"/>
                  </a:cubicBezTo>
                  <a:cubicBezTo>
                    <a:pt x="84347" y="60009"/>
                    <a:pt x="83069" y="60009"/>
                    <a:pt x="82430" y="59371"/>
                  </a:cubicBezTo>
                  <a:cubicBezTo>
                    <a:pt x="81791" y="58733"/>
                    <a:pt x="81152" y="58733"/>
                    <a:pt x="80513" y="58094"/>
                  </a:cubicBezTo>
                  <a:cubicBezTo>
                    <a:pt x="79235" y="56817"/>
                    <a:pt x="78596" y="55541"/>
                    <a:pt x="78596" y="53625"/>
                  </a:cubicBezTo>
                  <a:cubicBezTo>
                    <a:pt x="78596" y="52987"/>
                    <a:pt x="78596" y="51710"/>
                    <a:pt x="79235" y="51072"/>
                  </a:cubicBezTo>
                  <a:cubicBezTo>
                    <a:pt x="79235" y="50433"/>
                    <a:pt x="79874" y="49795"/>
                    <a:pt x="80513" y="49157"/>
                  </a:cubicBezTo>
                  <a:cubicBezTo>
                    <a:pt x="80513" y="48518"/>
                    <a:pt x="81152" y="48518"/>
                    <a:pt x="81152" y="48518"/>
                  </a:cubicBezTo>
                  <a:lnTo>
                    <a:pt x="82430" y="47880"/>
                  </a:lnTo>
                  <a:cubicBezTo>
                    <a:pt x="83069" y="47880"/>
                    <a:pt x="83069" y="47880"/>
                    <a:pt x="83708" y="47880"/>
                  </a:cubicBezTo>
                  <a:cubicBezTo>
                    <a:pt x="84347" y="47880"/>
                    <a:pt x="85625" y="47880"/>
                    <a:pt x="86264" y="47880"/>
                  </a:cubicBezTo>
                  <a:cubicBezTo>
                    <a:pt x="86903" y="47880"/>
                    <a:pt x="86903" y="47880"/>
                    <a:pt x="87542" y="47880"/>
                  </a:cubicBezTo>
                  <a:lnTo>
                    <a:pt x="88820" y="48518"/>
                  </a:lnTo>
                  <a:lnTo>
                    <a:pt x="89459" y="49157"/>
                  </a:lnTo>
                  <a:cubicBezTo>
                    <a:pt x="90098" y="49795"/>
                    <a:pt x="90737" y="50433"/>
                    <a:pt x="90737" y="51072"/>
                  </a:cubicBezTo>
                  <a:cubicBezTo>
                    <a:pt x="90737" y="51710"/>
                    <a:pt x="91376" y="52349"/>
                    <a:pt x="91376" y="53625"/>
                  </a:cubicBezTo>
                  <a:cubicBezTo>
                    <a:pt x="91376" y="55541"/>
                    <a:pt x="90737" y="57456"/>
                    <a:pt x="89459" y="58094"/>
                  </a:cubicBezTo>
                  <a:lnTo>
                    <a:pt x="89459" y="58094"/>
                  </a:lnTo>
                  <a:close/>
                  <a:moveTo>
                    <a:pt x="89459" y="28089"/>
                  </a:moveTo>
                  <a:cubicBezTo>
                    <a:pt x="88181" y="29366"/>
                    <a:pt x="86903" y="30005"/>
                    <a:pt x="84986" y="30005"/>
                  </a:cubicBezTo>
                  <a:cubicBezTo>
                    <a:pt x="84347" y="30005"/>
                    <a:pt x="83069" y="30005"/>
                    <a:pt x="82430" y="29366"/>
                  </a:cubicBezTo>
                  <a:cubicBezTo>
                    <a:pt x="81791" y="29366"/>
                    <a:pt x="81152" y="28728"/>
                    <a:pt x="80513" y="28089"/>
                  </a:cubicBezTo>
                  <a:cubicBezTo>
                    <a:pt x="77957" y="25536"/>
                    <a:pt x="77957" y="21706"/>
                    <a:pt x="80513" y="19152"/>
                  </a:cubicBezTo>
                  <a:cubicBezTo>
                    <a:pt x="80513" y="19152"/>
                    <a:pt x="80513" y="19152"/>
                    <a:pt x="80513" y="19152"/>
                  </a:cubicBezTo>
                  <a:cubicBezTo>
                    <a:pt x="81152" y="18514"/>
                    <a:pt x="81791" y="17875"/>
                    <a:pt x="82430" y="17875"/>
                  </a:cubicBezTo>
                  <a:cubicBezTo>
                    <a:pt x="83708" y="17237"/>
                    <a:pt x="85625" y="17237"/>
                    <a:pt x="87542" y="17875"/>
                  </a:cubicBezTo>
                  <a:cubicBezTo>
                    <a:pt x="88181" y="17875"/>
                    <a:pt x="88820" y="18514"/>
                    <a:pt x="89459" y="19152"/>
                  </a:cubicBezTo>
                  <a:cubicBezTo>
                    <a:pt x="90098" y="19790"/>
                    <a:pt x="90737" y="20429"/>
                    <a:pt x="90737" y="21067"/>
                  </a:cubicBezTo>
                  <a:cubicBezTo>
                    <a:pt x="92015" y="23621"/>
                    <a:pt x="91376" y="26174"/>
                    <a:pt x="89459" y="28089"/>
                  </a:cubicBezTo>
                  <a:close/>
                  <a:moveTo>
                    <a:pt x="171250" y="49157"/>
                  </a:moveTo>
                  <a:cubicBezTo>
                    <a:pt x="171889" y="48518"/>
                    <a:pt x="172528" y="47880"/>
                    <a:pt x="173167" y="47880"/>
                  </a:cubicBezTo>
                  <a:cubicBezTo>
                    <a:pt x="175723" y="46603"/>
                    <a:pt x="178279" y="47241"/>
                    <a:pt x="180196" y="49157"/>
                  </a:cubicBezTo>
                  <a:cubicBezTo>
                    <a:pt x="180835" y="49795"/>
                    <a:pt x="181474" y="50433"/>
                    <a:pt x="181474" y="51072"/>
                  </a:cubicBezTo>
                  <a:cubicBezTo>
                    <a:pt x="181474" y="51710"/>
                    <a:pt x="182113" y="52349"/>
                    <a:pt x="182113" y="53625"/>
                  </a:cubicBezTo>
                  <a:cubicBezTo>
                    <a:pt x="182113" y="55541"/>
                    <a:pt x="181474" y="56817"/>
                    <a:pt x="180196" y="58094"/>
                  </a:cubicBezTo>
                  <a:cubicBezTo>
                    <a:pt x="179557" y="58733"/>
                    <a:pt x="178918" y="59371"/>
                    <a:pt x="178279" y="59371"/>
                  </a:cubicBezTo>
                  <a:cubicBezTo>
                    <a:pt x="177640" y="60009"/>
                    <a:pt x="177001" y="60009"/>
                    <a:pt x="175723" y="60009"/>
                  </a:cubicBezTo>
                  <a:cubicBezTo>
                    <a:pt x="173806" y="60009"/>
                    <a:pt x="172528" y="59371"/>
                    <a:pt x="171250" y="58094"/>
                  </a:cubicBezTo>
                  <a:cubicBezTo>
                    <a:pt x="169972" y="56817"/>
                    <a:pt x="169333" y="55541"/>
                    <a:pt x="169333" y="53625"/>
                  </a:cubicBezTo>
                  <a:cubicBezTo>
                    <a:pt x="169333" y="52349"/>
                    <a:pt x="169972" y="50433"/>
                    <a:pt x="171250" y="49157"/>
                  </a:cubicBezTo>
                  <a:lnTo>
                    <a:pt x="171250" y="49157"/>
                  </a:lnTo>
                  <a:close/>
                  <a:moveTo>
                    <a:pt x="119492" y="88737"/>
                  </a:moveTo>
                  <a:cubicBezTo>
                    <a:pt x="117575" y="90653"/>
                    <a:pt x="115019" y="91291"/>
                    <a:pt x="112463" y="90014"/>
                  </a:cubicBezTo>
                  <a:cubicBezTo>
                    <a:pt x="111824" y="89376"/>
                    <a:pt x="111185" y="89376"/>
                    <a:pt x="110546" y="88737"/>
                  </a:cubicBezTo>
                  <a:cubicBezTo>
                    <a:pt x="109268" y="87461"/>
                    <a:pt x="108629" y="86184"/>
                    <a:pt x="108629" y="84269"/>
                  </a:cubicBezTo>
                  <a:cubicBezTo>
                    <a:pt x="108629" y="83630"/>
                    <a:pt x="108629" y="82353"/>
                    <a:pt x="109268" y="81715"/>
                  </a:cubicBezTo>
                  <a:cubicBezTo>
                    <a:pt x="109268" y="81077"/>
                    <a:pt x="109907" y="80438"/>
                    <a:pt x="110546" y="79800"/>
                  </a:cubicBezTo>
                  <a:cubicBezTo>
                    <a:pt x="113102" y="77246"/>
                    <a:pt x="116936" y="77246"/>
                    <a:pt x="119492" y="79800"/>
                  </a:cubicBezTo>
                  <a:cubicBezTo>
                    <a:pt x="120131" y="80438"/>
                    <a:pt x="120770" y="81077"/>
                    <a:pt x="120770" y="81715"/>
                  </a:cubicBezTo>
                  <a:cubicBezTo>
                    <a:pt x="121409" y="82353"/>
                    <a:pt x="121409" y="82992"/>
                    <a:pt x="121409" y="84269"/>
                  </a:cubicBezTo>
                  <a:cubicBezTo>
                    <a:pt x="121409" y="85545"/>
                    <a:pt x="120770" y="87461"/>
                    <a:pt x="119492" y="88737"/>
                  </a:cubicBezTo>
                  <a:lnTo>
                    <a:pt x="119492" y="88737"/>
                  </a:lnTo>
                  <a:close/>
                  <a:moveTo>
                    <a:pt x="108629" y="53625"/>
                  </a:moveTo>
                  <a:cubicBezTo>
                    <a:pt x="108629" y="52987"/>
                    <a:pt x="108629" y="51710"/>
                    <a:pt x="109268" y="51072"/>
                  </a:cubicBezTo>
                  <a:cubicBezTo>
                    <a:pt x="109907" y="49795"/>
                    <a:pt x="111185" y="48518"/>
                    <a:pt x="112463" y="47880"/>
                  </a:cubicBezTo>
                  <a:cubicBezTo>
                    <a:pt x="113741" y="47241"/>
                    <a:pt x="115019" y="47241"/>
                    <a:pt x="116297" y="47880"/>
                  </a:cubicBezTo>
                  <a:cubicBezTo>
                    <a:pt x="116936" y="47880"/>
                    <a:pt x="116936" y="47880"/>
                    <a:pt x="117575" y="47880"/>
                  </a:cubicBezTo>
                  <a:lnTo>
                    <a:pt x="118853" y="48518"/>
                  </a:lnTo>
                  <a:cubicBezTo>
                    <a:pt x="119492" y="48518"/>
                    <a:pt x="119492" y="49157"/>
                    <a:pt x="119492" y="49157"/>
                  </a:cubicBezTo>
                  <a:cubicBezTo>
                    <a:pt x="120131" y="49795"/>
                    <a:pt x="120770" y="50433"/>
                    <a:pt x="120770" y="51072"/>
                  </a:cubicBezTo>
                  <a:cubicBezTo>
                    <a:pt x="120770" y="51710"/>
                    <a:pt x="121409" y="52349"/>
                    <a:pt x="121409" y="53625"/>
                  </a:cubicBezTo>
                  <a:cubicBezTo>
                    <a:pt x="121409" y="55541"/>
                    <a:pt x="120770" y="56817"/>
                    <a:pt x="119492" y="58094"/>
                  </a:cubicBezTo>
                  <a:cubicBezTo>
                    <a:pt x="116936" y="60648"/>
                    <a:pt x="113102" y="60648"/>
                    <a:pt x="110546" y="58094"/>
                  </a:cubicBezTo>
                  <a:cubicBezTo>
                    <a:pt x="109268" y="57456"/>
                    <a:pt x="108629" y="55541"/>
                    <a:pt x="108629" y="53625"/>
                  </a:cubicBezTo>
                  <a:lnTo>
                    <a:pt x="108629" y="53625"/>
                  </a:lnTo>
                  <a:close/>
                  <a:moveTo>
                    <a:pt x="120770" y="26174"/>
                  </a:moveTo>
                  <a:cubicBezTo>
                    <a:pt x="120131" y="26813"/>
                    <a:pt x="120131" y="27451"/>
                    <a:pt x="119492" y="28089"/>
                  </a:cubicBezTo>
                  <a:cubicBezTo>
                    <a:pt x="118853" y="28728"/>
                    <a:pt x="118214" y="29366"/>
                    <a:pt x="117575" y="29366"/>
                  </a:cubicBezTo>
                  <a:cubicBezTo>
                    <a:pt x="116936" y="30005"/>
                    <a:pt x="116297" y="30005"/>
                    <a:pt x="115019" y="30005"/>
                  </a:cubicBezTo>
                  <a:cubicBezTo>
                    <a:pt x="113102" y="30005"/>
                    <a:pt x="111824" y="29366"/>
                    <a:pt x="110546" y="28089"/>
                  </a:cubicBezTo>
                  <a:cubicBezTo>
                    <a:pt x="109907" y="27451"/>
                    <a:pt x="109268" y="26813"/>
                    <a:pt x="109268" y="26174"/>
                  </a:cubicBezTo>
                  <a:cubicBezTo>
                    <a:pt x="108629" y="25536"/>
                    <a:pt x="108629" y="24897"/>
                    <a:pt x="108629" y="23621"/>
                  </a:cubicBezTo>
                  <a:cubicBezTo>
                    <a:pt x="108629" y="21706"/>
                    <a:pt x="109268" y="20429"/>
                    <a:pt x="110546" y="19152"/>
                  </a:cubicBezTo>
                  <a:cubicBezTo>
                    <a:pt x="111185" y="18514"/>
                    <a:pt x="111824" y="17875"/>
                    <a:pt x="112463" y="17875"/>
                  </a:cubicBezTo>
                  <a:cubicBezTo>
                    <a:pt x="113741" y="17237"/>
                    <a:pt x="115658" y="17237"/>
                    <a:pt x="117575" y="17875"/>
                  </a:cubicBezTo>
                  <a:cubicBezTo>
                    <a:pt x="118214" y="17875"/>
                    <a:pt x="118853" y="18514"/>
                    <a:pt x="119492" y="19152"/>
                  </a:cubicBezTo>
                  <a:cubicBezTo>
                    <a:pt x="120770" y="20429"/>
                    <a:pt x="121409" y="21706"/>
                    <a:pt x="121409" y="23621"/>
                  </a:cubicBezTo>
                  <a:cubicBezTo>
                    <a:pt x="121409" y="24259"/>
                    <a:pt x="121409" y="24897"/>
                    <a:pt x="120770" y="26174"/>
                  </a:cubicBezTo>
                  <a:lnTo>
                    <a:pt x="120770" y="26174"/>
                  </a:lnTo>
                  <a:close/>
                  <a:moveTo>
                    <a:pt x="150164" y="88737"/>
                  </a:moveTo>
                  <a:cubicBezTo>
                    <a:pt x="147608" y="91291"/>
                    <a:pt x="143774" y="91291"/>
                    <a:pt x="141218" y="88737"/>
                  </a:cubicBezTo>
                  <a:cubicBezTo>
                    <a:pt x="139940" y="87461"/>
                    <a:pt x="139301" y="86184"/>
                    <a:pt x="139301" y="84269"/>
                  </a:cubicBezTo>
                  <a:cubicBezTo>
                    <a:pt x="139301" y="80438"/>
                    <a:pt x="141857" y="77885"/>
                    <a:pt x="145691" y="77885"/>
                  </a:cubicBezTo>
                  <a:cubicBezTo>
                    <a:pt x="149525" y="77885"/>
                    <a:pt x="152081" y="80438"/>
                    <a:pt x="152081" y="84269"/>
                  </a:cubicBezTo>
                  <a:cubicBezTo>
                    <a:pt x="152081" y="85545"/>
                    <a:pt x="151442" y="87461"/>
                    <a:pt x="150164" y="88737"/>
                  </a:cubicBezTo>
                  <a:lnTo>
                    <a:pt x="150164" y="88737"/>
                  </a:lnTo>
                  <a:close/>
                  <a:moveTo>
                    <a:pt x="150164" y="58094"/>
                  </a:moveTo>
                  <a:cubicBezTo>
                    <a:pt x="147608" y="60648"/>
                    <a:pt x="143774" y="60648"/>
                    <a:pt x="141218" y="58094"/>
                  </a:cubicBezTo>
                  <a:cubicBezTo>
                    <a:pt x="139940" y="56817"/>
                    <a:pt x="139301" y="55541"/>
                    <a:pt x="139301" y="53625"/>
                  </a:cubicBezTo>
                  <a:cubicBezTo>
                    <a:pt x="139301" y="52987"/>
                    <a:pt x="139301" y="51710"/>
                    <a:pt x="139940" y="51072"/>
                  </a:cubicBezTo>
                  <a:cubicBezTo>
                    <a:pt x="140579" y="50433"/>
                    <a:pt x="140579" y="49795"/>
                    <a:pt x="141218" y="49157"/>
                  </a:cubicBezTo>
                  <a:cubicBezTo>
                    <a:pt x="141857" y="48518"/>
                    <a:pt x="142496" y="47880"/>
                    <a:pt x="143135" y="47880"/>
                  </a:cubicBezTo>
                  <a:cubicBezTo>
                    <a:pt x="144413" y="47241"/>
                    <a:pt x="146330" y="47241"/>
                    <a:pt x="148247" y="47880"/>
                  </a:cubicBezTo>
                  <a:cubicBezTo>
                    <a:pt x="148886" y="47880"/>
                    <a:pt x="149525" y="48518"/>
                    <a:pt x="150164" y="49157"/>
                  </a:cubicBezTo>
                  <a:cubicBezTo>
                    <a:pt x="151442" y="50433"/>
                    <a:pt x="152081" y="51710"/>
                    <a:pt x="152081" y="53625"/>
                  </a:cubicBezTo>
                  <a:cubicBezTo>
                    <a:pt x="152081" y="55541"/>
                    <a:pt x="151442" y="57456"/>
                    <a:pt x="150164" y="58094"/>
                  </a:cubicBezTo>
                  <a:lnTo>
                    <a:pt x="150164" y="58094"/>
                  </a:lnTo>
                  <a:close/>
                  <a:moveTo>
                    <a:pt x="150164" y="28089"/>
                  </a:moveTo>
                  <a:cubicBezTo>
                    <a:pt x="148886" y="29366"/>
                    <a:pt x="147608" y="30005"/>
                    <a:pt x="145691" y="30005"/>
                  </a:cubicBezTo>
                  <a:cubicBezTo>
                    <a:pt x="143774" y="30005"/>
                    <a:pt x="142496" y="29366"/>
                    <a:pt x="141218" y="28089"/>
                  </a:cubicBezTo>
                  <a:cubicBezTo>
                    <a:pt x="138662" y="25536"/>
                    <a:pt x="138662" y="21706"/>
                    <a:pt x="141218" y="19152"/>
                  </a:cubicBezTo>
                  <a:cubicBezTo>
                    <a:pt x="141218" y="19152"/>
                    <a:pt x="141218" y="19152"/>
                    <a:pt x="141218" y="19152"/>
                  </a:cubicBezTo>
                  <a:cubicBezTo>
                    <a:pt x="141857" y="18514"/>
                    <a:pt x="142496" y="17875"/>
                    <a:pt x="143135" y="17875"/>
                  </a:cubicBezTo>
                  <a:cubicBezTo>
                    <a:pt x="145691" y="16598"/>
                    <a:pt x="148247" y="17237"/>
                    <a:pt x="150164" y="19152"/>
                  </a:cubicBezTo>
                  <a:cubicBezTo>
                    <a:pt x="150803" y="19790"/>
                    <a:pt x="151442" y="20429"/>
                    <a:pt x="151442" y="21067"/>
                  </a:cubicBezTo>
                  <a:cubicBezTo>
                    <a:pt x="152081" y="23621"/>
                    <a:pt x="151442" y="26174"/>
                    <a:pt x="150164" y="28089"/>
                  </a:cubicBezTo>
                  <a:lnTo>
                    <a:pt x="150164" y="28089"/>
                  </a:lnTo>
                  <a:close/>
                  <a:moveTo>
                    <a:pt x="180196" y="88737"/>
                  </a:moveTo>
                  <a:cubicBezTo>
                    <a:pt x="177640" y="91291"/>
                    <a:pt x="173806" y="91291"/>
                    <a:pt x="171250" y="88737"/>
                  </a:cubicBezTo>
                  <a:cubicBezTo>
                    <a:pt x="169972" y="87461"/>
                    <a:pt x="169333" y="86184"/>
                    <a:pt x="169333" y="84269"/>
                  </a:cubicBezTo>
                  <a:cubicBezTo>
                    <a:pt x="169333" y="83630"/>
                    <a:pt x="169333" y="82353"/>
                    <a:pt x="169972" y="81715"/>
                  </a:cubicBezTo>
                  <a:cubicBezTo>
                    <a:pt x="170611" y="81077"/>
                    <a:pt x="170611" y="80438"/>
                    <a:pt x="171250" y="79800"/>
                  </a:cubicBezTo>
                  <a:cubicBezTo>
                    <a:pt x="171250" y="79800"/>
                    <a:pt x="171889" y="79161"/>
                    <a:pt x="171889" y="79161"/>
                  </a:cubicBezTo>
                  <a:cubicBezTo>
                    <a:pt x="172528" y="79161"/>
                    <a:pt x="172528" y="78523"/>
                    <a:pt x="173167" y="78523"/>
                  </a:cubicBezTo>
                  <a:cubicBezTo>
                    <a:pt x="173806" y="78523"/>
                    <a:pt x="173806" y="78523"/>
                    <a:pt x="174445" y="77885"/>
                  </a:cubicBezTo>
                  <a:cubicBezTo>
                    <a:pt x="175723" y="77885"/>
                    <a:pt x="177001" y="77885"/>
                    <a:pt x="178279" y="78523"/>
                  </a:cubicBezTo>
                  <a:cubicBezTo>
                    <a:pt x="178918" y="79161"/>
                    <a:pt x="179557" y="79161"/>
                    <a:pt x="180196" y="79800"/>
                  </a:cubicBezTo>
                  <a:cubicBezTo>
                    <a:pt x="180835" y="80438"/>
                    <a:pt x="181474" y="81077"/>
                    <a:pt x="181474" y="81715"/>
                  </a:cubicBezTo>
                  <a:cubicBezTo>
                    <a:pt x="182113" y="82353"/>
                    <a:pt x="182113" y="82992"/>
                    <a:pt x="182113" y="84269"/>
                  </a:cubicBezTo>
                  <a:cubicBezTo>
                    <a:pt x="182113" y="85545"/>
                    <a:pt x="181474" y="87461"/>
                    <a:pt x="180196" y="88737"/>
                  </a:cubicBezTo>
                  <a:lnTo>
                    <a:pt x="180196" y="88737"/>
                  </a:lnTo>
                  <a:close/>
                </a:path>
              </a:pathLst>
            </a:custGeom>
            <a:grpFill/>
            <a:ln w="6390" cap="flat">
              <a:noFill/>
              <a:prstDash val="solid"/>
              <a:miter/>
            </a:ln>
          </p:spPr>
          <p:txBody>
            <a:bodyPr rtlCol="0" anchor="ctr"/>
            <a:lstStyle/>
            <a:p>
              <a:endParaRPr lang="en-US"/>
            </a:p>
          </p:txBody>
        </p:sp>
        <p:sp>
          <p:nvSpPr>
            <p:cNvPr id="143" name="Graphic 4">
              <a:extLst>
                <a:ext uri="{FF2B5EF4-FFF2-40B4-BE49-F238E27FC236}">
                  <a16:creationId xmlns:a16="http://schemas.microsoft.com/office/drawing/2014/main" id="{F3504590-E150-43C5-81F5-5335FEE5725A}"/>
                </a:ext>
              </a:extLst>
            </p:cNvPr>
            <p:cNvSpPr/>
            <p:nvPr/>
          </p:nvSpPr>
          <p:spPr>
            <a:xfrm>
              <a:off x="1092679" y="1969621"/>
              <a:ext cx="32588" cy="17236"/>
            </a:xfrm>
            <a:custGeom>
              <a:avLst/>
              <a:gdLst>
                <a:gd name="connsiteX0" fmla="*/ 0 w 32588"/>
                <a:gd name="connsiteY0" fmla="*/ 0 h 17236"/>
                <a:gd name="connsiteX1" fmla="*/ 32589 w 32588"/>
                <a:gd name="connsiteY1" fmla="*/ 0 h 17236"/>
                <a:gd name="connsiteX2" fmla="*/ 32589 w 32588"/>
                <a:gd name="connsiteY2" fmla="*/ 17237 h 17236"/>
                <a:gd name="connsiteX3" fmla="*/ 0 w 32588"/>
                <a:gd name="connsiteY3" fmla="*/ 17237 h 17236"/>
              </a:gdLst>
              <a:ahLst/>
              <a:cxnLst>
                <a:cxn ang="0">
                  <a:pos x="connsiteX0" y="connsiteY0"/>
                </a:cxn>
                <a:cxn ang="0">
                  <a:pos x="connsiteX1" y="connsiteY1"/>
                </a:cxn>
                <a:cxn ang="0">
                  <a:pos x="connsiteX2" y="connsiteY2"/>
                </a:cxn>
                <a:cxn ang="0">
                  <a:pos x="connsiteX3" y="connsiteY3"/>
                </a:cxn>
              </a:cxnLst>
              <a:rect l="l" t="t" r="r" b="b"/>
              <a:pathLst>
                <a:path w="32588" h="17236">
                  <a:moveTo>
                    <a:pt x="0" y="0"/>
                  </a:moveTo>
                  <a:lnTo>
                    <a:pt x="32589" y="0"/>
                  </a:lnTo>
                  <a:lnTo>
                    <a:pt x="32589" y="17237"/>
                  </a:lnTo>
                  <a:lnTo>
                    <a:pt x="0" y="17237"/>
                  </a:lnTo>
                  <a:close/>
                </a:path>
              </a:pathLst>
            </a:custGeom>
            <a:grpFill/>
            <a:ln w="6390" cap="flat">
              <a:noFill/>
              <a:prstDash val="solid"/>
              <a:miter/>
            </a:ln>
          </p:spPr>
          <p:txBody>
            <a:bodyPr rtlCol="0" anchor="ctr"/>
            <a:lstStyle/>
            <a:p>
              <a:endParaRPr lang="en-US"/>
            </a:p>
          </p:txBody>
        </p:sp>
        <p:sp>
          <p:nvSpPr>
            <p:cNvPr id="144" name="Graphic 4">
              <a:extLst>
                <a:ext uri="{FF2B5EF4-FFF2-40B4-BE49-F238E27FC236}">
                  <a16:creationId xmlns:a16="http://schemas.microsoft.com/office/drawing/2014/main" id="{702B5540-7FB1-4DCF-BCFC-AE43EB4DBE7B}"/>
                </a:ext>
              </a:extLst>
            </p:cNvPr>
            <p:cNvSpPr/>
            <p:nvPr/>
          </p:nvSpPr>
          <p:spPr>
            <a:xfrm>
              <a:off x="905454" y="1885990"/>
              <a:ext cx="362309" cy="362610"/>
            </a:xfrm>
            <a:custGeom>
              <a:avLst/>
              <a:gdLst>
                <a:gd name="connsiteX0" fmla="*/ 180835 w 362309"/>
                <a:gd name="connsiteY0" fmla="*/ 0 h 362610"/>
                <a:gd name="connsiteX1" fmla="*/ 0 w 362309"/>
                <a:gd name="connsiteY1" fmla="*/ 181305 h 362610"/>
                <a:gd name="connsiteX2" fmla="*/ 180835 w 362309"/>
                <a:gd name="connsiteY2" fmla="*/ 362610 h 362610"/>
                <a:gd name="connsiteX3" fmla="*/ 362309 w 362309"/>
                <a:gd name="connsiteY3" fmla="*/ 181305 h 362610"/>
                <a:gd name="connsiteX4" fmla="*/ 180835 w 362309"/>
                <a:gd name="connsiteY4" fmla="*/ 0 h 362610"/>
                <a:gd name="connsiteX5" fmla="*/ 180835 w 362309"/>
                <a:gd name="connsiteY5" fmla="*/ 0 h 362610"/>
                <a:gd name="connsiteX6" fmla="*/ 293298 w 362309"/>
                <a:gd name="connsiteY6" fmla="*/ 258551 h 362610"/>
                <a:gd name="connsiteX7" fmla="*/ 286908 w 362309"/>
                <a:gd name="connsiteY7" fmla="*/ 264935 h 362610"/>
                <a:gd name="connsiteX8" fmla="*/ 75401 w 362309"/>
                <a:gd name="connsiteY8" fmla="*/ 264935 h 362610"/>
                <a:gd name="connsiteX9" fmla="*/ 69011 w 362309"/>
                <a:gd name="connsiteY9" fmla="*/ 258551 h 362610"/>
                <a:gd name="connsiteX10" fmla="*/ 69011 w 362309"/>
                <a:gd name="connsiteY10" fmla="*/ 160238 h 362610"/>
                <a:gd name="connsiteX11" fmla="*/ 75401 w 362309"/>
                <a:gd name="connsiteY11" fmla="*/ 153854 h 362610"/>
                <a:gd name="connsiteX12" fmla="*/ 92015 w 362309"/>
                <a:gd name="connsiteY12" fmla="*/ 153854 h 362610"/>
                <a:gd name="connsiteX13" fmla="*/ 92015 w 362309"/>
                <a:gd name="connsiteY13" fmla="*/ 137894 h 362610"/>
                <a:gd name="connsiteX14" fmla="*/ 98405 w 362309"/>
                <a:gd name="connsiteY14" fmla="*/ 131510 h 362610"/>
                <a:gd name="connsiteX15" fmla="*/ 175084 w 362309"/>
                <a:gd name="connsiteY15" fmla="*/ 131510 h 362610"/>
                <a:gd name="connsiteX16" fmla="*/ 175084 w 362309"/>
                <a:gd name="connsiteY16" fmla="*/ 77246 h 362610"/>
                <a:gd name="connsiteX17" fmla="*/ 181474 w 362309"/>
                <a:gd name="connsiteY17" fmla="*/ 70862 h 362610"/>
                <a:gd name="connsiteX18" fmla="*/ 226843 w 362309"/>
                <a:gd name="connsiteY18" fmla="*/ 70862 h 362610"/>
                <a:gd name="connsiteX19" fmla="*/ 233233 w 362309"/>
                <a:gd name="connsiteY19" fmla="*/ 77246 h 362610"/>
                <a:gd name="connsiteX20" fmla="*/ 233233 w 362309"/>
                <a:gd name="connsiteY20" fmla="*/ 107251 h 362610"/>
                <a:gd name="connsiteX21" fmla="*/ 226843 w 362309"/>
                <a:gd name="connsiteY21" fmla="*/ 113635 h 362610"/>
                <a:gd name="connsiteX22" fmla="*/ 187225 w 362309"/>
                <a:gd name="connsiteY22" fmla="*/ 113635 h 362610"/>
                <a:gd name="connsiteX23" fmla="*/ 187225 w 362309"/>
                <a:gd name="connsiteY23" fmla="*/ 131510 h 362610"/>
                <a:gd name="connsiteX24" fmla="*/ 263904 w 362309"/>
                <a:gd name="connsiteY24" fmla="*/ 131510 h 362610"/>
                <a:gd name="connsiteX25" fmla="*/ 270294 w 362309"/>
                <a:gd name="connsiteY25" fmla="*/ 137894 h 362610"/>
                <a:gd name="connsiteX26" fmla="*/ 270294 w 362309"/>
                <a:gd name="connsiteY26" fmla="*/ 153854 h 362610"/>
                <a:gd name="connsiteX27" fmla="*/ 286908 w 362309"/>
                <a:gd name="connsiteY27" fmla="*/ 153854 h 362610"/>
                <a:gd name="connsiteX28" fmla="*/ 293298 w 362309"/>
                <a:gd name="connsiteY28" fmla="*/ 160238 h 362610"/>
                <a:gd name="connsiteX29" fmla="*/ 293298 w 362309"/>
                <a:gd name="connsiteY29" fmla="*/ 258551 h 362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62309" h="362610">
                  <a:moveTo>
                    <a:pt x="180835" y="0"/>
                  </a:moveTo>
                  <a:cubicBezTo>
                    <a:pt x="80513" y="0"/>
                    <a:pt x="0" y="81077"/>
                    <a:pt x="0" y="181305"/>
                  </a:cubicBezTo>
                  <a:cubicBezTo>
                    <a:pt x="0" y="281534"/>
                    <a:pt x="81152" y="362610"/>
                    <a:pt x="180835" y="362610"/>
                  </a:cubicBezTo>
                  <a:cubicBezTo>
                    <a:pt x="280518" y="362610"/>
                    <a:pt x="362309" y="281534"/>
                    <a:pt x="362309" y="181305"/>
                  </a:cubicBezTo>
                  <a:cubicBezTo>
                    <a:pt x="362309" y="80438"/>
                    <a:pt x="281157" y="0"/>
                    <a:pt x="180835" y="0"/>
                  </a:cubicBezTo>
                  <a:cubicBezTo>
                    <a:pt x="180835" y="0"/>
                    <a:pt x="180835" y="0"/>
                    <a:pt x="180835" y="0"/>
                  </a:cubicBezTo>
                  <a:close/>
                  <a:moveTo>
                    <a:pt x="293298" y="258551"/>
                  </a:moveTo>
                  <a:cubicBezTo>
                    <a:pt x="293298" y="262382"/>
                    <a:pt x="290742" y="264935"/>
                    <a:pt x="286908" y="264935"/>
                  </a:cubicBezTo>
                  <a:lnTo>
                    <a:pt x="75401" y="264935"/>
                  </a:lnTo>
                  <a:cubicBezTo>
                    <a:pt x="71567" y="264935"/>
                    <a:pt x="69011" y="262382"/>
                    <a:pt x="69011" y="258551"/>
                  </a:cubicBezTo>
                  <a:lnTo>
                    <a:pt x="69011" y="160238"/>
                  </a:lnTo>
                  <a:cubicBezTo>
                    <a:pt x="69011" y="156408"/>
                    <a:pt x="71567" y="153854"/>
                    <a:pt x="75401" y="153854"/>
                  </a:cubicBezTo>
                  <a:lnTo>
                    <a:pt x="92015" y="153854"/>
                  </a:lnTo>
                  <a:lnTo>
                    <a:pt x="92015" y="137894"/>
                  </a:lnTo>
                  <a:cubicBezTo>
                    <a:pt x="92015" y="134064"/>
                    <a:pt x="94571" y="131510"/>
                    <a:pt x="98405" y="131510"/>
                  </a:cubicBezTo>
                  <a:lnTo>
                    <a:pt x="175084" y="131510"/>
                  </a:lnTo>
                  <a:lnTo>
                    <a:pt x="175084" y="77246"/>
                  </a:lnTo>
                  <a:cubicBezTo>
                    <a:pt x="175084" y="73416"/>
                    <a:pt x="177640" y="70862"/>
                    <a:pt x="181474" y="70862"/>
                  </a:cubicBezTo>
                  <a:lnTo>
                    <a:pt x="226843" y="70862"/>
                  </a:lnTo>
                  <a:cubicBezTo>
                    <a:pt x="230677" y="70862"/>
                    <a:pt x="233233" y="73416"/>
                    <a:pt x="233233" y="77246"/>
                  </a:cubicBezTo>
                  <a:lnTo>
                    <a:pt x="233233" y="107251"/>
                  </a:lnTo>
                  <a:cubicBezTo>
                    <a:pt x="233233" y="111081"/>
                    <a:pt x="230677" y="113635"/>
                    <a:pt x="226843" y="113635"/>
                  </a:cubicBezTo>
                  <a:lnTo>
                    <a:pt x="187225" y="113635"/>
                  </a:lnTo>
                  <a:lnTo>
                    <a:pt x="187225" y="131510"/>
                  </a:lnTo>
                  <a:lnTo>
                    <a:pt x="263904" y="131510"/>
                  </a:lnTo>
                  <a:cubicBezTo>
                    <a:pt x="267738" y="131510"/>
                    <a:pt x="270294" y="134064"/>
                    <a:pt x="270294" y="137894"/>
                  </a:cubicBezTo>
                  <a:lnTo>
                    <a:pt x="270294" y="153854"/>
                  </a:lnTo>
                  <a:lnTo>
                    <a:pt x="286908" y="153854"/>
                  </a:lnTo>
                  <a:cubicBezTo>
                    <a:pt x="290742" y="153854"/>
                    <a:pt x="293298" y="156408"/>
                    <a:pt x="293298" y="160238"/>
                  </a:cubicBezTo>
                  <a:lnTo>
                    <a:pt x="293298" y="258551"/>
                  </a:lnTo>
                  <a:close/>
                </a:path>
              </a:pathLst>
            </a:custGeom>
            <a:grpFill/>
            <a:ln w="6390" cap="flat">
              <a:noFill/>
              <a:prstDash val="solid"/>
              <a:miter/>
            </a:ln>
          </p:spPr>
          <p:txBody>
            <a:bodyPr rtlCol="0" anchor="ctr"/>
            <a:lstStyle/>
            <a:p>
              <a:endParaRPr lang="en-US"/>
            </a:p>
          </p:txBody>
        </p:sp>
      </p:grpSp>
      <p:grpSp>
        <p:nvGrpSpPr>
          <p:cNvPr id="127" name="Group 126">
            <a:extLst>
              <a:ext uri="{FF2B5EF4-FFF2-40B4-BE49-F238E27FC236}">
                <a16:creationId xmlns:a16="http://schemas.microsoft.com/office/drawing/2014/main" id="{CF1545D6-B645-471C-B343-F375F106D9DF}"/>
              </a:ext>
            </a:extLst>
          </p:cNvPr>
          <p:cNvGrpSpPr/>
          <p:nvPr/>
        </p:nvGrpSpPr>
        <p:grpSpPr>
          <a:xfrm>
            <a:off x="3296605" y="6357711"/>
            <a:ext cx="5871063" cy="365760"/>
            <a:chOff x="2789942" y="6324600"/>
            <a:chExt cx="5871063" cy="365760"/>
          </a:xfrm>
        </p:grpSpPr>
        <p:sp>
          <p:nvSpPr>
            <p:cNvPr id="129" name="Oval 128">
              <a:extLst>
                <a:ext uri="{FF2B5EF4-FFF2-40B4-BE49-F238E27FC236}">
                  <a16:creationId xmlns:a16="http://schemas.microsoft.com/office/drawing/2014/main" id="{30DFAD90-F331-4302-80FB-9C52DB70EB98}"/>
                </a:ext>
              </a:extLst>
            </p:cNvPr>
            <p:cNvSpPr/>
            <p:nvPr/>
          </p:nvSpPr>
          <p:spPr bwMode="gray">
            <a:xfrm>
              <a:off x="4811486" y="6324600"/>
              <a:ext cx="365760" cy="365760"/>
            </a:xfrm>
            <a:prstGeom prst="ellips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45" name="Oval 144">
              <a:extLst>
                <a:ext uri="{FF2B5EF4-FFF2-40B4-BE49-F238E27FC236}">
                  <a16:creationId xmlns:a16="http://schemas.microsoft.com/office/drawing/2014/main" id="{DD07D2C7-6B3C-474B-99C1-174B0DD6D0E6}"/>
                </a:ext>
              </a:extLst>
            </p:cNvPr>
            <p:cNvSpPr/>
            <p:nvPr/>
          </p:nvSpPr>
          <p:spPr bwMode="gray">
            <a:xfrm>
              <a:off x="6072053" y="6324600"/>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46" name="Oval 145">
              <a:extLst>
                <a:ext uri="{FF2B5EF4-FFF2-40B4-BE49-F238E27FC236}">
                  <a16:creationId xmlns:a16="http://schemas.microsoft.com/office/drawing/2014/main" id="{FF013D25-2DF3-431F-A7A6-181295E37B4A}"/>
                </a:ext>
              </a:extLst>
            </p:cNvPr>
            <p:cNvSpPr/>
            <p:nvPr/>
          </p:nvSpPr>
          <p:spPr bwMode="gray">
            <a:xfrm>
              <a:off x="7405717" y="6324600"/>
              <a:ext cx="365760" cy="365760"/>
            </a:xfrm>
            <a:prstGeom prst="ellipse">
              <a:avLst/>
            </a:prstGeom>
            <a:solidFill>
              <a:srgbClr val="DA291C"/>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47" name="TextBox 146">
              <a:extLst>
                <a:ext uri="{FF2B5EF4-FFF2-40B4-BE49-F238E27FC236}">
                  <a16:creationId xmlns:a16="http://schemas.microsoft.com/office/drawing/2014/main" id="{5386AF95-5DF4-48BF-A4C2-A3D92E25CEE9}"/>
                </a:ext>
              </a:extLst>
            </p:cNvPr>
            <p:cNvSpPr txBox="1"/>
            <p:nvPr/>
          </p:nvSpPr>
          <p:spPr>
            <a:xfrm>
              <a:off x="2789942" y="6442322"/>
              <a:ext cx="1698925" cy="184666"/>
            </a:xfrm>
            <a:prstGeom prst="rect">
              <a:avLst/>
            </a:prstGeom>
            <a:noFill/>
          </p:spPr>
          <p:txBody>
            <a:bodyPr wrap="square" lIns="0" tIns="0" rIns="0" bIns="0" rtlCol="0">
              <a:spAutoFit/>
            </a:bodyPr>
            <a:lstStyle/>
            <a:p>
              <a:pPr>
                <a:spcBef>
                  <a:spcPts val="600"/>
                </a:spcBef>
                <a:buSzPct val="100000"/>
              </a:pPr>
              <a:r>
                <a:rPr lang="en-US" sz="1200" b="1" i="1">
                  <a:solidFill>
                    <a:srgbClr val="313131"/>
                  </a:solidFill>
                </a:rPr>
                <a:t>Impact on Business</a:t>
              </a:r>
            </a:p>
          </p:txBody>
        </p:sp>
        <p:sp>
          <p:nvSpPr>
            <p:cNvPr id="155" name="TextBox 154">
              <a:extLst>
                <a:ext uri="{FF2B5EF4-FFF2-40B4-BE49-F238E27FC236}">
                  <a16:creationId xmlns:a16="http://schemas.microsoft.com/office/drawing/2014/main" id="{5DE4CB39-526A-4180-BEF8-C172185E64E4}"/>
                </a:ext>
              </a:extLst>
            </p:cNvPr>
            <p:cNvSpPr txBox="1"/>
            <p:nvPr/>
          </p:nvSpPr>
          <p:spPr>
            <a:xfrm>
              <a:off x="5247379" y="6420550"/>
              <a:ext cx="762000" cy="184666"/>
            </a:xfrm>
            <a:prstGeom prst="rect">
              <a:avLst/>
            </a:prstGeom>
            <a:noFill/>
          </p:spPr>
          <p:txBody>
            <a:bodyPr wrap="square" lIns="0" tIns="0" rIns="0" bIns="0" rtlCol="0">
              <a:spAutoFit/>
            </a:bodyPr>
            <a:lstStyle/>
            <a:p>
              <a:pPr>
                <a:spcBef>
                  <a:spcPts val="600"/>
                </a:spcBef>
                <a:buSzPct val="100000"/>
              </a:pPr>
              <a:r>
                <a:rPr lang="en-US" sz="1200" b="1">
                  <a:solidFill>
                    <a:srgbClr val="313131"/>
                  </a:solidFill>
                </a:rPr>
                <a:t>High</a:t>
              </a:r>
            </a:p>
          </p:txBody>
        </p:sp>
        <p:sp>
          <p:nvSpPr>
            <p:cNvPr id="156" name="TextBox 155">
              <a:extLst>
                <a:ext uri="{FF2B5EF4-FFF2-40B4-BE49-F238E27FC236}">
                  <a16:creationId xmlns:a16="http://schemas.microsoft.com/office/drawing/2014/main" id="{6084CD1E-FA8F-48E3-AA94-7DCEAC1B0453}"/>
                </a:ext>
              </a:extLst>
            </p:cNvPr>
            <p:cNvSpPr txBox="1"/>
            <p:nvPr/>
          </p:nvSpPr>
          <p:spPr>
            <a:xfrm>
              <a:off x="6537499" y="6412891"/>
              <a:ext cx="762000" cy="184666"/>
            </a:xfrm>
            <a:prstGeom prst="rect">
              <a:avLst/>
            </a:prstGeom>
            <a:noFill/>
          </p:spPr>
          <p:txBody>
            <a:bodyPr wrap="square" lIns="0" tIns="0" rIns="0" bIns="0" rtlCol="0">
              <a:spAutoFit/>
            </a:bodyPr>
            <a:lstStyle/>
            <a:p>
              <a:pPr>
                <a:spcBef>
                  <a:spcPts val="600"/>
                </a:spcBef>
                <a:buSzPct val="100000"/>
              </a:pPr>
              <a:r>
                <a:rPr lang="en-US" sz="1200" b="1">
                  <a:solidFill>
                    <a:srgbClr val="313131"/>
                  </a:solidFill>
                </a:rPr>
                <a:t>Medium</a:t>
              </a:r>
            </a:p>
          </p:txBody>
        </p:sp>
        <p:sp>
          <p:nvSpPr>
            <p:cNvPr id="158" name="TextBox 157">
              <a:extLst>
                <a:ext uri="{FF2B5EF4-FFF2-40B4-BE49-F238E27FC236}">
                  <a16:creationId xmlns:a16="http://schemas.microsoft.com/office/drawing/2014/main" id="{1A405A86-0D74-4423-BAFF-CB378C1F3884}"/>
                </a:ext>
              </a:extLst>
            </p:cNvPr>
            <p:cNvSpPr txBox="1"/>
            <p:nvPr/>
          </p:nvSpPr>
          <p:spPr>
            <a:xfrm>
              <a:off x="7899005" y="6412891"/>
              <a:ext cx="762000" cy="184666"/>
            </a:xfrm>
            <a:prstGeom prst="rect">
              <a:avLst/>
            </a:prstGeom>
            <a:noFill/>
          </p:spPr>
          <p:txBody>
            <a:bodyPr wrap="square" lIns="0" tIns="0" rIns="0" bIns="0" rtlCol="0">
              <a:spAutoFit/>
            </a:bodyPr>
            <a:lstStyle/>
            <a:p>
              <a:pPr>
                <a:spcBef>
                  <a:spcPts val="600"/>
                </a:spcBef>
                <a:buSzPct val="100000"/>
              </a:pPr>
              <a:r>
                <a:rPr lang="en-US" sz="1200" b="1">
                  <a:solidFill>
                    <a:srgbClr val="313131"/>
                  </a:solidFill>
                </a:rPr>
                <a:t>Low</a:t>
              </a:r>
            </a:p>
          </p:txBody>
        </p:sp>
      </p:grpSp>
    </p:spTree>
    <p:extLst>
      <p:ext uri="{BB962C8B-B14F-4D97-AF65-F5344CB8AC3E}">
        <p14:creationId xmlns:p14="http://schemas.microsoft.com/office/powerpoint/2010/main" val="13606510"/>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8E525C8-5B83-4553-B7A8-F5F66115ADBA}"/>
              </a:ext>
            </a:extLst>
          </p:cNvPr>
          <p:cNvGraphicFramePr>
            <a:graphicFrameLocks noChangeAspect="1"/>
          </p:cNvGraphicFramePr>
          <p:nvPr>
            <p:custDataLst>
              <p:tags r:id="rId2"/>
            </p:custDataLst>
            <p:extLst>
              <p:ext uri="{D42A27DB-BD31-4B8C-83A1-F6EECF244321}">
                <p14:modId xmlns:p14="http://schemas.microsoft.com/office/powerpoint/2010/main" val="3750917804"/>
              </p:ext>
            </p:extLst>
          </p:nvPr>
        </p:nvGraphicFramePr>
        <p:xfrm>
          <a:off x="1680" y="1440"/>
          <a:ext cx="1440" cy="1440"/>
        </p:xfrm>
        <a:graphic>
          <a:graphicData uri="http://schemas.openxmlformats.org/presentationml/2006/ole">
            <mc:AlternateContent xmlns:mc="http://schemas.openxmlformats.org/markup-compatibility/2006">
              <mc:Choice xmlns:v="urn:schemas-microsoft-com:vml" Requires="v">
                <p:oleObj spid="_x0000_s33851" name="think-cell Slide" r:id="rId5" imgW="498" imgH="499" progId="TCLayout.ActiveDocument.1">
                  <p:embed/>
                </p:oleObj>
              </mc:Choice>
              <mc:Fallback>
                <p:oleObj name="think-cell Slide" r:id="rId5" imgW="498" imgH="499" progId="TCLayout.ActiveDocument.1">
                  <p:embed/>
                  <p:pic>
                    <p:nvPicPr>
                      <p:cNvPr id="5" name="Object 4" hidden="1">
                        <a:extLst>
                          <a:ext uri="{FF2B5EF4-FFF2-40B4-BE49-F238E27FC236}">
                            <a16:creationId xmlns:a16="http://schemas.microsoft.com/office/drawing/2014/main" id="{D8E525C8-5B83-4553-B7A8-F5F66115ADBA}"/>
                          </a:ext>
                        </a:extLst>
                      </p:cNvPr>
                      <p:cNvPicPr/>
                      <p:nvPr/>
                    </p:nvPicPr>
                    <p:blipFill>
                      <a:blip r:embed="rId6"/>
                      <a:stretch>
                        <a:fillRect/>
                      </a:stretch>
                    </p:blipFill>
                    <p:spPr>
                      <a:xfrm>
                        <a:off x="1680" y="1440"/>
                        <a:ext cx="1440" cy="1440"/>
                      </a:xfrm>
                      <a:prstGeom prst="rect">
                        <a:avLst/>
                      </a:prstGeom>
                    </p:spPr>
                  </p:pic>
                </p:oleObj>
              </mc:Fallback>
            </mc:AlternateContent>
          </a:graphicData>
        </a:graphic>
      </p:graphicFrame>
      <p:sp>
        <p:nvSpPr>
          <p:cNvPr id="88" name="Rectangle 87" hidden="1">
            <a:extLst>
              <a:ext uri="{FF2B5EF4-FFF2-40B4-BE49-F238E27FC236}">
                <a16:creationId xmlns:a16="http://schemas.microsoft.com/office/drawing/2014/main" id="{E8660C98-62A0-423C-8A5A-044FD3662E7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088" b="0" i="0" u="none" strike="noStrike" kern="1200" cap="none" spc="0" normalizeH="0" baseline="0" noProof="0">
              <a:ln>
                <a:noFill/>
              </a:ln>
              <a:solidFill>
                <a:prstClr val="white"/>
              </a:solidFill>
              <a:effectLst/>
              <a:uLnTx/>
              <a:uFillTx/>
              <a:latin typeface="Verdana"/>
              <a:ea typeface="+mn-ea"/>
              <a:cs typeface="+mn-cs"/>
            </a:endParaRPr>
          </a:p>
        </p:txBody>
      </p:sp>
      <p:sp>
        <p:nvSpPr>
          <p:cNvPr id="2" name="Rectangle 1" hidden="1">
            <a:extLst>
              <a:ext uri="{FF2B5EF4-FFF2-40B4-BE49-F238E27FC236}">
                <a16:creationId xmlns:a16="http://schemas.microsoft.com/office/drawing/2014/main" id="{2A521930-E564-4B05-B60F-B4D4B607A7F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Avenir Next LT Pro Light" panose="020B0304020202020204" pitchFamily="34" charset="0"/>
              <a:ea typeface="+mn-ea"/>
              <a:cs typeface="+mn-cs"/>
            </a:endParaRPr>
          </a:p>
        </p:txBody>
      </p:sp>
      <p:sp>
        <p:nvSpPr>
          <p:cNvPr id="33" name="Rectangle 32" hidden="1">
            <a:extLst>
              <a:ext uri="{FF2B5EF4-FFF2-40B4-BE49-F238E27FC236}">
                <a16:creationId xmlns:a16="http://schemas.microsoft.com/office/drawing/2014/main" id="{5CEEA709-822B-4D97-95B5-1E93A1A05919}"/>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54" name="Rectangle 53" hidden="1">
            <a:extLst>
              <a:ext uri="{FF2B5EF4-FFF2-40B4-BE49-F238E27FC236}">
                <a16:creationId xmlns:a16="http://schemas.microsoft.com/office/drawing/2014/main" id="{225F56F8-8BC1-48B6-BEFF-20E4914FDA4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58" name="Rectangle 57" hidden="1">
            <a:extLst>
              <a:ext uri="{FF2B5EF4-FFF2-40B4-BE49-F238E27FC236}">
                <a16:creationId xmlns:a16="http://schemas.microsoft.com/office/drawing/2014/main" id="{50C0A6EC-D618-4045-A144-16336B53AEFE}"/>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62" name="Rectangle 61" hidden="1">
            <a:extLst>
              <a:ext uri="{FF2B5EF4-FFF2-40B4-BE49-F238E27FC236}">
                <a16:creationId xmlns:a16="http://schemas.microsoft.com/office/drawing/2014/main" id="{8AC4DE8A-A90A-45C4-A128-6D6EC2EA41AF}"/>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123" name="Rectangle 122" hidden="1">
            <a:extLst>
              <a:ext uri="{FF2B5EF4-FFF2-40B4-BE49-F238E27FC236}">
                <a16:creationId xmlns:a16="http://schemas.microsoft.com/office/drawing/2014/main" id="{891D9B62-8447-4BF2-AAD5-EE8A0DC6CA59}"/>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154" name="Rectangle 153" hidden="1">
            <a:extLst>
              <a:ext uri="{FF2B5EF4-FFF2-40B4-BE49-F238E27FC236}">
                <a16:creationId xmlns:a16="http://schemas.microsoft.com/office/drawing/2014/main" id="{E6055FF4-59BE-4A31-A244-49C2AAC1E7B4}"/>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157" name="Rectangle 156" hidden="1">
            <a:extLst>
              <a:ext uri="{FF2B5EF4-FFF2-40B4-BE49-F238E27FC236}">
                <a16:creationId xmlns:a16="http://schemas.microsoft.com/office/drawing/2014/main" id="{79987C92-84CE-44DC-A97C-59F767A61EC1}"/>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361" name="Rectangle 360" hidden="1">
            <a:extLst>
              <a:ext uri="{FF2B5EF4-FFF2-40B4-BE49-F238E27FC236}">
                <a16:creationId xmlns:a16="http://schemas.microsoft.com/office/drawing/2014/main" id="{58D700BD-6F8F-4F7C-8892-9034C7A065B1}"/>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05" name="Rectangle 404" hidden="1">
            <a:extLst>
              <a:ext uri="{FF2B5EF4-FFF2-40B4-BE49-F238E27FC236}">
                <a16:creationId xmlns:a16="http://schemas.microsoft.com/office/drawing/2014/main" id="{0CEE0670-BDA8-4520-8F9D-5C046A637342}"/>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5" name="Rectangle 44" hidden="1">
            <a:extLst>
              <a:ext uri="{FF2B5EF4-FFF2-40B4-BE49-F238E27FC236}">
                <a16:creationId xmlns:a16="http://schemas.microsoft.com/office/drawing/2014/main" id="{767854C1-3E6E-4F2E-98B4-2A1F7DB28D5C}"/>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725"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219" name="Rectangle 218" hidden="1">
            <a:extLst>
              <a:ext uri="{FF2B5EF4-FFF2-40B4-BE49-F238E27FC236}">
                <a16:creationId xmlns:a16="http://schemas.microsoft.com/office/drawing/2014/main" id="{847846C5-C801-4BEE-9506-A16841F90D4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725" b="0" i="0" u="none" strike="noStrike" kern="1200" cap="none" spc="0" normalizeH="0" baseline="0" noProof="0">
              <a:ln>
                <a:noFill/>
              </a:ln>
              <a:solidFill>
                <a:prstClr val="white"/>
              </a:solidFill>
              <a:effectLst/>
              <a:uLnTx/>
              <a:uFillTx/>
              <a:latin typeface="Verdana"/>
              <a:ea typeface="+mn-ea"/>
              <a:cs typeface="+mn-cs"/>
            </a:endParaRPr>
          </a:p>
        </p:txBody>
      </p:sp>
      <p:sp>
        <p:nvSpPr>
          <p:cNvPr id="332" name="Rectangle 331" hidden="1">
            <a:extLst>
              <a:ext uri="{FF2B5EF4-FFF2-40B4-BE49-F238E27FC236}">
                <a16:creationId xmlns:a16="http://schemas.microsoft.com/office/drawing/2014/main" id="{B1BAC627-2155-4A3C-960D-101193C2287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088" b="0" i="0" u="none" strike="noStrike" kern="1200" cap="none" spc="0" normalizeH="0" baseline="0" noProof="0">
              <a:ln>
                <a:noFill/>
              </a:ln>
              <a:solidFill>
                <a:prstClr val="white"/>
              </a:solidFill>
              <a:effectLst/>
              <a:uLnTx/>
              <a:uFillTx/>
              <a:latin typeface="Verdana"/>
              <a:ea typeface="+mn-ea"/>
              <a:cs typeface="+mn-cs"/>
            </a:endParaRPr>
          </a:p>
        </p:txBody>
      </p:sp>
      <p:sp>
        <p:nvSpPr>
          <p:cNvPr id="532" name="Rectangle 531" hidden="1">
            <a:extLst>
              <a:ext uri="{FF2B5EF4-FFF2-40B4-BE49-F238E27FC236}">
                <a16:creationId xmlns:a16="http://schemas.microsoft.com/office/drawing/2014/main" id="{25F5028C-BFCA-4679-826B-D8FEBFE44C90}"/>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Avenir Next LT Pro Light" panose="020B0304020202020204" pitchFamily="34" charset="0"/>
              <a:ea typeface="+mn-ea"/>
              <a:cs typeface="+mn-cs"/>
            </a:endParaRPr>
          </a:p>
        </p:txBody>
      </p:sp>
      <p:sp>
        <p:nvSpPr>
          <p:cNvPr id="645" name="Rectangle 644" hidden="1">
            <a:extLst>
              <a:ext uri="{FF2B5EF4-FFF2-40B4-BE49-F238E27FC236}">
                <a16:creationId xmlns:a16="http://schemas.microsoft.com/office/drawing/2014/main" id="{E3C87C7A-307E-4E40-BF24-596ACA913F2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660" name="Rectangle 659" hidden="1">
            <a:extLst>
              <a:ext uri="{FF2B5EF4-FFF2-40B4-BE49-F238E27FC236}">
                <a16:creationId xmlns:a16="http://schemas.microsoft.com/office/drawing/2014/main" id="{2ECBF87A-E661-4272-A3A4-31486CCA0A14}"/>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0" name="Title 2">
            <a:extLst>
              <a:ext uri="{FF2B5EF4-FFF2-40B4-BE49-F238E27FC236}">
                <a16:creationId xmlns:a16="http://schemas.microsoft.com/office/drawing/2014/main" id="{4B8DEF8B-01E9-42C6-8321-05FF6A851792}"/>
              </a:ext>
            </a:extLst>
          </p:cNvPr>
          <p:cNvSpPr>
            <a:spLocks noGrp="1"/>
          </p:cNvSpPr>
          <p:nvPr>
            <p:ph type="title"/>
          </p:nvPr>
        </p:nvSpPr>
        <p:spPr>
          <a:xfrm>
            <a:off x="501652" y="317503"/>
            <a:ext cx="11162350" cy="334101"/>
          </a:xfrm>
        </p:spPr>
        <p:txBody>
          <a:bodyPr vert="horz"/>
          <a:lstStyle/>
          <a:p>
            <a:r>
              <a:rPr lang="en-US" sz="1814" b="1" dirty="0"/>
              <a:t>DPL’s Threat Analysis</a:t>
            </a:r>
          </a:p>
        </p:txBody>
      </p:sp>
      <p:sp>
        <p:nvSpPr>
          <p:cNvPr id="161" name="Rectangle 160">
            <a:extLst>
              <a:ext uri="{FF2B5EF4-FFF2-40B4-BE49-F238E27FC236}">
                <a16:creationId xmlns:a16="http://schemas.microsoft.com/office/drawing/2014/main" id="{B05DE1FD-5D9A-4B53-AACE-651883A14C74}"/>
              </a:ext>
            </a:extLst>
          </p:cNvPr>
          <p:cNvSpPr/>
          <p:nvPr/>
        </p:nvSpPr>
        <p:spPr>
          <a:xfrm>
            <a:off x="4943295" y="1352849"/>
            <a:ext cx="4908276" cy="861774"/>
          </a:xfrm>
          <a:prstGeom prst="rect">
            <a:avLst/>
          </a:prstGeom>
        </p:spPr>
        <p:txBody>
          <a:bodyPr wrap="square" lIns="0" tIns="0" rIns="0" bIns="0" anchor="ctr">
            <a:spAutoFit/>
          </a:bodyPr>
          <a:lstStyle/>
          <a:p>
            <a:pPr algn="just"/>
            <a:r>
              <a:rPr lang="en-US" sz="1400" b="1" dirty="0">
                <a:solidFill>
                  <a:schemeClr val="accent1"/>
                </a:solidFill>
              </a:rPr>
              <a:t>Impacts due to Renewable Energy push: </a:t>
            </a:r>
            <a:r>
              <a:rPr lang="en-US" sz="1400" dirty="0"/>
              <a:t>R</a:t>
            </a:r>
            <a:r>
              <a:rPr lang="en-US" sz="1400" b="0" dirty="0">
                <a:solidFill>
                  <a:schemeClr val="tx1"/>
                </a:solidFill>
              </a:rPr>
              <a:t>educed average PLF range due to increasing RE push by the government can affect DPL’s revenue recovery of existing power plant</a:t>
            </a:r>
          </a:p>
        </p:txBody>
      </p:sp>
      <p:sp>
        <p:nvSpPr>
          <p:cNvPr id="163" name="TextBox 162">
            <a:extLst>
              <a:ext uri="{FF2B5EF4-FFF2-40B4-BE49-F238E27FC236}">
                <a16:creationId xmlns:a16="http://schemas.microsoft.com/office/drawing/2014/main" id="{2E0890B0-9FBE-4964-84D5-558A96E9E2C0}"/>
              </a:ext>
            </a:extLst>
          </p:cNvPr>
          <p:cNvSpPr txBox="1"/>
          <p:nvPr/>
        </p:nvSpPr>
        <p:spPr>
          <a:xfrm>
            <a:off x="4951725" y="4838653"/>
            <a:ext cx="4908277" cy="646331"/>
          </a:xfrm>
          <a:prstGeom prst="rect">
            <a:avLst/>
          </a:prstGeom>
          <a:noFill/>
        </p:spPr>
        <p:txBody>
          <a:bodyPr wrap="square" lIns="0" tIns="0" rIns="0" bIns="0" rtlCol="0" anchor="ctr">
            <a:spAutoFit/>
          </a:bodyPr>
          <a:lstStyle/>
          <a:p>
            <a:pPr marL="0" marR="0" lvl="0" indent="0" algn="just" rtl="0" eaLnBrk="1" fontAlgn="auto" latinLnBrk="0" hangingPunct="1">
              <a:lnSpc>
                <a:spcPct val="100000"/>
              </a:lnSpc>
              <a:spcBef>
                <a:spcPts val="0"/>
              </a:spcBef>
              <a:spcAft>
                <a:spcPts val="0"/>
              </a:spcAft>
              <a:buClrTx/>
              <a:buSzTx/>
              <a:buFontTx/>
              <a:buNone/>
            </a:pPr>
            <a:r>
              <a:rPr lang="en-US" sz="1400" b="1" kern="1200" dirty="0">
                <a:solidFill>
                  <a:schemeClr val="accent3"/>
                </a:solidFill>
                <a:latin typeface="+mn-lt"/>
                <a:ea typeface="+mn-ea"/>
                <a:cs typeface="+mn-cs"/>
              </a:rPr>
              <a:t>Strict Environmental Norms: </a:t>
            </a:r>
            <a:r>
              <a:rPr lang="en-US" sz="1400" b="0" kern="1200" dirty="0">
                <a:solidFill>
                  <a:schemeClr val="tx1"/>
                </a:solidFill>
                <a:latin typeface="+mn-lt"/>
                <a:ea typeface="+mn-ea"/>
                <a:cs typeface="+mn-cs"/>
              </a:rPr>
              <a:t>Tighter emission norms  may affect DPL’s existing generation business segment</a:t>
            </a:r>
          </a:p>
        </p:txBody>
      </p:sp>
      <p:sp>
        <p:nvSpPr>
          <p:cNvPr id="164" name="TextBox 163">
            <a:extLst>
              <a:ext uri="{FF2B5EF4-FFF2-40B4-BE49-F238E27FC236}">
                <a16:creationId xmlns:a16="http://schemas.microsoft.com/office/drawing/2014/main" id="{7692A00F-7EB1-4BA3-8804-BA4629A178E2}"/>
              </a:ext>
            </a:extLst>
          </p:cNvPr>
          <p:cNvSpPr txBox="1"/>
          <p:nvPr/>
        </p:nvSpPr>
        <p:spPr>
          <a:xfrm>
            <a:off x="4943295" y="2554077"/>
            <a:ext cx="4908276" cy="646331"/>
          </a:xfrm>
          <a:prstGeom prst="rect">
            <a:avLst/>
          </a:prstGeom>
          <a:noFill/>
        </p:spPr>
        <p:txBody>
          <a:bodyPr wrap="square" lIns="0" tIns="0" rIns="0" bIns="0" rtlCol="0" anchor="ctr">
            <a:spAutoFit/>
          </a:bodyPr>
          <a:lstStyle/>
          <a:p>
            <a:pPr marL="0" marR="0" lvl="0" indent="0" algn="just" rtl="0" eaLnBrk="1" fontAlgn="auto" latinLnBrk="0" hangingPunct="1">
              <a:lnSpc>
                <a:spcPct val="100000"/>
              </a:lnSpc>
              <a:spcBef>
                <a:spcPts val="0"/>
              </a:spcBef>
              <a:spcAft>
                <a:spcPts val="0"/>
              </a:spcAft>
              <a:buClrTx/>
              <a:buSzTx/>
              <a:buFontTx/>
              <a:buNone/>
            </a:pPr>
            <a:r>
              <a:rPr lang="en-US" sz="1400" b="1" kern="1200" dirty="0">
                <a:solidFill>
                  <a:schemeClr val="accent4"/>
                </a:solidFill>
                <a:latin typeface="+mn-lt"/>
                <a:ea typeface="+mn-ea"/>
                <a:cs typeface="+mn-cs"/>
              </a:rPr>
              <a:t>Fall in average Tariff Trends  due to RE: </a:t>
            </a:r>
            <a:r>
              <a:rPr lang="en-US" sz="1400" b="0" kern="1200" dirty="0">
                <a:solidFill>
                  <a:schemeClr val="tx1"/>
                </a:solidFill>
                <a:latin typeface="+mn-lt"/>
                <a:ea typeface="+mn-ea"/>
                <a:cs typeface="+mn-cs"/>
              </a:rPr>
              <a:t>Cheaper sources of electricity in the ecosystem to affect acceptance of coal in energy mix</a:t>
            </a:r>
          </a:p>
        </p:txBody>
      </p:sp>
      <p:sp>
        <p:nvSpPr>
          <p:cNvPr id="165" name="TextBox 164">
            <a:extLst>
              <a:ext uri="{FF2B5EF4-FFF2-40B4-BE49-F238E27FC236}">
                <a16:creationId xmlns:a16="http://schemas.microsoft.com/office/drawing/2014/main" id="{0FE5E898-E938-410C-AB01-9185110C4C13}"/>
              </a:ext>
            </a:extLst>
          </p:cNvPr>
          <p:cNvSpPr txBox="1"/>
          <p:nvPr/>
        </p:nvSpPr>
        <p:spPr>
          <a:xfrm>
            <a:off x="4943295" y="3710845"/>
            <a:ext cx="4908277" cy="646331"/>
          </a:xfrm>
          <a:prstGeom prst="rect">
            <a:avLst/>
          </a:prstGeom>
          <a:noFill/>
        </p:spPr>
        <p:txBody>
          <a:bodyPr wrap="square" lIns="0" tIns="0" rIns="0" bIns="0" rtlCol="0" anchor="ctr">
            <a:spAutoFit/>
          </a:bodyPr>
          <a:lstStyle/>
          <a:p>
            <a:pPr marL="0" marR="0" lvl="0" indent="0" algn="just" rtl="0" eaLnBrk="1" fontAlgn="auto" latinLnBrk="0" hangingPunct="1">
              <a:lnSpc>
                <a:spcPct val="100000"/>
              </a:lnSpc>
              <a:spcBef>
                <a:spcPts val="0"/>
              </a:spcBef>
              <a:spcAft>
                <a:spcPts val="0"/>
              </a:spcAft>
              <a:buClrTx/>
              <a:buSzTx/>
              <a:buFontTx/>
              <a:buNone/>
            </a:pPr>
            <a:r>
              <a:rPr lang="en-US" sz="1400" b="1" kern="1200" dirty="0">
                <a:solidFill>
                  <a:schemeClr val="accent2"/>
                </a:solidFill>
                <a:latin typeface="+mn-lt"/>
                <a:ea typeface="+mn-ea"/>
                <a:cs typeface="+mn-cs"/>
              </a:rPr>
              <a:t>Regulatory disallowances: </a:t>
            </a:r>
            <a:r>
              <a:rPr lang="en-US" sz="1400" b="0" kern="1200" dirty="0">
                <a:solidFill>
                  <a:schemeClr val="tx1"/>
                </a:solidFill>
                <a:latin typeface="+mn-lt"/>
                <a:ea typeface="+mn-ea"/>
                <a:cs typeface="+mn-cs"/>
              </a:rPr>
              <a:t>Since DPL is a regulated entity earning regulated returns, any regulatory disallowance may impact the financial position </a:t>
            </a:r>
          </a:p>
        </p:txBody>
      </p:sp>
      <p:grpSp>
        <p:nvGrpSpPr>
          <p:cNvPr id="208" name="Group 207">
            <a:extLst>
              <a:ext uri="{FF2B5EF4-FFF2-40B4-BE49-F238E27FC236}">
                <a16:creationId xmlns:a16="http://schemas.microsoft.com/office/drawing/2014/main" id="{A52B6A4B-EB9F-4FDB-B890-5426B6D7B060}"/>
              </a:ext>
            </a:extLst>
          </p:cNvPr>
          <p:cNvGrpSpPr/>
          <p:nvPr/>
        </p:nvGrpSpPr>
        <p:grpSpPr>
          <a:xfrm>
            <a:off x="2441642" y="1765075"/>
            <a:ext cx="1337549" cy="694394"/>
            <a:chOff x="4207048" y="2110398"/>
            <a:chExt cx="1337549" cy="694394"/>
          </a:xfrm>
        </p:grpSpPr>
        <p:cxnSp>
          <p:nvCxnSpPr>
            <p:cNvPr id="209" name="Straight Connector 208">
              <a:extLst>
                <a:ext uri="{FF2B5EF4-FFF2-40B4-BE49-F238E27FC236}">
                  <a16:creationId xmlns:a16="http://schemas.microsoft.com/office/drawing/2014/main" id="{17451F4A-F14E-4571-B270-9F82F1124D06}"/>
                </a:ext>
              </a:extLst>
            </p:cNvPr>
            <p:cNvCxnSpPr>
              <a:cxnSpLocks/>
            </p:cNvCxnSpPr>
            <p:nvPr/>
          </p:nvCxnSpPr>
          <p:spPr>
            <a:xfrm>
              <a:off x="4922598" y="2110398"/>
              <a:ext cx="621999" cy="0"/>
            </a:xfrm>
            <a:prstGeom prst="line">
              <a:avLst/>
            </a:prstGeom>
            <a:ln w="15875" cap="rnd">
              <a:solidFill>
                <a:schemeClr val="accent1"/>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5206FE82-69BE-43EB-8E6D-D374825BC645}"/>
                </a:ext>
              </a:extLst>
            </p:cNvPr>
            <p:cNvCxnSpPr>
              <a:cxnSpLocks/>
            </p:cNvCxnSpPr>
            <p:nvPr/>
          </p:nvCxnSpPr>
          <p:spPr>
            <a:xfrm flipH="1">
              <a:off x="4207048" y="2129350"/>
              <a:ext cx="696600" cy="675442"/>
            </a:xfrm>
            <a:prstGeom prst="line">
              <a:avLst/>
            </a:prstGeom>
            <a:ln w="15875" cap="rnd">
              <a:solidFill>
                <a:schemeClr val="accent1"/>
              </a:solidFill>
              <a:prstDash val="sysDot"/>
              <a:tailEnd type="oval"/>
            </a:ln>
          </p:spPr>
          <p:style>
            <a:lnRef idx="1">
              <a:schemeClr val="accent1"/>
            </a:lnRef>
            <a:fillRef idx="0">
              <a:schemeClr val="accent1"/>
            </a:fillRef>
            <a:effectRef idx="0">
              <a:schemeClr val="accent1"/>
            </a:effectRef>
            <a:fontRef idx="minor">
              <a:schemeClr val="tx1"/>
            </a:fontRef>
          </p:style>
        </p:cxnSp>
      </p:grpSp>
      <p:sp>
        <p:nvSpPr>
          <p:cNvPr id="207" name="Oval 206">
            <a:extLst>
              <a:ext uri="{FF2B5EF4-FFF2-40B4-BE49-F238E27FC236}">
                <a16:creationId xmlns:a16="http://schemas.microsoft.com/office/drawing/2014/main" id="{CC088920-D3E1-4D2E-87F2-40271683EF48}"/>
              </a:ext>
            </a:extLst>
          </p:cNvPr>
          <p:cNvSpPr/>
          <p:nvPr/>
        </p:nvSpPr>
        <p:spPr bwMode="gray">
          <a:xfrm>
            <a:off x="2318598" y="2350499"/>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algn="ctr">
              <a:buFont typeface="Wingdings 2" pitchFamily="18" charset="2"/>
              <a:buNone/>
            </a:pPr>
            <a:endParaRPr lang="en-US" sz="1300" b="1">
              <a:solidFill>
                <a:schemeClr val="bg1"/>
              </a:solidFill>
            </a:endParaRPr>
          </a:p>
        </p:txBody>
      </p:sp>
      <p:sp>
        <p:nvSpPr>
          <p:cNvPr id="211" name="Oval 210">
            <a:extLst>
              <a:ext uri="{FF2B5EF4-FFF2-40B4-BE49-F238E27FC236}">
                <a16:creationId xmlns:a16="http://schemas.microsoft.com/office/drawing/2014/main" id="{A72EE3C8-ABD1-453A-A4B9-A8604DC00F9E}"/>
              </a:ext>
            </a:extLst>
          </p:cNvPr>
          <p:cNvSpPr/>
          <p:nvPr/>
        </p:nvSpPr>
        <p:spPr bwMode="gray">
          <a:xfrm>
            <a:off x="2635120" y="3045356"/>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algn="ctr">
              <a:buFont typeface="Wingdings 2" pitchFamily="18" charset="2"/>
              <a:buNone/>
            </a:pPr>
            <a:endParaRPr lang="en-US" sz="1300" b="1">
              <a:solidFill>
                <a:schemeClr val="bg1"/>
              </a:solidFill>
            </a:endParaRPr>
          </a:p>
        </p:txBody>
      </p:sp>
      <p:sp>
        <p:nvSpPr>
          <p:cNvPr id="212" name="Oval 211">
            <a:extLst>
              <a:ext uri="{FF2B5EF4-FFF2-40B4-BE49-F238E27FC236}">
                <a16:creationId xmlns:a16="http://schemas.microsoft.com/office/drawing/2014/main" id="{F49F2C48-CEF5-45B7-A974-0C48AE060C1E}"/>
              </a:ext>
            </a:extLst>
          </p:cNvPr>
          <p:cNvSpPr/>
          <p:nvPr/>
        </p:nvSpPr>
        <p:spPr bwMode="gray">
          <a:xfrm>
            <a:off x="2699972" y="3913379"/>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algn="ctr">
              <a:buFont typeface="Wingdings 2" pitchFamily="18" charset="2"/>
              <a:buNone/>
            </a:pPr>
            <a:endParaRPr lang="en-US" sz="1300" b="1">
              <a:solidFill>
                <a:schemeClr val="bg1"/>
              </a:solidFill>
            </a:endParaRPr>
          </a:p>
        </p:txBody>
      </p:sp>
      <p:sp>
        <p:nvSpPr>
          <p:cNvPr id="213" name="Oval 212">
            <a:extLst>
              <a:ext uri="{FF2B5EF4-FFF2-40B4-BE49-F238E27FC236}">
                <a16:creationId xmlns:a16="http://schemas.microsoft.com/office/drawing/2014/main" id="{1E8A13D5-FB97-4E8E-A1EB-ED3EAA0C93FE}"/>
              </a:ext>
            </a:extLst>
          </p:cNvPr>
          <p:cNvSpPr/>
          <p:nvPr/>
        </p:nvSpPr>
        <p:spPr bwMode="gray">
          <a:xfrm>
            <a:off x="2356445" y="4586529"/>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algn="ctr">
              <a:buFont typeface="Wingdings 2" pitchFamily="18" charset="2"/>
              <a:buNone/>
            </a:pPr>
            <a:endParaRPr lang="en-US" sz="1300" b="1">
              <a:solidFill>
                <a:schemeClr val="bg1"/>
              </a:solidFill>
            </a:endParaRPr>
          </a:p>
        </p:txBody>
      </p:sp>
      <p:cxnSp>
        <p:nvCxnSpPr>
          <p:cNvPr id="215" name="Straight Connector 214">
            <a:extLst>
              <a:ext uri="{FF2B5EF4-FFF2-40B4-BE49-F238E27FC236}">
                <a16:creationId xmlns:a16="http://schemas.microsoft.com/office/drawing/2014/main" id="{6D961EF7-BB78-4A30-AD92-115825B35566}"/>
              </a:ext>
            </a:extLst>
          </p:cNvPr>
          <p:cNvCxnSpPr>
            <a:cxnSpLocks/>
          </p:cNvCxnSpPr>
          <p:nvPr/>
        </p:nvCxnSpPr>
        <p:spPr>
          <a:xfrm>
            <a:off x="2814019" y="4030223"/>
            <a:ext cx="965172" cy="0"/>
          </a:xfrm>
          <a:prstGeom prst="line">
            <a:avLst/>
          </a:prstGeom>
          <a:ln w="15875" cap="rnd">
            <a:solidFill>
              <a:schemeClr val="accent2"/>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grpSp>
        <p:nvGrpSpPr>
          <p:cNvPr id="220" name="Group 219">
            <a:extLst>
              <a:ext uri="{FF2B5EF4-FFF2-40B4-BE49-F238E27FC236}">
                <a16:creationId xmlns:a16="http://schemas.microsoft.com/office/drawing/2014/main" id="{C0EEC686-E52E-4F51-8BE8-BB17E9FE906A}"/>
              </a:ext>
            </a:extLst>
          </p:cNvPr>
          <p:cNvGrpSpPr/>
          <p:nvPr/>
        </p:nvGrpSpPr>
        <p:grpSpPr>
          <a:xfrm>
            <a:off x="2757980" y="2858433"/>
            <a:ext cx="1021211" cy="300631"/>
            <a:chOff x="4523386" y="3151206"/>
            <a:chExt cx="1021211" cy="300631"/>
          </a:xfrm>
        </p:grpSpPr>
        <p:cxnSp>
          <p:nvCxnSpPr>
            <p:cNvPr id="221" name="Straight Connector 220">
              <a:extLst>
                <a:ext uri="{FF2B5EF4-FFF2-40B4-BE49-F238E27FC236}">
                  <a16:creationId xmlns:a16="http://schemas.microsoft.com/office/drawing/2014/main" id="{3305C77B-B2A8-47D2-9760-3D4C289B712F}"/>
                </a:ext>
              </a:extLst>
            </p:cNvPr>
            <p:cNvCxnSpPr>
              <a:cxnSpLocks/>
            </p:cNvCxnSpPr>
            <p:nvPr/>
          </p:nvCxnSpPr>
          <p:spPr>
            <a:xfrm>
              <a:off x="4922598" y="3151712"/>
              <a:ext cx="621999" cy="0"/>
            </a:xfrm>
            <a:prstGeom prst="line">
              <a:avLst/>
            </a:prstGeom>
            <a:ln w="15875" cap="rnd">
              <a:solidFill>
                <a:schemeClr val="accent4"/>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0248B095-4C28-4536-B7F9-3B128686F64B}"/>
                </a:ext>
              </a:extLst>
            </p:cNvPr>
            <p:cNvCxnSpPr>
              <a:cxnSpLocks/>
            </p:cNvCxnSpPr>
            <p:nvPr/>
          </p:nvCxnSpPr>
          <p:spPr>
            <a:xfrm flipH="1">
              <a:off x="4523386" y="3151206"/>
              <a:ext cx="371734" cy="300631"/>
            </a:xfrm>
            <a:prstGeom prst="line">
              <a:avLst/>
            </a:prstGeom>
            <a:ln w="15875" cap="rnd">
              <a:solidFill>
                <a:schemeClr val="accent4"/>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223" name="Group 222">
            <a:extLst>
              <a:ext uri="{FF2B5EF4-FFF2-40B4-BE49-F238E27FC236}">
                <a16:creationId xmlns:a16="http://schemas.microsoft.com/office/drawing/2014/main" id="{BC7C90C5-4E59-46B4-A49C-AE827652D5F0}"/>
              </a:ext>
            </a:extLst>
          </p:cNvPr>
          <p:cNvGrpSpPr/>
          <p:nvPr/>
        </p:nvGrpSpPr>
        <p:grpSpPr>
          <a:xfrm>
            <a:off x="2474642" y="4723685"/>
            <a:ext cx="1304549" cy="566804"/>
            <a:chOff x="4487991" y="4634811"/>
            <a:chExt cx="1056606" cy="391402"/>
          </a:xfrm>
        </p:grpSpPr>
        <p:cxnSp>
          <p:nvCxnSpPr>
            <p:cNvPr id="224" name="Straight Connector 223">
              <a:extLst>
                <a:ext uri="{FF2B5EF4-FFF2-40B4-BE49-F238E27FC236}">
                  <a16:creationId xmlns:a16="http://schemas.microsoft.com/office/drawing/2014/main" id="{D8B81160-2574-41F3-A5E3-4CC8302998AF}"/>
                </a:ext>
              </a:extLst>
            </p:cNvPr>
            <p:cNvCxnSpPr>
              <a:cxnSpLocks/>
            </p:cNvCxnSpPr>
            <p:nvPr/>
          </p:nvCxnSpPr>
          <p:spPr>
            <a:xfrm>
              <a:off x="4922598" y="5026213"/>
              <a:ext cx="621999" cy="0"/>
            </a:xfrm>
            <a:prstGeom prst="line">
              <a:avLst/>
            </a:prstGeom>
            <a:ln w="15875" cap="rnd">
              <a:solidFill>
                <a:schemeClr val="accent3"/>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09DABC1F-4D41-4EB7-A4DC-C117FE57BFB2}"/>
                </a:ext>
              </a:extLst>
            </p:cNvPr>
            <p:cNvCxnSpPr>
              <a:cxnSpLocks/>
            </p:cNvCxnSpPr>
            <p:nvPr/>
          </p:nvCxnSpPr>
          <p:spPr>
            <a:xfrm flipH="1" flipV="1">
              <a:off x="4487991" y="4634811"/>
              <a:ext cx="419702" cy="391183"/>
            </a:xfrm>
            <a:prstGeom prst="line">
              <a:avLst/>
            </a:prstGeom>
            <a:ln w="15875" cap="rnd">
              <a:solidFill>
                <a:schemeClr val="accent3"/>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4" name="Group 3">
            <a:extLst>
              <a:ext uri="{FF2B5EF4-FFF2-40B4-BE49-F238E27FC236}">
                <a16:creationId xmlns:a16="http://schemas.microsoft.com/office/drawing/2014/main" id="{0EFB063A-9A57-4FB2-B73C-7AD4E791F4D6}"/>
              </a:ext>
            </a:extLst>
          </p:cNvPr>
          <p:cNvGrpSpPr/>
          <p:nvPr/>
        </p:nvGrpSpPr>
        <p:grpSpPr>
          <a:xfrm>
            <a:off x="393341" y="2529881"/>
            <a:ext cx="2286000" cy="2286000"/>
            <a:chOff x="380600" y="1693103"/>
            <a:chExt cx="4113462" cy="4088045"/>
          </a:xfrm>
        </p:grpSpPr>
        <p:sp>
          <p:nvSpPr>
            <p:cNvPr id="148" name="Arc 147">
              <a:extLst>
                <a:ext uri="{FF2B5EF4-FFF2-40B4-BE49-F238E27FC236}">
                  <a16:creationId xmlns:a16="http://schemas.microsoft.com/office/drawing/2014/main" id="{9030AAFA-ACEB-4A54-9A08-B4B7652A851A}"/>
                </a:ext>
              </a:extLst>
            </p:cNvPr>
            <p:cNvSpPr/>
            <p:nvPr/>
          </p:nvSpPr>
          <p:spPr>
            <a:xfrm>
              <a:off x="380600" y="1693103"/>
              <a:ext cx="4088045" cy="4088045"/>
            </a:xfrm>
            <a:prstGeom prst="arc">
              <a:avLst>
                <a:gd name="adj1" fmla="val 16812435"/>
                <a:gd name="adj2" fmla="val 4781030"/>
              </a:avLst>
            </a:prstGeom>
            <a:ln w="25400" cap="rnd">
              <a:solidFill>
                <a:schemeClr val="accent6">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00"/>
            </a:p>
          </p:txBody>
        </p:sp>
        <p:sp>
          <p:nvSpPr>
            <p:cNvPr id="149" name="Arc 148">
              <a:extLst>
                <a:ext uri="{FF2B5EF4-FFF2-40B4-BE49-F238E27FC236}">
                  <a16:creationId xmlns:a16="http://schemas.microsoft.com/office/drawing/2014/main" id="{0C94EEA9-9C98-4B91-A554-AA252EFFBB8F}"/>
                </a:ext>
              </a:extLst>
            </p:cNvPr>
            <p:cNvSpPr/>
            <p:nvPr/>
          </p:nvSpPr>
          <p:spPr>
            <a:xfrm flipH="1">
              <a:off x="406017" y="1693103"/>
              <a:ext cx="4088045" cy="4088045"/>
            </a:xfrm>
            <a:prstGeom prst="arc">
              <a:avLst>
                <a:gd name="adj1" fmla="val 16812435"/>
                <a:gd name="adj2" fmla="val 4781841"/>
              </a:avLst>
            </a:prstGeom>
            <a:ln w="25400" cap="rnd">
              <a:solidFill>
                <a:schemeClr val="accent6">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00"/>
            </a:p>
          </p:txBody>
        </p:sp>
        <p:sp>
          <p:nvSpPr>
            <p:cNvPr id="150" name="Oval 149">
              <a:extLst>
                <a:ext uri="{FF2B5EF4-FFF2-40B4-BE49-F238E27FC236}">
                  <a16:creationId xmlns:a16="http://schemas.microsoft.com/office/drawing/2014/main" id="{E6483AB2-DD13-4C35-A67B-1076C768B46B}"/>
                </a:ext>
              </a:extLst>
            </p:cNvPr>
            <p:cNvSpPr/>
            <p:nvPr/>
          </p:nvSpPr>
          <p:spPr bwMode="gray">
            <a:xfrm>
              <a:off x="618308" y="1899909"/>
              <a:ext cx="3674434" cy="3674434"/>
            </a:xfrm>
            <a:prstGeom prst="ellipse">
              <a:avLst/>
            </a:prstGeom>
            <a:noFill/>
            <a:ln w="19050" algn="ctr">
              <a:solidFill>
                <a:srgbClr val="046A38"/>
              </a:solidFill>
              <a:miter lim="800000"/>
              <a:headEnd/>
              <a:tailEnd/>
            </a:ln>
          </p:spPr>
          <p:txBody>
            <a:bodyPr wrap="square" lIns="88900" tIns="88900" rIns="88900" bIns="88900" rtlCol="0" anchor="ctr"/>
            <a:lstStyle/>
            <a:p>
              <a:pPr algn="ctr">
                <a:buFont typeface="Wingdings 2" pitchFamily="18" charset="2"/>
                <a:buNone/>
              </a:pPr>
              <a:endParaRPr lang="en-US" sz="1300" b="1">
                <a:solidFill>
                  <a:schemeClr val="bg1"/>
                </a:solidFill>
              </a:endParaRPr>
            </a:p>
          </p:txBody>
        </p:sp>
        <p:sp>
          <p:nvSpPr>
            <p:cNvPr id="151" name="Oval 150">
              <a:extLst>
                <a:ext uri="{FF2B5EF4-FFF2-40B4-BE49-F238E27FC236}">
                  <a16:creationId xmlns:a16="http://schemas.microsoft.com/office/drawing/2014/main" id="{DFBA97AC-3179-45F9-9E3B-EE4E3166898D}"/>
                </a:ext>
              </a:extLst>
            </p:cNvPr>
            <p:cNvSpPr/>
            <p:nvPr/>
          </p:nvSpPr>
          <p:spPr bwMode="gray">
            <a:xfrm>
              <a:off x="785328" y="2066929"/>
              <a:ext cx="3340395" cy="3340395"/>
            </a:xfrm>
            <a:prstGeom prst="ellipse">
              <a:avLst/>
            </a:prstGeom>
            <a:noFill/>
            <a:ln w="19050" algn="ctr">
              <a:solidFill>
                <a:srgbClr val="009A44"/>
              </a:solidFill>
              <a:miter lim="800000"/>
              <a:headEnd/>
              <a:tailEnd/>
            </a:ln>
          </p:spPr>
          <p:txBody>
            <a:bodyPr wrap="square" lIns="88900" tIns="88900" rIns="88900" bIns="88900" rtlCol="0" anchor="ctr"/>
            <a:lstStyle/>
            <a:p>
              <a:pPr algn="ctr">
                <a:buFont typeface="Wingdings 2" pitchFamily="18" charset="2"/>
                <a:buNone/>
              </a:pPr>
              <a:endParaRPr lang="en-US" sz="1300" b="1">
                <a:solidFill>
                  <a:schemeClr val="bg1"/>
                </a:solidFill>
              </a:endParaRPr>
            </a:p>
          </p:txBody>
        </p:sp>
        <p:sp>
          <p:nvSpPr>
            <p:cNvPr id="152" name="Oval 151">
              <a:extLst>
                <a:ext uri="{FF2B5EF4-FFF2-40B4-BE49-F238E27FC236}">
                  <a16:creationId xmlns:a16="http://schemas.microsoft.com/office/drawing/2014/main" id="{8EB1C895-CF38-49A2-8FC8-970CDCA274F6}"/>
                </a:ext>
              </a:extLst>
            </p:cNvPr>
            <p:cNvSpPr/>
            <p:nvPr/>
          </p:nvSpPr>
          <p:spPr bwMode="gray">
            <a:xfrm>
              <a:off x="937164" y="2218765"/>
              <a:ext cx="3036722" cy="3036722"/>
            </a:xfrm>
            <a:prstGeom prst="ellipse">
              <a:avLst/>
            </a:prstGeom>
            <a:noFill/>
            <a:ln w="19050" algn="ctr">
              <a:solidFill>
                <a:srgbClr val="009A44"/>
              </a:solidFill>
              <a:miter lim="800000"/>
              <a:headEnd/>
              <a:tailEnd/>
            </a:ln>
          </p:spPr>
          <p:txBody>
            <a:bodyPr wrap="square" lIns="88900" tIns="88900" rIns="88900" bIns="88900" rtlCol="0" anchor="ctr"/>
            <a:lstStyle/>
            <a:p>
              <a:pPr algn="ctr">
                <a:buFont typeface="Wingdings 2" pitchFamily="18" charset="2"/>
                <a:buNone/>
              </a:pPr>
              <a:endParaRPr lang="en-US" sz="1300" b="1">
                <a:solidFill>
                  <a:schemeClr val="bg1"/>
                </a:solidFill>
              </a:endParaRPr>
            </a:p>
          </p:txBody>
        </p:sp>
        <p:sp>
          <p:nvSpPr>
            <p:cNvPr id="153" name="Oval 152">
              <a:extLst>
                <a:ext uri="{FF2B5EF4-FFF2-40B4-BE49-F238E27FC236}">
                  <a16:creationId xmlns:a16="http://schemas.microsoft.com/office/drawing/2014/main" id="{A0D73A2E-4EA5-4CB9-8C5B-3037EA65E517}"/>
                </a:ext>
              </a:extLst>
            </p:cNvPr>
            <p:cNvSpPr/>
            <p:nvPr/>
          </p:nvSpPr>
          <p:spPr bwMode="gray">
            <a:xfrm>
              <a:off x="1075197" y="2356798"/>
              <a:ext cx="2760657" cy="2760657"/>
            </a:xfrm>
            <a:prstGeom prst="ellipse">
              <a:avLst/>
            </a:prstGeom>
            <a:noFill/>
            <a:ln w="19050" algn="ctr">
              <a:solidFill>
                <a:srgbClr val="43B02A"/>
              </a:solidFill>
              <a:miter lim="800000"/>
              <a:headEnd/>
              <a:tailEnd/>
            </a:ln>
          </p:spPr>
          <p:txBody>
            <a:bodyPr wrap="square" lIns="88900" tIns="88900" rIns="88900" bIns="88900" rtlCol="0" anchor="ctr"/>
            <a:lstStyle/>
            <a:p>
              <a:pPr algn="ctr">
                <a:buFont typeface="Wingdings 2" pitchFamily="18" charset="2"/>
                <a:buNone/>
              </a:pPr>
              <a:endParaRPr lang="en-US" sz="1300" b="1">
                <a:solidFill>
                  <a:schemeClr val="bg1"/>
                </a:solidFill>
              </a:endParaRPr>
            </a:p>
          </p:txBody>
        </p:sp>
      </p:grpSp>
      <p:sp>
        <p:nvSpPr>
          <p:cNvPr id="93" name="Oval 92">
            <a:extLst>
              <a:ext uri="{FF2B5EF4-FFF2-40B4-BE49-F238E27FC236}">
                <a16:creationId xmlns:a16="http://schemas.microsoft.com/office/drawing/2014/main" id="{BB7E8107-FE43-467D-B6FA-583D0B86E893}"/>
              </a:ext>
            </a:extLst>
          </p:cNvPr>
          <p:cNvSpPr/>
          <p:nvPr/>
        </p:nvSpPr>
        <p:spPr bwMode="gray">
          <a:xfrm>
            <a:off x="10782224" y="1557254"/>
            <a:ext cx="365760" cy="365760"/>
          </a:xfrm>
          <a:prstGeom prst="ellips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94" name="Oval 93">
            <a:extLst>
              <a:ext uri="{FF2B5EF4-FFF2-40B4-BE49-F238E27FC236}">
                <a16:creationId xmlns:a16="http://schemas.microsoft.com/office/drawing/2014/main" id="{46124630-B178-4450-9E98-83B7D98D09DA}"/>
              </a:ext>
            </a:extLst>
          </p:cNvPr>
          <p:cNvSpPr/>
          <p:nvPr/>
        </p:nvSpPr>
        <p:spPr bwMode="gray">
          <a:xfrm>
            <a:off x="10782224" y="4899087"/>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98" name="Graphic 4">
            <a:extLst>
              <a:ext uri="{FF2B5EF4-FFF2-40B4-BE49-F238E27FC236}">
                <a16:creationId xmlns:a16="http://schemas.microsoft.com/office/drawing/2014/main" id="{A908D87B-0D4C-4D8C-AFCF-CA139002B576}"/>
              </a:ext>
            </a:extLst>
          </p:cNvPr>
          <p:cNvSpPr/>
          <p:nvPr/>
        </p:nvSpPr>
        <p:spPr>
          <a:xfrm>
            <a:off x="1226896" y="3349521"/>
            <a:ext cx="640080" cy="640080"/>
          </a:xfrm>
          <a:custGeom>
            <a:avLst/>
            <a:gdLst>
              <a:gd name="connsiteX0" fmla="*/ 180835 w 361674"/>
              <a:gd name="connsiteY0" fmla="*/ 0 h 361333"/>
              <a:gd name="connsiteX1" fmla="*/ 0 w 361674"/>
              <a:gd name="connsiteY1" fmla="*/ 180667 h 361333"/>
              <a:gd name="connsiteX2" fmla="*/ 180835 w 361674"/>
              <a:gd name="connsiteY2" fmla="*/ 361333 h 361333"/>
              <a:gd name="connsiteX3" fmla="*/ 361670 w 361674"/>
              <a:gd name="connsiteY3" fmla="*/ 180667 h 361333"/>
              <a:gd name="connsiteX4" fmla="*/ 180835 w 361674"/>
              <a:gd name="connsiteY4" fmla="*/ 0 h 361333"/>
              <a:gd name="connsiteX5" fmla="*/ 261987 w 361674"/>
              <a:gd name="connsiteY5" fmla="*/ 252806 h 361333"/>
              <a:gd name="connsiteX6" fmla="*/ 261987 w 361674"/>
              <a:gd name="connsiteY6" fmla="*/ 261743 h 361333"/>
              <a:gd name="connsiteX7" fmla="*/ 257514 w 361674"/>
              <a:gd name="connsiteY7" fmla="*/ 263659 h 361333"/>
              <a:gd name="connsiteX8" fmla="*/ 253042 w 361674"/>
              <a:gd name="connsiteY8" fmla="*/ 261743 h 361333"/>
              <a:gd name="connsiteX9" fmla="*/ 181474 w 361674"/>
              <a:gd name="connsiteY9" fmla="*/ 190243 h 361333"/>
              <a:gd name="connsiteX10" fmla="*/ 109907 w 361674"/>
              <a:gd name="connsiteY10" fmla="*/ 261743 h 361333"/>
              <a:gd name="connsiteX11" fmla="*/ 105434 w 361674"/>
              <a:gd name="connsiteY11" fmla="*/ 263659 h 361333"/>
              <a:gd name="connsiteX12" fmla="*/ 100961 w 361674"/>
              <a:gd name="connsiteY12" fmla="*/ 261743 h 361333"/>
              <a:gd name="connsiteX13" fmla="*/ 100961 w 361674"/>
              <a:gd name="connsiteY13" fmla="*/ 252806 h 361333"/>
              <a:gd name="connsiteX14" fmla="*/ 172528 w 361674"/>
              <a:gd name="connsiteY14" fmla="*/ 181305 h 361333"/>
              <a:gd name="connsiteX15" fmla="*/ 100961 w 361674"/>
              <a:gd name="connsiteY15" fmla="*/ 109805 h 361333"/>
              <a:gd name="connsiteX16" fmla="*/ 100961 w 361674"/>
              <a:gd name="connsiteY16" fmla="*/ 100867 h 361333"/>
              <a:gd name="connsiteX17" fmla="*/ 109907 w 361674"/>
              <a:gd name="connsiteY17" fmla="*/ 100867 h 361333"/>
              <a:gd name="connsiteX18" fmla="*/ 181474 w 361674"/>
              <a:gd name="connsiteY18" fmla="*/ 172368 h 361333"/>
              <a:gd name="connsiteX19" fmla="*/ 253042 w 361674"/>
              <a:gd name="connsiteY19" fmla="*/ 100867 h 361333"/>
              <a:gd name="connsiteX20" fmla="*/ 261987 w 361674"/>
              <a:gd name="connsiteY20" fmla="*/ 100867 h 361333"/>
              <a:gd name="connsiteX21" fmla="*/ 261987 w 361674"/>
              <a:gd name="connsiteY21" fmla="*/ 109805 h 361333"/>
              <a:gd name="connsiteX22" fmla="*/ 190420 w 361674"/>
              <a:gd name="connsiteY22" fmla="*/ 181305 h 361333"/>
              <a:gd name="connsiteX23" fmla="*/ 261987 w 361674"/>
              <a:gd name="connsiteY23" fmla="*/ 252806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1674" h="361333">
                <a:moveTo>
                  <a:pt x="180835" y="0"/>
                </a:moveTo>
                <a:cubicBezTo>
                  <a:pt x="80513" y="0"/>
                  <a:pt x="0" y="81077"/>
                  <a:pt x="0" y="180667"/>
                </a:cubicBezTo>
                <a:cubicBezTo>
                  <a:pt x="0" y="280895"/>
                  <a:pt x="81152" y="361333"/>
                  <a:pt x="180835" y="361333"/>
                </a:cubicBezTo>
                <a:cubicBezTo>
                  <a:pt x="281157" y="361333"/>
                  <a:pt x="361670" y="280257"/>
                  <a:pt x="361670" y="180667"/>
                </a:cubicBezTo>
                <a:cubicBezTo>
                  <a:pt x="362309" y="81077"/>
                  <a:pt x="281157" y="0"/>
                  <a:pt x="180835" y="0"/>
                </a:cubicBezTo>
                <a:close/>
                <a:moveTo>
                  <a:pt x="261987" y="252806"/>
                </a:moveTo>
                <a:cubicBezTo>
                  <a:pt x="264543" y="255359"/>
                  <a:pt x="264543" y="259190"/>
                  <a:pt x="261987" y="261743"/>
                </a:cubicBezTo>
                <a:cubicBezTo>
                  <a:pt x="260709" y="263020"/>
                  <a:pt x="258792" y="263659"/>
                  <a:pt x="257514" y="263659"/>
                </a:cubicBezTo>
                <a:cubicBezTo>
                  <a:pt x="256237" y="263659"/>
                  <a:pt x="254319" y="263020"/>
                  <a:pt x="253042" y="261743"/>
                </a:cubicBezTo>
                <a:lnTo>
                  <a:pt x="181474" y="190243"/>
                </a:lnTo>
                <a:lnTo>
                  <a:pt x="109907" y="261743"/>
                </a:lnTo>
                <a:cubicBezTo>
                  <a:pt x="108629" y="263020"/>
                  <a:pt x="106712" y="263659"/>
                  <a:pt x="105434" y="263659"/>
                </a:cubicBezTo>
                <a:cubicBezTo>
                  <a:pt x="104156" y="263659"/>
                  <a:pt x="102239" y="263020"/>
                  <a:pt x="100961" y="261743"/>
                </a:cubicBezTo>
                <a:cubicBezTo>
                  <a:pt x="98405" y="259190"/>
                  <a:pt x="98405" y="255359"/>
                  <a:pt x="100961" y="252806"/>
                </a:cubicBezTo>
                <a:lnTo>
                  <a:pt x="172528" y="181305"/>
                </a:lnTo>
                <a:lnTo>
                  <a:pt x="100961" y="109805"/>
                </a:lnTo>
                <a:cubicBezTo>
                  <a:pt x="98405" y="107251"/>
                  <a:pt x="98405" y="103421"/>
                  <a:pt x="100961" y="100867"/>
                </a:cubicBezTo>
                <a:cubicBezTo>
                  <a:pt x="103517" y="98313"/>
                  <a:pt x="107351" y="98313"/>
                  <a:pt x="109907" y="100867"/>
                </a:cubicBezTo>
                <a:lnTo>
                  <a:pt x="181474" y="172368"/>
                </a:lnTo>
                <a:lnTo>
                  <a:pt x="253042" y="100867"/>
                </a:lnTo>
                <a:cubicBezTo>
                  <a:pt x="255597" y="98313"/>
                  <a:pt x="259431" y="98313"/>
                  <a:pt x="261987" y="100867"/>
                </a:cubicBezTo>
                <a:cubicBezTo>
                  <a:pt x="264543" y="103421"/>
                  <a:pt x="264543" y="107251"/>
                  <a:pt x="261987" y="109805"/>
                </a:cubicBezTo>
                <a:lnTo>
                  <a:pt x="190420" y="181305"/>
                </a:lnTo>
                <a:lnTo>
                  <a:pt x="261987" y="252806"/>
                </a:lnTo>
                <a:close/>
              </a:path>
            </a:pathLst>
          </a:custGeom>
          <a:solidFill>
            <a:schemeClr val="accent3">
              <a:lumMod val="75000"/>
            </a:schemeClr>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99" name="Rectangle 5">
            <a:extLst>
              <a:ext uri="{FF2B5EF4-FFF2-40B4-BE49-F238E27FC236}">
                <a16:creationId xmlns:a16="http://schemas.microsoft.com/office/drawing/2014/main" id="{D6AB1BC1-312F-4557-BBBF-C6F919BA5F07}"/>
              </a:ext>
            </a:extLst>
          </p:cNvPr>
          <p:cNvSpPr/>
          <p:nvPr/>
        </p:nvSpPr>
        <p:spPr bwMode="gray">
          <a:xfrm flipV="1">
            <a:off x="501652" y="749093"/>
            <a:ext cx="11134484" cy="27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829178" rtl="0" eaLnBrk="1" fontAlgn="auto" latinLnBrk="0" hangingPunct="1">
              <a:lnSpc>
                <a:spcPct val="100000"/>
              </a:lnSpc>
              <a:spcBef>
                <a:spcPts val="0"/>
              </a:spcBef>
              <a:spcAft>
                <a:spcPts val="0"/>
              </a:spcAft>
              <a:buClrTx/>
              <a:buSzTx/>
              <a:buFontTx/>
              <a:buNone/>
              <a:tabLst/>
              <a:defRPr/>
            </a:pPr>
            <a:endParaRPr kumimoji="0" lang="en-US" sz="1451" b="0" i="0" u="none" strike="noStrike" kern="1200" cap="none" spc="0" normalizeH="0" baseline="0" noProof="0">
              <a:ln>
                <a:noFill/>
              </a:ln>
              <a:solidFill>
                <a:prstClr val="white"/>
              </a:solidFill>
              <a:effectLst/>
              <a:uLnTx/>
              <a:uFillTx/>
              <a:latin typeface="Verdana"/>
              <a:ea typeface="+mn-ea"/>
              <a:cs typeface="+mn-cs"/>
            </a:endParaRPr>
          </a:p>
        </p:txBody>
      </p:sp>
      <p:sp>
        <p:nvSpPr>
          <p:cNvPr id="128" name="TextBox 127">
            <a:extLst>
              <a:ext uri="{FF2B5EF4-FFF2-40B4-BE49-F238E27FC236}">
                <a16:creationId xmlns:a16="http://schemas.microsoft.com/office/drawing/2014/main" id="{274CAC2F-5F29-40C3-BF7D-1526E4AF6514}"/>
              </a:ext>
            </a:extLst>
          </p:cNvPr>
          <p:cNvSpPr txBox="1"/>
          <p:nvPr/>
        </p:nvSpPr>
        <p:spPr>
          <a:xfrm>
            <a:off x="10200640" y="263311"/>
            <a:ext cx="1435496" cy="430887"/>
          </a:xfrm>
          <a:prstGeom prst="rect">
            <a:avLst/>
          </a:prstGeom>
          <a:noFill/>
        </p:spPr>
        <p:txBody>
          <a:bodyPr wrap="square" lIns="0" tIns="0" rIns="0" bIns="0" rtlCol="0">
            <a:spAutoFit/>
          </a:bodyPr>
          <a:lstStyle/>
          <a:p>
            <a:pPr algn="ctr">
              <a:spcBef>
                <a:spcPts val="600"/>
              </a:spcBef>
              <a:buSzPct val="100000"/>
            </a:pPr>
            <a:r>
              <a:rPr lang="en-US" sz="2800">
                <a:solidFill>
                  <a:schemeClr val="bg2"/>
                </a:solidFill>
              </a:rPr>
              <a:t>SWO</a:t>
            </a:r>
            <a:r>
              <a:rPr lang="en-US" sz="2800">
                <a:solidFill>
                  <a:schemeClr val="accent1"/>
                </a:solidFill>
              </a:rPr>
              <a:t>T</a:t>
            </a:r>
          </a:p>
        </p:txBody>
      </p:sp>
      <p:grpSp>
        <p:nvGrpSpPr>
          <p:cNvPr id="137" name="Group 136">
            <a:extLst>
              <a:ext uri="{FF2B5EF4-FFF2-40B4-BE49-F238E27FC236}">
                <a16:creationId xmlns:a16="http://schemas.microsoft.com/office/drawing/2014/main" id="{6906D7BD-E98A-4071-B894-5A2FA8E9C7DE}"/>
              </a:ext>
            </a:extLst>
          </p:cNvPr>
          <p:cNvGrpSpPr/>
          <p:nvPr/>
        </p:nvGrpSpPr>
        <p:grpSpPr>
          <a:xfrm>
            <a:off x="3296605" y="6357711"/>
            <a:ext cx="5871063" cy="365760"/>
            <a:chOff x="2789942" y="6324600"/>
            <a:chExt cx="5871063" cy="365760"/>
          </a:xfrm>
        </p:grpSpPr>
        <p:sp>
          <p:nvSpPr>
            <p:cNvPr id="138" name="Oval 137">
              <a:extLst>
                <a:ext uri="{FF2B5EF4-FFF2-40B4-BE49-F238E27FC236}">
                  <a16:creationId xmlns:a16="http://schemas.microsoft.com/office/drawing/2014/main" id="{604550A6-A949-4E79-AE40-81CB1133C0F8}"/>
                </a:ext>
              </a:extLst>
            </p:cNvPr>
            <p:cNvSpPr/>
            <p:nvPr/>
          </p:nvSpPr>
          <p:spPr bwMode="gray">
            <a:xfrm>
              <a:off x="4811486" y="6324600"/>
              <a:ext cx="365760" cy="365760"/>
            </a:xfrm>
            <a:prstGeom prst="ellips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39" name="Oval 138">
              <a:extLst>
                <a:ext uri="{FF2B5EF4-FFF2-40B4-BE49-F238E27FC236}">
                  <a16:creationId xmlns:a16="http://schemas.microsoft.com/office/drawing/2014/main" id="{887A844D-BA9B-4B0E-9771-6410A6292D07}"/>
                </a:ext>
              </a:extLst>
            </p:cNvPr>
            <p:cNvSpPr/>
            <p:nvPr/>
          </p:nvSpPr>
          <p:spPr bwMode="gray">
            <a:xfrm>
              <a:off x="6072053" y="6324600"/>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40" name="Oval 139">
              <a:extLst>
                <a:ext uri="{FF2B5EF4-FFF2-40B4-BE49-F238E27FC236}">
                  <a16:creationId xmlns:a16="http://schemas.microsoft.com/office/drawing/2014/main" id="{8A1C12BA-022D-4C17-B9EC-4B3F4B09BDDD}"/>
                </a:ext>
              </a:extLst>
            </p:cNvPr>
            <p:cNvSpPr/>
            <p:nvPr/>
          </p:nvSpPr>
          <p:spPr bwMode="gray">
            <a:xfrm>
              <a:off x="7405717" y="6324600"/>
              <a:ext cx="365760" cy="365760"/>
            </a:xfrm>
            <a:prstGeom prst="ellipse">
              <a:avLst/>
            </a:prstGeom>
            <a:solidFill>
              <a:srgbClr val="DA291C"/>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41" name="TextBox 140">
              <a:extLst>
                <a:ext uri="{FF2B5EF4-FFF2-40B4-BE49-F238E27FC236}">
                  <a16:creationId xmlns:a16="http://schemas.microsoft.com/office/drawing/2014/main" id="{5B8B4530-C8A8-4DDF-8C25-9626B0A002DB}"/>
                </a:ext>
              </a:extLst>
            </p:cNvPr>
            <p:cNvSpPr txBox="1"/>
            <p:nvPr/>
          </p:nvSpPr>
          <p:spPr>
            <a:xfrm>
              <a:off x="2789942" y="6442322"/>
              <a:ext cx="1698925" cy="184666"/>
            </a:xfrm>
            <a:prstGeom prst="rect">
              <a:avLst/>
            </a:prstGeom>
            <a:noFill/>
          </p:spPr>
          <p:txBody>
            <a:bodyPr wrap="square" lIns="0" tIns="0" rIns="0" bIns="0" rtlCol="0">
              <a:spAutoFit/>
            </a:bodyPr>
            <a:lstStyle/>
            <a:p>
              <a:pPr>
                <a:spcBef>
                  <a:spcPts val="600"/>
                </a:spcBef>
                <a:buSzPct val="100000"/>
              </a:pPr>
              <a:r>
                <a:rPr lang="en-US" sz="1200" b="1" i="1">
                  <a:solidFill>
                    <a:srgbClr val="313131"/>
                  </a:solidFill>
                </a:rPr>
                <a:t>Impact on Business</a:t>
              </a:r>
            </a:p>
          </p:txBody>
        </p:sp>
        <p:sp>
          <p:nvSpPr>
            <p:cNvPr id="142" name="TextBox 141">
              <a:extLst>
                <a:ext uri="{FF2B5EF4-FFF2-40B4-BE49-F238E27FC236}">
                  <a16:creationId xmlns:a16="http://schemas.microsoft.com/office/drawing/2014/main" id="{67E73959-67D1-4836-9C9D-52390257C87F}"/>
                </a:ext>
              </a:extLst>
            </p:cNvPr>
            <p:cNvSpPr txBox="1"/>
            <p:nvPr/>
          </p:nvSpPr>
          <p:spPr>
            <a:xfrm>
              <a:off x="5247379" y="6420550"/>
              <a:ext cx="762000" cy="184666"/>
            </a:xfrm>
            <a:prstGeom prst="rect">
              <a:avLst/>
            </a:prstGeom>
            <a:noFill/>
          </p:spPr>
          <p:txBody>
            <a:bodyPr wrap="square" lIns="0" tIns="0" rIns="0" bIns="0" rtlCol="0">
              <a:spAutoFit/>
            </a:bodyPr>
            <a:lstStyle/>
            <a:p>
              <a:pPr>
                <a:spcBef>
                  <a:spcPts val="600"/>
                </a:spcBef>
                <a:buSzPct val="100000"/>
              </a:pPr>
              <a:r>
                <a:rPr lang="en-US" sz="1200" b="1" dirty="0">
                  <a:solidFill>
                    <a:srgbClr val="313131"/>
                  </a:solidFill>
                </a:rPr>
                <a:t>Low</a:t>
              </a:r>
            </a:p>
          </p:txBody>
        </p:sp>
        <p:sp>
          <p:nvSpPr>
            <p:cNvPr id="143" name="TextBox 142">
              <a:extLst>
                <a:ext uri="{FF2B5EF4-FFF2-40B4-BE49-F238E27FC236}">
                  <a16:creationId xmlns:a16="http://schemas.microsoft.com/office/drawing/2014/main" id="{BED68828-2BD7-4467-B391-2C3FB356E526}"/>
                </a:ext>
              </a:extLst>
            </p:cNvPr>
            <p:cNvSpPr txBox="1"/>
            <p:nvPr/>
          </p:nvSpPr>
          <p:spPr>
            <a:xfrm>
              <a:off x="6537499" y="6412891"/>
              <a:ext cx="762000" cy="184666"/>
            </a:xfrm>
            <a:prstGeom prst="rect">
              <a:avLst/>
            </a:prstGeom>
            <a:noFill/>
          </p:spPr>
          <p:txBody>
            <a:bodyPr wrap="square" lIns="0" tIns="0" rIns="0" bIns="0" rtlCol="0">
              <a:spAutoFit/>
            </a:bodyPr>
            <a:lstStyle/>
            <a:p>
              <a:pPr>
                <a:spcBef>
                  <a:spcPts val="600"/>
                </a:spcBef>
                <a:buSzPct val="100000"/>
              </a:pPr>
              <a:r>
                <a:rPr lang="en-US" sz="1200" b="1">
                  <a:solidFill>
                    <a:srgbClr val="313131"/>
                  </a:solidFill>
                </a:rPr>
                <a:t>Medium</a:t>
              </a:r>
            </a:p>
          </p:txBody>
        </p:sp>
        <p:sp>
          <p:nvSpPr>
            <p:cNvPr id="144" name="TextBox 143">
              <a:extLst>
                <a:ext uri="{FF2B5EF4-FFF2-40B4-BE49-F238E27FC236}">
                  <a16:creationId xmlns:a16="http://schemas.microsoft.com/office/drawing/2014/main" id="{28D46E5D-D529-4A50-AFD6-66639F505752}"/>
                </a:ext>
              </a:extLst>
            </p:cNvPr>
            <p:cNvSpPr txBox="1"/>
            <p:nvPr/>
          </p:nvSpPr>
          <p:spPr>
            <a:xfrm>
              <a:off x="7899005" y="6412891"/>
              <a:ext cx="762000" cy="184666"/>
            </a:xfrm>
            <a:prstGeom prst="rect">
              <a:avLst/>
            </a:prstGeom>
            <a:noFill/>
          </p:spPr>
          <p:txBody>
            <a:bodyPr wrap="square" lIns="0" tIns="0" rIns="0" bIns="0" rtlCol="0">
              <a:spAutoFit/>
            </a:bodyPr>
            <a:lstStyle/>
            <a:p>
              <a:pPr>
                <a:spcBef>
                  <a:spcPts val="600"/>
                </a:spcBef>
                <a:buSzPct val="100000"/>
              </a:pPr>
              <a:r>
                <a:rPr lang="en-US" sz="1200" b="1" dirty="0">
                  <a:solidFill>
                    <a:srgbClr val="313131"/>
                  </a:solidFill>
                </a:rPr>
                <a:t>High</a:t>
              </a:r>
            </a:p>
          </p:txBody>
        </p:sp>
      </p:grpSp>
      <p:grpSp>
        <p:nvGrpSpPr>
          <p:cNvPr id="158" name="Graphic 4">
            <a:extLst>
              <a:ext uri="{FF2B5EF4-FFF2-40B4-BE49-F238E27FC236}">
                <a16:creationId xmlns:a16="http://schemas.microsoft.com/office/drawing/2014/main" id="{7B2B87F6-EA8B-45E9-B4C6-163F46F1356D}"/>
              </a:ext>
            </a:extLst>
          </p:cNvPr>
          <p:cNvGrpSpPr/>
          <p:nvPr/>
        </p:nvGrpSpPr>
        <p:grpSpPr>
          <a:xfrm>
            <a:off x="3953287" y="1480664"/>
            <a:ext cx="548639" cy="547219"/>
            <a:chOff x="4046108" y="3824168"/>
            <a:chExt cx="361670" cy="361333"/>
          </a:xfrm>
          <a:solidFill>
            <a:schemeClr val="accent1"/>
          </a:solidFill>
        </p:grpSpPr>
        <p:sp>
          <p:nvSpPr>
            <p:cNvPr id="159" name="Graphic 4">
              <a:extLst>
                <a:ext uri="{FF2B5EF4-FFF2-40B4-BE49-F238E27FC236}">
                  <a16:creationId xmlns:a16="http://schemas.microsoft.com/office/drawing/2014/main" id="{9121F388-F52A-4841-878D-A4473AF4A02E}"/>
                </a:ext>
              </a:extLst>
            </p:cNvPr>
            <p:cNvSpPr/>
            <p:nvPr/>
          </p:nvSpPr>
          <p:spPr>
            <a:xfrm>
              <a:off x="4126621" y="3928865"/>
              <a:ext cx="201283" cy="131510"/>
            </a:xfrm>
            <a:custGeom>
              <a:avLst/>
              <a:gdLst>
                <a:gd name="connsiteX0" fmla="*/ 187864 w 201283"/>
                <a:gd name="connsiteY0" fmla="*/ 17237 h 131510"/>
                <a:gd name="connsiteX1" fmla="*/ 187864 w 201283"/>
                <a:gd name="connsiteY1" fmla="*/ 17237 h 131510"/>
                <a:gd name="connsiteX2" fmla="*/ 187864 w 201283"/>
                <a:gd name="connsiteY2" fmla="*/ 17237 h 131510"/>
                <a:gd name="connsiteX3" fmla="*/ 187864 w 201283"/>
                <a:gd name="connsiteY3" fmla="*/ 18514 h 131510"/>
                <a:gd name="connsiteX4" fmla="*/ 182752 w 201283"/>
                <a:gd name="connsiteY4" fmla="*/ 31920 h 131510"/>
                <a:gd name="connsiteX5" fmla="*/ 174445 w 201283"/>
                <a:gd name="connsiteY5" fmla="*/ 35751 h 131510"/>
                <a:gd name="connsiteX6" fmla="*/ 170611 w 201283"/>
                <a:gd name="connsiteY6" fmla="*/ 30643 h 131510"/>
                <a:gd name="connsiteX7" fmla="*/ 118214 w 201283"/>
                <a:gd name="connsiteY7" fmla="*/ 62563 h 131510"/>
                <a:gd name="connsiteX8" fmla="*/ 111185 w 201283"/>
                <a:gd name="connsiteY8" fmla="*/ 61925 h 131510"/>
                <a:gd name="connsiteX9" fmla="*/ 90098 w 201283"/>
                <a:gd name="connsiteY9" fmla="*/ 45327 h 131510"/>
                <a:gd name="connsiteX10" fmla="*/ 17253 w 201283"/>
                <a:gd name="connsiteY10" fmla="*/ 81715 h 131510"/>
                <a:gd name="connsiteX11" fmla="*/ 14697 w 201283"/>
                <a:gd name="connsiteY11" fmla="*/ 82354 h 131510"/>
                <a:gd name="connsiteX12" fmla="*/ 8946 w 201283"/>
                <a:gd name="connsiteY12" fmla="*/ 78523 h 131510"/>
                <a:gd name="connsiteX13" fmla="*/ 11502 w 201283"/>
                <a:gd name="connsiteY13" fmla="*/ 70224 h 131510"/>
                <a:gd name="connsiteX14" fmla="*/ 87542 w 201283"/>
                <a:gd name="connsiteY14" fmla="*/ 31920 h 131510"/>
                <a:gd name="connsiteX15" fmla="*/ 94571 w 201283"/>
                <a:gd name="connsiteY15" fmla="*/ 32559 h 131510"/>
                <a:gd name="connsiteX16" fmla="*/ 115019 w 201283"/>
                <a:gd name="connsiteY16" fmla="*/ 48519 h 131510"/>
                <a:gd name="connsiteX17" fmla="*/ 162943 w 201283"/>
                <a:gd name="connsiteY17" fmla="*/ 19152 h 131510"/>
                <a:gd name="connsiteX18" fmla="*/ 160388 w 201283"/>
                <a:gd name="connsiteY18" fmla="*/ 13407 h 131510"/>
                <a:gd name="connsiteX19" fmla="*/ 167416 w 201283"/>
                <a:gd name="connsiteY19" fmla="*/ 7661 h 131510"/>
                <a:gd name="connsiteX20" fmla="*/ 182113 w 201283"/>
                <a:gd name="connsiteY20" fmla="*/ 8938 h 131510"/>
                <a:gd name="connsiteX21" fmla="*/ 182752 w 201283"/>
                <a:gd name="connsiteY21" fmla="*/ 8938 h 131510"/>
                <a:gd name="connsiteX22" fmla="*/ 182752 w 201283"/>
                <a:gd name="connsiteY22" fmla="*/ 8938 h 131510"/>
                <a:gd name="connsiteX23" fmla="*/ 182752 w 201283"/>
                <a:gd name="connsiteY23" fmla="*/ 8938 h 131510"/>
                <a:gd name="connsiteX24" fmla="*/ 183391 w 201283"/>
                <a:gd name="connsiteY24" fmla="*/ 8938 h 131510"/>
                <a:gd name="connsiteX25" fmla="*/ 183391 w 201283"/>
                <a:gd name="connsiteY25" fmla="*/ 8938 h 131510"/>
                <a:gd name="connsiteX26" fmla="*/ 187225 w 201283"/>
                <a:gd name="connsiteY26" fmla="*/ 11491 h 131510"/>
                <a:gd name="connsiteX27" fmla="*/ 187225 w 201283"/>
                <a:gd name="connsiteY27" fmla="*/ 11491 h 131510"/>
                <a:gd name="connsiteX28" fmla="*/ 187225 w 201283"/>
                <a:gd name="connsiteY28" fmla="*/ 11491 h 131510"/>
                <a:gd name="connsiteX29" fmla="*/ 187225 w 201283"/>
                <a:gd name="connsiteY29" fmla="*/ 11491 h 131510"/>
                <a:gd name="connsiteX30" fmla="*/ 187225 w 201283"/>
                <a:gd name="connsiteY30" fmla="*/ 11491 h 131510"/>
                <a:gd name="connsiteX31" fmla="*/ 187225 w 201283"/>
                <a:gd name="connsiteY31" fmla="*/ 11491 h 131510"/>
                <a:gd name="connsiteX32" fmla="*/ 187225 w 201283"/>
                <a:gd name="connsiteY32" fmla="*/ 11491 h 131510"/>
                <a:gd name="connsiteX33" fmla="*/ 187864 w 201283"/>
                <a:gd name="connsiteY33" fmla="*/ 17237 h 131510"/>
                <a:gd name="connsiteX34" fmla="*/ 177001 w 201283"/>
                <a:gd name="connsiteY34" fmla="*/ 115550 h 131510"/>
                <a:gd name="connsiteX35" fmla="*/ 170611 w 201283"/>
                <a:gd name="connsiteY35" fmla="*/ 121934 h 131510"/>
                <a:gd name="connsiteX36" fmla="*/ 164221 w 201283"/>
                <a:gd name="connsiteY36" fmla="*/ 115550 h 131510"/>
                <a:gd name="connsiteX37" fmla="*/ 164221 w 201283"/>
                <a:gd name="connsiteY37" fmla="*/ 52349 h 131510"/>
                <a:gd name="connsiteX38" fmla="*/ 170611 w 201283"/>
                <a:gd name="connsiteY38" fmla="*/ 45965 h 131510"/>
                <a:gd name="connsiteX39" fmla="*/ 177001 w 201283"/>
                <a:gd name="connsiteY39" fmla="*/ 52349 h 131510"/>
                <a:gd name="connsiteX40" fmla="*/ 177001 w 201283"/>
                <a:gd name="connsiteY40" fmla="*/ 115550 h 131510"/>
                <a:gd name="connsiteX41" fmla="*/ 148247 w 201283"/>
                <a:gd name="connsiteY41" fmla="*/ 115550 h 131510"/>
                <a:gd name="connsiteX42" fmla="*/ 141857 w 201283"/>
                <a:gd name="connsiteY42" fmla="*/ 121934 h 131510"/>
                <a:gd name="connsiteX43" fmla="*/ 135467 w 201283"/>
                <a:gd name="connsiteY43" fmla="*/ 115550 h 131510"/>
                <a:gd name="connsiteX44" fmla="*/ 135467 w 201283"/>
                <a:gd name="connsiteY44" fmla="*/ 66394 h 131510"/>
                <a:gd name="connsiteX45" fmla="*/ 141857 w 201283"/>
                <a:gd name="connsiteY45" fmla="*/ 60010 h 131510"/>
                <a:gd name="connsiteX46" fmla="*/ 148247 w 201283"/>
                <a:gd name="connsiteY46" fmla="*/ 66394 h 131510"/>
                <a:gd name="connsiteX47" fmla="*/ 148247 w 201283"/>
                <a:gd name="connsiteY47" fmla="*/ 115550 h 131510"/>
                <a:gd name="connsiteX48" fmla="*/ 119492 w 201283"/>
                <a:gd name="connsiteY48" fmla="*/ 115550 h 131510"/>
                <a:gd name="connsiteX49" fmla="*/ 113102 w 201283"/>
                <a:gd name="connsiteY49" fmla="*/ 121934 h 131510"/>
                <a:gd name="connsiteX50" fmla="*/ 106712 w 201283"/>
                <a:gd name="connsiteY50" fmla="*/ 115550 h 131510"/>
                <a:gd name="connsiteX51" fmla="*/ 106712 w 201283"/>
                <a:gd name="connsiteY51" fmla="*/ 80438 h 131510"/>
                <a:gd name="connsiteX52" fmla="*/ 113102 w 201283"/>
                <a:gd name="connsiteY52" fmla="*/ 74054 h 131510"/>
                <a:gd name="connsiteX53" fmla="*/ 119492 w 201283"/>
                <a:gd name="connsiteY53" fmla="*/ 80438 h 131510"/>
                <a:gd name="connsiteX54" fmla="*/ 119492 w 201283"/>
                <a:gd name="connsiteY54" fmla="*/ 115550 h 131510"/>
                <a:gd name="connsiteX55" fmla="*/ 91376 w 201283"/>
                <a:gd name="connsiteY55" fmla="*/ 115550 h 131510"/>
                <a:gd name="connsiteX56" fmla="*/ 84986 w 201283"/>
                <a:gd name="connsiteY56" fmla="*/ 121934 h 131510"/>
                <a:gd name="connsiteX57" fmla="*/ 78596 w 201283"/>
                <a:gd name="connsiteY57" fmla="*/ 115550 h 131510"/>
                <a:gd name="connsiteX58" fmla="*/ 78596 w 201283"/>
                <a:gd name="connsiteY58" fmla="*/ 67670 h 131510"/>
                <a:gd name="connsiteX59" fmla="*/ 84986 w 201283"/>
                <a:gd name="connsiteY59" fmla="*/ 61286 h 131510"/>
                <a:gd name="connsiteX60" fmla="*/ 91376 w 201283"/>
                <a:gd name="connsiteY60" fmla="*/ 67670 h 131510"/>
                <a:gd name="connsiteX61" fmla="*/ 91376 w 201283"/>
                <a:gd name="connsiteY61" fmla="*/ 115550 h 131510"/>
                <a:gd name="connsiteX62" fmla="*/ 62621 w 201283"/>
                <a:gd name="connsiteY62" fmla="*/ 115550 h 131510"/>
                <a:gd name="connsiteX63" fmla="*/ 56231 w 201283"/>
                <a:gd name="connsiteY63" fmla="*/ 121934 h 131510"/>
                <a:gd name="connsiteX64" fmla="*/ 49841 w 201283"/>
                <a:gd name="connsiteY64" fmla="*/ 115550 h 131510"/>
                <a:gd name="connsiteX65" fmla="*/ 49841 w 201283"/>
                <a:gd name="connsiteY65" fmla="*/ 84907 h 131510"/>
                <a:gd name="connsiteX66" fmla="*/ 56231 w 201283"/>
                <a:gd name="connsiteY66" fmla="*/ 78523 h 131510"/>
                <a:gd name="connsiteX67" fmla="*/ 62621 w 201283"/>
                <a:gd name="connsiteY67" fmla="*/ 84907 h 131510"/>
                <a:gd name="connsiteX68" fmla="*/ 62621 w 201283"/>
                <a:gd name="connsiteY68" fmla="*/ 115550 h 131510"/>
                <a:gd name="connsiteX69" fmla="*/ 33867 w 201283"/>
                <a:gd name="connsiteY69" fmla="*/ 113635 h 131510"/>
                <a:gd name="connsiteX70" fmla="*/ 27477 w 201283"/>
                <a:gd name="connsiteY70" fmla="*/ 120019 h 131510"/>
                <a:gd name="connsiteX71" fmla="*/ 21087 w 201283"/>
                <a:gd name="connsiteY71" fmla="*/ 113635 h 131510"/>
                <a:gd name="connsiteX72" fmla="*/ 21087 w 201283"/>
                <a:gd name="connsiteY72" fmla="*/ 93206 h 131510"/>
                <a:gd name="connsiteX73" fmla="*/ 27477 w 201283"/>
                <a:gd name="connsiteY73" fmla="*/ 86822 h 131510"/>
                <a:gd name="connsiteX74" fmla="*/ 33867 w 201283"/>
                <a:gd name="connsiteY74" fmla="*/ 93206 h 131510"/>
                <a:gd name="connsiteX75" fmla="*/ 33867 w 201283"/>
                <a:gd name="connsiteY75" fmla="*/ 113635 h 131510"/>
                <a:gd name="connsiteX76" fmla="*/ 185308 w 201283"/>
                <a:gd name="connsiteY76" fmla="*/ 0 h 131510"/>
                <a:gd name="connsiteX77" fmla="*/ 15975 w 201283"/>
                <a:gd name="connsiteY77" fmla="*/ 0 h 131510"/>
                <a:gd name="connsiteX78" fmla="*/ 0 w 201283"/>
                <a:gd name="connsiteY78" fmla="*/ 15960 h 131510"/>
                <a:gd name="connsiteX79" fmla="*/ 0 w 201283"/>
                <a:gd name="connsiteY79" fmla="*/ 115550 h 131510"/>
                <a:gd name="connsiteX80" fmla="*/ 15975 w 201283"/>
                <a:gd name="connsiteY80" fmla="*/ 131510 h 131510"/>
                <a:gd name="connsiteX81" fmla="*/ 185308 w 201283"/>
                <a:gd name="connsiteY81" fmla="*/ 131510 h 131510"/>
                <a:gd name="connsiteX82" fmla="*/ 201283 w 201283"/>
                <a:gd name="connsiteY82" fmla="*/ 115550 h 131510"/>
                <a:gd name="connsiteX83" fmla="*/ 201283 w 201283"/>
                <a:gd name="connsiteY83" fmla="*/ 15960 h 131510"/>
                <a:gd name="connsiteX84" fmla="*/ 185308 w 201283"/>
                <a:gd name="connsiteY84" fmla="*/ 0 h 131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201283" h="131510">
                  <a:moveTo>
                    <a:pt x="187864" y="17237"/>
                  </a:moveTo>
                  <a:cubicBezTo>
                    <a:pt x="187864" y="17237"/>
                    <a:pt x="187864" y="17875"/>
                    <a:pt x="187864" y="17237"/>
                  </a:cubicBezTo>
                  <a:cubicBezTo>
                    <a:pt x="187864" y="17875"/>
                    <a:pt x="187864" y="17875"/>
                    <a:pt x="187864" y="17237"/>
                  </a:cubicBezTo>
                  <a:cubicBezTo>
                    <a:pt x="187864" y="17875"/>
                    <a:pt x="187864" y="17875"/>
                    <a:pt x="187864" y="18514"/>
                  </a:cubicBezTo>
                  <a:lnTo>
                    <a:pt x="182752" y="31920"/>
                  </a:lnTo>
                  <a:cubicBezTo>
                    <a:pt x="181474" y="35112"/>
                    <a:pt x="177640" y="37027"/>
                    <a:pt x="174445" y="35751"/>
                  </a:cubicBezTo>
                  <a:cubicBezTo>
                    <a:pt x="171889" y="35112"/>
                    <a:pt x="170611" y="33197"/>
                    <a:pt x="170611" y="30643"/>
                  </a:cubicBezTo>
                  <a:lnTo>
                    <a:pt x="118214" y="62563"/>
                  </a:lnTo>
                  <a:cubicBezTo>
                    <a:pt x="115658" y="63840"/>
                    <a:pt x="113102" y="63840"/>
                    <a:pt x="111185" y="61925"/>
                  </a:cubicBezTo>
                  <a:lnTo>
                    <a:pt x="90098" y="45327"/>
                  </a:lnTo>
                  <a:lnTo>
                    <a:pt x="17253" y="81715"/>
                  </a:lnTo>
                  <a:cubicBezTo>
                    <a:pt x="16614" y="82354"/>
                    <a:pt x="15336" y="82354"/>
                    <a:pt x="14697" y="82354"/>
                  </a:cubicBezTo>
                  <a:cubicBezTo>
                    <a:pt x="12141" y="82354"/>
                    <a:pt x="10224" y="81077"/>
                    <a:pt x="8946" y="78523"/>
                  </a:cubicBezTo>
                  <a:cubicBezTo>
                    <a:pt x="7668" y="75331"/>
                    <a:pt x="8946" y="71501"/>
                    <a:pt x="11502" y="70224"/>
                  </a:cubicBezTo>
                  <a:lnTo>
                    <a:pt x="87542" y="31920"/>
                  </a:lnTo>
                  <a:cubicBezTo>
                    <a:pt x="89459" y="30643"/>
                    <a:pt x="92654" y="31282"/>
                    <a:pt x="94571" y="32559"/>
                  </a:cubicBezTo>
                  <a:lnTo>
                    <a:pt x="115019" y="48519"/>
                  </a:lnTo>
                  <a:lnTo>
                    <a:pt x="162943" y="19152"/>
                  </a:lnTo>
                  <a:cubicBezTo>
                    <a:pt x="161027" y="17875"/>
                    <a:pt x="159748" y="15322"/>
                    <a:pt x="160388" y="13407"/>
                  </a:cubicBezTo>
                  <a:cubicBezTo>
                    <a:pt x="161027" y="10215"/>
                    <a:pt x="163583" y="7661"/>
                    <a:pt x="167416" y="7661"/>
                  </a:cubicBezTo>
                  <a:lnTo>
                    <a:pt x="182113" y="8938"/>
                  </a:lnTo>
                  <a:cubicBezTo>
                    <a:pt x="182113" y="8938"/>
                    <a:pt x="182752" y="8938"/>
                    <a:pt x="182752" y="8938"/>
                  </a:cubicBezTo>
                  <a:cubicBezTo>
                    <a:pt x="182752" y="8938"/>
                    <a:pt x="182752" y="8938"/>
                    <a:pt x="182752" y="8938"/>
                  </a:cubicBezTo>
                  <a:lnTo>
                    <a:pt x="182752" y="8938"/>
                  </a:lnTo>
                  <a:cubicBezTo>
                    <a:pt x="182752" y="8938"/>
                    <a:pt x="183391" y="8938"/>
                    <a:pt x="183391" y="8938"/>
                  </a:cubicBezTo>
                  <a:cubicBezTo>
                    <a:pt x="183391" y="8938"/>
                    <a:pt x="183391" y="8938"/>
                    <a:pt x="183391" y="8938"/>
                  </a:cubicBezTo>
                  <a:cubicBezTo>
                    <a:pt x="184669" y="9576"/>
                    <a:pt x="185947" y="10215"/>
                    <a:pt x="187225" y="11491"/>
                  </a:cubicBezTo>
                  <a:lnTo>
                    <a:pt x="187225" y="11491"/>
                  </a:lnTo>
                  <a:cubicBezTo>
                    <a:pt x="187225" y="11491"/>
                    <a:pt x="187225" y="11491"/>
                    <a:pt x="187225" y="11491"/>
                  </a:cubicBezTo>
                  <a:cubicBezTo>
                    <a:pt x="187225" y="11491"/>
                    <a:pt x="187225" y="11491"/>
                    <a:pt x="187225" y="11491"/>
                  </a:cubicBezTo>
                  <a:lnTo>
                    <a:pt x="187225" y="11491"/>
                  </a:lnTo>
                  <a:lnTo>
                    <a:pt x="187225" y="11491"/>
                  </a:lnTo>
                  <a:cubicBezTo>
                    <a:pt x="187225" y="11491"/>
                    <a:pt x="187225" y="11491"/>
                    <a:pt x="187225" y="11491"/>
                  </a:cubicBezTo>
                  <a:cubicBezTo>
                    <a:pt x="187864" y="14045"/>
                    <a:pt x="188503" y="15960"/>
                    <a:pt x="187864" y="17237"/>
                  </a:cubicBezTo>
                  <a:moveTo>
                    <a:pt x="177001" y="115550"/>
                  </a:moveTo>
                  <a:cubicBezTo>
                    <a:pt x="177001" y="119381"/>
                    <a:pt x="174445" y="121934"/>
                    <a:pt x="170611" y="121934"/>
                  </a:cubicBezTo>
                  <a:cubicBezTo>
                    <a:pt x="166778" y="121934"/>
                    <a:pt x="164221" y="119381"/>
                    <a:pt x="164221" y="115550"/>
                  </a:cubicBezTo>
                  <a:lnTo>
                    <a:pt x="164221" y="52349"/>
                  </a:lnTo>
                  <a:cubicBezTo>
                    <a:pt x="164221" y="48519"/>
                    <a:pt x="166778" y="45965"/>
                    <a:pt x="170611" y="45965"/>
                  </a:cubicBezTo>
                  <a:cubicBezTo>
                    <a:pt x="174445" y="45965"/>
                    <a:pt x="177001" y="48519"/>
                    <a:pt x="177001" y="52349"/>
                  </a:cubicBezTo>
                  <a:lnTo>
                    <a:pt x="177001" y="115550"/>
                  </a:lnTo>
                  <a:close/>
                  <a:moveTo>
                    <a:pt x="148247" y="115550"/>
                  </a:moveTo>
                  <a:cubicBezTo>
                    <a:pt x="148247" y="119381"/>
                    <a:pt x="145690" y="121934"/>
                    <a:pt x="141857" y="121934"/>
                  </a:cubicBezTo>
                  <a:cubicBezTo>
                    <a:pt x="138023" y="121934"/>
                    <a:pt x="135467" y="119381"/>
                    <a:pt x="135467" y="115550"/>
                  </a:cubicBezTo>
                  <a:lnTo>
                    <a:pt x="135467" y="66394"/>
                  </a:lnTo>
                  <a:cubicBezTo>
                    <a:pt x="135467" y="62563"/>
                    <a:pt x="138023" y="60010"/>
                    <a:pt x="141857" y="60010"/>
                  </a:cubicBezTo>
                  <a:cubicBezTo>
                    <a:pt x="145690" y="60010"/>
                    <a:pt x="148247" y="62563"/>
                    <a:pt x="148247" y="66394"/>
                  </a:cubicBezTo>
                  <a:lnTo>
                    <a:pt x="148247" y="115550"/>
                  </a:lnTo>
                  <a:close/>
                  <a:moveTo>
                    <a:pt x="119492" y="115550"/>
                  </a:moveTo>
                  <a:cubicBezTo>
                    <a:pt x="119492" y="119381"/>
                    <a:pt x="116936" y="121934"/>
                    <a:pt x="113102" y="121934"/>
                  </a:cubicBezTo>
                  <a:cubicBezTo>
                    <a:pt x="109268" y="121934"/>
                    <a:pt x="106712" y="119381"/>
                    <a:pt x="106712" y="115550"/>
                  </a:cubicBezTo>
                  <a:lnTo>
                    <a:pt x="106712" y="80438"/>
                  </a:lnTo>
                  <a:cubicBezTo>
                    <a:pt x="106712" y="76608"/>
                    <a:pt x="109268" y="74054"/>
                    <a:pt x="113102" y="74054"/>
                  </a:cubicBezTo>
                  <a:cubicBezTo>
                    <a:pt x="116936" y="74054"/>
                    <a:pt x="119492" y="76608"/>
                    <a:pt x="119492" y="80438"/>
                  </a:cubicBezTo>
                  <a:lnTo>
                    <a:pt x="119492" y="115550"/>
                  </a:lnTo>
                  <a:close/>
                  <a:moveTo>
                    <a:pt x="91376" y="115550"/>
                  </a:moveTo>
                  <a:cubicBezTo>
                    <a:pt x="91376" y="119381"/>
                    <a:pt x="88820" y="121934"/>
                    <a:pt x="84986" y="121934"/>
                  </a:cubicBezTo>
                  <a:cubicBezTo>
                    <a:pt x="81152" y="121934"/>
                    <a:pt x="78596" y="119381"/>
                    <a:pt x="78596" y="115550"/>
                  </a:cubicBezTo>
                  <a:lnTo>
                    <a:pt x="78596" y="67670"/>
                  </a:lnTo>
                  <a:cubicBezTo>
                    <a:pt x="78596" y="63840"/>
                    <a:pt x="81152" y="61286"/>
                    <a:pt x="84986" y="61286"/>
                  </a:cubicBezTo>
                  <a:cubicBezTo>
                    <a:pt x="88820" y="61286"/>
                    <a:pt x="91376" y="63840"/>
                    <a:pt x="91376" y="67670"/>
                  </a:cubicBezTo>
                  <a:lnTo>
                    <a:pt x="91376" y="115550"/>
                  </a:lnTo>
                  <a:close/>
                  <a:moveTo>
                    <a:pt x="62621" y="115550"/>
                  </a:moveTo>
                  <a:cubicBezTo>
                    <a:pt x="62621" y="119381"/>
                    <a:pt x="60066" y="121934"/>
                    <a:pt x="56231" y="121934"/>
                  </a:cubicBezTo>
                  <a:cubicBezTo>
                    <a:pt x="52398" y="121934"/>
                    <a:pt x="49841" y="119381"/>
                    <a:pt x="49841" y="115550"/>
                  </a:cubicBezTo>
                  <a:lnTo>
                    <a:pt x="49841" y="84907"/>
                  </a:lnTo>
                  <a:cubicBezTo>
                    <a:pt x="49841" y="81077"/>
                    <a:pt x="52398" y="78523"/>
                    <a:pt x="56231" y="78523"/>
                  </a:cubicBezTo>
                  <a:cubicBezTo>
                    <a:pt x="60066" y="78523"/>
                    <a:pt x="62621" y="81077"/>
                    <a:pt x="62621" y="84907"/>
                  </a:cubicBezTo>
                  <a:lnTo>
                    <a:pt x="62621" y="115550"/>
                  </a:lnTo>
                  <a:close/>
                  <a:moveTo>
                    <a:pt x="33867" y="113635"/>
                  </a:moveTo>
                  <a:cubicBezTo>
                    <a:pt x="33867" y="117465"/>
                    <a:pt x="31311" y="120019"/>
                    <a:pt x="27477" y="120019"/>
                  </a:cubicBezTo>
                  <a:cubicBezTo>
                    <a:pt x="23643" y="120019"/>
                    <a:pt x="21087" y="117465"/>
                    <a:pt x="21087" y="113635"/>
                  </a:cubicBezTo>
                  <a:lnTo>
                    <a:pt x="21087" y="93206"/>
                  </a:lnTo>
                  <a:cubicBezTo>
                    <a:pt x="21087" y="89376"/>
                    <a:pt x="23643" y="86822"/>
                    <a:pt x="27477" y="86822"/>
                  </a:cubicBezTo>
                  <a:cubicBezTo>
                    <a:pt x="31311" y="86822"/>
                    <a:pt x="33867" y="89376"/>
                    <a:pt x="33867" y="93206"/>
                  </a:cubicBezTo>
                  <a:lnTo>
                    <a:pt x="33867" y="113635"/>
                  </a:lnTo>
                  <a:close/>
                  <a:moveTo>
                    <a:pt x="185308" y="0"/>
                  </a:moveTo>
                  <a:lnTo>
                    <a:pt x="15975" y="0"/>
                  </a:lnTo>
                  <a:cubicBezTo>
                    <a:pt x="7029" y="0"/>
                    <a:pt x="0" y="7023"/>
                    <a:pt x="0" y="15960"/>
                  </a:cubicBezTo>
                  <a:lnTo>
                    <a:pt x="0" y="115550"/>
                  </a:lnTo>
                  <a:cubicBezTo>
                    <a:pt x="0" y="124488"/>
                    <a:pt x="7029" y="131510"/>
                    <a:pt x="15975" y="131510"/>
                  </a:cubicBezTo>
                  <a:lnTo>
                    <a:pt x="185308" y="131510"/>
                  </a:lnTo>
                  <a:cubicBezTo>
                    <a:pt x="194254" y="131510"/>
                    <a:pt x="201283" y="124488"/>
                    <a:pt x="201283" y="115550"/>
                  </a:cubicBezTo>
                  <a:lnTo>
                    <a:pt x="201283" y="15960"/>
                  </a:lnTo>
                  <a:cubicBezTo>
                    <a:pt x="200644" y="7023"/>
                    <a:pt x="193615" y="0"/>
                    <a:pt x="185308" y="0"/>
                  </a:cubicBezTo>
                </a:path>
              </a:pathLst>
            </a:custGeom>
            <a:grpFill/>
            <a:ln w="6390" cap="flat">
              <a:noFill/>
              <a:prstDash val="solid"/>
              <a:miter/>
            </a:ln>
          </p:spPr>
          <p:txBody>
            <a:bodyPr rtlCol="0" anchor="ctr"/>
            <a:lstStyle/>
            <a:p>
              <a:endParaRPr lang="en-US"/>
            </a:p>
          </p:txBody>
        </p:sp>
        <p:sp>
          <p:nvSpPr>
            <p:cNvPr id="160" name="Graphic 4">
              <a:extLst>
                <a:ext uri="{FF2B5EF4-FFF2-40B4-BE49-F238E27FC236}">
                  <a16:creationId xmlns:a16="http://schemas.microsoft.com/office/drawing/2014/main" id="{365A9D73-6BE8-4CC3-B113-BF308A9ABE37}"/>
                </a:ext>
              </a:extLst>
            </p:cNvPr>
            <p:cNvSpPr/>
            <p:nvPr/>
          </p:nvSpPr>
          <p:spPr>
            <a:xfrm>
              <a:off x="4046108" y="3824168"/>
              <a:ext cx="361670" cy="361333"/>
            </a:xfrm>
            <a:custGeom>
              <a:avLst/>
              <a:gdLst>
                <a:gd name="connsiteX0" fmla="*/ 293937 w 361670"/>
                <a:gd name="connsiteY0" fmla="*/ 219609 h 361333"/>
                <a:gd name="connsiteX1" fmla="*/ 265182 w 361670"/>
                <a:gd name="connsiteY1" fmla="*/ 248337 h 361333"/>
                <a:gd name="connsiteX2" fmla="*/ 95849 w 361670"/>
                <a:gd name="connsiteY2" fmla="*/ 248337 h 361333"/>
                <a:gd name="connsiteX3" fmla="*/ 67094 w 361670"/>
                <a:gd name="connsiteY3" fmla="*/ 219609 h 361333"/>
                <a:gd name="connsiteX4" fmla="*/ 67094 w 361670"/>
                <a:gd name="connsiteY4" fmla="*/ 120019 h 361333"/>
                <a:gd name="connsiteX5" fmla="*/ 95849 w 361670"/>
                <a:gd name="connsiteY5" fmla="*/ 91291 h 361333"/>
                <a:gd name="connsiteX6" fmla="*/ 265182 w 361670"/>
                <a:gd name="connsiteY6" fmla="*/ 91291 h 361333"/>
                <a:gd name="connsiteX7" fmla="*/ 293937 w 361670"/>
                <a:gd name="connsiteY7" fmla="*/ 120019 h 361333"/>
                <a:gd name="connsiteX8" fmla="*/ 293937 w 361670"/>
                <a:gd name="connsiteY8" fmla="*/ 219609 h 361333"/>
                <a:gd name="connsiteX9" fmla="*/ 253681 w 361670"/>
                <a:gd name="connsiteY9" fmla="*/ 270042 h 361333"/>
                <a:gd name="connsiteX10" fmla="*/ 107351 w 361670"/>
                <a:gd name="connsiteY10" fmla="*/ 270042 h 361333"/>
                <a:gd name="connsiteX11" fmla="*/ 100961 w 361670"/>
                <a:gd name="connsiteY11" fmla="*/ 263658 h 361333"/>
                <a:gd name="connsiteX12" fmla="*/ 107351 w 361670"/>
                <a:gd name="connsiteY12" fmla="*/ 257274 h 361333"/>
                <a:gd name="connsiteX13" fmla="*/ 253681 w 361670"/>
                <a:gd name="connsiteY13" fmla="*/ 257274 h 361333"/>
                <a:gd name="connsiteX14" fmla="*/ 260071 w 361670"/>
                <a:gd name="connsiteY14" fmla="*/ 263658 h 361333"/>
                <a:gd name="connsiteX15" fmla="*/ 253681 w 361670"/>
                <a:gd name="connsiteY15" fmla="*/ 270042 h 361333"/>
                <a:gd name="connsiteX16" fmla="*/ 180835 w 361670"/>
                <a:gd name="connsiteY16" fmla="*/ 0 h 361333"/>
                <a:gd name="connsiteX17" fmla="*/ 0 w 361670"/>
                <a:gd name="connsiteY17" fmla="*/ 180667 h 361333"/>
                <a:gd name="connsiteX18" fmla="*/ 180835 w 361670"/>
                <a:gd name="connsiteY18" fmla="*/ 361333 h 361333"/>
                <a:gd name="connsiteX19" fmla="*/ 361670 w 361670"/>
                <a:gd name="connsiteY19" fmla="*/ 180667 h 361333"/>
                <a:gd name="connsiteX20" fmla="*/ 180835 w 361670"/>
                <a:gd name="connsiteY20" fmla="*/ 0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61670" h="361333">
                  <a:moveTo>
                    <a:pt x="293937" y="219609"/>
                  </a:moveTo>
                  <a:cubicBezTo>
                    <a:pt x="293937" y="235569"/>
                    <a:pt x="281157" y="248337"/>
                    <a:pt x="265182" y="248337"/>
                  </a:cubicBezTo>
                  <a:lnTo>
                    <a:pt x="95849" y="248337"/>
                  </a:lnTo>
                  <a:cubicBezTo>
                    <a:pt x="79874" y="248337"/>
                    <a:pt x="67094" y="235569"/>
                    <a:pt x="67094" y="219609"/>
                  </a:cubicBezTo>
                  <a:lnTo>
                    <a:pt x="67094" y="120019"/>
                  </a:lnTo>
                  <a:cubicBezTo>
                    <a:pt x="67094" y="104059"/>
                    <a:pt x="79874" y="91291"/>
                    <a:pt x="95849" y="91291"/>
                  </a:cubicBezTo>
                  <a:lnTo>
                    <a:pt x="265182" y="91291"/>
                  </a:lnTo>
                  <a:cubicBezTo>
                    <a:pt x="281157" y="91291"/>
                    <a:pt x="293937" y="104059"/>
                    <a:pt x="293937" y="120019"/>
                  </a:cubicBezTo>
                  <a:lnTo>
                    <a:pt x="293937" y="219609"/>
                  </a:lnTo>
                  <a:close/>
                  <a:moveTo>
                    <a:pt x="253681" y="270042"/>
                  </a:moveTo>
                  <a:lnTo>
                    <a:pt x="107351" y="270042"/>
                  </a:lnTo>
                  <a:cubicBezTo>
                    <a:pt x="103517" y="270042"/>
                    <a:pt x="100961" y="267489"/>
                    <a:pt x="100961" y="263658"/>
                  </a:cubicBezTo>
                  <a:cubicBezTo>
                    <a:pt x="100961" y="259828"/>
                    <a:pt x="103517" y="257274"/>
                    <a:pt x="107351" y="257274"/>
                  </a:cubicBezTo>
                  <a:lnTo>
                    <a:pt x="253681" y="257274"/>
                  </a:lnTo>
                  <a:cubicBezTo>
                    <a:pt x="257514" y="257274"/>
                    <a:pt x="260071" y="259828"/>
                    <a:pt x="260071" y="263658"/>
                  </a:cubicBezTo>
                  <a:cubicBezTo>
                    <a:pt x="260071" y="266850"/>
                    <a:pt x="257514" y="270042"/>
                    <a:pt x="253681" y="270042"/>
                  </a:cubicBezTo>
                  <a:moveTo>
                    <a:pt x="180835" y="0"/>
                  </a:moveTo>
                  <a:cubicBezTo>
                    <a:pt x="81152" y="0"/>
                    <a:pt x="0" y="81076"/>
                    <a:pt x="0" y="180667"/>
                  </a:cubicBezTo>
                  <a:cubicBezTo>
                    <a:pt x="0" y="280257"/>
                    <a:pt x="81152" y="361333"/>
                    <a:pt x="180835" y="361333"/>
                  </a:cubicBezTo>
                  <a:cubicBezTo>
                    <a:pt x="280518" y="361333"/>
                    <a:pt x="361670" y="280257"/>
                    <a:pt x="361670" y="180667"/>
                  </a:cubicBezTo>
                  <a:cubicBezTo>
                    <a:pt x="361670" y="81076"/>
                    <a:pt x="280518" y="0"/>
                    <a:pt x="180835" y="0"/>
                  </a:cubicBezTo>
                </a:path>
              </a:pathLst>
            </a:custGeom>
            <a:grpFill/>
            <a:ln w="6390" cap="flat">
              <a:noFill/>
              <a:prstDash val="solid"/>
              <a:miter/>
            </a:ln>
          </p:spPr>
          <p:txBody>
            <a:bodyPr rtlCol="0" anchor="ctr"/>
            <a:lstStyle/>
            <a:p>
              <a:endParaRPr lang="en-US"/>
            </a:p>
          </p:txBody>
        </p:sp>
      </p:grpSp>
      <p:sp>
        <p:nvSpPr>
          <p:cNvPr id="166" name="Graphic 4">
            <a:extLst>
              <a:ext uri="{FF2B5EF4-FFF2-40B4-BE49-F238E27FC236}">
                <a16:creationId xmlns:a16="http://schemas.microsoft.com/office/drawing/2014/main" id="{23498A96-01C6-448F-A7EF-A1945AC6A9B3}"/>
              </a:ext>
            </a:extLst>
          </p:cNvPr>
          <p:cNvSpPr/>
          <p:nvPr/>
        </p:nvSpPr>
        <p:spPr>
          <a:xfrm>
            <a:off x="3956636" y="2558970"/>
            <a:ext cx="545290" cy="547219"/>
          </a:xfrm>
          <a:custGeom>
            <a:avLst/>
            <a:gdLst>
              <a:gd name="connsiteX0" fmla="*/ 180835 w 361670"/>
              <a:gd name="connsiteY0" fmla="*/ 0 h 361333"/>
              <a:gd name="connsiteX1" fmla="*/ 0 w 361670"/>
              <a:gd name="connsiteY1" fmla="*/ 180667 h 361333"/>
              <a:gd name="connsiteX2" fmla="*/ 180835 w 361670"/>
              <a:gd name="connsiteY2" fmla="*/ 361333 h 361333"/>
              <a:gd name="connsiteX3" fmla="*/ 361670 w 361670"/>
              <a:gd name="connsiteY3" fmla="*/ 180667 h 361333"/>
              <a:gd name="connsiteX4" fmla="*/ 180835 w 361670"/>
              <a:gd name="connsiteY4" fmla="*/ 0 h 361333"/>
              <a:gd name="connsiteX5" fmla="*/ 146969 w 361670"/>
              <a:gd name="connsiteY5" fmla="*/ 250252 h 361333"/>
              <a:gd name="connsiteX6" fmla="*/ 124604 w 361670"/>
              <a:gd name="connsiteY6" fmla="*/ 272596 h 361333"/>
              <a:gd name="connsiteX7" fmla="*/ 122687 w 361670"/>
              <a:gd name="connsiteY7" fmla="*/ 273873 h 361333"/>
              <a:gd name="connsiteX8" fmla="*/ 120131 w 361670"/>
              <a:gd name="connsiteY8" fmla="*/ 274511 h 361333"/>
              <a:gd name="connsiteX9" fmla="*/ 117575 w 361670"/>
              <a:gd name="connsiteY9" fmla="*/ 273873 h 361333"/>
              <a:gd name="connsiteX10" fmla="*/ 115658 w 361670"/>
              <a:gd name="connsiteY10" fmla="*/ 272596 h 361333"/>
              <a:gd name="connsiteX11" fmla="*/ 93293 w 361670"/>
              <a:gd name="connsiteY11" fmla="*/ 250252 h 361333"/>
              <a:gd name="connsiteX12" fmla="*/ 93293 w 361670"/>
              <a:gd name="connsiteY12" fmla="*/ 241314 h 361333"/>
              <a:gd name="connsiteX13" fmla="*/ 102239 w 361670"/>
              <a:gd name="connsiteY13" fmla="*/ 241314 h 361333"/>
              <a:gd name="connsiteX14" fmla="*/ 113741 w 361670"/>
              <a:gd name="connsiteY14" fmla="*/ 252806 h 361333"/>
              <a:gd name="connsiteX15" fmla="*/ 113741 w 361670"/>
              <a:gd name="connsiteY15" fmla="*/ 94483 h 361333"/>
              <a:gd name="connsiteX16" fmla="*/ 120131 w 361670"/>
              <a:gd name="connsiteY16" fmla="*/ 88099 h 361333"/>
              <a:gd name="connsiteX17" fmla="*/ 126521 w 361670"/>
              <a:gd name="connsiteY17" fmla="*/ 94483 h 361333"/>
              <a:gd name="connsiteX18" fmla="*/ 126521 w 361670"/>
              <a:gd name="connsiteY18" fmla="*/ 252806 h 361333"/>
              <a:gd name="connsiteX19" fmla="*/ 138022 w 361670"/>
              <a:gd name="connsiteY19" fmla="*/ 241314 h 361333"/>
              <a:gd name="connsiteX20" fmla="*/ 146969 w 361670"/>
              <a:gd name="connsiteY20" fmla="*/ 241314 h 361333"/>
              <a:gd name="connsiteX21" fmla="*/ 146969 w 361670"/>
              <a:gd name="connsiteY21" fmla="*/ 250252 h 361333"/>
              <a:gd name="connsiteX22" fmla="*/ 180835 w 361670"/>
              <a:gd name="connsiteY22" fmla="*/ 274511 h 361333"/>
              <a:gd name="connsiteX23" fmla="*/ 171889 w 361670"/>
              <a:gd name="connsiteY23" fmla="*/ 274511 h 361333"/>
              <a:gd name="connsiteX24" fmla="*/ 165500 w 361670"/>
              <a:gd name="connsiteY24" fmla="*/ 268127 h 361333"/>
              <a:gd name="connsiteX25" fmla="*/ 171889 w 361670"/>
              <a:gd name="connsiteY25" fmla="*/ 261743 h 361333"/>
              <a:gd name="connsiteX26" fmla="*/ 180835 w 361670"/>
              <a:gd name="connsiteY26" fmla="*/ 261743 h 361333"/>
              <a:gd name="connsiteX27" fmla="*/ 187225 w 361670"/>
              <a:gd name="connsiteY27" fmla="*/ 268127 h 361333"/>
              <a:gd name="connsiteX28" fmla="*/ 180835 w 361670"/>
              <a:gd name="connsiteY28" fmla="*/ 274511 h 361333"/>
              <a:gd name="connsiteX29" fmla="*/ 198088 w 361670"/>
              <a:gd name="connsiteY29" fmla="*/ 240038 h 361333"/>
              <a:gd name="connsiteX30" fmla="*/ 171889 w 361670"/>
              <a:gd name="connsiteY30" fmla="*/ 240038 h 361333"/>
              <a:gd name="connsiteX31" fmla="*/ 165500 w 361670"/>
              <a:gd name="connsiteY31" fmla="*/ 233654 h 361333"/>
              <a:gd name="connsiteX32" fmla="*/ 171889 w 361670"/>
              <a:gd name="connsiteY32" fmla="*/ 227270 h 361333"/>
              <a:gd name="connsiteX33" fmla="*/ 198088 w 361670"/>
              <a:gd name="connsiteY33" fmla="*/ 227270 h 361333"/>
              <a:gd name="connsiteX34" fmla="*/ 204478 w 361670"/>
              <a:gd name="connsiteY34" fmla="*/ 233654 h 361333"/>
              <a:gd name="connsiteX35" fmla="*/ 198088 w 361670"/>
              <a:gd name="connsiteY35" fmla="*/ 240038 h 361333"/>
              <a:gd name="connsiteX36" fmla="*/ 215980 w 361670"/>
              <a:gd name="connsiteY36" fmla="*/ 204926 h 361333"/>
              <a:gd name="connsiteX37" fmla="*/ 172528 w 361670"/>
              <a:gd name="connsiteY37" fmla="*/ 204926 h 361333"/>
              <a:gd name="connsiteX38" fmla="*/ 166138 w 361670"/>
              <a:gd name="connsiteY38" fmla="*/ 198542 h 361333"/>
              <a:gd name="connsiteX39" fmla="*/ 172528 w 361670"/>
              <a:gd name="connsiteY39" fmla="*/ 192158 h 361333"/>
              <a:gd name="connsiteX40" fmla="*/ 215980 w 361670"/>
              <a:gd name="connsiteY40" fmla="*/ 192158 h 361333"/>
              <a:gd name="connsiteX41" fmla="*/ 222370 w 361670"/>
              <a:gd name="connsiteY41" fmla="*/ 198542 h 361333"/>
              <a:gd name="connsiteX42" fmla="*/ 215980 w 361670"/>
              <a:gd name="connsiteY42" fmla="*/ 204926 h 361333"/>
              <a:gd name="connsiteX43" fmla="*/ 233233 w 361670"/>
              <a:gd name="connsiteY43" fmla="*/ 170452 h 361333"/>
              <a:gd name="connsiteX44" fmla="*/ 172528 w 361670"/>
              <a:gd name="connsiteY44" fmla="*/ 170452 h 361333"/>
              <a:gd name="connsiteX45" fmla="*/ 166138 w 361670"/>
              <a:gd name="connsiteY45" fmla="*/ 164068 h 361333"/>
              <a:gd name="connsiteX46" fmla="*/ 172528 w 361670"/>
              <a:gd name="connsiteY46" fmla="*/ 157684 h 361333"/>
              <a:gd name="connsiteX47" fmla="*/ 233233 w 361670"/>
              <a:gd name="connsiteY47" fmla="*/ 157684 h 361333"/>
              <a:gd name="connsiteX48" fmla="*/ 239623 w 361670"/>
              <a:gd name="connsiteY48" fmla="*/ 164068 h 361333"/>
              <a:gd name="connsiteX49" fmla="*/ 233233 w 361670"/>
              <a:gd name="connsiteY49" fmla="*/ 170452 h 361333"/>
              <a:gd name="connsiteX50" fmla="*/ 250486 w 361670"/>
              <a:gd name="connsiteY50" fmla="*/ 135340 h 361333"/>
              <a:gd name="connsiteX51" fmla="*/ 171889 w 361670"/>
              <a:gd name="connsiteY51" fmla="*/ 135340 h 361333"/>
              <a:gd name="connsiteX52" fmla="*/ 165500 w 361670"/>
              <a:gd name="connsiteY52" fmla="*/ 128956 h 361333"/>
              <a:gd name="connsiteX53" fmla="*/ 171889 w 361670"/>
              <a:gd name="connsiteY53" fmla="*/ 122572 h 361333"/>
              <a:gd name="connsiteX54" fmla="*/ 250486 w 361670"/>
              <a:gd name="connsiteY54" fmla="*/ 122572 h 361333"/>
              <a:gd name="connsiteX55" fmla="*/ 256876 w 361670"/>
              <a:gd name="connsiteY55" fmla="*/ 128956 h 361333"/>
              <a:gd name="connsiteX56" fmla="*/ 250486 w 361670"/>
              <a:gd name="connsiteY56" fmla="*/ 135340 h 361333"/>
              <a:gd name="connsiteX57" fmla="*/ 263904 w 361670"/>
              <a:gd name="connsiteY57" fmla="*/ 100867 h 361333"/>
              <a:gd name="connsiteX58" fmla="*/ 172528 w 361670"/>
              <a:gd name="connsiteY58" fmla="*/ 100867 h 361333"/>
              <a:gd name="connsiteX59" fmla="*/ 166138 w 361670"/>
              <a:gd name="connsiteY59" fmla="*/ 94483 h 361333"/>
              <a:gd name="connsiteX60" fmla="*/ 172528 w 361670"/>
              <a:gd name="connsiteY60" fmla="*/ 88099 h 361333"/>
              <a:gd name="connsiteX61" fmla="*/ 263904 w 361670"/>
              <a:gd name="connsiteY61" fmla="*/ 88099 h 361333"/>
              <a:gd name="connsiteX62" fmla="*/ 270294 w 361670"/>
              <a:gd name="connsiteY62" fmla="*/ 94483 h 361333"/>
              <a:gd name="connsiteX63" fmla="*/ 263904 w 361670"/>
              <a:gd name="connsiteY63" fmla="*/ 100867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361670" h="361333">
                <a:moveTo>
                  <a:pt x="180835" y="0"/>
                </a:moveTo>
                <a:cubicBezTo>
                  <a:pt x="80513" y="0"/>
                  <a:pt x="0" y="81077"/>
                  <a:pt x="0" y="180667"/>
                </a:cubicBezTo>
                <a:cubicBezTo>
                  <a:pt x="0" y="280895"/>
                  <a:pt x="81152" y="361333"/>
                  <a:pt x="180835" y="361333"/>
                </a:cubicBezTo>
                <a:cubicBezTo>
                  <a:pt x="280518" y="361333"/>
                  <a:pt x="361670" y="280257"/>
                  <a:pt x="361670" y="180667"/>
                </a:cubicBezTo>
                <a:cubicBezTo>
                  <a:pt x="361670" y="81077"/>
                  <a:pt x="280518" y="0"/>
                  <a:pt x="180835" y="0"/>
                </a:cubicBezTo>
                <a:close/>
                <a:moveTo>
                  <a:pt x="146969" y="250252"/>
                </a:moveTo>
                <a:lnTo>
                  <a:pt x="124604" y="272596"/>
                </a:lnTo>
                <a:cubicBezTo>
                  <a:pt x="123965" y="273234"/>
                  <a:pt x="123326" y="273873"/>
                  <a:pt x="122687" y="273873"/>
                </a:cubicBezTo>
                <a:cubicBezTo>
                  <a:pt x="122048" y="274511"/>
                  <a:pt x="120770" y="274511"/>
                  <a:pt x="120131" y="274511"/>
                </a:cubicBezTo>
                <a:cubicBezTo>
                  <a:pt x="119492" y="274511"/>
                  <a:pt x="118214" y="274511"/>
                  <a:pt x="117575" y="273873"/>
                </a:cubicBezTo>
                <a:cubicBezTo>
                  <a:pt x="116936" y="273234"/>
                  <a:pt x="116297" y="273234"/>
                  <a:pt x="115658" y="272596"/>
                </a:cubicBezTo>
                <a:lnTo>
                  <a:pt x="93293" y="250252"/>
                </a:lnTo>
                <a:cubicBezTo>
                  <a:pt x="90737" y="247698"/>
                  <a:pt x="90737" y="243868"/>
                  <a:pt x="93293" y="241314"/>
                </a:cubicBezTo>
                <a:cubicBezTo>
                  <a:pt x="95849" y="238761"/>
                  <a:pt x="99683" y="238761"/>
                  <a:pt x="102239" y="241314"/>
                </a:cubicBezTo>
                <a:lnTo>
                  <a:pt x="113741" y="252806"/>
                </a:lnTo>
                <a:lnTo>
                  <a:pt x="113741" y="94483"/>
                </a:lnTo>
                <a:cubicBezTo>
                  <a:pt x="113741" y="90653"/>
                  <a:pt x="116297" y="88099"/>
                  <a:pt x="120131" y="88099"/>
                </a:cubicBezTo>
                <a:cubicBezTo>
                  <a:pt x="123965" y="88099"/>
                  <a:pt x="126521" y="90653"/>
                  <a:pt x="126521" y="94483"/>
                </a:cubicBezTo>
                <a:lnTo>
                  <a:pt x="126521" y="252806"/>
                </a:lnTo>
                <a:lnTo>
                  <a:pt x="138022" y="241314"/>
                </a:lnTo>
                <a:cubicBezTo>
                  <a:pt x="140579" y="238761"/>
                  <a:pt x="144412" y="238761"/>
                  <a:pt x="146969" y="241314"/>
                </a:cubicBezTo>
                <a:cubicBezTo>
                  <a:pt x="149525" y="243868"/>
                  <a:pt x="149525" y="247698"/>
                  <a:pt x="146969" y="250252"/>
                </a:cubicBezTo>
                <a:close/>
                <a:moveTo>
                  <a:pt x="180835" y="274511"/>
                </a:moveTo>
                <a:lnTo>
                  <a:pt x="171889" y="274511"/>
                </a:lnTo>
                <a:cubicBezTo>
                  <a:pt x="168055" y="274511"/>
                  <a:pt x="165500" y="271958"/>
                  <a:pt x="165500" y="268127"/>
                </a:cubicBezTo>
                <a:cubicBezTo>
                  <a:pt x="165500" y="264297"/>
                  <a:pt x="168055" y="261743"/>
                  <a:pt x="171889" y="261743"/>
                </a:cubicBezTo>
                <a:lnTo>
                  <a:pt x="180835" y="261743"/>
                </a:lnTo>
                <a:cubicBezTo>
                  <a:pt x="184669" y="261743"/>
                  <a:pt x="187225" y="264297"/>
                  <a:pt x="187225" y="268127"/>
                </a:cubicBezTo>
                <a:cubicBezTo>
                  <a:pt x="187225" y="271958"/>
                  <a:pt x="184669" y="274511"/>
                  <a:pt x="180835" y="274511"/>
                </a:cubicBezTo>
                <a:close/>
                <a:moveTo>
                  <a:pt x="198088" y="240038"/>
                </a:moveTo>
                <a:lnTo>
                  <a:pt x="171889" y="240038"/>
                </a:lnTo>
                <a:cubicBezTo>
                  <a:pt x="168055" y="240038"/>
                  <a:pt x="165500" y="237484"/>
                  <a:pt x="165500" y="233654"/>
                </a:cubicBezTo>
                <a:cubicBezTo>
                  <a:pt x="165500" y="229823"/>
                  <a:pt x="168055" y="227270"/>
                  <a:pt x="171889" y="227270"/>
                </a:cubicBezTo>
                <a:lnTo>
                  <a:pt x="198088" y="227270"/>
                </a:lnTo>
                <a:cubicBezTo>
                  <a:pt x="201922" y="227270"/>
                  <a:pt x="204478" y="229823"/>
                  <a:pt x="204478" y="233654"/>
                </a:cubicBezTo>
                <a:cubicBezTo>
                  <a:pt x="204478" y="236846"/>
                  <a:pt x="201922" y="240038"/>
                  <a:pt x="198088" y="240038"/>
                </a:cubicBezTo>
                <a:close/>
                <a:moveTo>
                  <a:pt x="215980" y="204926"/>
                </a:moveTo>
                <a:lnTo>
                  <a:pt x="172528" y="204926"/>
                </a:lnTo>
                <a:cubicBezTo>
                  <a:pt x="168695" y="204926"/>
                  <a:pt x="166138" y="202372"/>
                  <a:pt x="166138" y="198542"/>
                </a:cubicBezTo>
                <a:cubicBezTo>
                  <a:pt x="166138" y="194711"/>
                  <a:pt x="168695" y="192158"/>
                  <a:pt x="172528" y="192158"/>
                </a:cubicBezTo>
                <a:lnTo>
                  <a:pt x="215980" y="192158"/>
                </a:lnTo>
                <a:cubicBezTo>
                  <a:pt x="219814" y="192158"/>
                  <a:pt x="222370" y="194711"/>
                  <a:pt x="222370" y="198542"/>
                </a:cubicBezTo>
                <a:cubicBezTo>
                  <a:pt x="222370" y="202372"/>
                  <a:pt x="219175" y="204926"/>
                  <a:pt x="215980" y="204926"/>
                </a:cubicBezTo>
                <a:close/>
                <a:moveTo>
                  <a:pt x="233233" y="170452"/>
                </a:moveTo>
                <a:lnTo>
                  <a:pt x="172528" y="170452"/>
                </a:lnTo>
                <a:cubicBezTo>
                  <a:pt x="168695" y="170452"/>
                  <a:pt x="166138" y="167899"/>
                  <a:pt x="166138" y="164068"/>
                </a:cubicBezTo>
                <a:cubicBezTo>
                  <a:pt x="166138" y="160238"/>
                  <a:pt x="168695" y="157684"/>
                  <a:pt x="172528" y="157684"/>
                </a:cubicBezTo>
                <a:lnTo>
                  <a:pt x="233233" y="157684"/>
                </a:lnTo>
                <a:cubicBezTo>
                  <a:pt x="237067" y="157684"/>
                  <a:pt x="239623" y="160238"/>
                  <a:pt x="239623" y="164068"/>
                </a:cubicBezTo>
                <a:cubicBezTo>
                  <a:pt x="239623" y="167899"/>
                  <a:pt x="236428" y="170452"/>
                  <a:pt x="233233" y="170452"/>
                </a:cubicBezTo>
                <a:close/>
                <a:moveTo>
                  <a:pt x="250486" y="135340"/>
                </a:moveTo>
                <a:lnTo>
                  <a:pt x="171889" y="135340"/>
                </a:lnTo>
                <a:cubicBezTo>
                  <a:pt x="168055" y="135340"/>
                  <a:pt x="165500" y="132787"/>
                  <a:pt x="165500" y="128956"/>
                </a:cubicBezTo>
                <a:cubicBezTo>
                  <a:pt x="165500" y="125126"/>
                  <a:pt x="168055" y="122572"/>
                  <a:pt x="171889" y="122572"/>
                </a:cubicBezTo>
                <a:lnTo>
                  <a:pt x="250486" y="122572"/>
                </a:lnTo>
                <a:cubicBezTo>
                  <a:pt x="254319" y="122572"/>
                  <a:pt x="256876" y="125126"/>
                  <a:pt x="256876" y="128956"/>
                </a:cubicBezTo>
                <a:cubicBezTo>
                  <a:pt x="256876" y="132787"/>
                  <a:pt x="254319" y="135340"/>
                  <a:pt x="250486" y="135340"/>
                </a:cubicBezTo>
                <a:close/>
                <a:moveTo>
                  <a:pt x="263904" y="100867"/>
                </a:moveTo>
                <a:lnTo>
                  <a:pt x="172528" y="100867"/>
                </a:lnTo>
                <a:cubicBezTo>
                  <a:pt x="168695" y="100867"/>
                  <a:pt x="166138" y="98313"/>
                  <a:pt x="166138" y="94483"/>
                </a:cubicBezTo>
                <a:cubicBezTo>
                  <a:pt x="166138" y="90653"/>
                  <a:pt x="168695" y="88099"/>
                  <a:pt x="172528" y="88099"/>
                </a:cubicBezTo>
                <a:lnTo>
                  <a:pt x="263904" y="88099"/>
                </a:lnTo>
                <a:cubicBezTo>
                  <a:pt x="267739" y="88099"/>
                  <a:pt x="270294" y="90653"/>
                  <a:pt x="270294" y="94483"/>
                </a:cubicBezTo>
                <a:cubicBezTo>
                  <a:pt x="270294" y="98313"/>
                  <a:pt x="267099" y="100867"/>
                  <a:pt x="263904" y="100867"/>
                </a:cubicBezTo>
                <a:close/>
              </a:path>
            </a:pathLst>
          </a:custGeom>
          <a:solidFill>
            <a:schemeClr val="accent4"/>
          </a:solidFill>
          <a:ln w="6390" cap="flat">
            <a:noFill/>
            <a:prstDash val="solid"/>
            <a:miter/>
          </a:ln>
        </p:spPr>
        <p:txBody>
          <a:bodyPr rtlCol="0" anchor="ctr"/>
          <a:lstStyle/>
          <a:p>
            <a:endParaRPr lang="en-US"/>
          </a:p>
        </p:txBody>
      </p:sp>
      <p:grpSp>
        <p:nvGrpSpPr>
          <p:cNvPr id="167" name="Graphic 4">
            <a:extLst>
              <a:ext uri="{FF2B5EF4-FFF2-40B4-BE49-F238E27FC236}">
                <a16:creationId xmlns:a16="http://schemas.microsoft.com/office/drawing/2014/main" id="{339B2C86-2EFB-4E62-A2AD-9D2F24119F42}"/>
              </a:ext>
            </a:extLst>
          </p:cNvPr>
          <p:cNvGrpSpPr/>
          <p:nvPr/>
        </p:nvGrpSpPr>
        <p:grpSpPr>
          <a:xfrm>
            <a:off x="3953286" y="3668345"/>
            <a:ext cx="545289" cy="554513"/>
            <a:chOff x="10324860" y="2855717"/>
            <a:chExt cx="361674" cy="361333"/>
          </a:xfrm>
          <a:solidFill>
            <a:schemeClr val="accent2"/>
          </a:solidFill>
        </p:grpSpPr>
        <p:sp>
          <p:nvSpPr>
            <p:cNvPr id="168" name="Graphic 4">
              <a:extLst>
                <a:ext uri="{FF2B5EF4-FFF2-40B4-BE49-F238E27FC236}">
                  <a16:creationId xmlns:a16="http://schemas.microsoft.com/office/drawing/2014/main" id="{C3B4DBD0-CF85-4DAF-8F59-B3DD0E2654BF}"/>
                </a:ext>
              </a:extLst>
            </p:cNvPr>
            <p:cNvSpPr/>
            <p:nvPr/>
          </p:nvSpPr>
          <p:spPr>
            <a:xfrm>
              <a:off x="10407290" y="3008933"/>
              <a:ext cx="23643" cy="23620"/>
            </a:xfrm>
            <a:custGeom>
              <a:avLst/>
              <a:gdLst>
                <a:gd name="connsiteX0" fmla="*/ 23643 w 23643"/>
                <a:gd name="connsiteY0" fmla="*/ 0 h 23620"/>
                <a:gd name="connsiteX1" fmla="*/ 0 w 23643"/>
                <a:gd name="connsiteY1" fmla="*/ 0 h 23620"/>
                <a:gd name="connsiteX2" fmla="*/ 0 w 23643"/>
                <a:gd name="connsiteY2" fmla="*/ 23621 h 23620"/>
                <a:gd name="connsiteX3" fmla="*/ 23643 w 23643"/>
                <a:gd name="connsiteY3" fmla="*/ 0 h 23620"/>
              </a:gdLst>
              <a:ahLst/>
              <a:cxnLst>
                <a:cxn ang="0">
                  <a:pos x="connsiteX0" y="connsiteY0"/>
                </a:cxn>
                <a:cxn ang="0">
                  <a:pos x="connsiteX1" y="connsiteY1"/>
                </a:cxn>
                <a:cxn ang="0">
                  <a:pos x="connsiteX2" y="connsiteY2"/>
                </a:cxn>
                <a:cxn ang="0">
                  <a:pos x="connsiteX3" y="connsiteY3"/>
                </a:cxn>
              </a:cxnLst>
              <a:rect l="l" t="t" r="r" b="b"/>
              <a:pathLst>
                <a:path w="23643" h="23620">
                  <a:moveTo>
                    <a:pt x="23643" y="0"/>
                  </a:moveTo>
                  <a:lnTo>
                    <a:pt x="0" y="0"/>
                  </a:lnTo>
                  <a:lnTo>
                    <a:pt x="0" y="23621"/>
                  </a:lnTo>
                  <a:cubicBezTo>
                    <a:pt x="11502" y="21067"/>
                    <a:pt x="21087" y="12130"/>
                    <a:pt x="23643" y="0"/>
                  </a:cubicBezTo>
                  <a:close/>
                </a:path>
              </a:pathLst>
            </a:custGeom>
            <a:grpFill/>
            <a:ln w="6390" cap="flat">
              <a:noFill/>
              <a:prstDash val="solid"/>
              <a:miter/>
            </a:ln>
          </p:spPr>
          <p:txBody>
            <a:bodyPr rtlCol="0" anchor="ctr"/>
            <a:lstStyle/>
            <a:p>
              <a:endParaRPr lang="en-US"/>
            </a:p>
          </p:txBody>
        </p:sp>
        <p:sp>
          <p:nvSpPr>
            <p:cNvPr id="169" name="Graphic 4">
              <a:extLst>
                <a:ext uri="{FF2B5EF4-FFF2-40B4-BE49-F238E27FC236}">
                  <a16:creationId xmlns:a16="http://schemas.microsoft.com/office/drawing/2014/main" id="{7D52161B-E7B4-41EF-A5D4-1D84596E4F4A}"/>
                </a:ext>
              </a:extLst>
            </p:cNvPr>
            <p:cNvSpPr/>
            <p:nvPr/>
          </p:nvSpPr>
          <p:spPr>
            <a:xfrm>
              <a:off x="10550425" y="3009571"/>
              <a:ext cx="23003" cy="22982"/>
            </a:xfrm>
            <a:custGeom>
              <a:avLst/>
              <a:gdLst>
                <a:gd name="connsiteX0" fmla="*/ 23004 w 23003"/>
                <a:gd name="connsiteY0" fmla="*/ 22982 h 22982"/>
                <a:gd name="connsiteX1" fmla="*/ 23004 w 23003"/>
                <a:gd name="connsiteY1" fmla="*/ 0 h 22982"/>
                <a:gd name="connsiteX2" fmla="*/ 0 w 23003"/>
                <a:gd name="connsiteY2" fmla="*/ 0 h 22982"/>
                <a:gd name="connsiteX3" fmla="*/ 23004 w 23003"/>
                <a:gd name="connsiteY3" fmla="*/ 22982 h 22982"/>
              </a:gdLst>
              <a:ahLst/>
              <a:cxnLst>
                <a:cxn ang="0">
                  <a:pos x="connsiteX0" y="connsiteY0"/>
                </a:cxn>
                <a:cxn ang="0">
                  <a:pos x="connsiteX1" y="connsiteY1"/>
                </a:cxn>
                <a:cxn ang="0">
                  <a:pos x="connsiteX2" y="connsiteY2"/>
                </a:cxn>
                <a:cxn ang="0">
                  <a:pos x="connsiteX3" y="connsiteY3"/>
                </a:cxn>
              </a:cxnLst>
              <a:rect l="l" t="t" r="r" b="b"/>
              <a:pathLst>
                <a:path w="23003" h="22982">
                  <a:moveTo>
                    <a:pt x="23004" y="22982"/>
                  </a:moveTo>
                  <a:lnTo>
                    <a:pt x="23004" y="0"/>
                  </a:lnTo>
                  <a:lnTo>
                    <a:pt x="0" y="0"/>
                  </a:lnTo>
                  <a:cubicBezTo>
                    <a:pt x="2556" y="11491"/>
                    <a:pt x="11502" y="20429"/>
                    <a:pt x="23004" y="22982"/>
                  </a:cubicBezTo>
                  <a:close/>
                </a:path>
              </a:pathLst>
            </a:custGeom>
            <a:grpFill/>
            <a:ln w="6390" cap="flat">
              <a:noFill/>
              <a:prstDash val="solid"/>
              <a:miter/>
            </a:ln>
          </p:spPr>
          <p:txBody>
            <a:bodyPr rtlCol="0" anchor="ctr"/>
            <a:lstStyle/>
            <a:p>
              <a:endParaRPr lang="en-US"/>
            </a:p>
          </p:txBody>
        </p:sp>
        <p:sp>
          <p:nvSpPr>
            <p:cNvPr id="170" name="Graphic 4">
              <a:extLst>
                <a:ext uri="{FF2B5EF4-FFF2-40B4-BE49-F238E27FC236}">
                  <a16:creationId xmlns:a16="http://schemas.microsoft.com/office/drawing/2014/main" id="{119946FB-7255-48BD-99FE-142C655F5F2C}"/>
                </a:ext>
              </a:extLst>
            </p:cNvPr>
            <p:cNvSpPr/>
            <p:nvPr/>
          </p:nvSpPr>
          <p:spPr>
            <a:xfrm>
              <a:off x="10406651" y="3008933"/>
              <a:ext cx="166777" cy="86183"/>
            </a:xfrm>
            <a:custGeom>
              <a:avLst/>
              <a:gdLst>
                <a:gd name="connsiteX0" fmla="*/ 0 w 166777"/>
                <a:gd name="connsiteY0" fmla="*/ 36389 h 86183"/>
                <a:gd name="connsiteX1" fmla="*/ 0 w 166777"/>
                <a:gd name="connsiteY1" fmla="*/ 49795 h 86183"/>
                <a:gd name="connsiteX2" fmla="*/ 36423 w 166777"/>
                <a:gd name="connsiteY2" fmla="*/ 86184 h 86183"/>
                <a:gd name="connsiteX3" fmla="*/ 129716 w 166777"/>
                <a:gd name="connsiteY3" fmla="*/ 86184 h 86183"/>
                <a:gd name="connsiteX4" fmla="*/ 166777 w 166777"/>
                <a:gd name="connsiteY4" fmla="*/ 49795 h 86183"/>
                <a:gd name="connsiteX5" fmla="*/ 166777 w 166777"/>
                <a:gd name="connsiteY5" fmla="*/ 36389 h 86183"/>
                <a:gd name="connsiteX6" fmla="*/ 130355 w 166777"/>
                <a:gd name="connsiteY6" fmla="*/ 0 h 86183"/>
                <a:gd name="connsiteX7" fmla="*/ 36423 w 166777"/>
                <a:gd name="connsiteY7" fmla="*/ 0 h 86183"/>
                <a:gd name="connsiteX8" fmla="*/ 0 w 166777"/>
                <a:gd name="connsiteY8" fmla="*/ 36389 h 86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777" h="86183">
                  <a:moveTo>
                    <a:pt x="0" y="36389"/>
                  </a:moveTo>
                  <a:lnTo>
                    <a:pt x="0" y="49795"/>
                  </a:lnTo>
                  <a:cubicBezTo>
                    <a:pt x="18531" y="52349"/>
                    <a:pt x="33228" y="67032"/>
                    <a:pt x="36423" y="86184"/>
                  </a:cubicBezTo>
                  <a:lnTo>
                    <a:pt x="129716" y="86184"/>
                  </a:lnTo>
                  <a:cubicBezTo>
                    <a:pt x="132272" y="67032"/>
                    <a:pt x="147607" y="52349"/>
                    <a:pt x="166777" y="49795"/>
                  </a:cubicBezTo>
                  <a:lnTo>
                    <a:pt x="166777" y="36389"/>
                  </a:lnTo>
                  <a:cubicBezTo>
                    <a:pt x="148247" y="33835"/>
                    <a:pt x="133550" y="19152"/>
                    <a:pt x="130355" y="0"/>
                  </a:cubicBezTo>
                  <a:lnTo>
                    <a:pt x="36423" y="0"/>
                  </a:lnTo>
                  <a:cubicBezTo>
                    <a:pt x="34506" y="19152"/>
                    <a:pt x="19170" y="33835"/>
                    <a:pt x="0" y="36389"/>
                  </a:cubicBezTo>
                  <a:close/>
                </a:path>
              </a:pathLst>
            </a:custGeom>
            <a:grpFill/>
            <a:ln w="6390" cap="flat">
              <a:noFill/>
              <a:prstDash val="solid"/>
              <a:miter/>
            </a:ln>
          </p:spPr>
          <p:txBody>
            <a:bodyPr rtlCol="0" anchor="ctr"/>
            <a:lstStyle/>
            <a:p>
              <a:endParaRPr lang="en-US"/>
            </a:p>
          </p:txBody>
        </p:sp>
        <p:sp>
          <p:nvSpPr>
            <p:cNvPr id="171" name="Graphic 4">
              <a:extLst>
                <a:ext uri="{FF2B5EF4-FFF2-40B4-BE49-F238E27FC236}">
                  <a16:creationId xmlns:a16="http://schemas.microsoft.com/office/drawing/2014/main" id="{AF380E4E-FC07-4EF8-8059-1AA73BECAC29}"/>
                </a:ext>
              </a:extLst>
            </p:cNvPr>
            <p:cNvSpPr/>
            <p:nvPr/>
          </p:nvSpPr>
          <p:spPr>
            <a:xfrm>
              <a:off x="10406651" y="3072134"/>
              <a:ext cx="23003" cy="22982"/>
            </a:xfrm>
            <a:custGeom>
              <a:avLst/>
              <a:gdLst>
                <a:gd name="connsiteX0" fmla="*/ 0 w 23003"/>
                <a:gd name="connsiteY0" fmla="*/ 0 h 22982"/>
                <a:gd name="connsiteX1" fmla="*/ 0 w 23003"/>
                <a:gd name="connsiteY1" fmla="*/ 22982 h 22982"/>
                <a:gd name="connsiteX2" fmla="*/ 23004 w 23003"/>
                <a:gd name="connsiteY2" fmla="*/ 22982 h 22982"/>
                <a:gd name="connsiteX3" fmla="*/ 0 w 23003"/>
                <a:gd name="connsiteY3" fmla="*/ 0 h 22982"/>
              </a:gdLst>
              <a:ahLst/>
              <a:cxnLst>
                <a:cxn ang="0">
                  <a:pos x="connsiteX0" y="connsiteY0"/>
                </a:cxn>
                <a:cxn ang="0">
                  <a:pos x="connsiteX1" y="connsiteY1"/>
                </a:cxn>
                <a:cxn ang="0">
                  <a:pos x="connsiteX2" y="connsiteY2"/>
                </a:cxn>
                <a:cxn ang="0">
                  <a:pos x="connsiteX3" y="connsiteY3"/>
                </a:cxn>
              </a:cxnLst>
              <a:rect l="l" t="t" r="r" b="b"/>
              <a:pathLst>
                <a:path w="23003" h="22982">
                  <a:moveTo>
                    <a:pt x="0" y="0"/>
                  </a:moveTo>
                  <a:lnTo>
                    <a:pt x="0" y="22982"/>
                  </a:lnTo>
                  <a:lnTo>
                    <a:pt x="23004" y="22982"/>
                  </a:lnTo>
                  <a:cubicBezTo>
                    <a:pt x="21087" y="11491"/>
                    <a:pt x="12141" y="1915"/>
                    <a:pt x="0" y="0"/>
                  </a:cubicBezTo>
                  <a:close/>
                </a:path>
              </a:pathLst>
            </a:custGeom>
            <a:grpFill/>
            <a:ln w="6390" cap="flat">
              <a:noFill/>
              <a:prstDash val="solid"/>
              <a:miter/>
            </a:ln>
          </p:spPr>
          <p:txBody>
            <a:bodyPr rtlCol="0" anchor="ctr"/>
            <a:lstStyle/>
            <a:p>
              <a:endParaRPr lang="en-US"/>
            </a:p>
          </p:txBody>
        </p:sp>
        <p:sp>
          <p:nvSpPr>
            <p:cNvPr id="172" name="Graphic 4">
              <a:extLst>
                <a:ext uri="{FF2B5EF4-FFF2-40B4-BE49-F238E27FC236}">
                  <a16:creationId xmlns:a16="http://schemas.microsoft.com/office/drawing/2014/main" id="{281AF469-3431-4976-9FCB-7181095EF425}"/>
                </a:ext>
              </a:extLst>
            </p:cNvPr>
            <p:cNvSpPr/>
            <p:nvPr/>
          </p:nvSpPr>
          <p:spPr>
            <a:xfrm>
              <a:off x="10549786" y="3071496"/>
              <a:ext cx="23642" cy="23620"/>
            </a:xfrm>
            <a:custGeom>
              <a:avLst/>
              <a:gdLst>
                <a:gd name="connsiteX0" fmla="*/ 0 w 23642"/>
                <a:gd name="connsiteY0" fmla="*/ 23621 h 23620"/>
                <a:gd name="connsiteX1" fmla="*/ 23642 w 23642"/>
                <a:gd name="connsiteY1" fmla="*/ 23621 h 23620"/>
                <a:gd name="connsiteX2" fmla="*/ 23642 w 23642"/>
                <a:gd name="connsiteY2" fmla="*/ 0 h 23620"/>
                <a:gd name="connsiteX3" fmla="*/ 0 w 23642"/>
                <a:gd name="connsiteY3" fmla="*/ 23621 h 23620"/>
              </a:gdLst>
              <a:ahLst/>
              <a:cxnLst>
                <a:cxn ang="0">
                  <a:pos x="connsiteX0" y="connsiteY0"/>
                </a:cxn>
                <a:cxn ang="0">
                  <a:pos x="connsiteX1" y="connsiteY1"/>
                </a:cxn>
                <a:cxn ang="0">
                  <a:pos x="connsiteX2" y="connsiteY2"/>
                </a:cxn>
                <a:cxn ang="0">
                  <a:pos x="connsiteX3" y="connsiteY3"/>
                </a:cxn>
              </a:cxnLst>
              <a:rect l="l" t="t" r="r" b="b"/>
              <a:pathLst>
                <a:path w="23642" h="23620">
                  <a:moveTo>
                    <a:pt x="0" y="23621"/>
                  </a:moveTo>
                  <a:lnTo>
                    <a:pt x="23642" y="23621"/>
                  </a:lnTo>
                  <a:lnTo>
                    <a:pt x="23642" y="0"/>
                  </a:lnTo>
                  <a:cubicBezTo>
                    <a:pt x="12141" y="2554"/>
                    <a:pt x="2556" y="11491"/>
                    <a:pt x="0" y="23621"/>
                  </a:cubicBezTo>
                  <a:close/>
                </a:path>
              </a:pathLst>
            </a:custGeom>
            <a:grpFill/>
            <a:ln w="6390" cap="flat">
              <a:noFill/>
              <a:prstDash val="solid"/>
              <a:miter/>
            </a:ln>
          </p:spPr>
          <p:txBody>
            <a:bodyPr rtlCol="0" anchor="ctr"/>
            <a:lstStyle/>
            <a:p>
              <a:endParaRPr lang="en-US"/>
            </a:p>
          </p:txBody>
        </p:sp>
        <p:sp>
          <p:nvSpPr>
            <p:cNvPr id="173" name="Graphic 4">
              <a:extLst>
                <a:ext uri="{FF2B5EF4-FFF2-40B4-BE49-F238E27FC236}">
                  <a16:creationId xmlns:a16="http://schemas.microsoft.com/office/drawing/2014/main" id="{BF3B0747-9979-4D19-B70F-BCD28DF5D18E}"/>
                </a:ext>
              </a:extLst>
            </p:cNvPr>
            <p:cNvSpPr/>
            <p:nvPr/>
          </p:nvSpPr>
          <p:spPr>
            <a:xfrm>
              <a:off x="10438601" y="2977013"/>
              <a:ext cx="166777" cy="86183"/>
            </a:xfrm>
            <a:custGeom>
              <a:avLst/>
              <a:gdLst>
                <a:gd name="connsiteX0" fmla="*/ 0 w 166777"/>
                <a:gd name="connsiteY0" fmla="*/ 19152 h 86183"/>
                <a:gd name="connsiteX1" fmla="*/ 141857 w 166777"/>
                <a:gd name="connsiteY1" fmla="*/ 19152 h 86183"/>
                <a:gd name="connsiteX2" fmla="*/ 148247 w 166777"/>
                <a:gd name="connsiteY2" fmla="*/ 25536 h 86183"/>
                <a:gd name="connsiteX3" fmla="*/ 148247 w 166777"/>
                <a:gd name="connsiteY3" fmla="*/ 86184 h 86183"/>
                <a:gd name="connsiteX4" fmla="*/ 166777 w 166777"/>
                <a:gd name="connsiteY4" fmla="*/ 86184 h 86183"/>
                <a:gd name="connsiteX5" fmla="*/ 166777 w 166777"/>
                <a:gd name="connsiteY5" fmla="*/ 0 h 86183"/>
                <a:gd name="connsiteX6" fmla="*/ 0 w 166777"/>
                <a:gd name="connsiteY6" fmla="*/ 0 h 86183"/>
                <a:gd name="connsiteX7" fmla="*/ 0 w 166777"/>
                <a:gd name="connsiteY7" fmla="*/ 19152 h 86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777" h="86183">
                  <a:moveTo>
                    <a:pt x="0" y="19152"/>
                  </a:moveTo>
                  <a:lnTo>
                    <a:pt x="141857" y="19152"/>
                  </a:lnTo>
                  <a:cubicBezTo>
                    <a:pt x="145691" y="19152"/>
                    <a:pt x="148247" y="21706"/>
                    <a:pt x="148247" y="25536"/>
                  </a:cubicBezTo>
                  <a:lnTo>
                    <a:pt x="148247" y="86184"/>
                  </a:lnTo>
                  <a:lnTo>
                    <a:pt x="166777" y="86184"/>
                  </a:lnTo>
                  <a:lnTo>
                    <a:pt x="166777" y="0"/>
                  </a:lnTo>
                  <a:lnTo>
                    <a:pt x="0" y="0"/>
                  </a:lnTo>
                  <a:lnTo>
                    <a:pt x="0" y="19152"/>
                  </a:lnTo>
                  <a:close/>
                </a:path>
              </a:pathLst>
            </a:custGeom>
            <a:grpFill/>
            <a:ln w="6390" cap="flat">
              <a:noFill/>
              <a:prstDash val="solid"/>
              <a:miter/>
            </a:ln>
          </p:spPr>
          <p:txBody>
            <a:bodyPr rtlCol="0" anchor="ctr"/>
            <a:lstStyle/>
            <a:p>
              <a:endParaRPr lang="en-US"/>
            </a:p>
          </p:txBody>
        </p:sp>
        <p:sp>
          <p:nvSpPr>
            <p:cNvPr id="174" name="Graphic 4">
              <a:extLst>
                <a:ext uri="{FF2B5EF4-FFF2-40B4-BE49-F238E27FC236}">
                  <a16:creationId xmlns:a16="http://schemas.microsoft.com/office/drawing/2014/main" id="{8E4244ED-6D3C-44CB-9682-93F0E3F46286}"/>
                </a:ext>
              </a:extLst>
            </p:cNvPr>
            <p:cNvSpPr/>
            <p:nvPr/>
          </p:nvSpPr>
          <p:spPr>
            <a:xfrm>
              <a:off x="10324860" y="2855717"/>
              <a:ext cx="361674" cy="361333"/>
            </a:xfrm>
            <a:custGeom>
              <a:avLst/>
              <a:gdLst>
                <a:gd name="connsiteX0" fmla="*/ 180835 w 361674"/>
                <a:gd name="connsiteY0" fmla="*/ 0 h 361333"/>
                <a:gd name="connsiteX1" fmla="*/ 0 w 361674"/>
                <a:gd name="connsiteY1" fmla="*/ 180667 h 361333"/>
                <a:gd name="connsiteX2" fmla="*/ 180835 w 361674"/>
                <a:gd name="connsiteY2" fmla="*/ 361333 h 361333"/>
                <a:gd name="connsiteX3" fmla="*/ 361670 w 361674"/>
                <a:gd name="connsiteY3" fmla="*/ 180667 h 361333"/>
                <a:gd name="connsiteX4" fmla="*/ 180835 w 361674"/>
                <a:gd name="connsiteY4" fmla="*/ 0 h 361333"/>
                <a:gd name="connsiteX5" fmla="*/ 293298 w 361674"/>
                <a:gd name="connsiteY5" fmla="*/ 214502 h 361333"/>
                <a:gd name="connsiteX6" fmla="*/ 286908 w 361674"/>
                <a:gd name="connsiteY6" fmla="*/ 220886 h 361333"/>
                <a:gd name="connsiteX7" fmla="*/ 261987 w 361674"/>
                <a:gd name="connsiteY7" fmla="*/ 220886 h 361333"/>
                <a:gd name="connsiteX8" fmla="*/ 261987 w 361674"/>
                <a:gd name="connsiteY8" fmla="*/ 245783 h 361333"/>
                <a:gd name="connsiteX9" fmla="*/ 255597 w 361674"/>
                <a:gd name="connsiteY9" fmla="*/ 252167 h 361333"/>
                <a:gd name="connsiteX10" fmla="*/ 76040 w 361674"/>
                <a:gd name="connsiteY10" fmla="*/ 252167 h 361333"/>
                <a:gd name="connsiteX11" fmla="*/ 69650 w 361674"/>
                <a:gd name="connsiteY11" fmla="*/ 245783 h 361333"/>
                <a:gd name="connsiteX12" fmla="*/ 69650 w 361674"/>
                <a:gd name="connsiteY12" fmla="*/ 146832 h 361333"/>
                <a:gd name="connsiteX13" fmla="*/ 76040 w 361674"/>
                <a:gd name="connsiteY13" fmla="*/ 140448 h 361333"/>
                <a:gd name="connsiteX14" fmla="*/ 100961 w 361674"/>
                <a:gd name="connsiteY14" fmla="*/ 140448 h 361333"/>
                <a:gd name="connsiteX15" fmla="*/ 100961 w 361674"/>
                <a:gd name="connsiteY15" fmla="*/ 115550 h 361333"/>
                <a:gd name="connsiteX16" fmla="*/ 107350 w 361674"/>
                <a:gd name="connsiteY16" fmla="*/ 109166 h 361333"/>
                <a:gd name="connsiteX17" fmla="*/ 286908 w 361674"/>
                <a:gd name="connsiteY17" fmla="*/ 109166 h 361333"/>
                <a:gd name="connsiteX18" fmla="*/ 293298 w 361674"/>
                <a:gd name="connsiteY18" fmla="*/ 115550 h 361333"/>
                <a:gd name="connsiteX19" fmla="*/ 293298 w 361674"/>
                <a:gd name="connsiteY19" fmla="*/ 214502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61674" h="361333">
                  <a:moveTo>
                    <a:pt x="180835" y="0"/>
                  </a:moveTo>
                  <a:cubicBezTo>
                    <a:pt x="80513" y="0"/>
                    <a:pt x="0" y="81076"/>
                    <a:pt x="0" y="180667"/>
                  </a:cubicBezTo>
                  <a:cubicBezTo>
                    <a:pt x="0" y="280895"/>
                    <a:pt x="81152" y="361333"/>
                    <a:pt x="180835" y="361333"/>
                  </a:cubicBezTo>
                  <a:cubicBezTo>
                    <a:pt x="280518" y="361333"/>
                    <a:pt x="361670" y="280257"/>
                    <a:pt x="361670" y="180667"/>
                  </a:cubicBezTo>
                  <a:cubicBezTo>
                    <a:pt x="362309" y="80438"/>
                    <a:pt x="281157" y="0"/>
                    <a:pt x="180835" y="0"/>
                  </a:cubicBezTo>
                  <a:close/>
                  <a:moveTo>
                    <a:pt x="293298" y="214502"/>
                  </a:moveTo>
                  <a:cubicBezTo>
                    <a:pt x="293298" y="218332"/>
                    <a:pt x="290742" y="220886"/>
                    <a:pt x="286908" y="220886"/>
                  </a:cubicBezTo>
                  <a:lnTo>
                    <a:pt x="261987" y="220886"/>
                  </a:lnTo>
                  <a:lnTo>
                    <a:pt x="261987" y="245783"/>
                  </a:lnTo>
                  <a:cubicBezTo>
                    <a:pt x="261987" y="249614"/>
                    <a:pt x="259431" y="252167"/>
                    <a:pt x="255597" y="252167"/>
                  </a:cubicBezTo>
                  <a:lnTo>
                    <a:pt x="76040" y="252167"/>
                  </a:lnTo>
                  <a:cubicBezTo>
                    <a:pt x="72206" y="252167"/>
                    <a:pt x="69650" y="249614"/>
                    <a:pt x="69650" y="245783"/>
                  </a:cubicBezTo>
                  <a:lnTo>
                    <a:pt x="69650" y="146832"/>
                  </a:lnTo>
                  <a:cubicBezTo>
                    <a:pt x="69650" y="143001"/>
                    <a:pt x="72206" y="140448"/>
                    <a:pt x="76040" y="140448"/>
                  </a:cubicBezTo>
                  <a:lnTo>
                    <a:pt x="100961" y="140448"/>
                  </a:lnTo>
                  <a:lnTo>
                    <a:pt x="100961" y="115550"/>
                  </a:lnTo>
                  <a:cubicBezTo>
                    <a:pt x="100961" y="111720"/>
                    <a:pt x="103517" y="109166"/>
                    <a:pt x="107350" y="109166"/>
                  </a:cubicBezTo>
                  <a:lnTo>
                    <a:pt x="286908" y="109166"/>
                  </a:lnTo>
                  <a:cubicBezTo>
                    <a:pt x="290742" y="109166"/>
                    <a:pt x="293298" y="111720"/>
                    <a:pt x="293298" y="115550"/>
                  </a:cubicBezTo>
                  <a:lnTo>
                    <a:pt x="293298" y="214502"/>
                  </a:lnTo>
                  <a:close/>
                </a:path>
              </a:pathLst>
            </a:custGeom>
            <a:grpFill/>
            <a:ln w="6390" cap="flat">
              <a:noFill/>
              <a:prstDash val="solid"/>
              <a:miter/>
            </a:ln>
          </p:spPr>
          <p:txBody>
            <a:bodyPr rtlCol="0" anchor="ctr"/>
            <a:lstStyle/>
            <a:p>
              <a:endParaRPr lang="en-US"/>
            </a:p>
          </p:txBody>
        </p:sp>
      </p:grpSp>
      <p:sp>
        <p:nvSpPr>
          <p:cNvPr id="175" name="Oval 174">
            <a:extLst>
              <a:ext uri="{FF2B5EF4-FFF2-40B4-BE49-F238E27FC236}">
                <a16:creationId xmlns:a16="http://schemas.microsoft.com/office/drawing/2014/main" id="{EF8799D4-7366-424C-9D21-E7DA3ED6C634}"/>
              </a:ext>
            </a:extLst>
          </p:cNvPr>
          <p:cNvSpPr/>
          <p:nvPr/>
        </p:nvSpPr>
        <p:spPr bwMode="gray">
          <a:xfrm>
            <a:off x="10782224" y="2575990"/>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76" name="Oval 175">
            <a:extLst>
              <a:ext uri="{FF2B5EF4-FFF2-40B4-BE49-F238E27FC236}">
                <a16:creationId xmlns:a16="http://schemas.microsoft.com/office/drawing/2014/main" id="{6284047F-FBA7-4451-B085-88FF0354D718}"/>
              </a:ext>
            </a:extLst>
          </p:cNvPr>
          <p:cNvSpPr/>
          <p:nvPr/>
        </p:nvSpPr>
        <p:spPr bwMode="gray">
          <a:xfrm>
            <a:off x="10788014" y="3707187"/>
            <a:ext cx="365760" cy="365760"/>
          </a:xfrm>
          <a:prstGeom prst="ellipse">
            <a:avLst/>
          </a:prstGeom>
          <a:solidFill>
            <a:srgbClr val="DA291C"/>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grpSp>
        <p:nvGrpSpPr>
          <p:cNvPr id="177" name="Graphic 4">
            <a:extLst>
              <a:ext uri="{FF2B5EF4-FFF2-40B4-BE49-F238E27FC236}">
                <a16:creationId xmlns:a16="http://schemas.microsoft.com/office/drawing/2014/main" id="{FCCA074C-DFA7-4206-BEFF-B88A9F48FE20}"/>
              </a:ext>
            </a:extLst>
          </p:cNvPr>
          <p:cNvGrpSpPr/>
          <p:nvPr/>
        </p:nvGrpSpPr>
        <p:grpSpPr>
          <a:xfrm>
            <a:off x="3953286" y="4918312"/>
            <a:ext cx="548639" cy="521405"/>
            <a:chOff x="4045469" y="4308712"/>
            <a:chExt cx="362309" cy="361971"/>
          </a:xfrm>
          <a:solidFill>
            <a:schemeClr val="accent3"/>
          </a:solidFill>
        </p:grpSpPr>
        <p:sp>
          <p:nvSpPr>
            <p:cNvPr id="178" name="Graphic 4">
              <a:extLst>
                <a:ext uri="{FF2B5EF4-FFF2-40B4-BE49-F238E27FC236}">
                  <a16:creationId xmlns:a16="http://schemas.microsoft.com/office/drawing/2014/main" id="{FFC88B02-6CFF-4E10-A9CE-F127F8D4CA48}"/>
                </a:ext>
              </a:extLst>
            </p:cNvPr>
            <p:cNvSpPr/>
            <p:nvPr/>
          </p:nvSpPr>
          <p:spPr>
            <a:xfrm>
              <a:off x="4209690" y="4384681"/>
              <a:ext cx="34505" cy="146192"/>
            </a:xfrm>
            <a:custGeom>
              <a:avLst/>
              <a:gdLst>
                <a:gd name="connsiteX0" fmla="*/ 7668 w 34505"/>
                <a:gd name="connsiteY0" fmla="*/ 146193 h 146192"/>
                <a:gd name="connsiteX1" fmla="*/ 26838 w 34505"/>
                <a:gd name="connsiteY1" fmla="*/ 146193 h 146192"/>
                <a:gd name="connsiteX2" fmla="*/ 34506 w 34505"/>
                <a:gd name="connsiteY2" fmla="*/ 0 h 146192"/>
                <a:gd name="connsiteX3" fmla="*/ 0 w 34505"/>
                <a:gd name="connsiteY3" fmla="*/ 0 h 146192"/>
              </a:gdLst>
              <a:ahLst/>
              <a:cxnLst>
                <a:cxn ang="0">
                  <a:pos x="connsiteX0" y="connsiteY0"/>
                </a:cxn>
                <a:cxn ang="0">
                  <a:pos x="connsiteX1" y="connsiteY1"/>
                </a:cxn>
                <a:cxn ang="0">
                  <a:pos x="connsiteX2" y="connsiteY2"/>
                </a:cxn>
                <a:cxn ang="0">
                  <a:pos x="connsiteX3" y="connsiteY3"/>
                </a:cxn>
              </a:cxnLst>
              <a:rect l="l" t="t" r="r" b="b"/>
              <a:pathLst>
                <a:path w="34505" h="146192">
                  <a:moveTo>
                    <a:pt x="7668" y="146193"/>
                  </a:moveTo>
                  <a:lnTo>
                    <a:pt x="26838" y="146193"/>
                  </a:lnTo>
                  <a:lnTo>
                    <a:pt x="34506" y="0"/>
                  </a:lnTo>
                  <a:lnTo>
                    <a:pt x="0" y="0"/>
                  </a:lnTo>
                  <a:close/>
                </a:path>
              </a:pathLst>
            </a:custGeom>
            <a:grpFill/>
            <a:ln w="6390" cap="flat">
              <a:noFill/>
              <a:prstDash val="solid"/>
              <a:miter/>
            </a:ln>
          </p:spPr>
          <p:txBody>
            <a:bodyPr rtlCol="0" anchor="ctr"/>
            <a:lstStyle/>
            <a:p>
              <a:endParaRPr lang="en-US"/>
            </a:p>
          </p:txBody>
        </p:sp>
        <p:sp>
          <p:nvSpPr>
            <p:cNvPr id="179" name="Graphic 4">
              <a:extLst>
                <a:ext uri="{FF2B5EF4-FFF2-40B4-BE49-F238E27FC236}">
                  <a16:creationId xmlns:a16="http://schemas.microsoft.com/office/drawing/2014/main" id="{61322295-9012-4B96-817C-653DC220959D}"/>
                </a:ext>
              </a:extLst>
            </p:cNvPr>
            <p:cNvSpPr/>
            <p:nvPr/>
          </p:nvSpPr>
          <p:spPr>
            <a:xfrm>
              <a:off x="4217358" y="4574924"/>
              <a:ext cx="19169" cy="19151"/>
            </a:xfrm>
            <a:custGeom>
              <a:avLst/>
              <a:gdLst>
                <a:gd name="connsiteX0" fmla="*/ 9585 w 19169"/>
                <a:gd name="connsiteY0" fmla="*/ 0 h 19151"/>
                <a:gd name="connsiteX1" fmla="*/ 0 w 19169"/>
                <a:gd name="connsiteY1" fmla="*/ 9576 h 19151"/>
                <a:gd name="connsiteX2" fmla="*/ 9585 w 19169"/>
                <a:gd name="connsiteY2" fmla="*/ 19152 h 19151"/>
                <a:gd name="connsiteX3" fmla="*/ 19170 w 19169"/>
                <a:gd name="connsiteY3" fmla="*/ 9576 h 19151"/>
                <a:gd name="connsiteX4" fmla="*/ 19170 w 19169"/>
                <a:gd name="connsiteY4" fmla="*/ 9576 h 19151"/>
                <a:gd name="connsiteX5" fmla="*/ 9585 w 19169"/>
                <a:gd name="connsiteY5" fmla="*/ 0 h 19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169" h="19151">
                  <a:moveTo>
                    <a:pt x="9585" y="0"/>
                  </a:moveTo>
                  <a:cubicBezTo>
                    <a:pt x="4473" y="0"/>
                    <a:pt x="0" y="4469"/>
                    <a:pt x="0" y="9576"/>
                  </a:cubicBezTo>
                  <a:cubicBezTo>
                    <a:pt x="0" y="14683"/>
                    <a:pt x="4473" y="19152"/>
                    <a:pt x="9585" y="19152"/>
                  </a:cubicBezTo>
                  <a:cubicBezTo>
                    <a:pt x="14697" y="19152"/>
                    <a:pt x="19170" y="14683"/>
                    <a:pt x="19170" y="9576"/>
                  </a:cubicBezTo>
                  <a:lnTo>
                    <a:pt x="19170" y="9576"/>
                  </a:lnTo>
                  <a:cubicBezTo>
                    <a:pt x="19170" y="4469"/>
                    <a:pt x="14697" y="0"/>
                    <a:pt x="9585" y="0"/>
                  </a:cubicBezTo>
                  <a:close/>
                </a:path>
              </a:pathLst>
            </a:custGeom>
            <a:grpFill/>
            <a:ln w="6390" cap="flat">
              <a:noFill/>
              <a:prstDash val="solid"/>
              <a:miter/>
            </a:ln>
          </p:spPr>
          <p:txBody>
            <a:bodyPr rtlCol="0" anchor="ctr"/>
            <a:lstStyle/>
            <a:p>
              <a:endParaRPr lang="en-US"/>
            </a:p>
          </p:txBody>
        </p:sp>
        <p:sp>
          <p:nvSpPr>
            <p:cNvPr id="180" name="Graphic 4">
              <a:extLst>
                <a:ext uri="{FF2B5EF4-FFF2-40B4-BE49-F238E27FC236}">
                  <a16:creationId xmlns:a16="http://schemas.microsoft.com/office/drawing/2014/main" id="{7A0B3BCA-45E3-473F-8E63-076CE45C0F19}"/>
                </a:ext>
              </a:extLst>
            </p:cNvPr>
            <p:cNvSpPr/>
            <p:nvPr/>
          </p:nvSpPr>
          <p:spPr>
            <a:xfrm>
              <a:off x="4045469" y="4308712"/>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298132 h 361971"/>
                <a:gd name="connsiteX8" fmla="*/ 159110 w 362309"/>
                <a:gd name="connsiteY8" fmla="*/ 275788 h 361971"/>
                <a:gd name="connsiteX9" fmla="*/ 181474 w 362309"/>
                <a:gd name="connsiteY9" fmla="*/ 253444 h 361971"/>
                <a:gd name="connsiteX10" fmla="*/ 203839 w 362309"/>
                <a:gd name="connsiteY10" fmla="*/ 275788 h 361971"/>
                <a:gd name="connsiteX11" fmla="*/ 203839 w 362309"/>
                <a:gd name="connsiteY11" fmla="*/ 275788 h 361971"/>
                <a:gd name="connsiteX12" fmla="*/ 181474 w 362309"/>
                <a:gd name="connsiteY12" fmla="*/ 298132 h 361971"/>
                <a:gd name="connsiteX13" fmla="*/ 181474 w 362309"/>
                <a:gd name="connsiteY13" fmla="*/ 298132 h 361971"/>
                <a:gd name="connsiteX14" fmla="*/ 203839 w 362309"/>
                <a:gd name="connsiteY14" fmla="*/ 228546 h 361971"/>
                <a:gd name="connsiteX15" fmla="*/ 197449 w 362309"/>
                <a:gd name="connsiteY15" fmla="*/ 234930 h 361971"/>
                <a:gd name="connsiteX16" fmla="*/ 165500 w 362309"/>
                <a:gd name="connsiteY16" fmla="*/ 234930 h 361971"/>
                <a:gd name="connsiteX17" fmla="*/ 159110 w 362309"/>
                <a:gd name="connsiteY17" fmla="*/ 228546 h 361971"/>
                <a:gd name="connsiteX18" fmla="*/ 151442 w 362309"/>
                <a:gd name="connsiteY18" fmla="*/ 69586 h 361971"/>
                <a:gd name="connsiteX19" fmla="*/ 153358 w 362309"/>
                <a:gd name="connsiteY19" fmla="*/ 65117 h 361971"/>
                <a:gd name="connsiteX20" fmla="*/ 157832 w 362309"/>
                <a:gd name="connsiteY20" fmla="*/ 63202 h 361971"/>
                <a:gd name="connsiteX21" fmla="*/ 205756 w 362309"/>
                <a:gd name="connsiteY21" fmla="*/ 63202 h 361971"/>
                <a:gd name="connsiteX22" fmla="*/ 210229 w 362309"/>
                <a:gd name="connsiteY22" fmla="*/ 65117 h 361971"/>
                <a:gd name="connsiteX23" fmla="*/ 212146 w 362309"/>
                <a:gd name="connsiteY23" fmla="*/ 69586 h 361971"/>
                <a:gd name="connsiteX24" fmla="*/ 203839 w 362309"/>
                <a:gd name="connsiteY24" fmla="*/ 228546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62309" h="361971">
                  <a:moveTo>
                    <a:pt x="181474" y="0"/>
                  </a:moveTo>
                  <a:cubicBezTo>
                    <a:pt x="81152" y="0"/>
                    <a:pt x="0" y="81077"/>
                    <a:pt x="0" y="180667"/>
                  </a:cubicBezTo>
                  <a:cubicBezTo>
                    <a:pt x="0" y="280257"/>
                    <a:pt x="81152" y="361972"/>
                    <a:pt x="180836" y="361972"/>
                  </a:cubicBezTo>
                  <a:cubicBezTo>
                    <a:pt x="280518" y="361972"/>
                    <a:pt x="362310" y="280895"/>
                    <a:pt x="362310" y="181305"/>
                  </a:cubicBezTo>
                  <a:cubicBezTo>
                    <a:pt x="362310" y="181305"/>
                    <a:pt x="362310" y="181305"/>
                    <a:pt x="362310" y="181305"/>
                  </a:cubicBezTo>
                  <a:cubicBezTo>
                    <a:pt x="362310" y="81077"/>
                    <a:pt x="281796" y="0"/>
                    <a:pt x="181474" y="0"/>
                  </a:cubicBezTo>
                  <a:cubicBezTo>
                    <a:pt x="181474" y="0"/>
                    <a:pt x="181474" y="0"/>
                    <a:pt x="181474" y="0"/>
                  </a:cubicBezTo>
                  <a:close/>
                  <a:moveTo>
                    <a:pt x="181474" y="298132"/>
                  </a:moveTo>
                  <a:cubicBezTo>
                    <a:pt x="169333" y="298132"/>
                    <a:pt x="159110" y="287918"/>
                    <a:pt x="159110" y="275788"/>
                  </a:cubicBezTo>
                  <a:cubicBezTo>
                    <a:pt x="159110" y="263658"/>
                    <a:pt x="169333" y="253444"/>
                    <a:pt x="181474" y="253444"/>
                  </a:cubicBezTo>
                  <a:cubicBezTo>
                    <a:pt x="193615" y="253444"/>
                    <a:pt x="203839" y="263658"/>
                    <a:pt x="203839" y="275788"/>
                  </a:cubicBezTo>
                  <a:cubicBezTo>
                    <a:pt x="203839" y="275788"/>
                    <a:pt x="203839" y="275788"/>
                    <a:pt x="203839" y="275788"/>
                  </a:cubicBezTo>
                  <a:cubicBezTo>
                    <a:pt x="203839" y="288556"/>
                    <a:pt x="193615" y="298132"/>
                    <a:pt x="181474" y="298132"/>
                  </a:cubicBezTo>
                  <a:lnTo>
                    <a:pt x="181474" y="298132"/>
                  </a:lnTo>
                  <a:close/>
                  <a:moveTo>
                    <a:pt x="203839" y="228546"/>
                  </a:moveTo>
                  <a:cubicBezTo>
                    <a:pt x="203839" y="232377"/>
                    <a:pt x="201283" y="234930"/>
                    <a:pt x="197449" y="234930"/>
                  </a:cubicBezTo>
                  <a:lnTo>
                    <a:pt x="165500" y="234930"/>
                  </a:lnTo>
                  <a:cubicBezTo>
                    <a:pt x="161666" y="234930"/>
                    <a:pt x="159110" y="232377"/>
                    <a:pt x="159110" y="228546"/>
                  </a:cubicBezTo>
                  <a:lnTo>
                    <a:pt x="151442" y="69586"/>
                  </a:lnTo>
                  <a:cubicBezTo>
                    <a:pt x="151442" y="67670"/>
                    <a:pt x="152081" y="66394"/>
                    <a:pt x="153358" y="65117"/>
                  </a:cubicBezTo>
                  <a:cubicBezTo>
                    <a:pt x="154637" y="63840"/>
                    <a:pt x="155915" y="63202"/>
                    <a:pt x="157832" y="63202"/>
                  </a:cubicBezTo>
                  <a:lnTo>
                    <a:pt x="205756" y="63202"/>
                  </a:lnTo>
                  <a:cubicBezTo>
                    <a:pt x="207673" y="63202"/>
                    <a:pt x="208951" y="63840"/>
                    <a:pt x="210229" y="65117"/>
                  </a:cubicBezTo>
                  <a:cubicBezTo>
                    <a:pt x="211507" y="66394"/>
                    <a:pt x="212146" y="68309"/>
                    <a:pt x="212146" y="69586"/>
                  </a:cubicBezTo>
                  <a:lnTo>
                    <a:pt x="203839" y="228546"/>
                  </a:lnTo>
                  <a:close/>
                </a:path>
              </a:pathLst>
            </a:custGeom>
            <a:grpFill/>
            <a:ln w="6390" cap="flat">
              <a:noFill/>
              <a:prstDash val="solid"/>
              <a:miter/>
            </a:ln>
          </p:spPr>
          <p:txBody>
            <a:bodyPr rtlCol="0" anchor="ctr"/>
            <a:lstStyle/>
            <a:p>
              <a:endParaRPr lang="en-US"/>
            </a:p>
          </p:txBody>
        </p:sp>
      </p:grpSp>
    </p:spTree>
    <p:extLst>
      <p:ext uri="{BB962C8B-B14F-4D97-AF65-F5344CB8AC3E}">
        <p14:creationId xmlns:p14="http://schemas.microsoft.com/office/powerpoint/2010/main" val="427692048"/>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2">
            <a:lumMod val="75000"/>
          </a:schemeClr>
        </a:solidFill>
        <a:effectLst/>
      </p:bgPr>
    </p:bg>
    <p:spTree>
      <p:nvGrpSpPr>
        <p:cNvPr id="1" name=""/>
        <p:cNvGrpSpPr/>
        <p:nvPr/>
      </p:nvGrpSpPr>
      <p:grpSpPr>
        <a:xfrm>
          <a:off x="0" y="0"/>
          <a:ext cx="0" cy="0"/>
          <a:chOff x="0" y="0"/>
          <a:chExt cx="0" cy="0"/>
        </a:xfrm>
      </p:grpSpPr>
      <p:pic>
        <p:nvPicPr>
          <p:cNvPr id="236" name="Picture 235">
            <a:extLst>
              <a:ext uri="{FF2B5EF4-FFF2-40B4-BE49-F238E27FC236}">
                <a16:creationId xmlns:a16="http://schemas.microsoft.com/office/drawing/2014/main" id="{17DFCE1A-DD97-4B9A-A969-53DF79A768C4}"/>
              </a:ext>
            </a:extLst>
          </p:cNvPr>
          <p:cNvPicPr>
            <a:picLocks noChangeAspect="1"/>
          </p:cNvPicPr>
          <p:nvPr/>
        </p:nvPicPr>
        <p:blipFill rotWithShape="1">
          <a:blip r:embed="rId2"/>
          <a:srcRect r="20468" b="10390"/>
          <a:stretch/>
        </p:blipFill>
        <p:spPr>
          <a:xfrm>
            <a:off x="6470533" y="2678756"/>
            <a:ext cx="5721228" cy="4179109"/>
          </a:xfrm>
          <a:prstGeom prst="rect">
            <a:avLst/>
          </a:prstGeom>
        </p:spPr>
      </p:pic>
      <p:sp>
        <p:nvSpPr>
          <p:cNvPr id="12" name="TextBox 11">
            <a:extLst>
              <a:ext uri="{FF2B5EF4-FFF2-40B4-BE49-F238E27FC236}">
                <a16:creationId xmlns:a16="http://schemas.microsoft.com/office/drawing/2014/main" id="{B8C85EC7-BD8A-47BA-BF81-9B0AFF4B4472}"/>
              </a:ext>
            </a:extLst>
          </p:cNvPr>
          <p:cNvSpPr txBox="1"/>
          <p:nvPr/>
        </p:nvSpPr>
        <p:spPr>
          <a:xfrm>
            <a:off x="895876" y="3131675"/>
            <a:ext cx="4688178" cy="594650"/>
          </a:xfrm>
          <a:prstGeom prst="rect">
            <a:avLst/>
          </a:prstGeom>
          <a:noFill/>
        </p:spPr>
        <p:txBody>
          <a:bodyPr wrap="square">
            <a:spAutoFit/>
          </a:bodyPr>
          <a:lstStyle/>
          <a:p>
            <a:pPr marL="0" marR="0" lvl="0" indent="0" algn="l" defTabSz="945677" rtl="0" eaLnBrk="1" fontAlgn="auto" latinLnBrk="0" hangingPunct="1">
              <a:lnSpc>
                <a:spcPct val="100000"/>
              </a:lnSpc>
              <a:spcBef>
                <a:spcPts val="0"/>
              </a:spcBef>
              <a:spcAft>
                <a:spcPts val="0"/>
              </a:spcAft>
              <a:buClrTx/>
              <a:buSzTx/>
              <a:buFontTx/>
              <a:buNone/>
              <a:tabLst/>
              <a:defRPr/>
            </a:pPr>
            <a:r>
              <a:rPr kumimoji="0" lang="en-US" sz="3264" b="0" i="0" u="none" strike="noStrike" kern="1200" cap="none" spc="0" normalizeH="0" baseline="0" noProof="0" dirty="0">
                <a:ln>
                  <a:noFill/>
                </a:ln>
                <a:solidFill>
                  <a:prstClr val="white"/>
                </a:solidFill>
                <a:effectLst/>
                <a:uLnTx/>
                <a:uFillTx/>
                <a:latin typeface="Abadi Extra Light" panose="020B0204020104020204" pitchFamily="34" charset="0"/>
                <a:ea typeface="+mn-ea"/>
                <a:cs typeface="+mn-cs"/>
              </a:rPr>
              <a:t>WBSETCL’s S</a:t>
            </a:r>
            <a:r>
              <a:rPr kumimoji="0" lang="en-US" sz="2400" b="0" i="0" u="none" strike="noStrike" kern="1200" cap="none" spc="0" normalizeH="0" baseline="0" noProof="0" dirty="0">
                <a:ln>
                  <a:noFill/>
                </a:ln>
                <a:solidFill>
                  <a:prstClr val="white"/>
                </a:solidFill>
                <a:effectLst/>
                <a:uLnTx/>
                <a:uFillTx/>
                <a:latin typeface="Abadi Extra Light" panose="020B0204020104020204" pitchFamily="34" charset="0"/>
                <a:ea typeface="+mn-ea"/>
                <a:cs typeface="+mn-cs"/>
              </a:rPr>
              <a:t>WOT</a:t>
            </a:r>
            <a:r>
              <a:rPr kumimoji="0" lang="en-US" sz="3264" b="0" i="0" u="none" strike="noStrike" kern="1200" cap="none" spc="0" normalizeH="0" baseline="0" noProof="0" dirty="0">
                <a:ln>
                  <a:noFill/>
                </a:ln>
                <a:solidFill>
                  <a:prstClr val="white"/>
                </a:solidFill>
                <a:effectLst/>
                <a:uLnTx/>
                <a:uFillTx/>
                <a:latin typeface="Abadi Extra Light" panose="020B0204020104020204" pitchFamily="34" charset="0"/>
                <a:ea typeface="+mn-ea"/>
                <a:cs typeface="+mn-cs"/>
              </a:rPr>
              <a:t> A</a:t>
            </a:r>
            <a:r>
              <a:rPr kumimoji="0" lang="en-US" sz="2400" b="0" i="0" u="none" strike="noStrike" kern="1200" cap="none" spc="0" normalizeH="0" baseline="0" noProof="0" dirty="0">
                <a:ln>
                  <a:noFill/>
                </a:ln>
                <a:solidFill>
                  <a:prstClr val="white"/>
                </a:solidFill>
                <a:effectLst/>
                <a:uLnTx/>
                <a:uFillTx/>
                <a:latin typeface="Abadi Extra Light" panose="020B0204020104020204" pitchFamily="34" charset="0"/>
                <a:ea typeface="+mn-ea"/>
                <a:cs typeface="+mn-cs"/>
              </a:rPr>
              <a:t>NALYSIS</a:t>
            </a:r>
          </a:p>
        </p:txBody>
      </p:sp>
    </p:spTree>
    <p:extLst>
      <p:ext uri="{BB962C8B-B14F-4D97-AF65-F5344CB8AC3E}">
        <p14:creationId xmlns:p14="http://schemas.microsoft.com/office/powerpoint/2010/main" val="886163662"/>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8E525C8-5B83-4553-B7A8-F5F66115ADBA}"/>
              </a:ext>
            </a:extLst>
          </p:cNvPr>
          <p:cNvGraphicFramePr>
            <a:graphicFrameLocks noChangeAspect="1"/>
          </p:cNvGraphicFramePr>
          <p:nvPr>
            <p:custDataLst>
              <p:tags r:id="rId2"/>
            </p:custDataLst>
          </p:nvPr>
        </p:nvGraphicFramePr>
        <p:xfrm>
          <a:off x="1680" y="1440"/>
          <a:ext cx="1440" cy="1440"/>
        </p:xfrm>
        <a:graphic>
          <a:graphicData uri="http://schemas.openxmlformats.org/presentationml/2006/ole">
            <mc:AlternateContent xmlns:mc="http://schemas.openxmlformats.org/markup-compatibility/2006">
              <mc:Choice xmlns:v="urn:schemas-microsoft-com:vml" Requires="v">
                <p:oleObj spid="_x0000_s51254" name="think-cell Slide" r:id="rId5" imgW="498" imgH="499" progId="TCLayout.ActiveDocument.1">
                  <p:embed/>
                </p:oleObj>
              </mc:Choice>
              <mc:Fallback>
                <p:oleObj name="think-cell Slide" r:id="rId5" imgW="498" imgH="499" progId="TCLayout.ActiveDocument.1">
                  <p:embed/>
                  <p:pic>
                    <p:nvPicPr>
                      <p:cNvPr id="5" name="Object 4" hidden="1">
                        <a:extLst>
                          <a:ext uri="{FF2B5EF4-FFF2-40B4-BE49-F238E27FC236}">
                            <a16:creationId xmlns:a16="http://schemas.microsoft.com/office/drawing/2014/main" id="{D8E525C8-5B83-4553-B7A8-F5F66115ADBA}"/>
                          </a:ext>
                        </a:extLst>
                      </p:cNvPr>
                      <p:cNvPicPr/>
                      <p:nvPr/>
                    </p:nvPicPr>
                    <p:blipFill>
                      <a:blip r:embed="rId6"/>
                      <a:stretch>
                        <a:fillRect/>
                      </a:stretch>
                    </p:blipFill>
                    <p:spPr>
                      <a:xfrm>
                        <a:off x="1680" y="1440"/>
                        <a:ext cx="1440" cy="1440"/>
                      </a:xfrm>
                      <a:prstGeom prst="rect">
                        <a:avLst/>
                      </a:prstGeom>
                    </p:spPr>
                  </p:pic>
                </p:oleObj>
              </mc:Fallback>
            </mc:AlternateContent>
          </a:graphicData>
        </a:graphic>
      </p:graphicFrame>
      <p:sp>
        <p:nvSpPr>
          <p:cNvPr id="88" name="Rectangle 87" hidden="1">
            <a:extLst>
              <a:ext uri="{FF2B5EF4-FFF2-40B4-BE49-F238E27FC236}">
                <a16:creationId xmlns:a16="http://schemas.microsoft.com/office/drawing/2014/main" id="{E8660C98-62A0-423C-8A5A-044FD3662E7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088" b="0" i="0" u="none" strike="noStrike" kern="1200" cap="none" spc="0" normalizeH="0" baseline="0" noProof="0">
              <a:ln>
                <a:noFill/>
              </a:ln>
              <a:solidFill>
                <a:prstClr val="white"/>
              </a:solidFill>
              <a:effectLst/>
              <a:uLnTx/>
              <a:uFillTx/>
              <a:latin typeface="Verdana"/>
              <a:ea typeface="+mn-ea"/>
              <a:cs typeface="+mn-cs"/>
            </a:endParaRPr>
          </a:p>
        </p:txBody>
      </p:sp>
      <p:sp>
        <p:nvSpPr>
          <p:cNvPr id="2" name="Rectangle 1" hidden="1">
            <a:extLst>
              <a:ext uri="{FF2B5EF4-FFF2-40B4-BE49-F238E27FC236}">
                <a16:creationId xmlns:a16="http://schemas.microsoft.com/office/drawing/2014/main" id="{2A521930-E564-4B05-B60F-B4D4B607A7F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Avenir Next LT Pro Light" panose="020B0304020202020204" pitchFamily="34" charset="0"/>
              <a:ea typeface="+mn-ea"/>
              <a:cs typeface="+mn-cs"/>
            </a:endParaRPr>
          </a:p>
        </p:txBody>
      </p:sp>
      <p:sp>
        <p:nvSpPr>
          <p:cNvPr id="33" name="Rectangle 32" hidden="1">
            <a:extLst>
              <a:ext uri="{FF2B5EF4-FFF2-40B4-BE49-F238E27FC236}">
                <a16:creationId xmlns:a16="http://schemas.microsoft.com/office/drawing/2014/main" id="{5CEEA709-822B-4D97-95B5-1E93A1A05919}"/>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54" name="Rectangle 53" hidden="1">
            <a:extLst>
              <a:ext uri="{FF2B5EF4-FFF2-40B4-BE49-F238E27FC236}">
                <a16:creationId xmlns:a16="http://schemas.microsoft.com/office/drawing/2014/main" id="{225F56F8-8BC1-48B6-BEFF-20E4914FDA4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58" name="Rectangle 57" hidden="1">
            <a:extLst>
              <a:ext uri="{FF2B5EF4-FFF2-40B4-BE49-F238E27FC236}">
                <a16:creationId xmlns:a16="http://schemas.microsoft.com/office/drawing/2014/main" id="{50C0A6EC-D618-4045-A144-16336B53AEFE}"/>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62" name="Rectangle 61" hidden="1">
            <a:extLst>
              <a:ext uri="{FF2B5EF4-FFF2-40B4-BE49-F238E27FC236}">
                <a16:creationId xmlns:a16="http://schemas.microsoft.com/office/drawing/2014/main" id="{8AC4DE8A-A90A-45C4-A128-6D6EC2EA41AF}"/>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123" name="Rectangle 122" hidden="1">
            <a:extLst>
              <a:ext uri="{FF2B5EF4-FFF2-40B4-BE49-F238E27FC236}">
                <a16:creationId xmlns:a16="http://schemas.microsoft.com/office/drawing/2014/main" id="{891D9B62-8447-4BF2-AAD5-EE8A0DC6CA59}"/>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154" name="Rectangle 153" hidden="1">
            <a:extLst>
              <a:ext uri="{FF2B5EF4-FFF2-40B4-BE49-F238E27FC236}">
                <a16:creationId xmlns:a16="http://schemas.microsoft.com/office/drawing/2014/main" id="{E6055FF4-59BE-4A31-A244-49C2AAC1E7B4}"/>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157" name="Rectangle 156" hidden="1">
            <a:extLst>
              <a:ext uri="{FF2B5EF4-FFF2-40B4-BE49-F238E27FC236}">
                <a16:creationId xmlns:a16="http://schemas.microsoft.com/office/drawing/2014/main" id="{79987C92-84CE-44DC-A97C-59F767A61EC1}"/>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361" name="Rectangle 360" hidden="1">
            <a:extLst>
              <a:ext uri="{FF2B5EF4-FFF2-40B4-BE49-F238E27FC236}">
                <a16:creationId xmlns:a16="http://schemas.microsoft.com/office/drawing/2014/main" id="{58D700BD-6F8F-4F7C-8892-9034C7A065B1}"/>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05" name="Rectangle 404" hidden="1">
            <a:extLst>
              <a:ext uri="{FF2B5EF4-FFF2-40B4-BE49-F238E27FC236}">
                <a16:creationId xmlns:a16="http://schemas.microsoft.com/office/drawing/2014/main" id="{0CEE0670-BDA8-4520-8F9D-5C046A637342}"/>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5" name="Rectangle 44" hidden="1">
            <a:extLst>
              <a:ext uri="{FF2B5EF4-FFF2-40B4-BE49-F238E27FC236}">
                <a16:creationId xmlns:a16="http://schemas.microsoft.com/office/drawing/2014/main" id="{767854C1-3E6E-4F2E-98B4-2A1F7DB28D5C}"/>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725"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219" name="Rectangle 218" hidden="1">
            <a:extLst>
              <a:ext uri="{FF2B5EF4-FFF2-40B4-BE49-F238E27FC236}">
                <a16:creationId xmlns:a16="http://schemas.microsoft.com/office/drawing/2014/main" id="{847846C5-C801-4BEE-9506-A16841F90D4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725" b="0" i="0" u="none" strike="noStrike" kern="1200" cap="none" spc="0" normalizeH="0" baseline="0" noProof="0">
              <a:ln>
                <a:noFill/>
              </a:ln>
              <a:solidFill>
                <a:prstClr val="white"/>
              </a:solidFill>
              <a:effectLst/>
              <a:uLnTx/>
              <a:uFillTx/>
              <a:latin typeface="Verdana"/>
              <a:ea typeface="+mn-ea"/>
              <a:cs typeface="+mn-cs"/>
            </a:endParaRPr>
          </a:p>
        </p:txBody>
      </p:sp>
      <p:sp>
        <p:nvSpPr>
          <p:cNvPr id="332" name="Rectangle 331" hidden="1">
            <a:extLst>
              <a:ext uri="{FF2B5EF4-FFF2-40B4-BE49-F238E27FC236}">
                <a16:creationId xmlns:a16="http://schemas.microsoft.com/office/drawing/2014/main" id="{B1BAC627-2155-4A3C-960D-101193C2287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088" b="0" i="0" u="none" strike="noStrike" kern="1200" cap="none" spc="0" normalizeH="0" baseline="0" noProof="0">
              <a:ln>
                <a:noFill/>
              </a:ln>
              <a:solidFill>
                <a:prstClr val="white"/>
              </a:solidFill>
              <a:effectLst/>
              <a:uLnTx/>
              <a:uFillTx/>
              <a:latin typeface="Verdana"/>
              <a:ea typeface="+mn-ea"/>
              <a:cs typeface="+mn-cs"/>
            </a:endParaRPr>
          </a:p>
        </p:txBody>
      </p:sp>
      <p:sp>
        <p:nvSpPr>
          <p:cNvPr id="532" name="Rectangle 531" hidden="1">
            <a:extLst>
              <a:ext uri="{FF2B5EF4-FFF2-40B4-BE49-F238E27FC236}">
                <a16:creationId xmlns:a16="http://schemas.microsoft.com/office/drawing/2014/main" id="{25F5028C-BFCA-4679-826B-D8FEBFE44C90}"/>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Avenir Next LT Pro Light" panose="020B0304020202020204" pitchFamily="34" charset="0"/>
              <a:ea typeface="+mn-ea"/>
              <a:cs typeface="+mn-cs"/>
            </a:endParaRPr>
          </a:p>
        </p:txBody>
      </p:sp>
      <p:sp>
        <p:nvSpPr>
          <p:cNvPr id="645" name="Rectangle 644" hidden="1">
            <a:extLst>
              <a:ext uri="{FF2B5EF4-FFF2-40B4-BE49-F238E27FC236}">
                <a16:creationId xmlns:a16="http://schemas.microsoft.com/office/drawing/2014/main" id="{E3C87C7A-307E-4E40-BF24-596ACA913F2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660" name="Rectangle 659" hidden="1">
            <a:extLst>
              <a:ext uri="{FF2B5EF4-FFF2-40B4-BE49-F238E27FC236}">
                <a16:creationId xmlns:a16="http://schemas.microsoft.com/office/drawing/2014/main" id="{2ECBF87A-E661-4272-A3A4-31486CCA0A14}"/>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0" name="Title 2">
            <a:extLst>
              <a:ext uri="{FF2B5EF4-FFF2-40B4-BE49-F238E27FC236}">
                <a16:creationId xmlns:a16="http://schemas.microsoft.com/office/drawing/2014/main" id="{4B8DEF8B-01E9-42C6-8321-05FF6A851792}"/>
              </a:ext>
            </a:extLst>
          </p:cNvPr>
          <p:cNvSpPr>
            <a:spLocks noGrp="1"/>
          </p:cNvSpPr>
          <p:nvPr>
            <p:ph type="title"/>
          </p:nvPr>
        </p:nvSpPr>
        <p:spPr>
          <a:xfrm>
            <a:off x="501652" y="317503"/>
            <a:ext cx="11162350" cy="334101"/>
          </a:xfrm>
        </p:spPr>
        <p:txBody>
          <a:bodyPr vert="horz"/>
          <a:lstStyle/>
          <a:p>
            <a:r>
              <a:rPr lang="en-US" sz="1814" b="1" dirty="0"/>
              <a:t>WBSETCL’s Strength Analysis</a:t>
            </a:r>
          </a:p>
        </p:txBody>
      </p:sp>
      <p:sp>
        <p:nvSpPr>
          <p:cNvPr id="11" name="Rectangle 5">
            <a:extLst>
              <a:ext uri="{FF2B5EF4-FFF2-40B4-BE49-F238E27FC236}">
                <a16:creationId xmlns:a16="http://schemas.microsoft.com/office/drawing/2014/main" id="{17432CE0-A4B3-4621-942F-1953AA54CFB9}"/>
              </a:ext>
            </a:extLst>
          </p:cNvPr>
          <p:cNvSpPr/>
          <p:nvPr/>
        </p:nvSpPr>
        <p:spPr bwMode="gray">
          <a:xfrm flipV="1">
            <a:off x="501652" y="749093"/>
            <a:ext cx="11134484" cy="27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829178" rtl="0" eaLnBrk="1" fontAlgn="auto" latinLnBrk="0" hangingPunct="1">
              <a:lnSpc>
                <a:spcPct val="100000"/>
              </a:lnSpc>
              <a:spcBef>
                <a:spcPts val="0"/>
              </a:spcBef>
              <a:spcAft>
                <a:spcPts val="0"/>
              </a:spcAft>
              <a:buClrTx/>
              <a:buSzTx/>
              <a:buFontTx/>
              <a:buNone/>
              <a:tabLst/>
              <a:defRPr/>
            </a:pPr>
            <a:endParaRPr kumimoji="0" lang="en-US" sz="1451" b="0" i="0" u="none" strike="noStrike" kern="1200" cap="none" spc="0" normalizeH="0" baseline="0" noProof="0">
              <a:ln>
                <a:noFill/>
              </a:ln>
              <a:solidFill>
                <a:prstClr val="white"/>
              </a:solidFill>
              <a:effectLst/>
              <a:uLnTx/>
              <a:uFillTx/>
              <a:latin typeface="Verdana"/>
              <a:ea typeface="+mn-ea"/>
              <a:cs typeface="+mn-cs"/>
            </a:endParaRPr>
          </a:p>
        </p:txBody>
      </p:sp>
      <p:sp>
        <p:nvSpPr>
          <p:cNvPr id="161" name="Rectangle 160">
            <a:extLst>
              <a:ext uri="{FF2B5EF4-FFF2-40B4-BE49-F238E27FC236}">
                <a16:creationId xmlns:a16="http://schemas.microsoft.com/office/drawing/2014/main" id="{B05DE1FD-5D9A-4B53-AACE-651883A14C74}"/>
              </a:ext>
            </a:extLst>
          </p:cNvPr>
          <p:cNvSpPr/>
          <p:nvPr/>
        </p:nvSpPr>
        <p:spPr>
          <a:xfrm>
            <a:off x="4990084" y="1528029"/>
            <a:ext cx="5312656" cy="861774"/>
          </a:xfrm>
          <a:prstGeom prst="rect">
            <a:avLst/>
          </a:prstGeom>
        </p:spPr>
        <p:txBody>
          <a:bodyPr wrap="square" lIns="0" tIns="0" rIns="0" bIns="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86BC25"/>
                </a:solidFill>
                <a:effectLst/>
                <a:uLnTx/>
                <a:uFillTx/>
                <a:latin typeface="Verdana"/>
                <a:ea typeface="+mn-ea"/>
                <a:cs typeface="+mn-cs"/>
              </a:rPr>
              <a:t>Strong Financial Ratios: </a:t>
            </a:r>
            <a:r>
              <a:rPr kumimoji="0" lang="en-US" sz="1400" b="0" i="0" u="none" strike="noStrike" kern="1200" cap="none" spc="0" normalizeH="0" baseline="0" noProof="0" dirty="0">
                <a:ln>
                  <a:noFill/>
                </a:ln>
                <a:solidFill>
                  <a:prstClr val="black"/>
                </a:solidFill>
                <a:effectLst/>
                <a:uLnTx/>
                <a:uFillTx/>
                <a:latin typeface="Verdana"/>
                <a:ea typeface="+mn-ea"/>
                <a:cs typeface="+mn-cs"/>
              </a:rPr>
              <a:t>Over the past few years, WBSETCL has displayed a steady improvement in its profitability ratios such as gross profit and net profit margins.</a:t>
            </a:r>
            <a:endParaRPr kumimoji="0" lang="en-US" sz="1400" b="0" i="0" u="none" strike="noStrike" kern="1200" cap="none" spc="0" normalizeH="0" baseline="0" noProof="0" dirty="0">
              <a:ln>
                <a:noFill/>
              </a:ln>
              <a:solidFill>
                <a:prstClr val="white"/>
              </a:solidFill>
              <a:effectLst/>
              <a:uLnTx/>
              <a:uFillTx/>
              <a:latin typeface="Verdana"/>
              <a:ea typeface="+mn-ea"/>
              <a:cs typeface="+mn-cs"/>
            </a:endParaRPr>
          </a:p>
        </p:txBody>
      </p:sp>
      <p:sp>
        <p:nvSpPr>
          <p:cNvPr id="162" name="TextBox 161">
            <a:extLst>
              <a:ext uri="{FF2B5EF4-FFF2-40B4-BE49-F238E27FC236}">
                <a16:creationId xmlns:a16="http://schemas.microsoft.com/office/drawing/2014/main" id="{D94E36FD-E4A9-4D1E-9EFD-1AFCAE215DE0}"/>
              </a:ext>
            </a:extLst>
          </p:cNvPr>
          <p:cNvSpPr txBox="1"/>
          <p:nvPr/>
        </p:nvSpPr>
        <p:spPr>
          <a:xfrm>
            <a:off x="4939819" y="4750964"/>
            <a:ext cx="5265866" cy="646331"/>
          </a:xfrm>
          <a:prstGeom prst="rect">
            <a:avLst/>
          </a:prstGeom>
          <a:noFill/>
        </p:spPr>
        <p:txBody>
          <a:bodyPr wrap="square" lIns="0" tIns="0" rIns="0" bIns="0" rtlCol="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70C0"/>
                </a:solidFill>
                <a:effectLst/>
                <a:uLnTx/>
                <a:uFillTx/>
                <a:latin typeface="Verdana"/>
                <a:ea typeface="+mn-ea"/>
                <a:cs typeface="+mn-cs"/>
              </a:rPr>
              <a:t>In-House Technical Capability: </a:t>
            </a:r>
            <a:r>
              <a:rPr kumimoji="0" lang="en-US" sz="1400" b="0" i="0" u="none" strike="noStrike" kern="1200" cap="none" spc="0" normalizeH="0" baseline="0" noProof="0" dirty="0">
                <a:ln>
                  <a:noFill/>
                </a:ln>
                <a:solidFill>
                  <a:prstClr val="black"/>
                </a:solidFill>
                <a:effectLst/>
                <a:uLnTx/>
                <a:uFillTx/>
                <a:latin typeface="Verdana"/>
                <a:ea typeface="+mn-ea"/>
                <a:cs typeface="+mn-cs"/>
              </a:rPr>
              <a:t>The company keeps abreast of technological improvements in transmission system R&amp;D by implementing SCADA/GIS/SAS. </a:t>
            </a:r>
          </a:p>
        </p:txBody>
      </p:sp>
      <p:sp>
        <p:nvSpPr>
          <p:cNvPr id="164" name="TextBox 163">
            <a:extLst>
              <a:ext uri="{FF2B5EF4-FFF2-40B4-BE49-F238E27FC236}">
                <a16:creationId xmlns:a16="http://schemas.microsoft.com/office/drawing/2014/main" id="{7692A00F-7EB1-4BA3-8804-BA4629A178E2}"/>
              </a:ext>
            </a:extLst>
          </p:cNvPr>
          <p:cNvSpPr txBox="1"/>
          <p:nvPr/>
        </p:nvSpPr>
        <p:spPr>
          <a:xfrm>
            <a:off x="4990083" y="2488999"/>
            <a:ext cx="5430027" cy="861774"/>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12169"/>
                </a:solidFill>
                <a:effectLst/>
                <a:uLnTx/>
                <a:uFillTx/>
                <a:latin typeface="Verdana"/>
                <a:ea typeface="+mn-ea"/>
                <a:cs typeface="+mn-cs"/>
              </a:rPr>
              <a:t>Exemplary Operational Performance: </a:t>
            </a:r>
            <a:r>
              <a:rPr kumimoji="0" lang="en-US" sz="1400" b="0" i="0" u="none" strike="noStrike" kern="1200" cap="none" spc="0" normalizeH="0" baseline="0" noProof="0" dirty="0">
                <a:ln>
                  <a:noFill/>
                </a:ln>
                <a:solidFill>
                  <a:prstClr val="black"/>
                </a:solidFill>
                <a:effectLst/>
                <a:uLnTx/>
                <a:uFillTx/>
                <a:latin typeface="Verdana"/>
                <a:ea typeface="+mn-ea"/>
                <a:cs typeface="+mn-cs"/>
              </a:rPr>
              <a:t>Commendable services in maintaining system availability above normative parameters and low transmission losses at best in class levels in India</a:t>
            </a:r>
          </a:p>
        </p:txBody>
      </p:sp>
      <p:grpSp>
        <p:nvGrpSpPr>
          <p:cNvPr id="208" name="Group 207">
            <a:extLst>
              <a:ext uri="{FF2B5EF4-FFF2-40B4-BE49-F238E27FC236}">
                <a16:creationId xmlns:a16="http://schemas.microsoft.com/office/drawing/2014/main" id="{A52B6A4B-EB9F-4FDB-B890-5426B6D7B060}"/>
              </a:ext>
            </a:extLst>
          </p:cNvPr>
          <p:cNvGrpSpPr/>
          <p:nvPr/>
        </p:nvGrpSpPr>
        <p:grpSpPr>
          <a:xfrm>
            <a:off x="2567460" y="1805665"/>
            <a:ext cx="1427775" cy="885229"/>
            <a:chOff x="4207048" y="2110398"/>
            <a:chExt cx="1337549" cy="694394"/>
          </a:xfrm>
        </p:grpSpPr>
        <p:cxnSp>
          <p:nvCxnSpPr>
            <p:cNvPr id="209" name="Straight Connector 208">
              <a:extLst>
                <a:ext uri="{FF2B5EF4-FFF2-40B4-BE49-F238E27FC236}">
                  <a16:creationId xmlns:a16="http://schemas.microsoft.com/office/drawing/2014/main" id="{17451F4A-F14E-4571-B270-9F82F1124D06}"/>
                </a:ext>
              </a:extLst>
            </p:cNvPr>
            <p:cNvCxnSpPr>
              <a:cxnSpLocks/>
            </p:cNvCxnSpPr>
            <p:nvPr/>
          </p:nvCxnSpPr>
          <p:spPr>
            <a:xfrm>
              <a:off x="4922598" y="2110398"/>
              <a:ext cx="621999" cy="0"/>
            </a:xfrm>
            <a:prstGeom prst="line">
              <a:avLst/>
            </a:prstGeom>
            <a:ln w="15875" cap="rnd">
              <a:solidFill>
                <a:schemeClr val="accent1"/>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5206FE82-69BE-43EB-8E6D-D374825BC645}"/>
                </a:ext>
              </a:extLst>
            </p:cNvPr>
            <p:cNvCxnSpPr>
              <a:cxnSpLocks/>
            </p:cNvCxnSpPr>
            <p:nvPr/>
          </p:nvCxnSpPr>
          <p:spPr>
            <a:xfrm flipH="1">
              <a:off x="4207048" y="2129350"/>
              <a:ext cx="696600" cy="675442"/>
            </a:xfrm>
            <a:prstGeom prst="line">
              <a:avLst/>
            </a:prstGeom>
            <a:ln w="15875" cap="rnd">
              <a:solidFill>
                <a:schemeClr val="accent1"/>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435EC7E7-EBBA-44E8-B633-175559ECC83D}"/>
              </a:ext>
            </a:extLst>
          </p:cNvPr>
          <p:cNvGrpSpPr/>
          <p:nvPr/>
        </p:nvGrpSpPr>
        <p:grpSpPr>
          <a:xfrm>
            <a:off x="2415364" y="2612547"/>
            <a:ext cx="576104" cy="2143865"/>
            <a:chOff x="4007398" y="2642000"/>
            <a:chExt cx="576104" cy="2143865"/>
          </a:xfrm>
        </p:grpSpPr>
        <p:sp>
          <p:nvSpPr>
            <p:cNvPr id="207" name="Oval 206">
              <a:extLst>
                <a:ext uri="{FF2B5EF4-FFF2-40B4-BE49-F238E27FC236}">
                  <a16:creationId xmlns:a16="http://schemas.microsoft.com/office/drawing/2014/main" id="{CC088920-D3E1-4D2E-87F2-40271683EF48}"/>
                </a:ext>
              </a:extLst>
            </p:cNvPr>
            <p:cNvSpPr/>
            <p:nvPr/>
          </p:nvSpPr>
          <p:spPr bwMode="gray">
            <a:xfrm>
              <a:off x="4007398" y="2642000"/>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dirty="0">
                <a:ln>
                  <a:noFill/>
                </a:ln>
                <a:solidFill>
                  <a:prstClr val="white"/>
                </a:solidFill>
                <a:effectLst/>
                <a:uLnTx/>
                <a:uFillTx/>
                <a:latin typeface="Verdana"/>
                <a:ea typeface="+mn-ea"/>
                <a:cs typeface="+mn-cs"/>
              </a:endParaRPr>
            </a:p>
          </p:txBody>
        </p:sp>
        <p:sp>
          <p:nvSpPr>
            <p:cNvPr id="211" name="Oval 210">
              <a:extLst>
                <a:ext uri="{FF2B5EF4-FFF2-40B4-BE49-F238E27FC236}">
                  <a16:creationId xmlns:a16="http://schemas.microsoft.com/office/drawing/2014/main" id="{A72EE3C8-ABD1-453A-A4B9-A8604DC00F9E}"/>
                </a:ext>
              </a:extLst>
            </p:cNvPr>
            <p:cNvSpPr/>
            <p:nvPr/>
          </p:nvSpPr>
          <p:spPr bwMode="gray">
            <a:xfrm>
              <a:off x="4332459" y="3207564"/>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dirty="0">
                <a:ln>
                  <a:noFill/>
                </a:ln>
                <a:solidFill>
                  <a:prstClr val="white"/>
                </a:solidFill>
                <a:effectLst/>
                <a:uLnTx/>
                <a:uFillTx/>
                <a:latin typeface="Verdana"/>
                <a:ea typeface="+mn-ea"/>
                <a:cs typeface="+mn-cs"/>
              </a:endParaRPr>
            </a:p>
          </p:txBody>
        </p:sp>
        <p:sp>
          <p:nvSpPr>
            <p:cNvPr id="213" name="Oval 212">
              <a:extLst>
                <a:ext uri="{FF2B5EF4-FFF2-40B4-BE49-F238E27FC236}">
                  <a16:creationId xmlns:a16="http://schemas.microsoft.com/office/drawing/2014/main" id="{1E8A13D5-FB97-4E8E-A1EB-ED3EAA0C93FE}"/>
                </a:ext>
              </a:extLst>
            </p:cNvPr>
            <p:cNvSpPr/>
            <p:nvPr/>
          </p:nvSpPr>
          <p:spPr bwMode="gray">
            <a:xfrm>
              <a:off x="4356086" y="3860797"/>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dirty="0">
                <a:ln>
                  <a:noFill/>
                </a:ln>
                <a:solidFill>
                  <a:prstClr val="white"/>
                </a:solidFill>
                <a:effectLst/>
                <a:uLnTx/>
                <a:uFillTx/>
                <a:latin typeface="Verdana"/>
                <a:ea typeface="+mn-ea"/>
                <a:cs typeface="+mn-cs"/>
              </a:endParaRPr>
            </a:p>
          </p:txBody>
        </p:sp>
        <p:sp>
          <p:nvSpPr>
            <p:cNvPr id="214" name="Oval 213">
              <a:extLst>
                <a:ext uri="{FF2B5EF4-FFF2-40B4-BE49-F238E27FC236}">
                  <a16:creationId xmlns:a16="http://schemas.microsoft.com/office/drawing/2014/main" id="{375B23E2-5BCE-437B-BA0D-A4E52C261EB2}"/>
                </a:ext>
              </a:extLst>
            </p:cNvPr>
            <p:cNvSpPr/>
            <p:nvPr/>
          </p:nvSpPr>
          <p:spPr bwMode="gray">
            <a:xfrm>
              <a:off x="4020125" y="4558449"/>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dirty="0">
                <a:ln>
                  <a:noFill/>
                </a:ln>
                <a:solidFill>
                  <a:prstClr val="white"/>
                </a:solidFill>
                <a:effectLst/>
                <a:uLnTx/>
                <a:uFillTx/>
                <a:latin typeface="Verdana"/>
                <a:ea typeface="+mn-ea"/>
                <a:cs typeface="+mn-cs"/>
              </a:endParaRPr>
            </a:p>
          </p:txBody>
        </p:sp>
      </p:grpSp>
      <p:grpSp>
        <p:nvGrpSpPr>
          <p:cNvPr id="216" name="Group 215">
            <a:extLst>
              <a:ext uri="{FF2B5EF4-FFF2-40B4-BE49-F238E27FC236}">
                <a16:creationId xmlns:a16="http://schemas.microsoft.com/office/drawing/2014/main" id="{EF600E48-D033-4A09-84DC-C0131509A413}"/>
              </a:ext>
            </a:extLst>
          </p:cNvPr>
          <p:cNvGrpSpPr/>
          <p:nvPr/>
        </p:nvGrpSpPr>
        <p:grpSpPr>
          <a:xfrm>
            <a:off x="2567460" y="4639445"/>
            <a:ext cx="1482062" cy="295365"/>
            <a:chOff x="4207049" y="5198407"/>
            <a:chExt cx="1393083" cy="747346"/>
          </a:xfrm>
        </p:grpSpPr>
        <p:cxnSp>
          <p:nvCxnSpPr>
            <p:cNvPr id="217" name="Straight Connector 216">
              <a:extLst>
                <a:ext uri="{FF2B5EF4-FFF2-40B4-BE49-F238E27FC236}">
                  <a16:creationId xmlns:a16="http://schemas.microsoft.com/office/drawing/2014/main" id="{1C7A8044-C3AD-4D3B-96EC-3B821E9D1AD7}"/>
                </a:ext>
              </a:extLst>
            </p:cNvPr>
            <p:cNvCxnSpPr>
              <a:cxnSpLocks/>
            </p:cNvCxnSpPr>
            <p:nvPr/>
          </p:nvCxnSpPr>
          <p:spPr>
            <a:xfrm>
              <a:off x="4978133" y="5945753"/>
              <a:ext cx="621999" cy="0"/>
            </a:xfrm>
            <a:prstGeom prst="line">
              <a:avLst/>
            </a:prstGeom>
            <a:ln w="15875" cap="rnd">
              <a:solidFill>
                <a:schemeClr val="accent4">
                  <a:lumMod val="60000"/>
                  <a:lumOff val="40000"/>
                </a:schemeClr>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44AE611F-7FB7-4543-B263-74D3DB20DDA6}"/>
                </a:ext>
              </a:extLst>
            </p:cNvPr>
            <p:cNvCxnSpPr>
              <a:cxnSpLocks/>
            </p:cNvCxnSpPr>
            <p:nvPr/>
          </p:nvCxnSpPr>
          <p:spPr>
            <a:xfrm flipH="1" flipV="1">
              <a:off x="4207049" y="5198407"/>
              <a:ext cx="741652" cy="747345"/>
            </a:xfrm>
            <a:prstGeom prst="line">
              <a:avLst/>
            </a:prstGeom>
            <a:ln w="15875" cap="rnd">
              <a:solidFill>
                <a:schemeClr val="accent4">
                  <a:lumMod val="60000"/>
                  <a:lumOff val="40000"/>
                </a:schemeClr>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220" name="Group 219">
            <a:extLst>
              <a:ext uri="{FF2B5EF4-FFF2-40B4-BE49-F238E27FC236}">
                <a16:creationId xmlns:a16="http://schemas.microsoft.com/office/drawing/2014/main" id="{C0EEC686-E52E-4F51-8BE8-BB17E9FE906A}"/>
              </a:ext>
            </a:extLst>
          </p:cNvPr>
          <p:cNvGrpSpPr/>
          <p:nvPr/>
        </p:nvGrpSpPr>
        <p:grpSpPr>
          <a:xfrm>
            <a:off x="2897927" y="2760229"/>
            <a:ext cx="1097308" cy="557701"/>
            <a:chOff x="4523386" y="3151206"/>
            <a:chExt cx="1021211" cy="300631"/>
          </a:xfrm>
        </p:grpSpPr>
        <p:cxnSp>
          <p:nvCxnSpPr>
            <p:cNvPr id="221" name="Straight Connector 220">
              <a:extLst>
                <a:ext uri="{FF2B5EF4-FFF2-40B4-BE49-F238E27FC236}">
                  <a16:creationId xmlns:a16="http://schemas.microsoft.com/office/drawing/2014/main" id="{3305C77B-B2A8-47D2-9760-3D4C289B712F}"/>
                </a:ext>
              </a:extLst>
            </p:cNvPr>
            <p:cNvCxnSpPr>
              <a:cxnSpLocks/>
            </p:cNvCxnSpPr>
            <p:nvPr/>
          </p:nvCxnSpPr>
          <p:spPr>
            <a:xfrm>
              <a:off x="4922598" y="3151712"/>
              <a:ext cx="621999" cy="0"/>
            </a:xfrm>
            <a:prstGeom prst="line">
              <a:avLst/>
            </a:prstGeom>
            <a:ln w="15875" cap="rnd">
              <a:solidFill>
                <a:schemeClr val="accent4"/>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0248B095-4C28-4536-B7F9-3B128686F64B}"/>
                </a:ext>
              </a:extLst>
            </p:cNvPr>
            <p:cNvCxnSpPr>
              <a:cxnSpLocks/>
            </p:cNvCxnSpPr>
            <p:nvPr/>
          </p:nvCxnSpPr>
          <p:spPr>
            <a:xfrm flipH="1">
              <a:off x="4523386" y="3151206"/>
              <a:ext cx="371734" cy="300631"/>
            </a:xfrm>
            <a:prstGeom prst="line">
              <a:avLst/>
            </a:prstGeom>
            <a:ln w="15875" cap="rnd">
              <a:solidFill>
                <a:schemeClr val="accent4"/>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223" name="Group 222">
            <a:extLst>
              <a:ext uri="{FF2B5EF4-FFF2-40B4-BE49-F238E27FC236}">
                <a16:creationId xmlns:a16="http://schemas.microsoft.com/office/drawing/2014/main" id="{BC7C90C5-4E59-46B4-A49C-AE827652D5F0}"/>
              </a:ext>
            </a:extLst>
          </p:cNvPr>
          <p:cNvGrpSpPr/>
          <p:nvPr/>
        </p:nvGrpSpPr>
        <p:grpSpPr>
          <a:xfrm flipV="1">
            <a:off x="2855761" y="3709202"/>
            <a:ext cx="1237859" cy="227415"/>
            <a:chOff x="4487991" y="4634811"/>
            <a:chExt cx="1056606" cy="391402"/>
          </a:xfrm>
        </p:grpSpPr>
        <p:cxnSp>
          <p:nvCxnSpPr>
            <p:cNvPr id="224" name="Straight Connector 223">
              <a:extLst>
                <a:ext uri="{FF2B5EF4-FFF2-40B4-BE49-F238E27FC236}">
                  <a16:creationId xmlns:a16="http://schemas.microsoft.com/office/drawing/2014/main" id="{D8B81160-2574-41F3-A5E3-4CC8302998AF}"/>
                </a:ext>
              </a:extLst>
            </p:cNvPr>
            <p:cNvCxnSpPr>
              <a:cxnSpLocks/>
            </p:cNvCxnSpPr>
            <p:nvPr/>
          </p:nvCxnSpPr>
          <p:spPr>
            <a:xfrm>
              <a:off x="4922598" y="5026213"/>
              <a:ext cx="621999" cy="0"/>
            </a:xfrm>
            <a:prstGeom prst="line">
              <a:avLst/>
            </a:prstGeom>
            <a:ln w="15875" cap="rnd">
              <a:solidFill>
                <a:schemeClr val="accent3"/>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09DABC1F-4D41-4EB7-A4DC-C117FE57BFB2}"/>
                </a:ext>
              </a:extLst>
            </p:cNvPr>
            <p:cNvCxnSpPr>
              <a:cxnSpLocks/>
            </p:cNvCxnSpPr>
            <p:nvPr/>
          </p:nvCxnSpPr>
          <p:spPr>
            <a:xfrm flipH="1" flipV="1">
              <a:off x="4487991" y="4634811"/>
              <a:ext cx="419702" cy="391183"/>
            </a:xfrm>
            <a:prstGeom prst="line">
              <a:avLst/>
            </a:prstGeom>
            <a:ln w="15875" cap="rnd">
              <a:solidFill>
                <a:schemeClr val="accent3"/>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4" name="Group 3">
            <a:extLst>
              <a:ext uri="{FF2B5EF4-FFF2-40B4-BE49-F238E27FC236}">
                <a16:creationId xmlns:a16="http://schemas.microsoft.com/office/drawing/2014/main" id="{0EFB063A-9A57-4FB2-B73C-7AD4E791F4D6}"/>
              </a:ext>
            </a:extLst>
          </p:cNvPr>
          <p:cNvGrpSpPr/>
          <p:nvPr/>
        </p:nvGrpSpPr>
        <p:grpSpPr>
          <a:xfrm>
            <a:off x="393341" y="2529881"/>
            <a:ext cx="2286000" cy="2286000"/>
            <a:chOff x="380600" y="1693103"/>
            <a:chExt cx="4113462" cy="4088045"/>
          </a:xfrm>
        </p:grpSpPr>
        <p:sp>
          <p:nvSpPr>
            <p:cNvPr id="148" name="Arc 147">
              <a:extLst>
                <a:ext uri="{FF2B5EF4-FFF2-40B4-BE49-F238E27FC236}">
                  <a16:creationId xmlns:a16="http://schemas.microsoft.com/office/drawing/2014/main" id="{9030AAFA-ACEB-4A54-9A08-B4B7652A851A}"/>
                </a:ext>
              </a:extLst>
            </p:cNvPr>
            <p:cNvSpPr/>
            <p:nvPr/>
          </p:nvSpPr>
          <p:spPr>
            <a:xfrm>
              <a:off x="380600" y="1693103"/>
              <a:ext cx="4088045" cy="4088045"/>
            </a:xfrm>
            <a:prstGeom prst="arc">
              <a:avLst>
                <a:gd name="adj1" fmla="val 16812435"/>
                <a:gd name="adj2" fmla="val 4781030"/>
              </a:avLst>
            </a:prstGeom>
            <a:ln w="25400" cap="rnd">
              <a:solidFill>
                <a:schemeClr val="accent6">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prstClr val="black"/>
                </a:solidFill>
                <a:effectLst/>
                <a:uLnTx/>
                <a:uFillTx/>
                <a:latin typeface="Verdana"/>
                <a:ea typeface="+mn-ea"/>
                <a:cs typeface="+mn-cs"/>
              </a:endParaRPr>
            </a:p>
          </p:txBody>
        </p:sp>
        <p:sp>
          <p:nvSpPr>
            <p:cNvPr id="149" name="Arc 148">
              <a:extLst>
                <a:ext uri="{FF2B5EF4-FFF2-40B4-BE49-F238E27FC236}">
                  <a16:creationId xmlns:a16="http://schemas.microsoft.com/office/drawing/2014/main" id="{0C94EEA9-9C98-4B91-A554-AA252EFFBB8F}"/>
                </a:ext>
              </a:extLst>
            </p:cNvPr>
            <p:cNvSpPr/>
            <p:nvPr/>
          </p:nvSpPr>
          <p:spPr>
            <a:xfrm flipH="1">
              <a:off x="406017" y="1693103"/>
              <a:ext cx="4088045" cy="4088045"/>
            </a:xfrm>
            <a:prstGeom prst="arc">
              <a:avLst>
                <a:gd name="adj1" fmla="val 16812435"/>
                <a:gd name="adj2" fmla="val 4781841"/>
              </a:avLst>
            </a:prstGeom>
            <a:ln w="25400" cap="rnd">
              <a:solidFill>
                <a:schemeClr val="accent6">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prstClr val="black"/>
                </a:solidFill>
                <a:effectLst/>
                <a:uLnTx/>
                <a:uFillTx/>
                <a:latin typeface="Verdana"/>
                <a:ea typeface="+mn-ea"/>
                <a:cs typeface="+mn-cs"/>
              </a:endParaRPr>
            </a:p>
          </p:txBody>
        </p:sp>
        <p:sp>
          <p:nvSpPr>
            <p:cNvPr id="150" name="Oval 149">
              <a:extLst>
                <a:ext uri="{FF2B5EF4-FFF2-40B4-BE49-F238E27FC236}">
                  <a16:creationId xmlns:a16="http://schemas.microsoft.com/office/drawing/2014/main" id="{E6483AB2-DD13-4C35-A67B-1076C768B46B}"/>
                </a:ext>
              </a:extLst>
            </p:cNvPr>
            <p:cNvSpPr/>
            <p:nvPr/>
          </p:nvSpPr>
          <p:spPr bwMode="gray">
            <a:xfrm>
              <a:off x="618308" y="1899909"/>
              <a:ext cx="3674434" cy="3674434"/>
            </a:xfrm>
            <a:prstGeom prst="ellipse">
              <a:avLst/>
            </a:prstGeom>
            <a:noFill/>
            <a:ln w="19050" algn="ctr">
              <a:solidFill>
                <a:srgbClr val="046A38"/>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151" name="Oval 150">
              <a:extLst>
                <a:ext uri="{FF2B5EF4-FFF2-40B4-BE49-F238E27FC236}">
                  <a16:creationId xmlns:a16="http://schemas.microsoft.com/office/drawing/2014/main" id="{DFBA97AC-3179-45F9-9E3B-EE4E3166898D}"/>
                </a:ext>
              </a:extLst>
            </p:cNvPr>
            <p:cNvSpPr/>
            <p:nvPr/>
          </p:nvSpPr>
          <p:spPr bwMode="gray">
            <a:xfrm>
              <a:off x="785328" y="2066929"/>
              <a:ext cx="3340395" cy="3340395"/>
            </a:xfrm>
            <a:prstGeom prst="ellipse">
              <a:avLst/>
            </a:prstGeom>
            <a:noFill/>
            <a:ln w="19050" algn="ctr">
              <a:solidFill>
                <a:srgbClr val="009A44"/>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152" name="Oval 151">
              <a:extLst>
                <a:ext uri="{FF2B5EF4-FFF2-40B4-BE49-F238E27FC236}">
                  <a16:creationId xmlns:a16="http://schemas.microsoft.com/office/drawing/2014/main" id="{8EB1C895-CF38-49A2-8FC8-970CDCA274F6}"/>
                </a:ext>
              </a:extLst>
            </p:cNvPr>
            <p:cNvSpPr/>
            <p:nvPr/>
          </p:nvSpPr>
          <p:spPr bwMode="gray">
            <a:xfrm>
              <a:off x="937164" y="2218765"/>
              <a:ext cx="3036722" cy="3036722"/>
            </a:xfrm>
            <a:prstGeom prst="ellipse">
              <a:avLst/>
            </a:prstGeom>
            <a:noFill/>
            <a:ln w="19050" algn="ctr">
              <a:solidFill>
                <a:srgbClr val="009A44"/>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153" name="Oval 152">
              <a:extLst>
                <a:ext uri="{FF2B5EF4-FFF2-40B4-BE49-F238E27FC236}">
                  <a16:creationId xmlns:a16="http://schemas.microsoft.com/office/drawing/2014/main" id="{A0D73A2E-4EA5-4CB9-8C5B-3037EA65E517}"/>
                </a:ext>
              </a:extLst>
            </p:cNvPr>
            <p:cNvSpPr/>
            <p:nvPr/>
          </p:nvSpPr>
          <p:spPr bwMode="gray">
            <a:xfrm>
              <a:off x="1075197" y="2356798"/>
              <a:ext cx="2760657" cy="2760657"/>
            </a:xfrm>
            <a:prstGeom prst="ellipse">
              <a:avLst/>
            </a:prstGeom>
            <a:noFill/>
            <a:ln w="19050" algn="ctr">
              <a:solidFill>
                <a:srgbClr val="43B02A"/>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grpSp>
          <p:nvGrpSpPr>
            <p:cNvPr id="226" name="Graphic 4">
              <a:extLst>
                <a:ext uri="{FF2B5EF4-FFF2-40B4-BE49-F238E27FC236}">
                  <a16:creationId xmlns:a16="http://schemas.microsoft.com/office/drawing/2014/main" id="{A4E817E7-06ED-4B54-B1A9-88ACE6C6B2A2}"/>
                </a:ext>
              </a:extLst>
            </p:cNvPr>
            <p:cNvGrpSpPr/>
            <p:nvPr/>
          </p:nvGrpSpPr>
          <p:grpSpPr>
            <a:xfrm>
              <a:off x="1877653" y="3125046"/>
              <a:ext cx="1151770" cy="1144652"/>
              <a:chOff x="6157987" y="4292919"/>
              <a:chExt cx="324476" cy="386534"/>
            </a:xfrm>
            <a:solidFill>
              <a:srgbClr val="43B02A"/>
            </a:solidFill>
          </p:grpSpPr>
          <p:sp>
            <p:nvSpPr>
              <p:cNvPr id="227" name="Graphic 4">
                <a:extLst>
                  <a:ext uri="{FF2B5EF4-FFF2-40B4-BE49-F238E27FC236}">
                    <a16:creationId xmlns:a16="http://schemas.microsoft.com/office/drawing/2014/main" id="{6F413EB0-3E74-461E-9A47-8155223C62AE}"/>
                  </a:ext>
                </a:extLst>
              </p:cNvPr>
              <p:cNvSpPr/>
              <p:nvPr/>
            </p:nvSpPr>
            <p:spPr>
              <a:xfrm>
                <a:off x="6356070" y="4506615"/>
                <a:ext cx="48563" cy="16598"/>
              </a:xfrm>
              <a:custGeom>
                <a:avLst/>
                <a:gdLst>
                  <a:gd name="connsiteX0" fmla="*/ 7029 w 48563"/>
                  <a:gd name="connsiteY0" fmla="*/ 16599 h 16598"/>
                  <a:gd name="connsiteX1" fmla="*/ 35783 w 48563"/>
                  <a:gd name="connsiteY1" fmla="*/ 16599 h 16598"/>
                  <a:gd name="connsiteX2" fmla="*/ 36423 w 48563"/>
                  <a:gd name="connsiteY2" fmla="*/ 16599 h 16598"/>
                  <a:gd name="connsiteX3" fmla="*/ 40257 w 48563"/>
                  <a:gd name="connsiteY3" fmla="*/ 16599 h 16598"/>
                  <a:gd name="connsiteX4" fmla="*/ 46008 w 48563"/>
                  <a:gd name="connsiteY4" fmla="*/ 14045 h 16598"/>
                  <a:gd name="connsiteX5" fmla="*/ 48563 w 48563"/>
                  <a:gd name="connsiteY5" fmla="*/ 8299 h 16598"/>
                  <a:gd name="connsiteX6" fmla="*/ 40895 w 48563"/>
                  <a:gd name="connsiteY6" fmla="*/ 0 h 16598"/>
                  <a:gd name="connsiteX7" fmla="*/ 34505 w 48563"/>
                  <a:gd name="connsiteY7" fmla="*/ 0 h 16598"/>
                  <a:gd name="connsiteX8" fmla="*/ 33867 w 48563"/>
                  <a:gd name="connsiteY8" fmla="*/ 0 h 16598"/>
                  <a:gd name="connsiteX9" fmla="*/ 12141 w 48563"/>
                  <a:gd name="connsiteY9" fmla="*/ 0 h 16598"/>
                  <a:gd name="connsiteX10" fmla="*/ 11502 w 48563"/>
                  <a:gd name="connsiteY10" fmla="*/ 0 h 16598"/>
                  <a:gd name="connsiteX11" fmla="*/ 8307 w 48563"/>
                  <a:gd name="connsiteY11" fmla="*/ 0 h 16598"/>
                  <a:gd name="connsiteX12" fmla="*/ 0 w 48563"/>
                  <a:gd name="connsiteY12" fmla="*/ 8299 h 16598"/>
                  <a:gd name="connsiteX13" fmla="*/ 2556 w 48563"/>
                  <a:gd name="connsiteY13" fmla="*/ 14045 h 16598"/>
                  <a:gd name="connsiteX14" fmla="*/ 7029 w 48563"/>
                  <a:gd name="connsiteY14" fmla="*/ 16599 h 16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563" h="16598">
                    <a:moveTo>
                      <a:pt x="7029" y="16599"/>
                    </a:moveTo>
                    <a:lnTo>
                      <a:pt x="35783" y="16599"/>
                    </a:lnTo>
                    <a:cubicBezTo>
                      <a:pt x="35783" y="16599"/>
                      <a:pt x="35783" y="16599"/>
                      <a:pt x="36423" y="16599"/>
                    </a:cubicBezTo>
                    <a:lnTo>
                      <a:pt x="40257" y="16599"/>
                    </a:lnTo>
                    <a:cubicBezTo>
                      <a:pt x="42173" y="16599"/>
                      <a:pt x="44730" y="15960"/>
                      <a:pt x="46008" y="14045"/>
                    </a:cubicBezTo>
                    <a:cubicBezTo>
                      <a:pt x="47285" y="12768"/>
                      <a:pt x="48563" y="10215"/>
                      <a:pt x="48563" y="8299"/>
                    </a:cubicBezTo>
                    <a:cubicBezTo>
                      <a:pt x="48563" y="3831"/>
                      <a:pt x="45368" y="639"/>
                      <a:pt x="40895" y="0"/>
                    </a:cubicBezTo>
                    <a:lnTo>
                      <a:pt x="34505" y="0"/>
                    </a:lnTo>
                    <a:cubicBezTo>
                      <a:pt x="34505" y="0"/>
                      <a:pt x="33867" y="0"/>
                      <a:pt x="33867" y="0"/>
                    </a:cubicBezTo>
                    <a:lnTo>
                      <a:pt x="12141" y="0"/>
                    </a:lnTo>
                    <a:cubicBezTo>
                      <a:pt x="12141" y="0"/>
                      <a:pt x="11502" y="0"/>
                      <a:pt x="11502" y="0"/>
                    </a:cubicBezTo>
                    <a:lnTo>
                      <a:pt x="8307" y="0"/>
                    </a:lnTo>
                    <a:cubicBezTo>
                      <a:pt x="3834" y="0"/>
                      <a:pt x="0" y="3831"/>
                      <a:pt x="0" y="8299"/>
                    </a:cubicBezTo>
                    <a:cubicBezTo>
                      <a:pt x="0" y="10215"/>
                      <a:pt x="639" y="12768"/>
                      <a:pt x="2556" y="14045"/>
                    </a:cubicBezTo>
                    <a:cubicBezTo>
                      <a:pt x="3195" y="15960"/>
                      <a:pt x="5112" y="16599"/>
                      <a:pt x="7029" y="16599"/>
                    </a:cubicBezTo>
                    <a:close/>
                  </a:path>
                </a:pathLst>
              </a:custGeom>
              <a:solidFill>
                <a:schemeClr val="accent2"/>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228" name="Graphic 4">
                <a:extLst>
                  <a:ext uri="{FF2B5EF4-FFF2-40B4-BE49-F238E27FC236}">
                    <a16:creationId xmlns:a16="http://schemas.microsoft.com/office/drawing/2014/main" id="{906DB9BC-A4E7-4188-9AF2-62196B714AF2}"/>
                  </a:ext>
                </a:extLst>
              </p:cNvPr>
              <p:cNvSpPr/>
              <p:nvPr/>
            </p:nvSpPr>
            <p:spPr>
              <a:xfrm>
                <a:off x="6352236" y="4535982"/>
                <a:ext cx="47924" cy="16598"/>
              </a:xfrm>
              <a:custGeom>
                <a:avLst/>
                <a:gdLst>
                  <a:gd name="connsiteX0" fmla="*/ 40257 w 47924"/>
                  <a:gd name="connsiteY0" fmla="*/ 0 h 16598"/>
                  <a:gd name="connsiteX1" fmla="*/ 10863 w 47924"/>
                  <a:gd name="connsiteY1" fmla="*/ 0 h 16598"/>
                  <a:gd name="connsiteX2" fmla="*/ 10863 w 47924"/>
                  <a:gd name="connsiteY2" fmla="*/ 0 h 16598"/>
                  <a:gd name="connsiteX3" fmla="*/ 8307 w 47924"/>
                  <a:gd name="connsiteY3" fmla="*/ 0 h 16598"/>
                  <a:gd name="connsiteX4" fmla="*/ 2556 w 47924"/>
                  <a:gd name="connsiteY4" fmla="*/ 2553 h 16598"/>
                  <a:gd name="connsiteX5" fmla="*/ 0 w 47924"/>
                  <a:gd name="connsiteY5" fmla="*/ 8299 h 16598"/>
                  <a:gd name="connsiteX6" fmla="*/ 8307 w 47924"/>
                  <a:gd name="connsiteY6" fmla="*/ 16598 h 16598"/>
                  <a:gd name="connsiteX7" fmla="*/ 8946 w 47924"/>
                  <a:gd name="connsiteY7" fmla="*/ 16598 h 16598"/>
                  <a:gd name="connsiteX8" fmla="*/ 8946 w 47924"/>
                  <a:gd name="connsiteY8" fmla="*/ 16598 h 16598"/>
                  <a:gd name="connsiteX9" fmla="*/ 15336 w 47924"/>
                  <a:gd name="connsiteY9" fmla="*/ 16598 h 16598"/>
                  <a:gd name="connsiteX10" fmla="*/ 15336 w 47924"/>
                  <a:gd name="connsiteY10" fmla="*/ 16598 h 16598"/>
                  <a:gd name="connsiteX11" fmla="*/ 31311 w 47924"/>
                  <a:gd name="connsiteY11" fmla="*/ 16598 h 16598"/>
                  <a:gd name="connsiteX12" fmla="*/ 31311 w 47924"/>
                  <a:gd name="connsiteY12" fmla="*/ 16598 h 16598"/>
                  <a:gd name="connsiteX13" fmla="*/ 39618 w 47924"/>
                  <a:gd name="connsiteY13" fmla="*/ 16598 h 16598"/>
                  <a:gd name="connsiteX14" fmla="*/ 45369 w 47924"/>
                  <a:gd name="connsiteY14" fmla="*/ 14044 h 16598"/>
                  <a:gd name="connsiteX15" fmla="*/ 47925 w 47924"/>
                  <a:gd name="connsiteY15" fmla="*/ 8299 h 16598"/>
                  <a:gd name="connsiteX16" fmla="*/ 40257 w 47924"/>
                  <a:gd name="connsiteY16" fmla="*/ 0 h 16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924" h="16598">
                    <a:moveTo>
                      <a:pt x="40257" y="0"/>
                    </a:moveTo>
                    <a:lnTo>
                      <a:pt x="10863" y="0"/>
                    </a:lnTo>
                    <a:cubicBezTo>
                      <a:pt x="10863" y="0"/>
                      <a:pt x="10863" y="0"/>
                      <a:pt x="10863" y="0"/>
                    </a:cubicBezTo>
                    <a:lnTo>
                      <a:pt x="8307" y="0"/>
                    </a:lnTo>
                    <a:cubicBezTo>
                      <a:pt x="6390" y="0"/>
                      <a:pt x="3834" y="638"/>
                      <a:pt x="2556" y="2553"/>
                    </a:cubicBezTo>
                    <a:cubicBezTo>
                      <a:pt x="1278" y="3830"/>
                      <a:pt x="0" y="6384"/>
                      <a:pt x="0" y="8299"/>
                    </a:cubicBezTo>
                    <a:cubicBezTo>
                      <a:pt x="0" y="12768"/>
                      <a:pt x="3834" y="16598"/>
                      <a:pt x="8307" y="16598"/>
                    </a:cubicBezTo>
                    <a:lnTo>
                      <a:pt x="8946" y="16598"/>
                    </a:lnTo>
                    <a:cubicBezTo>
                      <a:pt x="8946" y="16598"/>
                      <a:pt x="8946" y="16598"/>
                      <a:pt x="8946" y="16598"/>
                    </a:cubicBezTo>
                    <a:lnTo>
                      <a:pt x="15336" y="16598"/>
                    </a:lnTo>
                    <a:cubicBezTo>
                      <a:pt x="15336" y="16598"/>
                      <a:pt x="15336" y="16598"/>
                      <a:pt x="15336" y="16598"/>
                    </a:cubicBezTo>
                    <a:lnTo>
                      <a:pt x="31311" y="16598"/>
                    </a:lnTo>
                    <a:cubicBezTo>
                      <a:pt x="31311" y="16598"/>
                      <a:pt x="31311" y="16598"/>
                      <a:pt x="31311" y="16598"/>
                    </a:cubicBezTo>
                    <a:lnTo>
                      <a:pt x="39618" y="16598"/>
                    </a:lnTo>
                    <a:cubicBezTo>
                      <a:pt x="41535" y="16598"/>
                      <a:pt x="44091" y="15960"/>
                      <a:pt x="45369" y="14044"/>
                    </a:cubicBezTo>
                    <a:cubicBezTo>
                      <a:pt x="46647" y="12768"/>
                      <a:pt x="47925" y="10214"/>
                      <a:pt x="47925" y="8299"/>
                    </a:cubicBezTo>
                    <a:cubicBezTo>
                      <a:pt x="47925" y="3830"/>
                      <a:pt x="44730" y="638"/>
                      <a:pt x="40257" y="0"/>
                    </a:cubicBezTo>
                    <a:close/>
                  </a:path>
                </a:pathLst>
              </a:custGeom>
              <a:solidFill>
                <a:schemeClr val="accent2"/>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229" name="Graphic 4">
                <a:extLst>
                  <a:ext uri="{FF2B5EF4-FFF2-40B4-BE49-F238E27FC236}">
                    <a16:creationId xmlns:a16="http://schemas.microsoft.com/office/drawing/2014/main" id="{38ED9A1A-34B6-4202-990B-A3EEBB9E6C38}"/>
                  </a:ext>
                </a:extLst>
              </p:cNvPr>
              <p:cNvSpPr/>
              <p:nvPr/>
            </p:nvSpPr>
            <p:spPr>
              <a:xfrm>
                <a:off x="6359265" y="4477887"/>
                <a:ext cx="38978" cy="16598"/>
              </a:xfrm>
              <a:custGeom>
                <a:avLst/>
                <a:gdLst>
                  <a:gd name="connsiteX0" fmla="*/ 0 w 38978"/>
                  <a:gd name="connsiteY0" fmla="*/ 8299 h 16598"/>
                  <a:gd name="connsiteX1" fmla="*/ 2556 w 38978"/>
                  <a:gd name="connsiteY1" fmla="*/ 14045 h 16598"/>
                  <a:gd name="connsiteX2" fmla="*/ 7668 w 38978"/>
                  <a:gd name="connsiteY2" fmla="*/ 16599 h 16598"/>
                  <a:gd name="connsiteX3" fmla="*/ 30672 w 38978"/>
                  <a:gd name="connsiteY3" fmla="*/ 16599 h 16598"/>
                  <a:gd name="connsiteX4" fmla="*/ 36423 w 38978"/>
                  <a:gd name="connsiteY4" fmla="*/ 14045 h 16598"/>
                  <a:gd name="connsiteX5" fmla="*/ 38978 w 38978"/>
                  <a:gd name="connsiteY5" fmla="*/ 8299 h 16598"/>
                  <a:gd name="connsiteX6" fmla="*/ 30672 w 38978"/>
                  <a:gd name="connsiteY6" fmla="*/ 0 h 16598"/>
                  <a:gd name="connsiteX7" fmla="*/ 8946 w 38978"/>
                  <a:gd name="connsiteY7" fmla="*/ 0 h 16598"/>
                  <a:gd name="connsiteX8" fmla="*/ 0 w 38978"/>
                  <a:gd name="connsiteY8" fmla="*/ 8299 h 16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978" h="16598">
                    <a:moveTo>
                      <a:pt x="0" y="8299"/>
                    </a:moveTo>
                    <a:cubicBezTo>
                      <a:pt x="0" y="10215"/>
                      <a:pt x="639" y="12768"/>
                      <a:pt x="2556" y="14045"/>
                    </a:cubicBezTo>
                    <a:cubicBezTo>
                      <a:pt x="3834" y="15322"/>
                      <a:pt x="5751" y="15960"/>
                      <a:pt x="7668" y="16599"/>
                    </a:cubicBezTo>
                    <a:lnTo>
                      <a:pt x="30672" y="16599"/>
                    </a:lnTo>
                    <a:cubicBezTo>
                      <a:pt x="33228" y="16599"/>
                      <a:pt x="35145" y="15322"/>
                      <a:pt x="36423" y="14045"/>
                    </a:cubicBezTo>
                    <a:cubicBezTo>
                      <a:pt x="37700" y="12768"/>
                      <a:pt x="38978" y="10215"/>
                      <a:pt x="38978" y="8299"/>
                    </a:cubicBezTo>
                    <a:cubicBezTo>
                      <a:pt x="38978" y="3831"/>
                      <a:pt x="35145" y="0"/>
                      <a:pt x="30672" y="0"/>
                    </a:cubicBezTo>
                    <a:lnTo>
                      <a:pt x="8946" y="0"/>
                    </a:lnTo>
                    <a:cubicBezTo>
                      <a:pt x="3834" y="0"/>
                      <a:pt x="0" y="3831"/>
                      <a:pt x="0" y="8299"/>
                    </a:cubicBezTo>
                    <a:close/>
                  </a:path>
                </a:pathLst>
              </a:custGeom>
              <a:solidFill>
                <a:schemeClr val="accent2"/>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230" name="Graphic 4">
                <a:extLst>
                  <a:ext uri="{FF2B5EF4-FFF2-40B4-BE49-F238E27FC236}">
                    <a16:creationId xmlns:a16="http://schemas.microsoft.com/office/drawing/2014/main" id="{D71F448F-2F4E-4521-9889-F824687B80D5}"/>
                  </a:ext>
                </a:extLst>
              </p:cNvPr>
              <p:cNvSpPr/>
              <p:nvPr/>
            </p:nvSpPr>
            <p:spPr>
              <a:xfrm>
                <a:off x="6157987" y="4292919"/>
                <a:ext cx="324476" cy="386534"/>
              </a:xfrm>
              <a:custGeom>
                <a:avLst/>
                <a:gdLst>
                  <a:gd name="connsiteX0" fmla="*/ 180835 w 361670"/>
                  <a:gd name="connsiteY0" fmla="*/ 0 h 361333"/>
                  <a:gd name="connsiteX1" fmla="*/ 0 w 361670"/>
                  <a:gd name="connsiteY1" fmla="*/ 180667 h 361333"/>
                  <a:gd name="connsiteX2" fmla="*/ 180835 w 361670"/>
                  <a:gd name="connsiteY2" fmla="*/ 361334 h 361333"/>
                  <a:gd name="connsiteX3" fmla="*/ 361670 w 361670"/>
                  <a:gd name="connsiteY3" fmla="*/ 180667 h 361333"/>
                  <a:gd name="connsiteX4" fmla="*/ 180835 w 361670"/>
                  <a:gd name="connsiteY4" fmla="*/ 0 h 361333"/>
                  <a:gd name="connsiteX5" fmla="*/ 265821 w 361670"/>
                  <a:gd name="connsiteY5" fmla="*/ 235569 h 361333"/>
                  <a:gd name="connsiteX6" fmla="*/ 259431 w 361670"/>
                  <a:gd name="connsiteY6" fmla="*/ 250252 h 361333"/>
                  <a:gd name="connsiteX7" fmla="*/ 254319 w 361670"/>
                  <a:gd name="connsiteY7" fmla="*/ 254082 h 361333"/>
                  <a:gd name="connsiteX8" fmla="*/ 257514 w 361670"/>
                  <a:gd name="connsiteY8" fmla="*/ 264935 h 361333"/>
                  <a:gd name="connsiteX9" fmla="*/ 251124 w 361670"/>
                  <a:gd name="connsiteY9" fmla="*/ 279618 h 361333"/>
                  <a:gd name="connsiteX10" fmla="*/ 236428 w 361670"/>
                  <a:gd name="connsiteY10" fmla="*/ 286002 h 361333"/>
                  <a:gd name="connsiteX11" fmla="*/ 220453 w 361670"/>
                  <a:gd name="connsiteY11" fmla="*/ 286002 h 361333"/>
                  <a:gd name="connsiteX12" fmla="*/ 213424 w 361670"/>
                  <a:gd name="connsiteY12" fmla="*/ 286002 h 361333"/>
                  <a:gd name="connsiteX13" fmla="*/ 168055 w 361670"/>
                  <a:gd name="connsiteY13" fmla="*/ 286002 h 361333"/>
                  <a:gd name="connsiteX14" fmla="*/ 128438 w 361670"/>
                  <a:gd name="connsiteY14" fmla="*/ 270042 h 361333"/>
                  <a:gd name="connsiteX15" fmla="*/ 122048 w 361670"/>
                  <a:gd name="connsiteY15" fmla="*/ 267489 h 361333"/>
                  <a:gd name="connsiteX16" fmla="*/ 97766 w 361670"/>
                  <a:gd name="connsiteY16" fmla="*/ 267489 h 361333"/>
                  <a:gd name="connsiteX17" fmla="*/ 91376 w 361670"/>
                  <a:gd name="connsiteY17" fmla="*/ 261105 h 361333"/>
                  <a:gd name="connsiteX18" fmla="*/ 97766 w 361670"/>
                  <a:gd name="connsiteY18" fmla="*/ 254721 h 361333"/>
                  <a:gd name="connsiteX19" fmla="*/ 122048 w 361670"/>
                  <a:gd name="connsiteY19" fmla="*/ 254721 h 361333"/>
                  <a:gd name="connsiteX20" fmla="*/ 137384 w 361670"/>
                  <a:gd name="connsiteY20" fmla="*/ 261105 h 361333"/>
                  <a:gd name="connsiteX21" fmla="*/ 168055 w 361670"/>
                  <a:gd name="connsiteY21" fmla="*/ 273234 h 361333"/>
                  <a:gd name="connsiteX22" fmla="*/ 194893 w 361670"/>
                  <a:gd name="connsiteY22" fmla="*/ 273234 h 361333"/>
                  <a:gd name="connsiteX23" fmla="*/ 192976 w 361670"/>
                  <a:gd name="connsiteY23" fmla="*/ 264935 h 361333"/>
                  <a:gd name="connsiteX24" fmla="*/ 198727 w 361670"/>
                  <a:gd name="connsiteY24" fmla="*/ 250890 h 361333"/>
                  <a:gd name="connsiteX25" fmla="*/ 192337 w 361670"/>
                  <a:gd name="connsiteY25" fmla="*/ 236207 h 361333"/>
                  <a:gd name="connsiteX26" fmla="*/ 198727 w 361670"/>
                  <a:gd name="connsiteY26" fmla="*/ 221524 h 361333"/>
                  <a:gd name="connsiteX27" fmla="*/ 200005 w 361670"/>
                  <a:gd name="connsiteY27" fmla="*/ 220247 h 361333"/>
                  <a:gd name="connsiteX28" fmla="*/ 194893 w 361670"/>
                  <a:gd name="connsiteY28" fmla="*/ 206841 h 361333"/>
                  <a:gd name="connsiteX29" fmla="*/ 203200 w 361670"/>
                  <a:gd name="connsiteY29" fmla="*/ 190243 h 361333"/>
                  <a:gd name="connsiteX30" fmla="*/ 199366 w 361670"/>
                  <a:gd name="connsiteY30" fmla="*/ 178113 h 361333"/>
                  <a:gd name="connsiteX31" fmla="*/ 201283 w 361670"/>
                  <a:gd name="connsiteY31" fmla="*/ 169814 h 361333"/>
                  <a:gd name="connsiteX32" fmla="*/ 195532 w 361670"/>
                  <a:gd name="connsiteY32" fmla="*/ 169814 h 361333"/>
                  <a:gd name="connsiteX33" fmla="*/ 195532 w 361670"/>
                  <a:gd name="connsiteY33" fmla="*/ 173644 h 361333"/>
                  <a:gd name="connsiteX34" fmla="*/ 161027 w 361670"/>
                  <a:gd name="connsiteY34" fmla="*/ 225993 h 361333"/>
                  <a:gd name="connsiteX35" fmla="*/ 158470 w 361670"/>
                  <a:gd name="connsiteY35" fmla="*/ 226631 h 361333"/>
                  <a:gd name="connsiteX36" fmla="*/ 152720 w 361670"/>
                  <a:gd name="connsiteY36" fmla="*/ 222801 h 361333"/>
                  <a:gd name="connsiteX37" fmla="*/ 155915 w 361670"/>
                  <a:gd name="connsiteY37" fmla="*/ 214502 h 361333"/>
                  <a:gd name="connsiteX38" fmla="*/ 182752 w 361670"/>
                  <a:gd name="connsiteY38" fmla="*/ 173644 h 361333"/>
                  <a:gd name="connsiteX39" fmla="*/ 182113 w 361670"/>
                  <a:gd name="connsiteY39" fmla="*/ 164707 h 361333"/>
                  <a:gd name="connsiteX40" fmla="*/ 182113 w 361670"/>
                  <a:gd name="connsiteY40" fmla="*/ 164068 h 361333"/>
                  <a:gd name="connsiteX41" fmla="*/ 182113 w 361670"/>
                  <a:gd name="connsiteY41" fmla="*/ 163430 h 361333"/>
                  <a:gd name="connsiteX42" fmla="*/ 182113 w 361670"/>
                  <a:gd name="connsiteY42" fmla="*/ 163430 h 361333"/>
                  <a:gd name="connsiteX43" fmla="*/ 182113 w 361670"/>
                  <a:gd name="connsiteY43" fmla="*/ 162792 h 361333"/>
                  <a:gd name="connsiteX44" fmla="*/ 182113 w 361670"/>
                  <a:gd name="connsiteY44" fmla="*/ 161515 h 361333"/>
                  <a:gd name="connsiteX45" fmla="*/ 182113 w 361670"/>
                  <a:gd name="connsiteY45" fmla="*/ 160876 h 361333"/>
                  <a:gd name="connsiteX46" fmla="*/ 192337 w 361670"/>
                  <a:gd name="connsiteY46" fmla="*/ 94483 h 361333"/>
                  <a:gd name="connsiteX47" fmla="*/ 184669 w 361670"/>
                  <a:gd name="connsiteY47" fmla="*/ 89376 h 361333"/>
                  <a:gd name="connsiteX48" fmla="*/ 177640 w 361670"/>
                  <a:gd name="connsiteY48" fmla="*/ 113635 h 361333"/>
                  <a:gd name="connsiteX49" fmla="*/ 164221 w 361670"/>
                  <a:gd name="connsiteY49" fmla="*/ 137256 h 361333"/>
                  <a:gd name="connsiteX50" fmla="*/ 138022 w 361670"/>
                  <a:gd name="connsiteY50" fmla="*/ 170452 h 361333"/>
                  <a:gd name="connsiteX51" fmla="*/ 118853 w 361670"/>
                  <a:gd name="connsiteY51" fmla="*/ 181944 h 361333"/>
                  <a:gd name="connsiteX52" fmla="*/ 98405 w 361670"/>
                  <a:gd name="connsiteY52" fmla="*/ 181944 h 361333"/>
                  <a:gd name="connsiteX53" fmla="*/ 92015 w 361670"/>
                  <a:gd name="connsiteY53" fmla="*/ 175560 h 361333"/>
                  <a:gd name="connsiteX54" fmla="*/ 98405 w 361670"/>
                  <a:gd name="connsiteY54" fmla="*/ 169176 h 361333"/>
                  <a:gd name="connsiteX55" fmla="*/ 118853 w 361670"/>
                  <a:gd name="connsiteY55" fmla="*/ 169176 h 361333"/>
                  <a:gd name="connsiteX56" fmla="*/ 127160 w 361670"/>
                  <a:gd name="connsiteY56" fmla="*/ 164068 h 361333"/>
                  <a:gd name="connsiteX57" fmla="*/ 155275 w 361670"/>
                  <a:gd name="connsiteY57" fmla="*/ 128318 h 361333"/>
                  <a:gd name="connsiteX58" fmla="*/ 165500 w 361670"/>
                  <a:gd name="connsiteY58" fmla="*/ 110443 h 361333"/>
                  <a:gd name="connsiteX59" fmla="*/ 172528 w 361670"/>
                  <a:gd name="connsiteY59" fmla="*/ 84907 h 361333"/>
                  <a:gd name="connsiteX60" fmla="*/ 185308 w 361670"/>
                  <a:gd name="connsiteY60" fmla="*/ 76608 h 361333"/>
                  <a:gd name="connsiteX61" fmla="*/ 203200 w 361670"/>
                  <a:gd name="connsiteY61" fmla="*/ 88099 h 361333"/>
                  <a:gd name="connsiteX62" fmla="*/ 196810 w 361670"/>
                  <a:gd name="connsiteY62" fmla="*/ 156408 h 361333"/>
                  <a:gd name="connsiteX63" fmla="*/ 219814 w 361670"/>
                  <a:gd name="connsiteY63" fmla="*/ 156408 h 361333"/>
                  <a:gd name="connsiteX64" fmla="*/ 241540 w 361670"/>
                  <a:gd name="connsiteY64" fmla="*/ 156408 h 361333"/>
                  <a:gd name="connsiteX65" fmla="*/ 262626 w 361670"/>
                  <a:gd name="connsiteY65" fmla="*/ 177475 h 361333"/>
                  <a:gd name="connsiteX66" fmla="*/ 259431 w 361670"/>
                  <a:gd name="connsiteY66" fmla="*/ 188966 h 361333"/>
                  <a:gd name="connsiteX67" fmla="*/ 269016 w 361670"/>
                  <a:gd name="connsiteY67" fmla="*/ 206841 h 361333"/>
                  <a:gd name="connsiteX68" fmla="*/ 262626 w 361670"/>
                  <a:gd name="connsiteY68" fmla="*/ 221524 h 361333"/>
                  <a:gd name="connsiteX69" fmla="*/ 260709 w 361670"/>
                  <a:gd name="connsiteY69" fmla="*/ 223439 h 361333"/>
                  <a:gd name="connsiteX70" fmla="*/ 265821 w 361670"/>
                  <a:gd name="connsiteY70" fmla="*/ 235569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61670" h="361333">
                    <a:moveTo>
                      <a:pt x="180835" y="0"/>
                    </a:moveTo>
                    <a:cubicBezTo>
                      <a:pt x="80513" y="0"/>
                      <a:pt x="0" y="81077"/>
                      <a:pt x="0" y="180667"/>
                    </a:cubicBezTo>
                    <a:cubicBezTo>
                      <a:pt x="0" y="280257"/>
                      <a:pt x="81152" y="361334"/>
                      <a:pt x="180835" y="361334"/>
                    </a:cubicBezTo>
                    <a:cubicBezTo>
                      <a:pt x="281157" y="361334"/>
                      <a:pt x="361670" y="280257"/>
                      <a:pt x="361670" y="180667"/>
                    </a:cubicBezTo>
                    <a:cubicBezTo>
                      <a:pt x="361670" y="81077"/>
                      <a:pt x="280518" y="0"/>
                      <a:pt x="180835" y="0"/>
                    </a:cubicBezTo>
                    <a:close/>
                    <a:moveTo>
                      <a:pt x="265821" y="235569"/>
                    </a:moveTo>
                    <a:cubicBezTo>
                      <a:pt x="265821" y="241314"/>
                      <a:pt x="263904" y="246422"/>
                      <a:pt x="259431" y="250252"/>
                    </a:cubicBezTo>
                    <a:cubicBezTo>
                      <a:pt x="258154" y="251529"/>
                      <a:pt x="256236" y="252806"/>
                      <a:pt x="254319" y="254082"/>
                    </a:cubicBezTo>
                    <a:cubicBezTo>
                      <a:pt x="256236" y="257274"/>
                      <a:pt x="257514" y="261105"/>
                      <a:pt x="257514" y="264935"/>
                    </a:cubicBezTo>
                    <a:cubicBezTo>
                      <a:pt x="257514" y="270681"/>
                      <a:pt x="255597" y="275788"/>
                      <a:pt x="251124" y="279618"/>
                    </a:cubicBezTo>
                    <a:cubicBezTo>
                      <a:pt x="247291" y="283449"/>
                      <a:pt x="242179" y="286002"/>
                      <a:pt x="236428" y="286002"/>
                    </a:cubicBezTo>
                    <a:lnTo>
                      <a:pt x="220453" y="286002"/>
                    </a:lnTo>
                    <a:lnTo>
                      <a:pt x="213424" y="286002"/>
                    </a:lnTo>
                    <a:lnTo>
                      <a:pt x="168055" y="286002"/>
                    </a:lnTo>
                    <a:cubicBezTo>
                      <a:pt x="153358" y="286002"/>
                      <a:pt x="139301" y="280257"/>
                      <a:pt x="128438" y="270042"/>
                    </a:cubicBezTo>
                    <a:cubicBezTo>
                      <a:pt x="126521" y="268127"/>
                      <a:pt x="123965" y="267489"/>
                      <a:pt x="122048" y="267489"/>
                    </a:cubicBezTo>
                    <a:lnTo>
                      <a:pt x="97766" y="267489"/>
                    </a:lnTo>
                    <a:cubicBezTo>
                      <a:pt x="93932" y="267489"/>
                      <a:pt x="91376" y="264935"/>
                      <a:pt x="91376" y="261105"/>
                    </a:cubicBezTo>
                    <a:cubicBezTo>
                      <a:pt x="91376" y="257274"/>
                      <a:pt x="93932" y="254721"/>
                      <a:pt x="97766" y="254721"/>
                    </a:cubicBezTo>
                    <a:lnTo>
                      <a:pt x="122048" y="254721"/>
                    </a:lnTo>
                    <a:cubicBezTo>
                      <a:pt x="127799" y="254721"/>
                      <a:pt x="132911" y="256636"/>
                      <a:pt x="137384" y="261105"/>
                    </a:cubicBezTo>
                    <a:cubicBezTo>
                      <a:pt x="145690" y="268766"/>
                      <a:pt x="156553" y="273234"/>
                      <a:pt x="168055" y="273234"/>
                    </a:cubicBezTo>
                    <a:lnTo>
                      <a:pt x="194893" y="273234"/>
                    </a:lnTo>
                    <a:cubicBezTo>
                      <a:pt x="193615" y="270681"/>
                      <a:pt x="192976" y="268127"/>
                      <a:pt x="192976" y="264935"/>
                    </a:cubicBezTo>
                    <a:cubicBezTo>
                      <a:pt x="192976" y="259190"/>
                      <a:pt x="194893" y="254721"/>
                      <a:pt x="198727" y="250890"/>
                    </a:cubicBezTo>
                    <a:cubicBezTo>
                      <a:pt x="194893" y="247060"/>
                      <a:pt x="192337" y="241953"/>
                      <a:pt x="192337" y="236207"/>
                    </a:cubicBezTo>
                    <a:cubicBezTo>
                      <a:pt x="192337" y="230462"/>
                      <a:pt x="194254" y="225355"/>
                      <a:pt x="198727" y="221524"/>
                    </a:cubicBezTo>
                    <a:cubicBezTo>
                      <a:pt x="199366" y="220886"/>
                      <a:pt x="199366" y="220886"/>
                      <a:pt x="200005" y="220247"/>
                    </a:cubicBezTo>
                    <a:cubicBezTo>
                      <a:pt x="196810" y="216417"/>
                      <a:pt x="194893" y="211948"/>
                      <a:pt x="194893" y="206841"/>
                    </a:cubicBezTo>
                    <a:cubicBezTo>
                      <a:pt x="194893" y="199819"/>
                      <a:pt x="198088" y="194073"/>
                      <a:pt x="203200" y="190243"/>
                    </a:cubicBezTo>
                    <a:cubicBezTo>
                      <a:pt x="200644" y="186412"/>
                      <a:pt x="199366" y="182582"/>
                      <a:pt x="199366" y="178113"/>
                    </a:cubicBezTo>
                    <a:cubicBezTo>
                      <a:pt x="199366" y="174921"/>
                      <a:pt x="200005" y="172368"/>
                      <a:pt x="201283" y="169814"/>
                    </a:cubicBezTo>
                    <a:lnTo>
                      <a:pt x="195532" y="169814"/>
                    </a:lnTo>
                    <a:cubicBezTo>
                      <a:pt x="195532" y="171091"/>
                      <a:pt x="195532" y="172368"/>
                      <a:pt x="195532" y="173644"/>
                    </a:cubicBezTo>
                    <a:cubicBezTo>
                      <a:pt x="195532" y="196627"/>
                      <a:pt x="182113" y="217055"/>
                      <a:pt x="161027" y="225993"/>
                    </a:cubicBezTo>
                    <a:cubicBezTo>
                      <a:pt x="160387" y="226631"/>
                      <a:pt x="159110" y="226631"/>
                      <a:pt x="158470" y="226631"/>
                    </a:cubicBezTo>
                    <a:cubicBezTo>
                      <a:pt x="155915" y="226631"/>
                      <a:pt x="153358" y="225355"/>
                      <a:pt x="152720" y="222801"/>
                    </a:cubicBezTo>
                    <a:cubicBezTo>
                      <a:pt x="151442" y="219609"/>
                      <a:pt x="152720" y="215779"/>
                      <a:pt x="155915" y="214502"/>
                    </a:cubicBezTo>
                    <a:cubicBezTo>
                      <a:pt x="172528" y="207479"/>
                      <a:pt x="182752" y="191519"/>
                      <a:pt x="182752" y="173644"/>
                    </a:cubicBezTo>
                    <a:cubicBezTo>
                      <a:pt x="182752" y="170452"/>
                      <a:pt x="182752" y="167260"/>
                      <a:pt x="182113" y="164707"/>
                    </a:cubicBezTo>
                    <a:cubicBezTo>
                      <a:pt x="182113" y="164707"/>
                      <a:pt x="182113" y="164068"/>
                      <a:pt x="182113" y="164068"/>
                    </a:cubicBezTo>
                    <a:cubicBezTo>
                      <a:pt x="182113" y="164068"/>
                      <a:pt x="182113" y="163430"/>
                      <a:pt x="182113" y="163430"/>
                    </a:cubicBezTo>
                    <a:cubicBezTo>
                      <a:pt x="182113" y="163430"/>
                      <a:pt x="182113" y="163430"/>
                      <a:pt x="182113" y="163430"/>
                    </a:cubicBezTo>
                    <a:cubicBezTo>
                      <a:pt x="182113" y="163430"/>
                      <a:pt x="182113" y="162792"/>
                      <a:pt x="182113" y="162792"/>
                    </a:cubicBezTo>
                    <a:cubicBezTo>
                      <a:pt x="182113" y="162153"/>
                      <a:pt x="182113" y="162153"/>
                      <a:pt x="182113" y="161515"/>
                    </a:cubicBezTo>
                    <a:cubicBezTo>
                      <a:pt x="182113" y="161515"/>
                      <a:pt x="182113" y="160876"/>
                      <a:pt x="182113" y="160876"/>
                    </a:cubicBezTo>
                    <a:cubicBezTo>
                      <a:pt x="198727" y="116827"/>
                      <a:pt x="195532" y="100229"/>
                      <a:pt x="192337" y="94483"/>
                    </a:cubicBezTo>
                    <a:cubicBezTo>
                      <a:pt x="190420" y="91930"/>
                      <a:pt x="188503" y="90014"/>
                      <a:pt x="184669" y="89376"/>
                    </a:cubicBezTo>
                    <a:lnTo>
                      <a:pt x="177640" y="113635"/>
                    </a:lnTo>
                    <a:cubicBezTo>
                      <a:pt x="175084" y="122573"/>
                      <a:pt x="170611" y="130233"/>
                      <a:pt x="164221" y="137256"/>
                    </a:cubicBezTo>
                    <a:cubicBezTo>
                      <a:pt x="157832" y="143640"/>
                      <a:pt x="146330" y="155769"/>
                      <a:pt x="138022" y="170452"/>
                    </a:cubicBezTo>
                    <a:cubicBezTo>
                      <a:pt x="134189" y="177475"/>
                      <a:pt x="126521" y="181944"/>
                      <a:pt x="118853" y="181944"/>
                    </a:cubicBezTo>
                    <a:lnTo>
                      <a:pt x="98405" y="181944"/>
                    </a:lnTo>
                    <a:cubicBezTo>
                      <a:pt x="94571" y="181944"/>
                      <a:pt x="92015" y="179390"/>
                      <a:pt x="92015" y="175560"/>
                    </a:cubicBezTo>
                    <a:cubicBezTo>
                      <a:pt x="92015" y="171729"/>
                      <a:pt x="94571" y="169176"/>
                      <a:pt x="98405" y="169176"/>
                    </a:cubicBezTo>
                    <a:lnTo>
                      <a:pt x="118853" y="169176"/>
                    </a:lnTo>
                    <a:cubicBezTo>
                      <a:pt x="122048" y="169176"/>
                      <a:pt x="125243" y="167260"/>
                      <a:pt x="127160" y="164068"/>
                    </a:cubicBezTo>
                    <a:cubicBezTo>
                      <a:pt x="136106" y="148108"/>
                      <a:pt x="148247" y="134702"/>
                      <a:pt x="155275" y="128318"/>
                    </a:cubicBezTo>
                    <a:cubicBezTo>
                      <a:pt x="160387" y="123211"/>
                      <a:pt x="164221" y="116827"/>
                      <a:pt x="165500" y="110443"/>
                    </a:cubicBezTo>
                    <a:lnTo>
                      <a:pt x="172528" y="84907"/>
                    </a:lnTo>
                    <a:cubicBezTo>
                      <a:pt x="173806" y="79162"/>
                      <a:pt x="179557" y="75331"/>
                      <a:pt x="185308" y="76608"/>
                    </a:cubicBezTo>
                    <a:cubicBezTo>
                      <a:pt x="192976" y="77885"/>
                      <a:pt x="199366" y="81715"/>
                      <a:pt x="203200" y="88099"/>
                    </a:cubicBezTo>
                    <a:cubicBezTo>
                      <a:pt x="210868" y="100867"/>
                      <a:pt x="208312" y="123849"/>
                      <a:pt x="196810" y="156408"/>
                    </a:cubicBezTo>
                    <a:lnTo>
                      <a:pt x="219814" y="156408"/>
                    </a:lnTo>
                    <a:lnTo>
                      <a:pt x="241540" y="156408"/>
                    </a:lnTo>
                    <a:cubicBezTo>
                      <a:pt x="253041" y="156408"/>
                      <a:pt x="262626" y="165984"/>
                      <a:pt x="262626" y="177475"/>
                    </a:cubicBezTo>
                    <a:cubicBezTo>
                      <a:pt x="262626" y="181305"/>
                      <a:pt x="261349" y="185774"/>
                      <a:pt x="259431" y="188966"/>
                    </a:cubicBezTo>
                    <a:cubicBezTo>
                      <a:pt x="265182" y="192796"/>
                      <a:pt x="269016" y="199180"/>
                      <a:pt x="269016" y="206841"/>
                    </a:cubicBezTo>
                    <a:cubicBezTo>
                      <a:pt x="269016" y="212587"/>
                      <a:pt x="267099" y="217694"/>
                      <a:pt x="262626" y="221524"/>
                    </a:cubicBezTo>
                    <a:cubicBezTo>
                      <a:pt x="261987" y="222163"/>
                      <a:pt x="261349" y="222801"/>
                      <a:pt x="260709" y="223439"/>
                    </a:cubicBezTo>
                    <a:cubicBezTo>
                      <a:pt x="263904" y="226631"/>
                      <a:pt x="265821" y="231100"/>
                      <a:pt x="265821" y="235569"/>
                    </a:cubicBezTo>
                    <a:close/>
                  </a:path>
                </a:pathLst>
              </a:cu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231" name="Graphic 4">
                <a:extLst>
                  <a:ext uri="{FF2B5EF4-FFF2-40B4-BE49-F238E27FC236}">
                    <a16:creationId xmlns:a16="http://schemas.microsoft.com/office/drawing/2014/main" id="{1F030B2A-A3FF-4A51-ABD5-121060E08EF1}"/>
                  </a:ext>
                </a:extLst>
              </p:cNvPr>
              <p:cNvSpPr/>
              <p:nvPr/>
            </p:nvSpPr>
            <p:spPr>
              <a:xfrm>
                <a:off x="6352875" y="4565348"/>
                <a:ext cx="38978" cy="16598"/>
              </a:xfrm>
              <a:custGeom>
                <a:avLst/>
                <a:gdLst>
                  <a:gd name="connsiteX0" fmla="*/ 30672 w 38978"/>
                  <a:gd name="connsiteY0" fmla="*/ 0 h 16598"/>
                  <a:gd name="connsiteX1" fmla="*/ 8307 w 38978"/>
                  <a:gd name="connsiteY1" fmla="*/ 0 h 16598"/>
                  <a:gd name="connsiteX2" fmla="*/ 0 w 38978"/>
                  <a:gd name="connsiteY2" fmla="*/ 8299 h 16598"/>
                  <a:gd name="connsiteX3" fmla="*/ 2556 w 38978"/>
                  <a:gd name="connsiteY3" fmla="*/ 14045 h 16598"/>
                  <a:gd name="connsiteX4" fmla="*/ 7668 w 38978"/>
                  <a:gd name="connsiteY4" fmla="*/ 16598 h 16598"/>
                  <a:gd name="connsiteX5" fmla="*/ 14697 w 38978"/>
                  <a:gd name="connsiteY5" fmla="*/ 16598 h 16598"/>
                  <a:gd name="connsiteX6" fmla="*/ 30672 w 38978"/>
                  <a:gd name="connsiteY6" fmla="*/ 16598 h 16598"/>
                  <a:gd name="connsiteX7" fmla="*/ 36423 w 38978"/>
                  <a:gd name="connsiteY7" fmla="*/ 14045 h 16598"/>
                  <a:gd name="connsiteX8" fmla="*/ 38978 w 38978"/>
                  <a:gd name="connsiteY8" fmla="*/ 8299 h 16598"/>
                  <a:gd name="connsiteX9" fmla="*/ 30672 w 38978"/>
                  <a:gd name="connsiteY9" fmla="*/ 0 h 16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78" h="16598">
                    <a:moveTo>
                      <a:pt x="30672" y="0"/>
                    </a:moveTo>
                    <a:lnTo>
                      <a:pt x="8307" y="0"/>
                    </a:lnTo>
                    <a:cubicBezTo>
                      <a:pt x="3834" y="0"/>
                      <a:pt x="0" y="3830"/>
                      <a:pt x="0" y="8299"/>
                    </a:cubicBezTo>
                    <a:cubicBezTo>
                      <a:pt x="0" y="10214"/>
                      <a:pt x="639" y="12768"/>
                      <a:pt x="2556" y="14045"/>
                    </a:cubicBezTo>
                    <a:cubicBezTo>
                      <a:pt x="3834" y="15322"/>
                      <a:pt x="5751" y="15960"/>
                      <a:pt x="7668" y="16598"/>
                    </a:cubicBezTo>
                    <a:lnTo>
                      <a:pt x="14697" y="16598"/>
                    </a:lnTo>
                    <a:lnTo>
                      <a:pt x="30672" y="16598"/>
                    </a:lnTo>
                    <a:cubicBezTo>
                      <a:pt x="32589" y="16598"/>
                      <a:pt x="35145" y="15960"/>
                      <a:pt x="36423" y="14045"/>
                    </a:cubicBezTo>
                    <a:cubicBezTo>
                      <a:pt x="37700" y="12768"/>
                      <a:pt x="38978" y="10214"/>
                      <a:pt x="38978" y="8299"/>
                    </a:cubicBezTo>
                    <a:cubicBezTo>
                      <a:pt x="38978" y="3192"/>
                      <a:pt x="35145" y="0"/>
                      <a:pt x="30672" y="0"/>
                    </a:cubicBezTo>
                    <a:close/>
                  </a:path>
                </a:pathLst>
              </a:custGeom>
              <a:solidFill>
                <a:schemeClr val="accent2"/>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grpSp>
      <p:grpSp>
        <p:nvGrpSpPr>
          <p:cNvPr id="102" name="Graphic 4">
            <a:extLst>
              <a:ext uri="{FF2B5EF4-FFF2-40B4-BE49-F238E27FC236}">
                <a16:creationId xmlns:a16="http://schemas.microsoft.com/office/drawing/2014/main" id="{44463E75-6513-4E22-8CD3-71502D070B3D}"/>
              </a:ext>
            </a:extLst>
          </p:cNvPr>
          <p:cNvGrpSpPr/>
          <p:nvPr/>
        </p:nvGrpSpPr>
        <p:grpSpPr>
          <a:xfrm>
            <a:off x="4027714" y="1598693"/>
            <a:ext cx="548637" cy="548641"/>
            <a:chOff x="9279466" y="918179"/>
            <a:chExt cx="361671" cy="361333"/>
          </a:xfrm>
          <a:solidFill>
            <a:schemeClr val="accent1"/>
          </a:solidFill>
        </p:grpSpPr>
        <p:sp>
          <p:nvSpPr>
            <p:cNvPr id="103" name="Graphic 4">
              <a:extLst>
                <a:ext uri="{FF2B5EF4-FFF2-40B4-BE49-F238E27FC236}">
                  <a16:creationId xmlns:a16="http://schemas.microsoft.com/office/drawing/2014/main" id="{218EF89D-C80E-44A5-92B9-151893B551F2}"/>
                </a:ext>
              </a:extLst>
            </p:cNvPr>
            <p:cNvSpPr/>
            <p:nvPr/>
          </p:nvSpPr>
          <p:spPr>
            <a:xfrm>
              <a:off x="9423879" y="1003460"/>
              <a:ext cx="72844" cy="25161"/>
            </a:xfrm>
            <a:custGeom>
              <a:avLst/>
              <a:gdLst>
                <a:gd name="connsiteX0" fmla="*/ 49841 w 72844"/>
                <a:gd name="connsiteY0" fmla="*/ 25162 h 25161"/>
                <a:gd name="connsiteX1" fmla="*/ 72845 w 72844"/>
                <a:gd name="connsiteY1" fmla="*/ 903 h 25161"/>
                <a:gd name="connsiteX2" fmla="*/ 72206 w 72844"/>
                <a:gd name="connsiteY2" fmla="*/ 903 h 25161"/>
                <a:gd name="connsiteX3" fmla="*/ 38978 w 72844"/>
                <a:gd name="connsiteY3" fmla="*/ 7287 h 25161"/>
                <a:gd name="connsiteX4" fmla="*/ 38978 w 72844"/>
                <a:gd name="connsiteY4" fmla="*/ 7287 h 25161"/>
                <a:gd name="connsiteX5" fmla="*/ 37700 w 72844"/>
                <a:gd name="connsiteY5" fmla="*/ 7287 h 25161"/>
                <a:gd name="connsiteX6" fmla="*/ 36422 w 72844"/>
                <a:gd name="connsiteY6" fmla="*/ 7287 h 25161"/>
                <a:gd name="connsiteX7" fmla="*/ 35145 w 72844"/>
                <a:gd name="connsiteY7" fmla="*/ 7287 h 25161"/>
                <a:gd name="connsiteX8" fmla="*/ 33866 w 72844"/>
                <a:gd name="connsiteY8" fmla="*/ 7287 h 25161"/>
                <a:gd name="connsiteX9" fmla="*/ 33866 w 72844"/>
                <a:gd name="connsiteY9" fmla="*/ 7287 h 25161"/>
                <a:gd name="connsiteX10" fmla="*/ 639 w 72844"/>
                <a:gd name="connsiteY10" fmla="*/ 903 h 25161"/>
                <a:gd name="connsiteX11" fmla="*/ 0 w 72844"/>
                <a:gd name="connsiteY11" fmla="*/ 903 h 25161"/>
                <a:gd name="connsiteX12" fmla="*/ 23004 w 72844"/>
                <a:gd name="connsiteY12" fmla="*/ 25162 h 25161"/>
                <a:gd name="connsiteX13" fmla="*/ 49841 w 72844"/>
                <a:gd name="connsiteY13" fmla="*/ 25162 h 25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2844" h="25161">
                  <a:moveTo>
                    <a:pt x="49841" y="25162"/>
                  </a:moveTo>
                  <a:lnTo>
                    <a:pt x="72845" y="903"/>
                  </a:lnTo>
                  <a:cubicBezTo>
                    <a:pt x="72845" y="903"/>
                    <a:pt x="72206" y="903"/>
                    <a:pt x="72206" y="903"/>
                  </a:cubicBezTo>
                  <a:cubicBezTo>
                    <a:pt x="68372" y="-374"/>
                    <a:pt x="59426" y="-1651"/>
                    <a:pt x="38978" y="7287"/>
                  </a:cubicBezTo>
                  <a:cubicBezTo>
                    <a:pt x="38978" y="7287"/>
                    <a:pt x="38978" y="7287"/>
                    <a:pt x="38978" y="7287"/>
                  </a:cubicBezTo>
                  <a:cubicBezTo>
                    <a:pt x="38340" y="7287"/>
                    <a:pt x="38340" y="7287"/>
                    <a:pt x="37700" y="7287"/>
                  </a:cubicBezTo>
                  <a:cubicBezTo>
                    <a:pt x="37061" y="7287"/>
                    <a:pt x="37061" y="7287"/>
                    <a:pt x="36422" y="7287"/>
                  </a:cubicBezTo>
                  <a:cubicBezTo>
                    <a:pt x="35783" y="7287"/>
                    <a:pt x="35783" y="7287"/>
                    <a:pt x="35145" y="7287"/>
                  </a:cubicBezTo>
                  <a:cubicBezTo>
                    <a:pt x="34505" y="7287"/>
                    <a:pt x="33866" y="7287"/>
                    <a:pt x="33866" y="7287"/>
                  </a:cubicBezTo>
                  <a:cubicBezTo>
                    <a:pt x="33866" y="7287"/>
                    <a:pt x="33866" y="7287"/>
                    <a:pt x="33866" y="7287"/>
                  </a:cubicBezTo>
                  <a:cubicBezTo>
                    <a:pt x="13419" y="-1651"/>
                    <a:pt x="3834" y="-374"/>
                    <a:pt x="639" y="903"/>
                  </a:cubicBezTo>
                  <a:cubicBezTo>
                    <a:pt x="639" y="903"/>
                    <a:pt x="0" y="903"/>
                    <a:pt x="0" y="903"/>
                  </a:cubicBezTo>
                  <a:lnTo>
                    <a:pt x="23004" y="25162"/>
                  </a:lnTo>
                  <a:lnTo>
                    <a:pt x="49841" y="25162"/>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04" name="Graphic 4">
              <a:extLst>
                <a:ext uri="{FF2B5EF4-FFF2-40B4-BE49-F238E27FC236}">
                  <a16:creationId xmlns:a16="http://schemas.microsoft.com/office/drawing/2014/main" id="{2296FE8F-17B4-4C01-BC0F-E0066CD2DA2A}"/>
                </a:ext>
              </a:extLst>
            </p:cNvPr>
            <p:cNvSpPr/>
            <p:nvPr/>
          </p:nvSpPr>
          <p:spPr>
            <a:xfrm>
              <a:off x="9394485" y="1041390"/>
              <a:ext cx="130993" cy="152577"/>
            </a:xfrm>
            <a:custGeom>
              <a:avLst/>
              <a:gdLst>
                <a:gd name="connsiteX0" fmla="*/ 120131 w 130993"/>
                <a:gd name="connsiteY0" fmla="*/ 111081 h 152577"/>
                <a:gd name="connsiteX1" fmla="*/ 79874 w 130993"/>
                <a:gd name="connsiteY1" fmla="*/ 0 h 152577"/>
                <a:gd name="connsiteX2" fmla="*/ 51119 w 130993"/>
                <a:gd name="connsiteY2" fmla="*/ 0 h 152577"/>
                <a:gd name="connsiteX3" fmla="*/ 10863 w 130993"/>
                <a:gd name="connsiteY3" fmla="*/ 111081 h 152577"/>
                <a:gd name="connsiteX4" fmla="*/ 11502 w 130993"/>
                <a:gd name="connsiteY4" fmla="*/ 113635 h 152577"/>
                <a:gd name="connsiteX5" fmla="*/ 0 w 130993"/>
                <a:gd name="connsiteY5" fmla="*/ 152577 h 152577"/>
                <a:gd name="connsiteX6" fmla="*/ 130994 w 130993"/>
                <a:gd name="connsiteY6" fmla="*/ 152577 h 152577"/>
                <a:gd name="connsiteX7" fmla="*/ 119492 w 130993"/>
                <a:gd name="connsiteY7" fmla="*/ 113635 h 152577"/>
                <a:gd name="connsiteX8" fmla="*/ 120131 w 130993"/>
                <a:gd name="connsiteY8" fmla="*/ 111081 h 152577"/>
                <a:gd name="connsiteX9" fmla="*/ 65817 w 130993"/>
                <a:gd name="connsiteY9" fmla="*/ 72777 h 152577"/>
                <a:gd name="connsiteX10" fmla="*/ 88181 w 130993"/>
                <a:gd name="connsiteY10" fmla="*/ 95121 h 152577"/>
                <a:gd name="connsiteX11" fmla="*/ 72207 w 130993"/>
                <a:gd name="connsiteY11" fmla="*/ 116188 h 152577"/>
                <a:gd name="connsiteX12" fmla="*/ 72207 w 130993"/>
                <a:gd name="connsiteY12" fmla="*/ 121296 h 152577"/>
                <a:gd name="connsiteX13" fmla="*/ 65817 w 130993"/>
                <a:gd name="connsiteY13" fmla="*/ 127680 h 152577"/>
                <a:gd name="connsiteX14" fmla="*/ 59427 w 130993"/>
                <a:gd name="connsiteY14" fmla="*/ 121296 h 152577"/>
                <a:gd name="connsiteX15" fmla="*/ 59427 w 130993"/>
                <a:gd name="connsiteY15" fmla="*/ 116188 h 152577"/>
                <a:gd name="connsiteX16" fmla="*/ 43452 w 130993"/>
                <a:gd name="connsiteY16" fmla="*/ 95121 h 152577"/>
                <a:gd name="connsiteX17" fmla="*/ 49842 w 130993"/>
                <a:gd name="connsiteY17" fmla="*/ 88737 h 152577"/>
                <a:gd name="connsiteX18" fmla="*/ 56232 w 130993"/>
                <a:gd name="connsiteY18" fmla="*/ 95121 h 152577"/>
                <a:gd name="connsiteX19" fmla="*/ 65817 w 130993"/>
                <a:gd name="connsiteY19" fmla="*/ 104697 h 152577"/>
                <a:gd name="connsiteX20" fmla="*/ 75402 w 130993"/>
                <a:gd name="connsiteY20" fmla="*/ 95121 h 152577"/>
                <a:gd name="connsiteX21" fmla="*/ 65817 w 130993"/>
                <a:gd name="connsiteY21" fmla="*/ 85545 h 152577"/>
                <a:gd name="connsiteX22" fmla="*/ 43452 w 130993"/>
                <a:gd name="connsiteY22" fmla="*/ 63201 h 152577"/>
                <a:gd name="connsiteX23" fmla="*/ 59427 w 130993"/>
                <a:gd name="connsiteY23" fmla="*/ 41496 h 152577"/>
                <a:gd name="connsiteX24" fmla="*/ 59427 w 130993"/>
                <a:gd name="connsiteY24" fmla="*/ 36389 h 152577"/>
                <a:gd name="connsiteX25" fmla="*/ 65817 w 130993"/>
                <a:gd name="connsiteY25" fmla="*/ 30005 h 152577"/>
                <a:gd name="connsiteX26" fmla="*/ 72207 w 130993"/>
                <a:gd name="connsiteY26" fmla="*/ 36389 h 152577"/>
                <a:gd name="connsiteX27" fmla="*/ 72207 w 130993"/>
                <a:gd name="connsiteY27" fmla="*/ 41496 h 152577"/>
                <a:gd name="connsiteX28" fmla="*/ 88181 w 130993"/>
                <a:gd name="connsiteY28" fmla="*/ 63201 h 152577"/>
                <a:gd name="connsiteX29" fmla="*/ 81792 w 130993"/>
                <a:gd name="connsiteY29" fmla="*/ 69585 h 152577"/>
                <a:gd name="connsiteX30" fmla="*/ 75402 w 130993"/>
                <a:gd name="connsiteY30" fmla="*/ 63201 h 152577"/>
                <a:gd name="connsiteX31" fmla="*/ 65817 w 130993"/>
                <a:gd name="connsiteY31" fmla="*/ 53625 h 152577"/>
                <a:gd name="connsiteX32" fmla="*/ 56232 w 130993"/>
                <a:gd name="connsiteY32" fmla="*/ 63201 h 152577"/>
                <a:gd name="connsiteX33" fmla="*/ 65817 w 130993"/>
                <a:gd name="connsiteY33" fmla="*/ 72777 h 152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30993" h="152577">
                  <a:moveTo>
                    <a:pt x="120131" y="111081"/>
                  </a:moveTo>
                  <a:cubicBezTo>
                    <a:pt x="121409" y="108528"/>
                    <a:pt x="146330" y="55541"/>
                    <a:pt x="79874" y="0"/>
                  </a:cubicBezTo>
                  <a:lnTo>
                    <a:pt x="51119" y="0"/>
                  </a:lnTo>
                  <a:cubicBezTo>
                    <a:pt x="-15335" y="55541"/>
                    <a:pt x="9585" y="109166"/>
                    <a:pt x="10863" y="111081"/>
                  </a:cubicBezTo>
                  <a:cubicBezTo>
                    <a:pt x="11502" y="111720"/>
                    <a:pt x="11502" y="112996"/>
                    <a:pt x="11502" y="113635"/>
                  </a:cubicBezTo>
                  <a:cubicBezTo>
                    <a:pt x="11502" y="123849"/>
                    <a:pt x="4473" y="141724"/>
                    <a:pt x="0" y="152577"/>
                  </a:cubicBezTo>
                  <a:lnTo>
                    <a:pt x="130994" y="152577"/>
                  </a:lnTo>
                  <a:cubicBezTo>
                    <a:pt x="126521" y="141724"/>
                    <a:pt x="119492" y="123849"/>
                    <a:pt x="119492" y="113635"/>
                  </a:cubicBezTo>
                  <a:cubicBezTo>
                    <a:pt x="119492" y="112996"/>
                    <a:pt x="119492" y="112358"/>
                    <a:pt x="120131" y="111081"/>
                  </a:cubicBezTo>
                  <a:close/>
                  <a:moveTo>
                    <a:pt x="65817" y="72777"/>
                  </a:moveTo>
                  <a:cubicBezTo>
                    <a:pt x="78597" y="72777"/>
                    <a:pt x="88181" y="82992"/>
                    <a:pt x="88181" y="95121"/>
                  </a:cubicBezTo>
                  <a:cubicBezTo>
                    <a:pt x="88181" y="105336"/>
                    <a:pt x="81153" y="113635"/>
                    <a:pt x="72207" y="116188"/>
                  </a:cubicBezTo>
                  <a:lnTo>
                    <a:pt x="72207" y="121296"/>
                  </a:lnTo>
                  <a:cubicBezTo>
                    <a:pt x="72207" y="125126"/>
                    <a:pt x="69650" y="127680"/>
                    <a:pt x="65817" y="127680"/>
                  </a:cubicBezTo>
                  <a:cubicBezTo>
                    <a:pt x="61983" y="127680"/>
                    <a:pt x="59427" y="125126"/>
                    <a:pt x="59427" y="121296"/>
                  </a:cubicBezTo>
                  <a:lnTo>
                    <a:pt x="59427" y="116188"/>
                  </a:lnTo>
                  <a:cubicBezTo>
                    <a:pt x="50481" y="113635"/>
                    <a:pt x="43452" y="104697"/>
                    <a:pt x="43452" y="95121"/>
                  </a:cubicBezTo>
                  <a:cubicBezTo>
                    <a:pt x="43452" y="91291"/>
                    <a:pt x="46008" y="88737"/>
                    <a:pt x="49842" y="88737"/>
                  </a:cubicBezTo>
                  <a:cubicBezTo>
                    <a:pt x="53676" y="88737"/>
                    <a:pt x="56232" y="91291"/>
                    <a:pt x="56232" y="95121"/>
                  </a:cubicBezTo>
                  <a:cubicBezTo>
                    <a:pt x="56232" y="100229"/>
                    <a:pt x="60704" y="104697"/>
                    <a:pt x="65817" y="104697"/>
                  </a:cubicBezTo>
                  <a:cubicBezTo>
                    <a:pt x="71568" y="104697"/>
                    <a:pt x="75402" y="100229"/>
                    <a:pt x="75402" y="95121"/>
                  </a:cubicBezTo>
                  <a:cubicBezTo>
                    <a:pt x="75402" y="89376"/>
                    <a:pt x="70929" y="85545"/>
                    <a:pt x="65817" y="85545"/>
                  </a:cubicBezTo>
                  <a:cubicBezTo>
                    <a:pt x="53676" y="85545"/>
                    <a:pt x="43452" y="75331"/>
                    <a:pt x="43452" y="63201"/>
                  </a:cubicBezTo>
                  <a:cubicBezTo>
                    <a:pt x="43452" y="52987"/>
                    <a:pt x="50481" y="44688"/>
                    <a:pt x="59427" y="41496"/>
                  </a:cubicBezTo>
                  <a:lnTo>
                    <a:pt x="59427" y="36389"/>
                  </a:lnTo>
                  <a:cubicBezTo>
                    <a:pt x="59427" y="32558"/>
                    <a:pt x="61983" y="30005"/>
                    <a:pt x="65817" y="30005"/>
                  </a:cubicBezTo>
                  <a:cubicBezTo>
                    <a:pt x="69650" y="30005"/>
                    <a:pt x="72207" y="32558"/>
                    <a:pt x="72207" y="36389"/>
                  </a:cubicBezTo>
                  <a:lnTo>
                    <a:pt x="72207" y="41496"/>
                  </a:lnTo>
                  <a:cubicBezTo>
                    <a:pt x="81792" y="44049"/>
                    <a:pt x="88181" y="52987"/>
                    <a:pt x="88181" y="63201"/>
                  </a:cubicBezTo>
                  <a:cubicBezTo>
                    <a:pt x="88181" y="67032"/>
                    <a:pt x="85625" y="69585"/>
                    <a:pt x="81792" y="69585"/>
                  </a:cubicBezTo>
                  <a:cubicBezTo>
                    <a:pt x="77958" y="69585"/>
                    <a:pt x="75402" y="67032"/>
                    <a:pt x="75402" y="63201"/>
                  </a:cubicBezTo>
                  <a:cubicBezTo>
                    <a:pt x="75402" y="57456"/>
                    <a:pt x="70929" y="53625"/>
                    <a:pt x="65817" y="53625"/>
                  </a:cubicBezTo>
                  <a:cubicBezTo>
                    <a:pt x="60704" y="53625"/>
                    <a:pt x="56232" y="58094"/>
                    <a:pt x="56232" y="63201"/>
                  </a:cubicBezTo>
                  <a:cubicBezTo>
                    <a:pt x="56232" y="68309"/>
                    <a:pt x="60066" y="72777"/>
                    <a:pt x="65817" y="72777"/>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05" name="Graphic 4">
              <a:extLst>
                <a:ext uri="{FF2B5EF4-FFF2-40B4-BE49-F238E27FC236}">
                  <a16:creationId xmlns:a16="http://schemas.microsoft.com/office/drawing/2014/main" id="{999EA789-A113-4FB6-BAC7-513958AEA7E3}"/>
                </a:ext>
              </a:extLst>
            </p:cNvPr>
            <p:cNvSpPr/>
            <p:nvPr/>
          </p:nvSpPr>
          <p:spPr>
            <a:xfrm>
              <a:off x="9279466" y="918179"/>
              <a:ext cx="361671" cy="361333"/>
            </a:xfrm>
            <a:custGeom>
              <a:avLst/>
              <a:gdLst>
                <a:gd name="connsiteX0" fmla="*/ 180836 w 361671"/>
                <a:gd name="connsiteY0" fmla="*/ 0 h 361333"/>
                <a:gd name="connsiteX1" fmla="*/ 0 w 361671"/>
                <a:gd name="connsiteY1" fmla="*/ 180667 h 361333"/>
                <a:gd name="connsiteX2" fmla="*/ 180836 w 361671"/>
                <a:gd name="connsiteY2" fmla="*/ 361333 h 361333"/>
                <a:gd name="connsiteX3" fmla="*/ 361671 w 361671"/>
                <a:gd name="connsiteY3" fmla="*/ 180667 h 361333"/>
                <a:gd name="connsiteX4" fmla="*/ 180836 w 361671"/>
                <a:gd name="connsiteY4" fmla="*/ 0 h 361333"/>
                <a:gd name="connsiteX5" fmla="*/ 261349 w 361671"/>
                <a:gd name="connsiteY5" fmla="*/ 286002 h 361333"/>
                <a:gd name="connsiteX6" fmla="*/ 256237 w 361671"/>
                <a:gd name="connsiteY6" fmla="*/ 289194 h 361333"/>
                <a:gd name="connsiteX7" fmla="*/ 105434 w 361671"/>
                <a:gd name="connsiteY7" fmla="*/ 289194 h 361333"/>
                <a:gd name="connsiteX8" fmla="*/ 100322 w 361671"/>
                <a:gd name="connsiteY8" fmla="*/ 286002 h 361333"/>
                <a:gd name="connsiteX9" fmla="*/ 99684 w 361671"/>
                <a:gd name="connsiteY9" fmla="*/ 279618 h 361333"/>
                <a:gd name="connsiteX10" fmla="*/ 114380 w 361671"/>
                <a:gd name="connsiteY10" fmla="*/ 238123 h 361333"/>
                <a:gd name="connsiteX11" fmla="*/ 155276 w 361671"/>
                <a:gd name="connsiteY11" fmla="*/ 116188 h 361333"/>
                <a:gd name="connsiteX12" fmla="*/ 131633 w 361671"/>
                <a:gd name="connsiteY12" fmla="*/ 90653 h 361333"/>
                <a:gd name="connsiteX13" fmla="*/ 130355 w 361671"/>
                <a:gd name="connsiteY13" fmla="*/ 84907 h 361333"/>
                <a:gd name="connsiteX14" fmla="*/ 139940 w 361671"/>
                <a:gd name="connsiteY14" fmla="*/ 74693 h 361333"/>
                <a:gd name="connsiteX15" fmla="*/ 182113 w 361671"/>
                <a:gd name="connsiteY15" fmla="*/ 79800 h 361333"/>
                <a:gd name="connsiteX16" fmla="*/ 224287 w 361671"/>
                <a:gd name="connsiteY16" fmla="*/ 74693 h 361333"/>
                <a:gd name="connsiteX17" fmla="*/ 233872 w 361671"/>
                <a:gd name="connsiteY17" fmla="*/ 84907 h 361333"/>
                <a:gd name="connsiteX18" fmla="*/ 232594 w 361671"/>
                <a:gd name="connsiteY18" fmla="*/ 90653 h 361333"/>
                <a:gd name="connsiteX19" fmla="*/ 208951 w 361671"/>
                <a:gd name="connsiteY19" fmla="*/ 116188 h 361333"/>
                <a:gd name="connsiteX20" fmla="*/ 255597 w 361671"/>
                <a:gd name="connsiteY20" fmla="*/ 199180 h 361333"/>
                <a:gd name="connsiteX21" fmla="*/ 249847 w 361671"/>
                <a:gd name="connsiteY21" fmla="*/ 238761 h 361333"/>
                <a:gd name="connsiteX22" fmla="*/ 264544 w 361671"/>
                <a:gd name="connsiteY22" fmla="*/ 279618 h 361333"/>
                <a:gd name="connsiteX23" fmla="*/ 261349 w 361671"/>
                <a:gd name="connsiteY23" fmla="*/ 286002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1671" h="361333">
                  <a:moveTo>
                    <a:pt x="180836" y="0"/>
                  </a:moveTo>
                  <a:cubicBezTo>
                    <a:pt x="80514" y="0"/>
                    <a:pt x="0" y="81077"/>
                    <a:pt x="0" y="180667"/>
                  </a:cubicBezTo>
                  <a:cubicBezTo>
                    <a:pt x="0" y="280257"/>
                    <a:pt x="81153" y="361333"/>
                    <a:pt x="180836" y="361333"/>
                  </a:cubicBezTo>
                  <a:cubicBezTo>
                    <a:pt x="281157" y="361333"/>
                    <a:pt x="361671" y="280257"/>
                    <a:pt x="361671" y="180667"/>
                  </a:cubicBezTo>
                  <a:cubicBezTo>
                    <a:pt x="361671" y="81077"/>
                    <a:pt x="280518" y="0"/>
                    <a:pt x="180836" y="0"/>
                  </a:cubicBezTo>
                  <a:close/>
                  <a:moveTo>
                    <a:pt x="261349" y="286002"/>
                  </a:moveTo>
                  <a:cubicBezTo>
                    <a:pt x="260071" y="287918"/>
                    <a:pt x="258154" y="289194"/>
                    <a:pt x="256237" y="289194"/>
                  </a:cubicBezTo>
                  <a:lnTo>
                    <a:pt x="105434" y="289194"/>
                  </a:lnTo>
                  <a:cubicBezTo>
                    <a:pt x="103517" y="289194"/>
                    <a:pt x="100961" y="287918"/>
                    <a:pt x="100322" y="286002"/>
                  </a:cubicBezTo>
                  <a:cubicBezTo>
                    <a:pt x="99044" y="284087"/>
                    <a:pt x="99044" y="281534"/>
                    <a:pt x="99684" y="279618"/>
                  </a:cubicBezTo>
                  <a:cubicBezTo>
                    <a:pt x="103517" y="271319"/>
                    <a:pt x="113102" y="248975"/>
                    <a:pt x="114380" y="238123"/>
                  </a:cubicBezTo>
                  <a:cubicBezTo>
                    <a:pt x="109907" y="227908"/>
                    <a:pt x="91376" y="171729"/>
                    <a:pt x="155276" y="116188"/>
                  </a:cubicBezTo>
                  <a:lnTo>
                    <a:pt x="131633" y="90653"/>
                  </a:lnTo>
                  <a:cubicBezTo>
                    <a:pt x="130355" y="88737"/>
                    <a:pt x="129716" y="86822"/>
                    <a:pt x="130355" y="84907"/>
                  </a:cubicBezTo>
                  <a:cubicBezTo>
                    <a:pt x="130355" y="83630"/>
                    <a:pt x="132272" y="77885"/>
                    <a:pt x="139940" y="74693"/>
                  </a:cubicBezTo>
                  <a:cubicBezTo>
                    <a:pt x="149525" y="70224"/>
                    <a:pt x="163583" y="72139"/>
                    <a:pt x="182113" y="79800"/>
                  </a:cubicBezTo>
                  <a:cubicBezTo>
                    <a:pt x="200644" y="72139"/>
                    <a:pt x="214703" y="70224"/>
                    <a:pt x="224287" y="74693"/>
                  </a:cubicBezTo>
                  <a:cubicBezTo>
                    <a:pt x="231316" y="77885"/>
                    <a:pt x="233233" y="83630"/>
                    <a:pt x="233872" y="84907"/>
                  </a:cubicBezTo>
                  <a:cubicBezTo>
                    <a:pt x="234511" y="86822"/>
                    <a:pt x="233872" y="89376"/>
                    <a:pt x="232594" y="90653"/>
                  </a:cubicBezTo>
                  <a:lnTo>
                    <a:pt x="208951" y="116188"/>
                  </a:lnTo>
                  <a:cubicBezTo>
                    <a:pt x="244735" y="147470"/>
                    <a:pt x="254320" y="178113"/>
                    <a:pt x="255597" y="199180"/>
                  </a:cubicBezTo>
                  <a:cubicBezTo>
                    <a:pt x="256876" y="218971"/>
                    <a:pt x="251764" y="233654"/>
                    <a:pt x="249847" y="238761"/>
                  </a:cubicBezTo>
                  <a:cubicBezTo>
                    <a:pt x="250486" y="249614"/>
                    <a:pt x="260071" y="271958"/>
                    <a:pt x="264544" y="279618"/>
                  </a:cubicBezTo>
                  <a:cubicBezTo>
                    <a:pt x="262627" y="281534"/>
                    <a:pt x="262627" y="284087"/>
                    <a:pt x="261349" y="28600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grpSp>
        <p:nvGrpSpPr>
          <p:cNvPr id="106" name="Graphic 4">
            <a:extLst>
              <a:ext uri="{FF2B5EF4-FFF2-40B4-BE49-F238E27FC236}">
                <a16:creationId xmlns:a16="http://schemas.microsoft.com/office/drawing/2014/main" id="{7E3CE2F7-DE95-4730-B0B5-C79E597BFBBA}"/>
              </a:ext>
            </a:extLst>
          </p:cNvPr>
          <p:cNvGrpSpPr/>
          <p:nvPr/>
        </p:nvGrpSpPr>
        <p:grpSpPr>
          <a:xfrm>
            <a:off x="4049522" y="2618060"/>
            <a:ext cx="548639" cy="548643"/>
            <a:chOff x="905454" y="1402723"/>
            <a:chExt cx="362309" cy="361971"/>
          </a:xfrm>
          <a:solidFill>
            <a:schemeClr val="accent4"/>
          </a:solidFill>
        </p:grpSpPr>
        <p:sp>
          <p:nvSpPr>
            <p:cNvPr id="107" name="Graphic 4">
              <a:extLst>
                <a:ext uri="{FF2B5EF4-FFF2-40B4-BE49-F238E27FC236}">
                  <a16:creationId xmlns:a16="http://schemas.microsoft.com/office/drawing/2014/main" id="{D63DD56A-2C0D-4CEA-B76B-83422F11A60C}"/>
                </a:ext>
              </a:extLst>
            </p:cNvPr>
            <p:cNvSpPr/>
            <p:nvPr/>
          </p:nvSpPr>
          <p:spPr>
            <a:xfrm>
              <a:off x="983411" y="1599988"/>
              <a:ext cx="57509" cy="67670"/>
            </a:xfrm>
            <a:custGeom>
              <a:avLst/>
              <a:gdLst>
                <a:gd name="connsiteX0" fmla="*/ 57509 w 57509"/>
                <a:gd name="connsiteY0" fmla="*/ 67670 h 67670"/>
                <a:gd name="connsiteX1" fmla="*/ 57509 w 57509"/>
                <a:gd name="connsiteY1" fmla="*/ 38304 h 67670"/>
                <a:gd name="connsiteX2" fmla="*/ 0 w 57509"/>
                <a:gd name="connsiteY2" fmla="*/ 0 h 67670"/>
                <a:gd name="connsiteX3" fmla="*/ 0 w 57509"/>
                <a:gd name="connsiteY3" fmla="*/ 67670 h 67670"/>
              </a:gdLst>
              <a:ahLst/>
              <a:cxnLst>
                <a:cxn ang="0">
                  <a:pos x="connsiteX0" y="connsiteY0"/>
                </a:cxn>
                <a:cxn ang="0">
                  <a:pos x="connsiteX1" y="connsiteY1"/>
                </a:cxn>
                <a:cxn ang="0">
                  <a:pos x="connsiteX2" y="connsiteY2"/>
                </a:cxn>
                <a:cxn ang="0">
                  <a:pos x="connsiteX3" y="connsiteY3"/>
                </a:cxn>
              </a:cxnLst>
              <a:rect l="l" t="t" r="r" b="b"/>
              <a:pathLst>
                <a:path w="57509" h="67670">
                  <a:moveTo>
                    <a:pt x="57509" y="67670"/>
                  </a:moveTo>
                  <a:lnTo>
                    <a:pt x="57509" y="38304"/>
                  </a:lnTo>
                  <a:lnTo>
                    <a:pt x="0" y="0"/>
                  </a:lnTo>
                  <a:lnTo>
                    <a:pt x="0" y="6767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08" name="Graphic 4">
              <a:extLst>
                <a:ext uri="{FF2B5EF4-FFF2-40B4-BE49-F238E27FC236}">
                  <a16:creationId xmlns:a16="http://schemas.microsoft.com/office/drawing/2014/main" id="{9EFF1193-F9B1-49BA-A4FD-7A1FF754F357}"/>
                </a:ext>
              </a:extLst>
            </p:cNvPr>
            <p:cNvSpPr/>
            <p:nvPr/>
          </p:nvSpPr>
          <p:spPr>
            <a:xfrm>
              <a:off x="1117599" y="1555300"/>
              <a:ext cx="70928" cy="112358"/>
            </a:xfrm>
            <a:custGeom>
              <a:avLst/>
              <a:gdLst>
                <a:gd name="connsiteX0" fmla="*/ 14058 w 70928"/>
                <a:gd name="connsiteY0" fmla="*/ 0 h 112358"/>
                <a:gd name="connsiteX1" fmla="*/ 0 w 70928"/>
                <a:gd name="connsiteY1" fmla="*/ 112358 h 112358"/>
                <a:gd name="connsiteX2" fmla="*/ 0 w 70928"/>
                <a:gd name="connsiteY2" fmla="*/ 112358 h 112358"/>
                <a:gd name="connsiteX3" fmla="*/ 70928 w 70928"/>
                <a:gd name="connsiteY3" fmla="*/ 112358 h 112358"/>
                <a:gd name="connsiteX4" fmla="*/ 49842 w 70928"/>
                <a:gd name="connsiteY4" fmla="*/ 0 h 1123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928" h="112358">
                  <a:moveTo>
                    <a:pt x="14058" y="0"/>
                  </a:moveTo>
                  <a:lnTo>
                    <a:pt x="0" y="112358"/>
                  </a:lnTo>
                  <a:lnTo>
                    <a:pt x="0" y="112358"/>
                  </a:lnTo>
                  <a:lnTo>
                    <a:pt x="70928" y="112358"/>
                  </a:lnTo>
                  <a:lnTo>
                    <a:pt x="49842" y="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09" name="Graphic 4">
              <a:extLst>
                <a:ext uri="{FF2B5EF4-FFF2-40B4-BE49-F238E27FC236}">
                  <a16:creationId xmlns:a16="http://schemas.microsoft.com/office/drawing/2014/main" id="{E25B4691-A05F-4928-BA24-A37B39D4035D}"/>
                </a:ext>
              </a:extLst>
            </p:cNvPr>
            <p:cNvSpPr/>
            <p:nvPr/>
          </p:nvSpPr>
          <p:spPr>
            <a:xfrm>
              <a:off x="1053700" y="1599988"/>
              <a:ext cx="54314" cy="67670"/>
            </a:xfrm>
            <a:custGeom>
              <a:avLst/>
              <a:gdLst>
                <a:gd name="connsiteX0" fmla="*/ 50481 w 54314"/>
                <a:gd name="connsiteY0" fmla="*/ 67670 h 67670"/>
                <a:gd name="connsiteX1" fmla="*/ 54314 w 54314"/>
                <a:gd name="connsiteY1" fmla="*/ 36389 h 67670"/>
                <a:gd name="connsiteX2" fmla="*/ 0 w 54314"/>
                <a:gd name="connsiteY2" fmla="*/ 0 h 67670"/>
                <a:gd name="connsiteX3" fmla="*/ 0 w 54314"/>
                <a:gd name="connsiteY3" fmla="*/ 67670 h 67670"/>
              </a:gdLst>
              <a:ahLst/>
              <a:cxnLst>
                <a:cxn ang="0">
                  <a:pos x="connsiteX0" y="connsiteY0"/>
                </a:cxn>
                <a:cxn ang="0">
                  <a:pos x="connsiteX1" y="connsiteY1"/>
                </a:cxn>
                <a:cxn ang="0">
                  <a:pos x="connsiteX2" y="connsiteY2"/>
                </a:cxn>
                <a:cxn ang="0">
                  <a:pos x="connsiteX3" y="connsiteY3"/>
                </a:cxn>
              </a:cxnLst>
              <a:rect l="l" t="t" r="r" b="b"/>
              <a:pathLst>
                <a:path w="54314" h="67670">
                  <a:moveTo>
                    <a:pt x="50481" y="67670"/>
                  </a:moveTo>
                  <a:lnTo>
                    <a:pt x="54314" y="36389"/>
                  </a:lnTo>
                  <a:lnTo>
                    <a:pt x="0" y="0"/>
                  </a:lnTo>
                  <a:lnTo>
                    <a:pt x="0" y="6767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10" name="Graphic 4">
              <a:extLst>
                <a:ext uri="{FF2B5EF4-FFF2-40B4-BE49-F238E27FC236}">
                  <a16:creationId xmlns:a16="http://schemas.microsoft.com/office/drawing/2014/main" id="{4C574A0B-5554-423C-B012-CAB85CC96911}"/>
                </a:ext>
              </a:extLst>
            </p:cNvPr>
            <p:cNvSpPr/>
            <p:nvPr/>
          </p:nvSpPr>
          <p:spPr>
            <a:xfrm>
              <a:off x="905454" y="1402723"/>
              <a:ext cx="362309" cy="361971"/>
            </a:xfrm>
            <a:custGeom>
              <a:avLst/>
              <a:gdLst>
                <a:gd name="connsiteX0" fmla="*/ 180835 w 362309"/>
                <a:gd name="connsiteY0" fmla="*/ 0 h 361971"/>
                <a:gd name="connsiteX1" fmla="*/ 0 w 362309"/>
                <a:gd name="connsiteY1" fmla="*/ 181305 h 361971"/>
                <a:gd name="connsiteX2" fmla="*/ 180835 w 362309"/>
                <a:gd name="connsiteY2" fmla="*/ 361972 h 361971"/>
                <a:gd name="connsiteX3" fmla="*/ 362309 w 362309"/>
                <a:gd name="connsiteY3" fmla="*/ 181305 h 361971"/>
                <a:gd name="connsiteX4" fmla="*/ 362309 w 362309"/>
                <a:gd name="connsiteY4" fmla="*/ 181305 h 361971"/>
                <a:gd name="connsiteX5" fmla="*/ 180835 w 362309"/>
                <a:gd name="connsiteY5" fmla="*/ 0 h 361971"/>
                <a:gd name="connsiteX6" fmla="*/ 254959 w 362309"/>
                <a:gd name="connsiteY6" fmla="*/ 84907 h 361971"/>
                <a:gd name="connsiteX7" fmla="*/ 263904 w 362309"/>
                <a:gd name="connsiteY7" fmla="*/ 85545 h 361971"/>
                <a:gd name="connsiteX8" fmla="*/ 263904 w 362309"/>
                <a:gd name="connsiteY8" fmla="*/ 93845 h 361971"/>
                <a:gd name="connsiteX9" fmla="*/ 263265 w 362309"/>
                <a:gd name="connsiteY9" fmla="*/ 99590 h 361971"/>
                <a:gd name="connsiteX10" fmla="*/ 263904 w 362309"/>
                <a:gd name="connsiteY10" fmla="*/ 100229 h 361971"/>
                <a:gd name="connsiteX11" fmla="*/ 269016 w 362309"/>
                <a:gd name="connsiteY11" fmla="*/ 112358 h 361971"/>
                <a:gd name="connsiteX12" fmla="*/ 263265 w 362309"/>
                <a:gd name="connsiteY12" fmla="*/ 125126 h 361971"/>
                <a:gd name="connsiteX13" fmla="*/ 254320 w 362309"/>
                <a:gd name="connsiteY13" fmla="*/ 125126 h 361971"/>
                <a:gd name="connsiteX14" fmla="*/ 254320 w 362309"/>
                <a:gd name="connsiteY14" fmla="*/ 116188 h 361971"/>
                <a:gd name="connsiteX15" fmla="*/ 254320 w 362309"/>
                <a:gd name="connsiteY15" fmla="*/ 116188 h 361971"/>
                <a:gd name="connsiteX16" fmla="*/ 254959 w 362309"/>
                <a:gd name="connsiteY16" fmla="*/ 110443 h 361971"/>
                <a:gd name="connsiteX17" fmla="*/ 254320 w 362309"/>
                <a:gd name="connsiteY17" fmla="*/ 109804 h 361971"/>
                <a:gd name="connsiteX18" fmla="*/ 249208 w 362309"/>
                <a:gd name="connsiteY18" fmla="*/ 97675 h 361971"/>
                <a:gd name="connsiteX19" fmla="*/ 254959 w 362309"/>
                <a:gd name="connsiteY19" fmla="*/ 84907 h 361971"/>
                <a:gd name="connsiteX20" fmla="*/ 254959 w 362309"/>
                <a:gd name="connsiteY20" fmla="*/ 84907 h 361971"/>
                <a:gd name="connsiteX21" fmla="*/ 223009 w 362309"/>
                <a:gd name="connsiteY21" fmla="*/ 84907 h 361971"/>
                <a:gd name="connsiteX22" fmla="*/ 231955 w 362309"/>
                <a:gd name="connsiteY22" fmla="*/ 84907 h 361971"/>
                <a:gd name="connsiteX23" fmla="*/ 231955 w 362309"/>
                <a:gd name="connsiteY23" fmla="*/ 84907 h 361971"/>
                <a:gd name="connsiteX24" fmla="*/ 231955 w 362309"/>
                <a:gd name="connsiteY24" fmla="*/ 93845 h 361971"/>
                <a:gd name="connsiteX25" fmla="*/ 231316 w 362309"/>
                <a:gd name="connsiteY25" fmla="*/ 99590 h 361971"/>
                <a:gd name="connsiteX26" fmla="*/ 231955 w 362309"/>
                <a:gd name="connsiteY26" fmla="*/ 100229 h 361971"/>
                <a:gd name="connsiteX27" fmla="*/ 237067 w 362309"/>
                <a:gd name="connsiteY27" fmla="*/ 112358 h 361971"/>
                <a:gd name="connsiteX28" fmla="*/ 231316 w 362309"/>
                <a:gd name="connsiteY28" fmla="*/ 125126 h 361971"/>
                <a:gd name="connsiteX29" fmla="*/ 222370 w 362309"/>
                <a:gd name="connsiteY29" fmla="*/ 125126 h 361971"/>
                <a:gd name="connsiteX30" fmla="*/ 222370 w 362309"/>
                <a:gd name="connsiteY30" fmla="*/ 116188 h 361971"/>
                <a:gd name="connsiteX31" fmla="*/ 223009 w 362309"/>
                <a:gd name="connsiteY31" fmla="*/ 110443 h 361971"/>
                <a:gd name="connsiteX32" fmla="*/ 222370 w 362309"/>
                <a:gd name="connsiteY32" fmla="*/ 109804 h 361971"/>
                <a:gd name="connsiteX33" fmla="*/ 217258 w 362309"/>
                <a:gd name="connsiteY33" fmla="*/ 97675 h 361971"/>
                <a:gd name="connsiteX34" fmla="*/ 223009 w 362309"/>
                <a:gd name="connsiteY34" fmla="*/ 84907 h 361971"/>
                <a:gd name="connsiteX35" fmla="*/ 223009 w 362309"/>
                <a:gd name="connsiteY35" fmla="*/ 84907 h 361971"/>
                <a:gd name="connsiteX36" fmla="*/ 295854 w 362309"/>
                <a:gd name="connsiteY36" fmla="*/ 275788 h 361971"/>
                <a:gd name="connsiteX37" fmla="*/ 290742 w 362309"/>
                <a:gd name="connsiteY37" fmla="*/ 278342 h 361971"/>
                <a:gd name="connsiteX38" fmla="*/ 71567 w 362309"/>
                <a:gd name="connsiteY38" fmla="*/ 278342 h 361971"/>
                <a:gd name="connsiteX39" fmla="*/ 65177 w 362309"/>
                <a:gd name="connsiteY39" fmla="*/ 271958 h 361971"/>
                <a:gd name="connsiteX40" fmla="*/ 65177 w 362309"/>
                <a:gd name="connsiteY40" fmla="*/ 185774 h 361971"/>
                <a:gd name="connsiteX41" fmla="*/ 71567 w 362309"/>
                <a:gd name="connsiteY41" fmla="*/ 179390 h 361971"/>
                <a:gd name="connsiteX42" fmla="*/ 75401 w 362309"/>
                <a:gd name="connsiteY42" fmla="*/ 180667 h 361971"/>
                <a:gd name="connsiteX43" fmla="*/ 136106 w 362309"/>
                <a:gd name="connsiteY43" fmla="*/ 220886 h 361971"/>
                <a:gd name="connsiteX44" fmla="*/ 136106 w 362309"/>
                <a:gd name="connsiteY44" fmla="*/ 185774 h 361971"/>
                <a:gd name="connsiteX45" fmla="*/ 139301 w 362309"/>
                <a:gd name="connsiteY45" fmla="*/ 180028 h 361971"/>
                <a:gd name="connsiteX46" fmla="*/ 145691 w 362309"/>
                <a:gd name="connsiteY46" fmla="*/ 180667 h 361971"/>
                <a:gd name="connsiteX47" fmla="*/ 204478 w 362309"/>
                <a:gd name="connsiteY47" fmla="*/ 220247 h 361971"/>
                <a:gd name="connsiteX48" fmla="*/ 213424 w 362309"/>
                <a:gd name="connsiteY48" fmla="*/ 146193 h 361971"/>
                <a:gd name="connsiteX49" fmla="*/ 219814 w 362309"/>
                <a:gd name="connsiteY49" fmla="*/ 140448 h 361971"/>
                <a:gd name="connsiteX50" fmla="*/ 267099 w 362309"/>
                <a:gd name="connsiteY50" fmla="*/ 140448 h 361971"/>
                <a:gd name="connsiteX51" fmla="*/ 273489 w 362309"/>
                <a:gd name="connsiteY51" fmla="*/ 145555 h 361971"/>
                <a:gd name="connsiteX52" fmla="*/ 297132 w 362309"/>
                <a:gd name="connsiteY52" fmla="*/ 270681 h 361971"/>
                <a:gd name="connsiteX53" fmla="*/ 295854 w 362309"/>
                <a:gd name="connsiteY53" fmla="*/ 275788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62309" h="361971">
                  <a:moveTo>
                    <a:pt x="180835" y="0"/>
                  </a:moveTo>
                  <a:cubicBezTo>
                    <a:pt x="80513" y="0"/>
                    <a:pt x="0" y="81077"/>
                    <a:pt x="0" y="181305"/>
                  </a:cubicBezTo>
                  <a:cubicBezTo>
                    <a:pt x="0" y="281534"/>
                    <a:pt x="81152" y="361972"/>
                    <a:pt x="180835" y="361972"/>
                  </a:cubicBezTo>
                  <a:cubicBezTo>
                    <a:pt x="280518" y="361972"/>
                    <a:pt x="362309" y="280895"/>
                    <a:pt x="362309" y="181305"/>
                  </a:cubicBezTo>
                  <a:cubicBezTo>
                    <a:pt x="362309" y="181305"/>
                    <a:pt x="362309" y="181305"/>
                    <a:pt x="362309" y="181305"/>
                  </a:cubicBezTo>
                  <a:cubicBezTo>
                    <a:pt x="361670" y="80438"/>
                    <a:pt x="281157" y="0"/>
                    <a:pt x="180835" y="0"/>
                  </a:cubicBezTo>
                  <a:close/>
                  <a:moveTo>
                    <a:pt x="254959" y="84907"/>
                  </a:moveTo>
                  <a:cubicBezTo>
                    <a:pt x="257514" y="82353"/>
                    <a:pt x="261987" y="82992"/>
                    <a:pt x="263904" y="85545"/>
                  </a:cubicBezTo>
                  <a:cubicBezTo>
                    <a:pt x="265821" y="88099"/>
                    <a:pt x="265821" y="91291"/>
                    <a:pt x="263904" y="93845"/>
                  </a:cubicBezTo>
                  <a:cubicBezTo>
                    <a:pt x="261987" y="95121"/>
                    <a:pt x="261987" y="97675"/>
                    <a:pt x="263265" y="99590"/>
                  </a:cubicBezTo>
                  <a:cubicBezTo>
                    <a:pt x="263265" y="99590"/>
                    <a:pt x="263904" y="100229"/>
                    <a:pt x="263904" y="100229"/>
                  </a:cubicBezTo>
                  <a:cubicBezTo>
                    <a:pt x="267099" y="103420"/>
                    <a:pt x="269016" y="107889"/>
                    <a:pt x="269016" y="112358"/>
                  </a:cubicBezTo>
                  <a:cubicBezTo>
                    <a:pt x="269016" y="116827"/>
                    <a:pt x="267099" y="121934"/>
                    <a:pt x="263265" y="125126"/>
                  </a:cubicBezTo>
                  <a:cubicBezTo>
                    <a:pt x="260709" y="127680"/>
                    <a:pt x="256875" y="127680"/>
                    <a:pt x="254320" y="125126"/>
                  </a:cubicBezTo>
                  <a:cubicBezTo>
                    <a:pt x="251764" y="122572"/>
                    <a:pt x="251764" y="118742"/>
                    <a:pt x="254320" y="116188"/>
                  </a:cubicBezTo>
                  <a:lnTo>
                    <a:pt x="254320" y="116188"/>
                  </a:lnTo>
                  <a:cubicBezTo>
                    <a:pt x="256237" y="114912"/>
                    <a:pt x="256237" y="112358"/>
                    <a:pt x="254959" y="110443"/>
                  </a:cubicBezTo>
                  <a:cubicBezTo>
                    <a:pt x="254959" y="110443"/>
                    <a:pt x="254320" y="109804"/>
                    <a:pt x="254320" y="109804"/>
                  </a:cubicBezTo>
                  <a:cubicBezTo>
                    <a:pt x="251125" y="106612"/>
                    <a:pt x="249208" y="102144"/>
                    <a:pt x="249208" y="97675"/>
                  </a:cubicBezTo>
                  <a:cubicBezTo>
                    <a:pt x="249208" y="93206"/>
                    <a:pt x="251764" y="88099"/>
                    <a:pt x="254959" y="84907"/>
                  </a:cubicBezTo>
                  <a:lnTo>
                    <a:pt x="254959" y="84907"/>
                  </a:lnTo>
                  <a:close/>
                  <a:moveTo>
                    <a:pt x="223009" y="84907"/>
                  </a:moveTo>
                  <a:cubicBezTo>
                    <a:pt x="225565" y="82353"/>
                    <a:pt x="229399" y="82353"/>
                    <a:pt x="231955" y="84907"/>
                  </a:cubicBezTo>
                  <a:cubicBezTo>
                    <a:pt x="231955" y="84907"/>
                    <a:pt x="231955" y="84907"/>
                    <a:pt x="231955" y="84907"/>
                  </a:cubicBezTo>
                  <a:cubicBezTo>
                    <a:pt x="234511" y="87461"/>
                    <a:pt x="234511" y="91291"/>
                    <a:pt x="231955" y="93845"/>
                  </a:cubicBezTo>
                  <a:cubicBezTo>
                    <a:pt x="230038" y="95121"/>
                    <a:pt x="230038" y="97675"/>
                    <a:pt x="231316" y="99590"/>
                  </a:cubicBezTo>
                  <a:cubicBezTo>
                    <a:pt x="231316" y="99590"/>
                    <a:pt x="231955" y="100229"/>
                    <a:pt x="231955" y="100229"/>
                  </a:cubicBezTo>
                  <a:cubicBezTo>
                    <a:pt x="235150" y="103420"/>
                    <a:pt x="237067" y="107889"/>
                    <a:pt x="237067" y="112358"/>
                  </a:cubicBezTo>
                  <a:cubicBezTo>
                    <a:pt x="237067" y="116827"/>
                    <a:pt x="235150" y="121934"/>
                    <a:pt x="231316" y="125126"/>
                  </a:cubicBezTo>
                  <a:cubicBezTo>
                    <a:pt x="228760" y="127680"/>
                    <a:pt x="224926" y="127680"/>
                    <a:pt x="222370" y="125126"/>
                  </a:cubicBezTo>
                  <a:cubicBezTo>
                    <a:pt x="219814" y="122572"/>
                    <a:pt x="219814" y="118742"/>
                    <a:pt x="222370" y="116188"/>
                  </a:cubicBezTo>
                  <a:cubicBezTo>
                    <a:pt x="224287" y="114912"/>
                    <a:pt x="224287" y="112358"/>
                    <a:pt x="223009" y="110443"/>
                  </a:cubicBezTo>
                  <a:cubicBezTo>
                    <a:pt x="223009" y="110443"/>
                    <a:pt x="222370" y="109804"/>
                    <a:pt x="222370" y="109804"/>
                  </a:cubicBezTo>
                  <a:cubicBezTo>
                    <a:pt x="219175" y="106612"/>
                    <a:pt x="217258" y="102144"/>
                    <a:pt x="217258" y="97675"/>
                  </a:cubicBezTo>
                  <a:cubicBezTo>
                    <a:pt x="218536" y="92568"/>
                    <a:pt x="220453" y="88099"/>
                    <a:pt x="223009" y="84907"/>
                  </a:cubicBezTo>
                  <a:lnTo>
                    <a:pt x="223009" y="84907"/>
                  </a:lnTo>
                  <a:close/>
                  <a:moveTo>
                    <a:pt x="295854" y="275788"/>
                  </a:moveTo>
                  <a:cubicBezTo>
                    <a:pt x="294576" y="277065"/>
                    <a:pt x="292659" y="278342"/>
                    <a:pt x="290742" y="278342"/>
                  </a:cubicBezTo>
                  <a:lnTo>
                    <a:pt x="71567" y="278342"/>
                  </a:lnTo>
                  <a:cubicBezTo>
                    <a:pt x="67733" y="278342"/>
                    <a:pt x="65177" y="275788"/>
                    <a:pt x="65177" y="271958"/>
                  </a:cubicBezTo>
                  <a:lnTo>
                    <a:pt x="65177" y="185774"/>
                  </a:lnTo>
                  <a:cubicBezTo>
                    <a:pt x="65177" y="181944"/>
                    <a:pt x="67733" y="179390"/>
                    <a:pt x="71567" y="179390"/>
                  </a:cubicBezTo>
                  <a:cubicBezTo>
                    <a:pt x="72845" y="179390"/>
                    <a:pt x="74123" y="180028"/>
                    <a:pt x="75401" y="180667"/>
                  </a:cubicBezTo>
                  <a:lnTo>
                    <a:pt x="136106" y="220886"/>
                  </a:lnTo>
                  <a:lnTo>
                    <a:pt x="136106" y="185774"/>
                  </a:lnTo>
                  <a:cubicBezTo>
                    <a:pt x="136106" y="183220"/>
                    <a:pt x="137384" y="181305"/>
                    <a:pt x="139301" y="180028"/>
                  </a:cubicBezTo>
                  <a:cubicBezTo>
                    <a:pt x="141218" y="178752"/>
                    <a:pt x="143774" y="179390"/>
                    <a:pt x="145691" y="180667"/>
                  </a:cubicBezTo>
                  <a:lnTo>
                    <a:pt x="204478" y="220247"/>
                  </a:lnTo>
                  <a:lnTo>
                    <a:pt x="213424" y="146193"/>
                  </a:lnTo>
                  <a:cubicBezTo>
                    <a:pt x="214063" y="143001"/>
                    <a:pt x="216619" y="140448"/>
                    <a:pt x="219814" y="140448"/>
                  </a:cubicBezTo>
                  <a:lnTo>
                    <a:pt x="267099" y="140448"/>
                  </a:lnTo>
                  <a:cubicBezTo>
                    <a:pt x="270294" y="140448"/>
                    <a:pt x="272850" y="142363"/>
                    <a:pt x="273489" y="145555"/>
                  </a:cubicBezTo>
                  <a:lnTo>
                    <a:pt x="297132" y="270681"/>
                  </a:lnTo>
                  <a:cubicBezTo>
                    <a:pt x="297771" y="271958"/>
                    <a:pt x="297132" y="273873"/>
                    <a:pt x="295854" y="27578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grpSp>
        <p:nvGrpSpPr>
          <p:cNvPr id="120" name="Graphic 4">
            <a:extLst>
              <a:ext uri="{FF2B5EF4-FFF2-40B4-BE49-F238E27FC236}">
                <a16:creationId xmlns:a16="http://schemas.microsoft.com/office/drawing/2014/main" id="{C4DAC4BE-E237-4AF8-9FC0-918EA2AB9918}"/>
              </a:ext>
            </a:extLst>
          </p:cNvPr>
          <p:cNvGrpSpPr/>
          <p:nvPr/>
        </p:nvGrpSpPr>
        <p:grpSpPr>
          <a:xfrm>
            <a:off x="3965457" y="4606628"/>
            <a:ext cx="548640" cy="548640"/>
            <a:chOff x="5099808" y="2855717"/>
            <a:chExt cx="362309" cy="361971"/>
          </a:xfrm>
          <a:solidFill>
            <a:schemeClr val="accent4">
              <a:lumMod val="60000"/>
              <a:lumOff val="40000"/>
            </a:schemeClr>
          </a:solidFill>
        </p:grpSpPr>
        <p:sp>
          <p:nvSpPr>
            <p:cNvPr id="121" name="Graphic 4">
              <a:extLst>
                <a:ext uri="{FF2B5EF4-FFF2-40B4-BE49-F238E27FC236}">
                  <a16:creationId xmlns:a16="http://schemas.microsoft.com/office/drawing/2014/main" id="{F67C0DFC-05B1-4D54-8961-9ECC95456C10}"/>
                </a:ext>
              </a:extLst>
            </p:cNvPr>
            <p:cNvSpPr/>
            <p:nvPr/>
          </p:nvSpPr>
          <p:spPr>
            <a:xfrm>
              <a:off x="5218022" y="2992973"/>
              <a:ext cx="117574" cy="74692"/>
            </a:xfrm>
            <a:custGeom>
              <a:avLst/>
              <a:gdLst>
                <a:gd name="connsiteX0" fmla="*/ 98405 w 117574"/>
                <a:gd name="connsiteY0" fmla="*/ 74692 h 74692"/>
                <a:gd name="connsiteX1" fmla="*/ 117575 w 117574"/>
                <a:gd name="connsiteY1" fmla="*/ 0 h 74692"/>
                <a:gd name="connsiteX2" fmla="*/ 0 w 117574"/>
                <a:gd name="connsiteY2" fmla="*/ 8938 h 74692"/>
                <a:gd name="connsiteX3" fmla="*/ 14697 w 117574"/>
                <a:gd name="connsiteY3" fmla="*/ 58094 h 74692"/>
              </a:gdLst>
              <a:ahLst/>
              <a:cxnLst>
                <a:cxn ang="0">
                  <a:pos x="connsiteX0" y="connsiteY0"/>
                </a:cxn>
                <a:cxn ang="0">
                  <a:pos x="connsiteX1" y="connsiteY1"/>
                </a:cxn>
                <a:cxn ang="0">
                  <a:pos x="connsiteX2" y="connsiteY2"/>
                </a:cxn>
                <a:cxn ang="0">
                  <a:pos x="connsiteX3" y="connsiteY3"/>
                </a:cxn>
              </a:cxnLst>
              <a:rect l="l" t="t" r="r" b="b"/>
              <a:pathLst>
                <a:path w="117574" h="74692">
                  <a:moveTo>
                    <a:pt x="98405" y="74692"/>
                  </a:moveTo>
                  <a:lnTo>
                    <a:pt x="117575" y="0"/>
                  </a:lnTo>
                  <a:lnTo>
                    <a:pt x="0" y="8938"/>
                  </a:lnTo>
                  <a:lnTo>
                    <a:pt x="14697" y="5809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22" name="Graphic 4">
              <a:extLst>
                <a:ext uri="{FF2B5EF4-FFF2-40B4-BE49-F238E27FC236}">
                  <a16:creationId xmlns:a16="http://schemas.microsoft.com/office/drawing/2014/main" id="{5B54A637-F000-4238-98F2-FA1C3E44C88E}"/>
                </a:ext>
              </a:extLst>
            </p:cNvPr>
            <p:cNvSpPr/>
            <p:nvPr/>
          </p:nvSpPr>
          <p:spPr>
            <a:xfrm>
              <a:off x="5234636" y="3064474"/>
              <a:ext cx="20447" cy="35750"/>
            </a:xfrm>
            <a:custGeom>
              <a:avLst/>
              <a:gdLst>
                <a:gd name="connsiteX0" fmla="*/ 3195 w 20447"/>
                <a:gd name="connsiteY0" fmla="*/ 35750 h 35750"/>
                <a:gd name="connsiteX1" fmla="*/ 20448 w 20447"/>
                <a:gd name="connsiteY1" fmla="*/ 3830 h 35750"/>
                <a:gd name="connsiteX2" fmla="*/ 0 w 20447"/>
                <a:gd name="connsiteY2" fmla="*/ 0 h 35750"/>
                <a:gd name="connsiteX3" fmla="*/ 3195 w 20447"/>
                <a:gd name="connsiteY3" fmla="*/ 35750 h 35750"/>
              </a:gdLst>
              <a:ahLst/>
              <a:cxnLst>
                <a:cxn ang="0">
                  <a:pos x="connsiteX0" y="connsiteY0"/>
                </a:cxn>
                <a:cxn ang="0">
                  <a:pos x="connsiteX1" y="connsiteY1"/>
                </a:cxn>
                <a:cxn ang="0">
                  <a:pos x="connsiteX2" y="connsiteY2"/>
                </a:cxn>
                <a:cxn ang="0">
                  <a:pos x="connsiteX3" y="connsiteY3"/>
                </a:cxn>
              </a:cxnLst>
              <a:rect l="l" t="t" r="r" b="b"/>
              <a:pathLst>
                <a:path w="20447" h="35750">
                  <a:moveTo>
                    <a:pt x="3195" y="35750"/>
                  </a:moveTo>
                  <a:cubicBezTo>
                    <a:pt x="10863" y="26174"/>
                    <a:pt x="16614" y="15322"/>
                    <a:pt x="20448" y="3830"/>
                  </a:cubicBezTo>
                  <a:lnTo>
                    <a:pt x="0" y="0"/>
                  </a:lnTo>
                  <a:cubicBezTo>
                    <a:pt x="0" y="12130"/>
                    <a:pt x="639" y="24259"/>
                    <a:pt x="3195" y="3575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24" name="Graphic 4">
              <a:extLst>
                <a:ext uri="{FF2B5EF4-FFF2-40B4-BE49-F238E27FC236}">
                  <a16:creationId xmlns:a16="http://schemas.microsoft.com/office/drawing/2014/main" id="{28238BD4-BB78-4295-ADCD-028DDDBB69FF}"/>
                </a:ext>
              </a:extLst>
            </p:cNvPr>
            <p:cNvSpPr/>
            <p:nvPr/>
          </p:nvSpPr>
          <p:spPr>
            <a:xfrm>
              <a:off x="5242304" y="2971421"/>
              <a:ext cx="67733" cy="15806"/>
            </a:xfrm>
            <a:custGeom>
              <a:avLst/>
              <a:gdLst>
                <a:gd name="connsiteX0" fmla="*/ 28115 w 67733"/>
                <a:gd name="connsiteY0" fmla="*/ 485 h 15806"/>
                <a:gd name="connsiteX1" fmla="*/ 0 w 67733"/>
                <a:gd name="connsiteY1" fmla="*/ 15806 h 15806"/>
                <a:gd name="connsiteX2" fmla="*/ 67733 w 67733"/>
                <a:gd name="connsiteY2" fmla="*/ 10699 h 15806"/>
                <a:gd name="connsiteX3" fmla="*/ 28115 w 67733"/>
                <a:gd name="connsiteY3" fmla="*/ 485 h 15806"/>
              </a:gdLst>
              <a:ahLst/>
              <a:cxnLst>
                <a:cxn ang="0">
                  <a:pos x="connsiteX0" y="connsiteY0"/>
                </a:cxn>
                <a:cxn ang="0">
                  <a:pos x="connsiteX1" y="connsiteY1"/>
                </a:cxn>
                <a:cxn ang="0">
                  <a:pos x="connsiteX2" y="connsiteY2"/>
                </a:cxn>
                <a:cxn ang="0">
                  <a:pos x="connsiteX3" y="connsiteY3"/>
                </a:cxn>
              </a:cxnLst>
              <a:rect l="l" t="t" r="r" b="b"/>
              <a:pathLst>
                <a:path w="67733" h="15806">
                  <a:moveTo>
                    <a:pt x="28115" y="485"/>
                  </a:moveTo>
                  <a:cubicBezTo>
                    <a:pt x="17253" y="2400"/>
                    <a:pt x="7668" y="8146"/>
                    <a:pt x="0" y="15806"/>
                  </a:cubicBezTo>
                  <a:lnTo>
                    <a:pt x="67733" y="10699"/>
                  </a:lnTo>
                  <a:cubicBezTo>
                    <a:pt x="56870" y="2400"/>
                    <a:pt x="42812" y="-1430"/>
                    <a:pt x="28115" y="48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25" name="Graphic 4">
              <a:extLst>
                <a:ext uri="{FF2B5EF4-FFF2-40B4-BE49-F238E27FC236}">
                  <a16:creationId xmlns:a16="http://schemas.microsoft.com/office/drawing/2014/main" id="{C993A1ED-F119-46C5-996D-930E2915D203}"/>
                </a:ext>
              </a:extLst>
            </p:cNvPr>
            <p:cNvSpPr/>
            <p:nvPr/>
          </p:nvSpPr>
          <p:spPr>
            <a:xfrm>
              <a:off x="5361796" y="3074050"/>
              <a:ext cx="20447" cy="20428"/>
            </a:xfrm>
            <a:custGeom>
              <a:avLst/>
              <a:gdLst>
                <a:gd name="connsiteX0" fmla="*/ 10224 w 20447"/>
                <a:gd name="connsiteY0" fmla="*/ 0 h 20428"/>
                <a:gd name="connsiteX1" fmla="*/ 0 w 20447"/>
                <a:gd name="connsiteY1" fmla="*/ 10214 h 20428"/>
                <a:gd name="connsiteX2" fmla="*/ 10224 w 20447"/>
                <a:gd name="connsiteY2" fmla="*/ 20429 h 20428"/>
                <a:gd name="connsiteX3" fmla="*/ 20448 w 20447"/>
                <a:gd name="connsiteY3" fmla="*/ 10214 h 20428"/>
                <a:gd name="connsiteX4" fmla="*/ 10224 w 20447"/>
                <a:gd name="connsiteY4" fmla="*/ 0 h 20428"/>
                <a:gd name="connsiteX5" fmla="*/ 10224 w 20447"/>
                <a:gd name="connsiteY5" fmla="*/ 0 h 20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447" h="20428">
                  <a:moveTo>
                    <a:pt x="10224" y="0"/>
                  </a:moveTo>
                  <a:cubicBezTo>
                    <a:pt x="4473" y="0"/>
                    <a:pt x="0" y="4469"/>
                    <a:pt x="0" y="10214"/>
                  </a:cubicBezTo>
                  <a:cubicBezTo>
                    <a:pt x="0" y="15960"/>
                    <a:pt x="4473" y="20429"/>
                    <a:pt x="10224" y="20429"/>
                  </a:cubicBezTo>
                  <a:cubicBezTo>
                    <a:pt x="15975" y="20429"/>
                    <a:pt x="20448" y="15960"/>
                    <a:pt x="20448" y="10214"/>
                  </a:cubicBezTo>
                  <a:cubicBezTo>
                    <a:pt x="20448" y="4469"/>
                    <a:pt x="15975" y="0"/>
                    <a:pt x="10224" y="0"/>
                  </a:cubicBezTo>
                  <a:lnTo>
                    <a:pt x="10224" y="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26" name="Graphic 4">
              <a:extLst>
                <a:ext uri="{FF2B5EF4-FFF2-40B4-BE49-F238E27FC236}">
                  <a16:creationId xmlns:a16="http://schemas.microsoft.com/office/drawing/2014/main" id="{041C6801-006D-4D99-8926-77D07B752F09}"/>
                </a:ext>
              </a:extLst>
            </p:cNvPr>
            <p:cNvSpPr/>
            <p:nvPr/>
          </p:nvSpPr>
          <p:spPr>
            <a:xfrm>
              <a:off x="5099808" y="2855717"/>
              <a:ext cx="362309" cy="361971"/>
            </a:xfrm>
            <a:custGeom>
              <a:avLst/>
              <a:gdLst>
                <a:gd name="connsiteX0" fmla="*/ 180836 w 362309"/>
                <a:gd name="connsiteY0" fmla="*/ 0 h 361971"/>
                <a:gd name="connsiteX1" fmla="*/ 0 w 362309"/>
                <a:gd name="connsiteY1" fmla="*/ 181305 h 361971"/>
                <a:gd name="connsiteX2" fmla="*/ 181474 w 362309"/>
                <a:gd name="connsiteY2" fmla="*/ 361972 h 361971"/>
                <a:gd name="connsiteX3" fmla="*/ 362310 w 362309"/>
                <a:gd name="connsiteY3" fmla="*/ 180667 h 361971"/>
                <a:gd name="connsiteX4" fmla="*/ 362310 w 362309"/>
                <a:gd name="connsiteY4" fmla="*/ 180667 h 361971"/>
                <a:gd name="connsiteX5" fmla="*/ 180836 w 362309"/>
                <a:gd name="connsiteY5" fmla="*/ 0 h 361971"/>
                <a:gd name="connsiteX6" fmla="*/ 180836 w 362309"/>
                <a:gd name="connsiteY6" fmla="*/ 0 h 361971"/>
                <a:gd name="connsiteX7" fmla="*/ 272212 w 362309"/>
                <a:gd name="connsiteY7" fmla="*/ 251529 h 361971"/>
                <a:gd name="connsiteX8" fmla="*/ 249847 w 362309"/>
                <a:gd name="connsiteY8" fmla="*/ 231100 h 361971"/>
                <a:gd name="connsiteX9" fmla="*/ 230677 w 362309"/>
                <a:gd name="connsiteY9" fmla="*/ 227270 h 361971"/>
                <a:gd name="connsiteX10" fmla="*/ 168056 w 362309"/>
                <a:gd name="connsiteY10" fmla="*/ 215140 h 361971"/>
                <a:gd name="connsiteX11" fmla="*/ 138662 w 362309"/>
                <a:gd name="connsiteY11" fmla="*/ 258551 h 361971"/>
                <a:gd name="connsiteX12" fmla="*/ 136745 w 362309"/>
                <a:gd name="connsiteY12" fmla="*/ 258551 h 361971"/>
                <a:gd name="connsiteX13" fmla="*/ 129077 w 362309"/>
                <a:gd name="connsiteY13" fmla="*/ 254721 h 361971"/>
                <a:gd name="connsiteX14" fmla="*/ 122048 w 362309"/>
                <a:gd name="connsiteY14" fmla="*/ 204287 h 361971"/>
                <a:gd name="connsiteX15" fmla="*/ 122048 w 362309"/>
                <a:gd name="connsiteY15" fmla="*/ 204287 h 361971"/>
                <a:gd name="connsiteX16" fmla="*/ 121409 w 362309"/>
                <a:gd name="connsiteY16" fmla="*/ 203011 h 361971"/>
                <a:gd name="connsiteX17" fmla="*/ 100322 w 362309"/>
                <a:gd name="connsiteY17" fmla="*/ 130233 h 361971"/>
                <a:gd name="connsiteX18" fmla="*/ 72207 w 362309"/>
                <a:gd name="connsiteY18" fmla="*/ 130233 h 361971"/>
                <a:gd name="connsiteX19" fmla="*/ 65817 w 362309"/>
                <a:gd name="connsiteY19" fmla="*/ 123849 h 361971"/>
                <a:gd name="connsiteX20" fmla="*/ 72207 w 362309"/>
                <a:gd name="connsiteY20" fmla="*/ 117465 h 361971"/>
                <a:gd name="connsiteX21" fmla="*/ 104795 w 362309"/>
                <a:gd name="connsiteY21" fmla="*/ 117465 h 361971"/>
                <a:gd name="connsiteX22" fmla="*/ 111185 w 362309"/>
                <a:gd name="connsiteY22" fmla="*/ 121934 h 361971"/>
                <a:gd name="connsiteX23" fmla="*/ 114380 w 362309"/>
                <a:gd name="connsiteY23" fmla="*/ 134064 h 361971"/>
                <a:gd name="connsiteX24" fmla="*/ 124604 w 362309"/>
                <a:gd name="connsiteY24" fmla="*/ 133425 h 361971"/>
                <a:gd name="connsiteX25" fmla="*/ 168695 w 362309"/>
                <a:gd name="connsiteY25" fmla="*/ 104059 h 361971"/>
                <a:gd name="connsiteX26" fmla="*/ 230038 w 362309"/>
                <a:gd name="connsiteY26" fmla="*/ 125764 h 361971"/>
                <a:gd name="connsiteX27" fmla="*/ 243457 w 362309"/>
                <a:gd name="connsiteY27" fmla="*/ 124488 h 361971"/>
                <a:gd name="connsiteX28" fmla="*/ 248569 w 362309"/>
                <a:gd name="connsiteY28" fmla="*/ 127041 h 361971"/>
                <a:gd name="connsiteX29" fmla="*/ 249847 w 362309"/>
                <a:gd name="connsiteY29" fmla="*/ 132787 h 361971"/>
                <a:gd name="connsiteX30" fmla="*/ 228760 w 362309"/>
                <a:gd name="connsiteY30" fmla="*/ 215140 h 361971"/>
                <a:gd name="connsiteX31" fmla="*/ 251125 w 362309"/>
                <a:gd name="connsiteY31" fmla="*/ 219609 h 361971"/>
                <a:gd name="connsiteX32" fmla="*/ 281796 w 362309"/>
                <a:gd name="connsiteY32" fmla="*/ 209395 h 361971"/>
                <a:gd name="connsiteX33" fmla="*/ 292020 w 362309"/>
                <a:gd name="connsiteY33" fmla="*/ 240038 h 361971"/>
                <a:gd name="connsiteX34" fmla="*/ 272212 w 362309"/>
                <a:gd name="connsiteY34" fmla="*/ 251529 h 361971"/>
                <a:gd name="connsiteX35" fmla="*/ 272212 w 362309"/>
                <a:gd name="connsiteY35" fmla="*/ 251529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62309" h="361971">
                  <a:moveTo>
                    <a:pt x="180836" y="0"/>
                  </a:moveTo>
                  <a:cubicBezTo>
                    <a:pt x="80513" y="0"/>
                    <a:pt x="0" y="81076"/>
                    <a:pt x="0" y="181305"/>
                  </a:cubicBezTo>
                  <a:cubicBezTo>
                    <a:pt x="0" y="281533"/>
                    <a:pt x="81152" y="361972"/>
                    <a:pt x="181474" y="361972"/>
                  </a:cubicBezTo>
                  <a:cubicBezTo>
                    <a:pt x="281796" y="361972"/>
                    <a:pt x="362310" y="280895"/>
                    <a:pt x="362310" y="180667"/>
                  </a:cubicBezTo>
                  <a:cubicBezTo>
                    <a:pt x="362310" y="180667"/>
                    <a:pt x="362310" y="180667"/>
                    <a:pt x="362310" y="180667"/>
                  </a:cubicBezTo>
                  <a:cubicBezTo>
                    <a:pt x="361671" y="80438"/>
                    <a:pt x="280518" y="0"/>
                    <a:pt x="180836" y="0"/>
                  </a:cubicBezTo>
                  <a:cubicBezTo>
                    <a:pt x="180836" y="0"/>
                    <a:pt x="180836" y="0"/>
                    <a:pt x="180836" y="0"/>
                  </a:cubicBezTo>
                  <a:close/>
                  <a:moveTo>
                    <a:pt x="272212" y="251529"/>
                  </a:moveTo>
                  <a:cubicBezTo>
                    <a:pt x="260710" y="251529"/>
                    <a:pt x="250486" y="242591"/>
                    <a:pt x="249847" y="231100"/>
                  </a:cubicBezTo>
                  <a:lnTo>
                    <a:pt x="230677" y="227270"/>
                  </a:lnTo>
                  <a:lnTo>
                    <a:pt x="168056" y="215140"/>
                  </a:lnTo>
                  <a:cubicBezTo>
                    <a:pt x="162305" y="230462"/>
                    <a:pt x="150164" y="255998"/>
                    <a:pt x="138662" y="258551"/>
                  </a:cubicBezTo>
                  <a:lnTo>
                    <a:pt x="136745" y="258551"/>
                  </a:lnTo>
                  <a:cubicBezTo>
                    <a:pt x="133550" y="258551"/>
                    <a:pt x="130994" y="257274"/>
                    <a:pt x="129077" y="254721"/>
                  </a:cubicBezTo>
                  <a:cubicBezTo>
                    <a:pt x="122048" y="246422"/>
                    <a:pt x="121409" y="216417"/>
                    <a:pt x="122048" y="204287"/>
                  </a:cubicBezTo>
                  <a:lnTo>
                    <a:pt x="122048" y="204287"/>
                  </a:lnTo>
                  <a:cubicBezTo>
                    <a:pt x="122048" y="203649"/>
                    <a:pt x="121409" y="203011"/>
                    <a:pt x="121409" y="203011"/>
                  </a:cubicBezTo>
                  <a:lnTo>
                    <a:pt x="100322" y="130233"/>
                  </a:lnTo>
                  <a:lnTo>
                    <a:pt x="72207" y="130233"/>
                  </a:lnTo>
                  <a:cubicBezTo>
                    <a:pt x="68372" y="130233"/>
                    <a:pt x="65817" y="127680"/>
                    <a:pt x="65817" y="123849"/>
                  </a:cubicBezTo>
                  <a:cubicBezTo>
                    <a:pt x="65817" y="120019"/>
                    <a:pt x="68372" y="117465"/>
                    <a:pt x="72207" y="117465"/>
                  </a:cubicBezTo>
                  <a:lnTo>
                    <a:pt x="104795" y="117465"/>
                  </a:lnTo>
                  <a:cubicBezTo>
                    <a:pt x="107990" y="117465"/>
                    <a:pt x="110546" y="119380"/>
                    <a:pt x="111185" y="121934"/>
                  </a:cubicBezTo>
                  <a:lnTo>
                    <a:pt x="114380" y="134064"/>
                  </a:lnTo>
                  <a:lnTo>
                    <a:pt x="124604" y="133425"/>
                  </a:lnTo>
                  <a:cubicBezTo>
                    <a:pt x="134828" y="118104"/>
                    <a:pt x="150803" y="107889"/>
                    <a:pt x="168695" y="104059"/>
                  </a:cubicBezTo>
                  <a:cubicBezTo>
                    <a:pt x="188503" y="100867"/>
                    <a:pt x="208951" y="107889"/>
                    <a:pt x="230038" y="125764"/>
                  </a:cubicBezTo>
                  <a:lnTo>
                    <a:pt x="243457" y="124488"/>
                  </a:lnTo>
                  <a:cubicBezTo>
                    <a:pt x="245374" y="124488"/>
                    <a:pt x="247291" y="125126"/>
                    <a:pt x="248569" y="127041"/>
                  </a:cubicBezTo>
                  <a:cubicBezTo>
                    <a:pt x="249847" y="128318"/>
                    <a:pt x="250486" y="130872"/>
                    <a:pt x="249847" y="132787"/>
                  </a:cubicBezTo>
                  <a:lnTo>
                    <a:pt x="228760" y="215140"/>
                  </a:lnTo>
                  <a:lnTo>
                    <a:pt x="251125" y="219609"/>
                  </a:lnTo>
                  <a:cubicBezTo>
                    <a:pt x="256876" y="208118"/>
                    <a:pt x="270295" y="203649"/>
                    <a:pt x="281796" y="209395"/>
                  </a:cubicBezTo>
                  <a:cubicBezTo>
                    <a:pt x="293298" y="215140"/>
                    <a:pt x="297771" y="228546"/>
                    <a:pt x="292020" y="240038"/>
                  </a:cubicBezTo>
                  <a:cubicBezTo>
                    <a:pt x="288825" y="246422"/>
                    <a:pt x="280518" y="251529"/>
                    <a:pt x="272212" y="251529"/>
                  </a:cubicBezTo>
                  <a:lnTo>
                    <a:pt x="272212" y="251529"/>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grpSp>
        <p:nvGrpSpPr>
          <p:cNvPr id="10" name="Group 9">
            <a:extLst>
              <a:ext uri="{FF2B5EF4-FFF2-40B4-BE49-F238E27FC236}">
                <a16:creationId xmlns:a16="http://schemas.microsoft.com/office/drawing/2014/main" id="{A51930BB-62C7-4511-84CD-19E390C5043C}"/>
              </a:ext>
            </a:extLst>
          </p:cNvPr>
          <p:cNvGrpSpPr/>
          <p:nvPr/>
        </p:nvGrpSpPr>
        <p:grpSpPr>
          <a:xfrm>
            <a:off x="3296605" y="6357711"/>
            <a:ext cx="5871063" cy="365760"/>
            <a:chOff x="2789942" y="6324600"/>
            <a:chExt cx="5871063" cy="365760"/>
          </a:xfrm>
        </p:grpSpPr>
        <p:sp>
          <p:nvSpPr>
            <p:cNvPr id="6" name="Oval 5">
              <a:extLst>
                <a:ext uri="{FF2B5EF4-FFF2-40B4-BE49-F238E27FC236}">
                  <a16:creationId xmlns:a16="http://schemas.microsoft.com/office/drawing/2014/main" id="{78765436-9D99-4245-B73D-051A1FF1BC9D}"/>
                </a:ext>
              </a:extLst>
            </p:cNvPr>
            <p:cNvSpPr/>
            <p:nvPr/>
          </p:nvSpPr>
          <p:spPr bwMode="gray">
            <a:xfrm>
              <a:off x="4811486" y="6324600"/>
              <a:ext cx="365760" cy="365760"/>
            </a:xfrm>
            <a:prstGeom prst="ellipse">
              <a:avLst/>
            </a:prstGeom>
            <a:solidFill>
              <a:schemeClr val="accent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84" name="Oval 83">
              <a:extLst>
                <a:ext uri="{FF2B5EF4-FFF2-40B4-BE49-F238E27FC236}">
                  <a16:creationId xmlns:a16="http://schemas.microsoft.com/office/drawing/2014/main" id="{0A5DF58E-AB26-4645-AC0C-13F81938CF01}"/>
                </a:ext>
              </a:extLst>
            </p:cNvPr>
            <p:cNvSpPr/>
            <p:nvPr/>
          </p:nvSpPr>
          <p:spPr bwMode="gray">
            <a:xfrm>
              <a:off x="6072053" y="6324600"/>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85" name="Oval 84">
              <a:extLst>
                <a:ext uri="{FF2B5EF4-FFF2-40B4-BE49-F238E27FC236}">
                  <a16:creationId xmlns:a16="http://schemas.microsoft.com/office/drawing/2014/main" id="{EC73E4E4-524E-4067-94E0-B68A8873AF9F}"/>
                </a:ext>
              </a:extLst>
            </p:cNvPr>
            <p:cNvSpPr/>
            <p:nvPr/>
          </p:nvSpPr>
          <p:spPr bwMode="gray">
            <a:xfrm>
              <a:off x="7405717" y="6324600"/>
              <a:ext cx="365760" cy="365760"/>
            </a:xfrm>
            <a:prstGeom prst="ellipse">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7" name="TextBox 6">
              <a:extLst>
                <a:ext uri="{FF2B5EF4-FFF2-40B4-BE49-F238E27FC236}">
                  <a16:creationId xmlns:a16="http://schemas.microsoft.com/office/drawing/2014/main" id="{95EBD889-60CF-43A5-BF44-935250AA2AFE}"/>
                </a:ext>
              </a:extLst>
            </p:cNvPr>
            <p:cNvSpPr txBox="1"/>
            <p:nvPr/>
          </p:nvSpPr>
          <p:spPr>
            <a:xfrm>
              <a:off x="2789942" y="6442322"/>
              <a:ext cx="1698925"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1" u="none" strike="noStrike" kern="1200" cap="none" spc="0" normalizeH="0" baseline="0" noProof="0">
                  <a:ln>
                    <a:noFill/>
                  </a:ln>
                  <a:solidFill>
                    <a:srgbClr val="313131"/>
                  </a:solidFill>
                  <a:effectLst/>
                  <a:uLnTx/>
                  <a:uFillTx/>
                  <a:latin typeface="Verdana"/>
                  <a:ea typeface="+mn-ea"/>
                  <a:cs typeface="+mn-cs"/>
                </a:rPr>
                <a:t>Impact on Business</a:t>
              </a:r>
            </a:p>
          </p:txBody>
        </p:sp>
        <p:sp>
          <p:nvSpPr>
            <p:cNvPr id="8" name="TextBox 7">
              <a:extLst>
                <a:ext uri="{FF2B5EF4-FFF2-40B4-BE49-F238E27FC236}">
                  <a16:creationId xmlns:a16="http://schemas.microsoft.com/office/drawing/2014/main" id="{CC237880-6208-4D1D-963E-AFE4823104CC}"/>
                </a:ext>
              </a:extLst>
            </p:cNvPr>
            <p:cNvSpPr txBox="1"/>
            <p:nvPr/>
          </p:nvSpPr>
          <p:spPr>
            <a:xfrm>
              <a:off x="5247379" y="6420550"/>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Verdana"/>
                  <a:ea typeface="+mn-ea"/>
                  <a:cs typeface="+mn-cs"/>
                </a:rPr>
                <a:t>High</a:t>
              </a:r>
            </a:p>
          </p:txBody>
        </p:sp>
        <p:sp>
          <p:nvSpPr>
            <p:cNvPr id="89" name="TextBox 88">
              <a:extLst>
                <a:ext uri="{FF2B5EF4-FFF2-40B4-BE49-F238E27FC236}">
                  <a16:creationId xmlns:a16="http://schemas.microsoft.com/office/drawing/2014/main" id="{53D77CD7-C7F4-40F5-8CDF-0F977E7EFF7B}"/>
                </a:ext>
              </a:extLst>
            </p:cNvPr>
            <p:cNvSpPr txBox="1"/>
            <p:nvPr/>
          </p:nvSpPr>
          <p:spPr>
            <a:xfrm>
              <a:off x="6537499" y="6412891"/>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Verdana"/>
                  <a:ea typeface="+mn-ea"/>
                  <a:cs typeface="+mn-cs"/>
                </a:rPr>
                <a:t>Medium</a:t>
              </a:r>
            </a:p>
          </p:txBody>
        </p:sp>
        <p:sp>
          <p:nvSpPr>
            <p:cNvPr id="90" name="TextBox 89">
              <a:extLst>
                <a:ext uri="{FF2B5EF4-FFF2-40B4-BE49-F238E27FC236}">
                  <a16:creationId xmlns:a16="http://schemas.microsoft.com/office/drawing/2014/main" id="{D4815A33-8083-431D-B7FE-9EAFAD9D4CBB}"/>
                </a:ext>
              </a:extLst>
            </p:cNvPr>
            <p:cNvSpPr txBox="1"/>
            <p:nvPr/>
          </p:nvSpPr>
          <p:spPr>
            <a:xfrm>
              <a:off x="7899005" y="6412891"/>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Verdana"/>
                  <a:ea typeface="+mn-ea"/>
                  <a:cs typeface="+mn-cs"/>
                </a:rPr>
                <a:t>Low</a:t>
              </a:r>
            </a:p>
          </p:txBody>
        </p:sp>
      </p:grpSp>
      <p:sp>
        <p:nvSpPr>
          <p:cNvPr id="91" name="Oval 90">
            <a:extLst>
              <a:ext uri="{FF2B5EF4-FFF2-40B4-BE49-F238E27FC236}">
                <a16:creationId xmlns:a16="http://schemas.microsoft.com/office/drawing/2014/main" id="{363D7A9D-1FAF-4792-AF10-8DF96DAEFA26}"/>
              </a:ext>
            </a:extLst>
          </p:cNvPr>
          <p:cNvSpPr/>
          <p:nvPr/>
        </p:nvSpPr>
        <p:spPr bwMode="gray">
          <a:xfrm>
            <a:off x="10763616" y="1728182"/>
            <a:ext cx="365760" cy="365760"/>
          </a:xfrm>
          <a:prstGeom prst="ellipse">
            <a:avLst/>
          </a:prstGeom>
          <a:solidFill>
            <a:schemeClr val="accent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93" name="Oval 92">
            <a:extLst>
              <a:ext uri="{FF2B5EF4-FFF2-40B4-BE49-F238E27FC236}">
                <a16:creationId xmlns:a16="http://schemas.microsoft.com/office/drawing/2014/main" id="{B56C3B6F-6194-4097-B69F-585F82CCC5E6}"/>
              </a:ext>
            </a:extLst>
          </p:cNvPr>
          <p:cNvSpPr/>
          <p:nvPr/>
        </p:nvSpPr>
        <p:spPr bwMode="gray">
          <a:xfrm>
            <a:off x="10763616" y="2748178"/>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94" name="Oval 93">
            <a:extLst>
              <a:ext uri="{FF2B5EF4-FFF2-40B4-BE49-F238E27FC236}">
                <a16:creationId xmlns:a16="http://schemas.microsoft.com/office/drawing/2014/main" id="{AFE989D2-0913-4BB2-A615-750C2FC2502D}"/>
              </a:ext>
            </a:extLst>
          </p:cNvPr>
          <p:cNvSpPr/>
          <p:nvPr/>
        </p:nvSpPr>
        <p:spPr bwMode="gray">
          <a:xfrm>
            <a:off x="10763616" y="3669471"/>
            <a:ext cx="365760" cy="365760"/>
          </a:xfrm>
          <a:prstGeom prst="ellipse">
            <a:avLst/>
          </a:prstGeom>
          <a:solidFill>
            <a:schemeClr val="accent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95" name="Oval 94">
            <a:extLst>
              <a:ext uri="{FF2B5EF4-FFF2-40B4-BE49-F238E27FC236}">
                <a16:creationId xmlns:a16="http://schemas.microsoft.com/office/drawing/2014/main" id="{46C838D8-7F51-4CDD-93AF-35BCA39D3C55}"/>
              </a:ext>
            </a:extLst>
          </p:cNvPr>
          <p:cNvSpPr/>
          <p:nvPr/>
        </p:nvSpPr>
        <p:spPr bwMode="gray">
          <a:xfrm>
            <a:off x="10763616" y="4677921"/>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9" name="TextBox 8">
            <a:extLst>
              <a:ext uri="{FF2B5EF4-FFF2-40B4-BE49-F238E27FC236}">
                <a16:creationId xmlns:a16="http://schemas.microsoft.com/office/drawing/2014/main" id="{D4E405F0-9545-43A1-A802-5FAFFF26DE27}"/>
              </a:ext>
            </a:extLst>
          </p:cNvPr>
          <p:cNvSpPr txBox="1"/>
          <p:nvPr/>
        </p:nvSpPr>
        <p:spPr>
          <a:xfrm>
            <a:off x="10200640" y="263311"/>
            <a:ext cx="1435496" cy="43088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2800" b="0" i="0" u="none" strike="noStrike" kern="1200" cap="none" spc="0" normalizeH="0" baseline="0" noProof="0">
                <a:ln>
                  <a:noFill/>
                </a:ln>
                <a:solidFill>
                  <a:srgbClr val="86BC25"/>
                </a:solidFill>
                <a:effectLst/>
                <a:uLnTx/>
                <a:uFillTx/>
                <a:latin typeface="Verdana"/>
                <a:ea typeface="+mn-ea"/>
                <a:cs typeface="+mn-cs"/>
              </a:rPr>
              <a:t>S</a:t>
            </a:r>
            <a:r>
              <a:rPr kumimoji="0" lang="en-US" sz="2800" b="0" i="0" u="none" strike="noStrike" kern="1200" cap="none" spc="0" normalizeH="0" baseline="0" noProof="0">
                <a:ln>
                  <a:noFill/>
                </a:ln>
                <a:solidFill>
                  <a:srgbClr val="D0D0CE"/>
                </a:solidFill>
                <a:effectLst/>
                <a:uLnTx/>
                <a:uFillTx/>
                <a:latin typeface="Verdana"/>
                <a:ea typeface="+mn-ea"/>
                <a:cs typeface="+mn-cs"/>
              </a:rPr>
              <a:t>WOT</a:t>
            </a:r>
          </a:p>
        </p:txBody>
      </p:sp>
      <p:grpSp>
        <p:nvGrpSpPr>
          <p:cNvPr id="97" name="Graphic 4">
            <a:extLst>
              <a:ext uri="{FF2B5EF4-FFF2-40B4-BE49-F238E27FC236}">
                <a16:creationId xmlns:a16="http://schemas.microsoft.com/office/drawing/2014/main" id="{55C0799B-1F09-494D-99E2-3162EBF1DB32}"/>
              </a:ext>
            </a:extLst>
          </p:cNvPr>
          <p:cNvGrpSpPr/>
          <p:nvPr/>
        </p:nvGrpSpPr>
        <p:grpSpPr>
          <a:xfrm>
            <a:off x="4027708" y="3604092"/>
            <a:ext cx="548643" cy="548637"/>
            <a:chOff x="5099808" y="4308712"/>
            <a:chExt cx="361670" cy="361333"/>
          </a:xfrm>
          <a:solidFill>
            <a:schemeClr val="accent3"/>
          </a:solidFill>
        </p:grpSpPr>
        <p:sp>
          <p:nvSpPr>
            <p:cNvPr id="98" name="Graphic 4">
              <a:extLst>
                <a:ext uri="{FF2B5EF4-FFF2-40B4-BE49-F238E27FC236}">
                  <a16:creationId xmlns:a16="http://schemas.microsoft.com/office/drawing/2014/main" id="{E7251D5B-41D5-4F71-86AC-32AE7F54343B}"/>
                </a:ext>
              </a:extLst>
            </p:cNvPr>
            <p:cNvSpPr/>
            <p:nvPr/>
          </p:nvSpPr>
          <p:spPr>
            <a:xfrm>
              <a:off x="5200130" y="4389788"/>
              <a:ext cx="14057" cy="14044"/>
            </a:xfrm>
            <a:custGeom>
              <a:avLst/>
              <a:gdLst>
                <a:gd name="connsiteX0" fmla="*/ 7029 w 14057"/>
                <a:gd name="connsiteY0" fmla="*/ 14045 h 14044"/>
                <a:gd name="connsiteX1" fmla="*/ 14058 w 14057"/>
                <a:gd name="connsiteY1" fmla="*/ 7022 h 14044"/>
                <a:gd name="connsiteX2" fmla="*/ 7029 w 14057"/>
                <a:gd name="connsiteY2" fmla="*/ 0 h 14044"/>
                <a:gd name="connsiteX3" fmla="*/ 0 w 14057"/>
                <a:gd name="connsiteY3" fmla="*/ 7022 h 14044"/>
                <a:gd name="connsiteX4" fmla="*/ 7029 w 14057"/>
                <a:gd name="connsiteY4" fmla="*/ 14045 h 140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57" h="14044">
                  <a:moveTo>
                    <a:pt x="7029" y="14045"/>
                  </a:moveTo>
                  <a:cubicBezTo>
                    <a:pt x="10863" y="14045"/>
                    <a:pt x="14058" y="10853"/>
                    <a:pt x="14058" y="7022"/>
                  </a:cubicBezTo>
                  <a:cubicBezTo>
                    <a:pt x="14058" y="3192"/>
                    <a:pt x="10863" y="0"/>
                    <a:pt x="7029" y="0"/>
                  </a:cubicBezTo>
                  <a:cubicBezTo>
                    <a:pt x="3195" y="0"/>
                    <a:pt x="0" y="3192"/>
                    <a:pt x="0" y="7022"/>
                  </a:cubicBezTo>
                  <a:cubicBezTo>
                    <a:pt x="0" y="10853"/>
                    <a:pt x="3195" y="14045"/>
                    <a:pt x="7029" y="1404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99" name="Graphic 4">
              <a:extLst>
                <a:ext uri="{FF2B5EF4-FFF2-40B4-BE49-F238E27FC236}">
                  <a16:creationId xmlns:a16="http://schemas.microsoft.com/office/drawing/2014/main" id="{D02A57AB-ABF5-4A8B-B2F8-4CB48C63F3EC}"/>
                </a:ext>
              </a:extLst>
            </p:cNvPr>
            <p:cNvSpPr/>
            <p:nvPr/>
          </p:nvSpPr>
          <p:spPr>
            <a:xfrm>
              <a:off x="5195018" y="4438945"/>
              <a:ext cx="26837" cy="56817"/>
            </a:xfrm>
            <a:custGeom>
              <a:avLst/>
              <a:gdLst>
                <a:gd name="connsiteX0" fmla="*/ 11502 w 26837"/>
                <a:gd name="connsiteY0" fmla="*/ 0 h 56817"/>
                <a:gd name="connsiteX1" fmla="*/ 0 w 26837"/>
                <a:gd name="connsiteY1" fmla="*/ 56817 h 56817"/>
                <a:gd name="connsiteX2" fmla="*/ 26838 w 26837"/>
                <a:gd name="connsiteY2" fmla="*/ 56817 h 56817"/>
                <a:gd name="connsiteX3" fmla="*/ 15336 w 26837"/>
                <a:gd name="connsiteY3" fmla="*/ 0 h 56817"/>
              </a:gdLst>
              <a:ahLst/>
              <a:cxnLst>
                <a:cxn ang="0">
                  <a:pos x="connsiteX0" y="connsiteY0"/>
                </a:cxn>
                <a:cxn ang="0">
                  <a:pos x="connsiteX1" y="connsiteY1"/>
                </a:cxn>
                <a:cxn ang="0">
                  <a:pos x="connsiteX2" y="connsiteY2"/>
                </a:cxn>
                <a:cxn ang="0">
                  <a:pos x="connsiteX3" y="connsiteY3"/>
                </a:cxn>
              </a:cxnLst>
              <a:rect l="l" t="t" r="r" b="b"/>
              <a:pathLst>
                <a:path w="26837" h="56817">
                  <a:moveTo>
                    <a:pt x="11502" y="0"/>
                  </a:moveTo>
                  <a:lnTo>
                    <a:pt x="0" y="56817"/>
                  </a:lnTo>
                  <a:lnTo>
                    <a:pt x="26838" y="56817"/>
                  </a:lnTo>
                  <a:lnTo>
                    <a:pt x="15336" y="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00" name="Graphic 4">
              <a:extLst>
                <a:ext uri="{FF2B5EF4-FFF2-40B4-BE49-F238E27FC236}">
                  <a16:creationId xmlns:a16="http://schemas.microsoft.com/office/drawing/2014/main" id="{83893D12-FA2A-40B3-818D-7A0CBC9045B0}"/>
                </a:ext>
              </a:extLst>
            </p:cNvPr>
            <p:cNvSpPr/>
            <p:nvPr/>
          </p:nvSpPr>
          <p:spPr>
            <a:xfrm>
              <a:off x="5343904" y="4389788"/>
              <a:ext cx="14057" cy="14044"/>
            </a:xfrm>
            <a:custGeom>
              <a:avLst/>
              <a:gdLst>
                <a:gd name="connsiteX0" fmla="*/ 14058 w 14057"/>
                <a:gd name="connsiteY0" fmla="*/ 7022 h 14044"/>
                <a:gd name="connsiteX1" fmla="*/ 7029 w 14057"/>
                <a:gd name="connsiteY1" fmla="*/ 14044 h 14044"/>
                <a:gd name="connsiteX2" fmla="*/ 0 w 14057"/>
                <a:gd name="connsiteY2" fmla="*/ 7022 h 14044"/>
                <a:gd name="connsiteX3" fmla="*/ 7029 w 14057"/>
                <a:gd name="connsiteY3" fmla="*/ 0 h 14044"/>
                <a:gd name="connsiteX4" fmla="*/ 14058 w 14057"/>
                <a:gd name="connsiteY4" fmla="*/ 7022 h 140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57" h="14044">
                  <a:moveTo>
                    <a:pt x="14058" y="7022"/>
                  </a:moveTo>
                  <a:cubicBezTo>
                    <a:pt x="14058" y="10900"/>
                    <a:pt x="10911" y="14044"/>
                    <a:pt x="7029" y="14044"/>
                  </a:cubicBezTo>
                  <a:cubicBezTo>
                    <a:pt x="3147" y="14044"/>
                    <a:pt x="0" y="10900"/>
                    <a:pt x="0" y="7022"/>
                  </a:cubicBezTo>
                  <a:cubicBezTo>
                    <a:pt x="0" y="3144"/>
                    <a:pt x="3147" y="0"/>
                    <a:pt x="7029" y="0"/>
                  </a:cubicBezTo>
                  <a:cubicBezTo>
                    <a:pt x="10911" y="0"/>
                    <a:pt x="14058" y="3144"/>
                    <a:pt x="14058" y="702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01" name="Graphic 4">
              <a:extLst>
                <a:ext uri="{FF2B5EF4-FFF2-40B4-BE49-F238E27FC236}">
                  <a16:creationId xmlns:a16="http://schemas.microsoft.com/office/drawing/2014/main" id="{593297E2-F2A6-43D3-9BDF-7F6FE24CA7A9}"/>
                </a:ext>
              </a:extLst>
            </p:cNvPr>
            <p:cNvSpPr/>
            <p:nvPr/>
          </p:nvSpPr>
          <p:spPr>
            <a:xfrm>
              <a:off x="5267225" y="4486186"/>
              <a:ext cx="27476" cy="56817"/>
            </a:xfrm>
            <a:custGeom>
              <a:avLst/>
              <a:gdLst>
                <a:gd name="connsiteX0" fmla="*/ 12141 w 27476"/>
                <a:gd name="connsiteY0" fmla="*/ 0 h 56817"/>
                <a:gd name="connsiteX1" fmla="*/ 0 w 27476"/>
                <a:gd name="connsiteY1" fmla="*/ 56818 h 56817"/>
                <a:gd name="connsiteX2" fmla="*/ 27477 w 27476"/>
                <a:gd name="connsiteY2" fmla="*/ 56818 h 56817"/>
                <a:gd name="connsiteX3" fmla="*/ 15336 w 27476"/>
                <a:gd name="connsiteY3" fmla="*/ 0 h 56817"/>
              </a:gdLst>
              <a:ahLst/>
              <a:cxnLst>
                <a:cxn ang="0">
                  <a:pos x="connsiteX0" y="connsiteY0"/>
                </a:cxn>
                <a:cxn ang="0">
                  <a:pos x="connsiteX1" y="connsiteY1"/>
                </a:cxn>
                <a:cxn ang="0">
                  <a:pos x="connsiteX2" y="connsiteY2"/>
                </a:cxn>
                <a:cxn ang="0">
                  <a:pos x="connsiteX3" y="connsiteY3"/>
                </a:cxn>
              </a:cxnLst>
              <a:rect l="l" t="t" r="r" b="b"/>
              <a:pathLst>
                <a:path w="27476" h="56817">
                  <a:moveTo>
                    <a:pt x="12141" y="0"/>
                  </a:moveTo>
                  <a:lnTo>
                    <a:pt x="0" y="56818"/>
                  </a:lnTo>
                  <a:lnTo>
                    <a:pt x="27477" y="56818"/>
                  </a:lnTo>
                  <a:lnTo>
                    <a:pt x="15336" y="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27" name="Graphic 4">
              <a:extLst>
                <a:ext uri="{FF2B5EF4-FFF2-40B4-BE49-F238E27FC236}">
                  <a16:creationId xmlns:a16="http://schemas.microsoft.com/office/drawing/2014/main" id="{CEC27FC7-EFEF-4207-8BA9-33A5DDDBC671}"/>
                </a:ext>
              </a:extLst>
            </p:cNvPr>
            <p:cNvSpPr/>
            <p:nvPr/>
          </p:nvSpPr>
          <p:spPr>
            <a:xfrm>
              <a:off x="5273615" y="4437668"/>
              <a:ext cx="13419" cy="12767"/>
            </a:xfrm>
            <a:custGeom>
              <a:avLst/>
              <a:gdLst>
                <a:gd name="connsiteX0" fmla="*/ 6390 w 13419"/>
                <a:gd name="connsiteY0" fmla="*/ 12768 h 12767"/>
                <a:gd name="connsiteX1" fmla="*/ 13419 w 13419"/>
                <a:gd name="connsiteY1" fmla="*/ 6384 h 12767"/>
                <a:gd name="connsiteX2" fmla="*/ 7029 w 13419"/>
                <a:gd name="connsiteY2" fmla="*/ 0 h 12767"/>
                <a:gd name="connsiteX3" fmla="*/ 0 w 13419"/>
                <a:gd name="connsiteY3" fmla="*/ 7022 h 12767"/>
                <a:gd name="connsiteX4" fmla="*/ 639 w 13419"/>
                <a:gd name="connsiteY4" fmla="*/ 9576 h 12767"/>
                <a:gd name="connsiteX5" fmla="*/ 6390 w 13419"/>
                <a:gd name="connsiteY5"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19" h="12767">
                  <a:moveTo>
                    <a:pt x="6390" y="12768"/>
                  </a:moveTo>
                  <a:cubicBezTo>
                    <a:pt x="10224" y="12768"/>
                    <a:pt x="12780" y="9576"/>
                    <a:pt x="13419" y="6384"/>
                  </a:cubicBezTo>
                  <a:cubicBezTo>
                    <a:pt x="13419" y="2554"/>
                    <a:pt x="10224" y="0"/>
                    <a:pt x="7029" y="0"/>
                  </a:cubicBezTo>
                  <a:cubicBezTo>
                    <a:pt x="3195" y="0"/>
                    <a:pt x="0" y="3192"/>
                    <a:pt x="0" y="7022"/>
                  </a:cubicBezTo>
                  <a:cubicBezTo>
                    <a:pt x="0" y="7661"/>
                    <a:pt x="0" y="8938"/>
                    <a:pt x="639" y="9576"/>
                  </a:cubicBezTo>
                  <a:cubicBezTo>
                    <a:pt x="1278" y="10853"/>
                    <a:pt x="3834"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28" name="Graphic 4">
              <a:extLst>
                <a:ext uri="{FF2B5EF4-FFF2-40B4-BE49-F238E27FC236}">
                  <a16:creationId xmlns:a16="http://schemas.microsoft.com/office/drawing/2014/main" id="{A610D85B-27E8-45EE-B99D-24CE338D1EA7}"/>
                </a:ext>
              </a:extLst>
            </p:cNvPr>
            <p:cNvSpPr/>
            <p:nvPr/>
          </p:nvSpPr>
          <p:spPr>
            <a:xfrm>
              <a:off x="5099808" y="4308712"/>
              <a:ext cx="361670" cy="361333"/>
            </a:xfrm>
            <a:custGeom>
              <a:avLst/>
              <a:gdLst>
                <a:gd name="connsiteX0" fmla="*/ 180836 w 361670"/>
                <a:gd name="connsiteY0" fmla="*/ 0 h 361333"/>
                <a:gd name="connsiteX1" fmla="*/ 0 w 361670"/>
                <a:gd name="connsiteY1" fmla="*/ 180667 h 361333"/>
                <a:gd name="connsiteX2" fmla="*/ 180836 w 361670"/>
                <a:gd name="connsiteY2" fmla="*/ 361334 h 361333"/>
                <a:gd name="connsiteX3" fmla="*/ 361671 w 361670"/>
                <a:gd name="connsiteY3" fmla="*/ 180667 h 361333"/>
                <a:gd name="connsiteX4" fmla="*/ 180836 w 361670"/>
                <a:gd name="connsiteY4" fmla="*/ 0 h 361333"/>
                <a:gd name="connsiteX5" fmla="*/ 251125 w 361670"/>
                <a:gd name="connsiteY5" fmla="*/ 68309 h 361333"/>
                <a:gd name="connsiteX6" fmla="*/ 270934 w 361670"/>
                <a:gd name="connsiteY6" fmla="*/ 88099 h 361333"/>
                <a:gd name="connsiteX7" fmla="*/ 251125 w 361670"/>
                <a:gd name="connsiteY7" fmla="*/ 107889 h 361333"/>
                <a:gd name="connsiteX8" fmla="*/ 231316 w 361670"/>
                <a:gd name="connsiteY8" fmla="*/ 88099 h 361333"/>
                <a:gd name="connsiteX9" fmla="*/ 251125 w 361670"/>
                <a:gd name="connsiteY9" fmla="*/ 68309 h 361333"/>
                <a:gd name="connsiteX10" fmla="*/ 180196 w 361670"/>
                <a:gd name="connsiteY10" fmla="*/ 114912 h 361333"/>
                <a:gd name="connsiteX11" fmla="*/ 200005 w 361670"/>
                <a:gd name="connsiteY11" fmla="*/ 134702 h 361333"/>
                <a:gd name="connsiteX12" fmla="*/ 200005 w 361670"/>
                <a:gd name="connsiteY12" fmla="*/ 135341 h 361333"/>
                <a:gd name="connsiteX13" fmla="*/ 200005 w 361670"/>
                <a:gd name="connsiteY13" fmla="*/ 135979 h 361333"/>
                <a:gd name="connsiteX14" fmla="*/ 180196 w 361670"/>
                <a:gd name="connsiteY14" fmla="*/ 155769 h 361333"/>
                <a:gd name="connsiteX15" fmla="*/ 162305 w 361670"/>
                <a:gd name="connsiteY15" fmla="*/ 143640 h 361333"/>
                <a:gd name="connsiteX16" fmla="*/ 160388 w 361670"/>
                <a:gd name="connsiteY16" fmla="*/ 135341 h 361333"/>
                <a:gd name="connsiteX17" fmla="*/ 180196 w 361670"/>
                <a:gd name="connsiteY17" fmla="*/ 114912 h 361333"/>
                <a:gd name="connsiteX18" fmla="*/ 107351 w 361670"/>
                <a:gd name="connsiteY18" fmla="*/ 68309 h 361333"/>
                <a:gd name="connsiteX19" fmla="*/ 127160 w 361670"/>
                <a:gd name="connsiteY19" fmla="*/ 88099 h 361333"/>
                <a:gd name="connsiteX20" fmla="*/ 107351 w 361670"/>
                <a:gd name="connsiteY20" fmla="*/ 107889 h 361333"/>
                <a:gd name="connsiteX21" fmla="*/ 87542 w 361670"/>
                <a:gd name="connsiteY21" fmla="*/ 88099 h 361333"/>
                <a:gd name="connsiteX22" fmla="*/ 107351 w 361670"/>
                <a:gd name="connsiteY22" fmla="*/ 68309 h 361333"/>
                <a:gd name="connsiteX23" fmla="*/ 67734 w 361670"/>
                <a:gd name="connsiteY23" fmla="*/ 185774 h 361333"/>
                <a:gd name="connsiteX24" fmla="*/ 66456 w 361670"/>
                <a:gd name="connsiteY24" fmla="*/ 185774 h 361333"/>
                <a:gd name="connsiteX25" fmla="*/ 61982 w 361670"/>
                <a:gd name="connsiteY25" fmla="*/ 178113 h 361333"/>
                <a:gd name="connsiteX26" fmla="*/ 75402 w 361670"/>
                <a:gd name="connsiteY26" fmla="*/ 123211 h 361333"/>
                <a:gd name="connsiteX27" fmla="*/ 83069 w 361670"/>
                <a:gd name="connsiteY27" fmla="*/ 118742 h 361333"/>
                <a:gd name="connsiteX28" fmla="*/ 87542 w 361670"/>
                <a:gd name="connsiteY28" fmla="*/ 126403 h 361333"/>
                <a:gd name="connsiteX29" fmla="*/ 74124 w 361670"/>
                <a:gd name="connsiteY29" fmla="*/ 181305 h 361333"/>
                <a:gd name="connsiteX30" fmla="*/ 67734 w 361670"/>
                <a:gd name="connsiteY30" fmla="*/ 185774 h 361333"/>
                <a:gd name="connsiteX31" fmla="*/ 134828 w 361670"/>
                <a:gd name="connsiteY31" fmla="*/ 197265 h 361333"/>
                <a:gd name="connsiteX32" fmla="*/ 129716 w 361670"/>
                <a:gd name="connsiteY32" fmla="*/ 199819 h 361333"/>
                <a:gd name="connsiteX33" fmla="*/ 129077 w 361670"/>
                <a:gd name="connsiteY33" fmla="*/ 199819 h 361333"/>
                <a:gd name="connsiteX34" fmla="*/ 129077 w 361670"/>
                <a:gd name="connsiteY34" fmla="*/ 252806 h 361333"/>
                <a:gd name="connsiteX35" fmla="*/ 122687 w 361670"/>
                <a:gd name="connsiteY35" fmla="*/ 259190 h 361333"/>
                <a:gd name="connsiteX36" fmla="*/ 116297 w 361670"/>
                <a:gd name="connsiteY36" fmla="*/ 252806 h 361333"/>
                <a:gd name="connsiteX37" fmla="*/ 116297 w 361670"/>
                <a:gd name="connsiteY37" fmla="*/ 199819 h 361333"/>
                <a:gd name="connsiteX38" fmla="*/ 100961 w 361670"/>
                <a:gd name="connsiteY38" fmla="*/ 199819 h 361333"/>
                <a:gd name="connsiteX39" fmla="*/ 100961 w 361670"/>
                <a:gd name="connsiteY39" fmla="*/ 252806 h 361333"/>
                <a:gd name="connsiteX40" fmla="*/ 94571 w 361670"/>
                <a:gd name="connsiteY40" fmla="*/ 259190 h 361333"/>
                <a:gd name="connsiteX41" fmla="*/ 88181 w 361670"/>
                <a:gd name="connsiteY41" fmla="*/ 252806 h 361333"/>
                <a:gd name="connsiteX42" fmla="*/ 88181 w 361670"/>
                <a:gd name="connsiteY42" fmla="*/ 199819 h 361333"/>
                <a:gd name="connsiteX43" fmla="*/ 87542 w 361670"/>
                <a:gd name="connsiteY43" fmla="*/ 199819 h 361333"/>
                <a:gd name="connsiteX44" fmla="*/ 82430 w 361670"/>
                <a:gd name="connsiteY44" fmla="*/ 197265 h 361333"/>
                <a:gd name="connsiteX45" fmla="*/ 81152 w 361670"/>
                <a:gd name="connsiteY45" fmla="*/ 192158 h 361333"/>
                <a:gd name="connsiteX46" fmla="*/ 95210 w 361670"/>
                <a:gd name="connsiteY46" fmla="*/ 122573 h 361333"/>
                <a:gd name="connsiteX47" fmla="*/ 101600 w 361670"/>
                <a:gd name="connsiteY47" fmla="*/ 117465 h 361333"/>
                <a:gd name="connsiteX48" fmla="*/ 115658 w 361670"/>
                <a:gd name="connsiteY48" fmla="*/ 117465 h 361333"/>
                <a:gd name="connsiteX49" fmla="*/ 122048 w 361670"/>
                <a:gd name="connsiteY49" fmla="*/ 122573 h 361333"/>
                <a:gd name="connsiteX50" fmla="*/ 136745 w 361670"/>
                <a:gd name="connsiteY50" fmla="*/ 192158 h 361333"/>
                <a:gd name="connsiteX51" fmla="*/ 134828 w 361670"/>
                <a:gd name="connsiteY51" fmla="*/ 197265 h 361333"/>
                <a:gd name="connsiteX52" fmla="*/ 207673 w 361670"/>
                <a:gd name="connsiteY52" fmla="*/ 244506 h 361333"/>
                <a:gd name="connsiteX53" fmla="*/ 202561 w 361670"/>
                <a:gd name="connsiteY53" fmla="*/ 247060 h 361333"/>
                <a:gd name="connsiteX54" fmla="*/ 201283 w 361670"/>
                <a:gd name="connsiteY54" fmla="*/ 247060 h 361333"/>
                <a:gd name="connsiteX55" fmla="*/ 201283 w 361670"/>
                <a:gd name="connsiteY55" fmla="*/ 300047 h 361333"/>
                <a:gd name="connsiteX56" fmla="*/ 194893 w 361670"/>
                <a:gd name="connsiteY56" fmla="*/ 306431 h 361333"/>
                <a:gd name="connsiteX57" fmla="*/ 188503 w 361670"/>
                <a:gd name="connsiteY57" fmla="*/ 300047 h 361333"/>
                <a:gd name="connsiteX58" fmla="*/ 188503 w 361670"/>
                <a:gd name="connsiteY58" fmla="*/ 247060 h 361333"/>
                <a:gd name="connsiteX59" fmla="*/ 175084 w 361670"/>
                <a:gd name="connsiteY59" fmla="*/ 247060 h 361333"/>
                <a:gd name="connsiteX60" fmla="*/ 175084 w 361670"/>
                <a:gd name="connsiteY60" fmla="*/ 300047 h 361333"/>
                <a:gd name="connsiteX61" fmla="*/ 168695 w 361670"/>
                <a:gd name="connsiteY61" fmla="*/ 306431 h 361333"/>
                <a:gd name="connsiteX62" fmla="*/ 162305 w 361670"/>
                <a:gd name="connsiteY62" fmla="*/ 300047 h 361333"/>
                <a:gd name="connsiteX63" fmla="*/ 162305 w 361670"/>
                <a:gd name="connsiteY63" fmla="*/ 247060 h 361333"/>
                <a:gd name="connsiteX64" fmla="*/ 160388 w 361670"/>
                <a:gd name="connsiteY64" fmla="*/ 247060 h 361333"/>
                <a:gd name="connsiteX65" fmla="*/ 155276 w 361670"/>
                <a:gd name="connsiteY65" fmla="*/ 244506 h 361333"/>
                <a:gd name="connsiteX66" fmla="*/ 153998 w 361670"/>
                <a:gd name="connsiteY66" fmla="*/ 239399 h 361333"/>
                <a:gd name="connsiteX67" fmla="*/ 168056 w 361670"/>
                <a:gd name="connsiteY67" fmla="*/ 169814 h 361333"/>
                <a:gd name="connsiteX68" fmla="*/ 174446 w 361670"/>
                <a:gd name="connsiteY68" fmla="*/ 164707 h 361333"/>
                <a:gd name="connsiteX69" fmla="*/ 188503 w 361670"/>
                <a:gd name="connsiteY69" fmla="*/ 164707 h 361333"/>
                <a:gd name="connsiteX70" fmla="*/ 194893 w 361670"/>
                <a:gd name="connsiteY70" fmla="*/ 169814 h 361333"/>
                <a:gd name="connsiteX71" fmla="*/ 209590 w 361670"/>
                <a:gd name="connsiteY71" fmla="*/ 239399 h 361333"/>
                <a:gd name="connsiteX72" fmla="*/ 207673 w 361670"/>
                <a:gd name="connsiteY72" fmla="*/ 244506 h 361333"/>
                <a:gd name="connsiteX73" fmla="*/ 277962 w 361670"/>
                <a:gd name="connsiteY73" fmla="*/ 197265 h 361333"/>
                <a:gd name="connsiteX74" fmla="*/ 272850 w 361670"/>
                <a:gd name="connsiteY74" fmla="*/ 199819 h 361333"/>
                <a:gd name="connsiteX75" fmla="*/ 272212 w 361670"/>
                <a:gd name="connsiteY75" fmla="*/ 199819 h 361333"/>
                <a:gd name="connsiteX76" fmla="*/ 272212 w 361670"/>
                <a:gd name="connsiteY76" fmla="*/ 252806 h 361333"/>
                <a:gd name="connsiteX77" fmla="*/ 265822 w 361670"/>
                <a:gd name="connsiteY77" fmla="*/ 259190 h 361333"/>
                <a:gd name="connsiteX78" fmla="*/ 259432 w 361670"/>
                <a:gd name="connsiteY78" fmla="*/ 252806 h 361333"/>
                <a:gd name="connsiteX79" fmla="*/ 259432 w 361670"/>
                <a:gd name="connsiteY79" fmla="*/ 199819 h 361333"/>
                <a:gd name="connsiteX80" fmla="*/ 244096 w 361670"/>
                <a:gd name="connsiteY80" fmla="*/ 199819 h 361333"/>
                <a:gd name="connsiteX81" fmla="*/ 244096 w 361670"/>
                <a:gd name="connsiteY81" fmla="*/ 252806 h 361333"/>
                <a:gd name="connsiteX82" fmla="*/ 237706 w 361670"/>
                <a:gd name="connsiteY82" fmla="*/ 259190 h 361333"/>
                <a:gd name="connsiteX83" fmla="*/ 231316 w 361670"/>
                <a:gd name="connsiteY83" fmla="*/ 252806 h 361333"/>
                <a:gd name="connsiteX84" fmla="*/ 231316 w 361670"/>
                <a:gd name="connsiteY84" fmla="*/ 199819 h 361333"/>
                <a:gd name="connsiteX85" fmla="*/ 230677 w 361670"/>
                <a:gd name="connsiteY85" fmla="*/ 199819 h 361333"/>
                <a:gd name="connsiteX86" fmla="*/ 225565 w 361670"/>
                <a:gd name="connsiteY86" fmla="*/ 197265 h 361333"/>
                <a:gd name="connsiteX87" fmla="*/ 224287 w 361670"/>
                <a:gd name="connsiteY87" fmla="*/ 192158 h 361333"/>
                <a:gd name="connsiteX88" fmla="*/ 238345 w 361670"/>
                <a:gd name="connsiteY88" fmla="*/ 122573 h 361333"/>
                <a:gd name="connsiteX89" fmla="*/ 244735 w 361670"/>
                <a:gd name="connsiteY89" fmla="*/ 117465 h 361333"/>
                <a:gd name="connsiteX90" fmla="*/ 258792 w 361670"/>
                <a:gd name="connsiteY90" fmla="*/ 117465 h 361333"/>
                <a:gd name="connsiteX91" fmla="*/ 265182 w 361670"/>
                <a:gd name="connsiteY91" fmla="*/ 122573 h 361333"/>
                <a:gd name="connsiteX92" fmla="*/ 279880 w 361670"/>
                <a:gd name="connsiteY92" fmla="*/ 192158 h 361333"/>
                <a:gd name="connsiteX93" fmla="*/ 277962 w 361670"/>
                <a:gd name="connsiteY93" fmla="*/ 197265 h 361333"/>
                <a:gd name="connsiteX94" fmla="*/ 294576 w 361670"/>
                <a:gd name="connsiteY94" fmla="*/ 185774 h 361333"/>
                <a:gd name="connsiteX95" fmla="*/ 293298 w 361670"/>
                <a:gd name="connsiteY95" fmla="*/ 185774 h 361333"/>
                <a:gd name="connsiteX96" fmla="*/ 286908 w 361670"/>
                <a:gd name="connsiteY96" fmla="*/ 180667 h 361333"/>
                <a:gd name="connsiteX97" fmla="*/ 273490 w 361670"/>
                <a:gd name="connsiteY97" fmla="*/ 125765 h 361333"/>
                <a:gd name="connsiteX98" fmla="*/ 277962 w 361670"/>
                <a:gd name="connsiteY98" fmla="*/ 118104 h 361333"/>
                <a:gd name="connsiteX99" fmla="*/ 285630 w 361670"/>
                <a:gd name="connsiteY99" fmla="*/ 122573 h 361333"/>
                <a:gd name="connsiteX100" fmla="*/ 299049 w 361670"/>
                <a:gd name="connsiteY100" fmla="*/ 177475 h 361333"/>
                <a:gd name="connsiteX101" fmla="*/ 294576 w 361670"/>
                <a:gd name="connsiteY101" fmla="*/ 185774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361670" h="361333">
                  <a:moveTo>
                    <a:pt x="180836" y="0"/>
                  </a:moveTo>
                  <a:cubicBezTo>
                    <a:pt x="80513" y="0"/>
                    <a:pt x="0" y="81077"/>
                    <a:pt x="0" y="180667"/>
                  </a:cubicBezTo>
                  <a:cubicBezTo>
                    <a:pt x="0" y="280895"/>
                    <a:pt x="81152" y="361334"/>
                    <a:pt x="180836" y="361334"/>
                  </a:cubicBezTo>
                  <a:cubicBezTo>
                    <a:pt x="281157" y="361334"/>
                    <a:pt x="361671" y="280257"/>
                    <a:pt x="361671" y="180667"/>
                  </a:cubicBezTo>
                  <a:cubicBezTo>
                    <a:pt x="361671" y="81077"/>
                    <a:pt x="280518" y="0"/>
                    <a:pt x="180836" y="0"/>
                  </a:cubicBezTo>
                  <a:close/>
                  <a:moveTo>
                    <a:pt x="251125" y="68309"/>
                  </a:moveTo>
                  <a:cubicBezTo>
                    <a:pt x="261987" y="68309"/>
                    <a:pt x="270934" y="77246"/>
                    <a:pt x="270934" y="88099"/>
                  </a:cubicBezTo>
                  <a:cubicBezTo>
                    <a:pt x="270934" y="98952"/>
                    <a:pt x="261987" y="107889"/>
                    <a:pt x="251125" y="107889"/>
                  </a:cubicBezTo>
                  <a:cubicBezTo>
                    <a:pt x="240262" y="107889"/>
                    <a:pt x="231316" y="98952"/>
                    <a:pt x="231316" y="88099"/>
                  </a:cubicBezTo>
                  <a:cubicBezTo>
                    <a:pt x="231316" y="77246"/>
                    <a:pt x="240262" y="68309"/>
                    <a:pt x="251125" y="68309"/>
                  </a:cubicBezTo>
                  <a:close/>
                  <a:moveTo>
                    <a:pt x="180196" y="114912"/>
                  </a:moveTo>
                  <a:cubicBezTo>
                    <a:pt x="191059" y="114912"/>
                    <a:pt x="200005" y="123849"/>
                    <a:pt x="200005" y="134702"/>
                  </a:cubicBezTo>
                  <a:cubicBezTo>
                    <a:pt x="200005" y="134702"/>
                    <a:pt x="200005" y="134702"/>
                    <a:pt x="200005" y="135341"/>
                  </a:cubicBezTo>
                  <a:cubicBezTo>
                    <a:pt x="200005" y="135341"/>
                    <a:pt x="200005" y="135341"/>
                    <a:pt x="200005" y="135979"/>
                  </a:cubicBezTo>
                  <a:cubicBezTo>
                    <a:pt x="200005" y="146832"/>
                    <a:pt x="191059" y="155769"/>
                    <a:pt x="180196" y="155769"/>
                  </a:cubicBezTo>
                  <a:cubicBezTo>
                    <a:pt x="171889" y="155769"/>
                    <a:pt x="164861" y="150662"/>
                    <a:pt x="162305" y="143640"/>
                  </a:cubicBezTo>
                  <a:cubicBezTo>
                    <a:pt x="161027" y="141086"/>
                    <a:pt x="160388" y="138533"/>
                    <a:pt x="160388" y="135341"/>
                  </a:cubicBezTo>
                  <a:cubicBezTo>
                    <a:pt x="160388" y="123849"/>
                    <a:pt x="169333" y="114912"/>
                    <a:pt x="180196" y="114912"/>
                  </a:cubicBezTo>
                  <a:close/>
                  <a:moveTo>
                    <a:pt x="107351" y="68309"/>
                  </a:moveTo>
                  <a:cubicBezTo>
                    <a:pt x="118214" y="68309"/>
                    <a:pt x="127160" y="77246"/>
                    <a:pt x="127160" y="88099"/>
                  </a:cubicBezTo>
                  <a:cubicBezTo>
                    <a:pt x="127160" y="98952"/>
                    <a:pt x="118214" y="107889"/>
                    <a:pt x="107351" y="107889"/>
                  </a:cubicBezTo>
                  <a:cubicBezTo>
                    <a:pt x="96488" y="107889"/>
                    <a:pt x="87542" y="98952"/>
                    <a:pt x="87542" y="88099"/>
                  </a:cubicBezTo>
                  <a:cubicBezTo>
                    <a:pt x="87542" y="77246"/>
                    <a:pt x="96488" y="68309"/>
                    <a:pt x="107351" y="68309"/>
                  </a:cubicBezTo>
                  <a:close/>
                  <a:moveTo>
                    <a:pt x="67734" y="185774"/>
                  </a:moveTo>
                  <a:cubicBezTo>
                    <a:pt x="67094" y="185774"/>
                    <a:pt x="66456" y="185774"/>
                    <a:pt x="66456" y="185774"/>
                  </a:cubicBezTo>
                  <a:cubicBezTo>
                    <a:pt x="63261" y="185135"/>
                    <a:pt x="60704" y="181305"/>
                    <a:pt x="61982" y="178113"/>
                  </a:cubicBezTo>
                  <a:lnTo>
                    <a:pt x="75402" y="123211"/>
                  </a:lnTo>
                  <a:cubicBezTo>
                    <a:pt x="76040" y="120019"/>
                    <a:pt x="79874" y="117465"/>
                    <a:pt x="83069" y="118742"/>
                  </a:cubicBezTo>
                  <a:cubicBezTo>
                    <a:pt x="86264" y="119381"/>
                    <a:pt x="88820" y="123211"/>
                    <a:pt x="87542" y="126403"/>
                  </a:cubicBezTo>
                  <a:lnTo>
                    <a:pt x="74124" y="181305"/>
                  </a:lnTo>
                  <a:cubicBezTo>
                    <a:pt x="73484" y="183859"/>
                    <a:pt x="70929" y="185774"/>
                    <a:pt x="67734" y="185774"/>
                  </a:cubicBezTo>
                  <a:close/>
                  <a:moveTo>
                    <a:pt x="134828" y="197265"/>
                  </a:moveTo>
                  <a:cubicBezTo>
                    <a:pt x="133550" y="198542"/>
                    <a:pt x="131633" y="199819"/>
                    <a:pt x="129716" y="199819"/>
                  </a:cubicBezTo>
                  <a:lnTo>
                    <a:pt x="129077" y="199819"/>
                  </a:lnTo>
                  <a:lnTo>
                    <a:pt x="129077" y="252806"/>
                  </a:lnTo>
                  <a:cubicBezTo>
                    <a:pt x="129077" y="256636"/>
                    <a:pt x="126521" y="259190"/>
                    <a:pt x="122687" y="259190"/>
                  </a:cubicBezTo>
                  <a:cubicBezTo>
                    <a:pt x="118853" y="259190"/>
                    <a:pt x="116297" y="256636"/>
                    <a:pt x="116297" y="252806"/>
                  </a:cubicBezTo>
                  <a:lnTo>
                    <a:pt x="116297" y="199819"/>
                  </a:lnTo>
                  <a:lnTo>
                    <a:pt x="100961" y="199819"/>
                  </a:lnTo>
                  <a:lnTo>
                    <a:pt x="100961" y="252806"/>
                  </a:lnTo>
                  <a:cubicBezTo>
                    <a:pt x="100961" y="256636"/>
                    <a:pt x="98405" y="259190"/>
                    <a:pt x="94571" y="259190"/>
                  </a:cubicBezTo>
                  <a:cubicBezTo>
                    <a:pt x="90737" y="259190"/>
                    <a:pt x="88181" y="256636"/>
                    <a:pt x="88181" y="252806"/>
                  </a:cubicBezTo>
                  <a:lnTo>
                    <a:pt x="88181" y="199819"/>
                  </a:lnTo>
                  <a:lnTo>
                    <a:pt x="87542" y="199819"/>
                  </a:lnTo>
                  <a:cubicBezTo>
                    <a:pt x="85625" y="199819"/>
                    <a:pt x="83708" y="199180"/>
                    <a:pt x="82430" y="197265"/>
                  </a:cubicBezTo>
                  <a:cubicBezTo>
                    <a:pt x="81152" y="195988"/>
                    <a:pt x="80513" y="194073"/>
                    <a:pt x="81152" y="192158"/>
                  </a:cubicBezTo>
                  <a:lnTo>
                    <a:pt x="95210" y="122573"/>
                  </a:lnTo>
                  <a:cubicBezTo>
                    <a:pt x="95849" y="119381"/>
                    <a:pt x="98405" y="117465"/>
                    <a:pt x="101600" y="117465"/>
                  </a:cubicBezTo>
                  <a:lnTo>
                    <a:pt x="115658" y="117465"/>
                  </a:lnTo>
                  <a:cubicBezTo>
                    <a:pt x="118853" y="117465"/>
                    <a:pt x="121409" y="119381"/>
                    <a:pt x="122048" y="122573"/>
                  </a:cubicBezTo>
                  <a:lnTo>
                    <a:pt x="136745" y="192158"/>
                  </a:lnTo>
                  <a:cubicBezTo>
                    <a:pt x="136745" y="194073"/>
                    <a:pt x="136106" y="195988"/>
                    <a:pt x="134828" y="197265"/>
                  </a:cubicBezTo>
                  <a:close/>
                  <a:moveTo>
                    <a:pt x="207673" y="244506"/>
                  </a:moveTo>
                  <a:cubicBezTo>
                    <a:pt x="206395" y="245783"/>
                    <a:pt x="204478" y="247060"/>
                    <a:pt x="202561" y="247060"/>
                  </a:cubicBezTo>
                  <a:lnTo>
                    <a:pt x="201283" y="247060"/>
                  </a:lnTo>
                  <a:lnTo>
                    <a:pt x="201283" y="300047"/>
                  </a:lnTo>
                  <a:cubicBezTo>
                    <a:pt x="201283" y="303878"/>
                    <a:pt x="198727" y="306431"/>
                    <a:pt x="194893" y="306431"/>
                  </a:cubicBezTo>
                  <a:cubicBezTo>
                    <a:pt x="191059" y="306431"/>
                    <a:pt x="188503" y="303878"/>
                    <a:pt x="188503" y="300047"/>
                  </a:cubicBezTo>
                  <a:lnTo>
                    <a:pt x="188503" y="247060"/>
                  </a:lnTo>
                  <a:lnTo>
                    <a:pt x="175084" y="247060"/>
                  </a:lnTo>
                  <a:lnTo>
                    <a:pt x="175084" y="300047"/>
                  </a:lnTo>
                  <a:cubicBezTo>
                    <a:pt x="175084" y="303878"/>
                    <a:pt x="172528" y="306431"/>
                    <a:pt x="168695" y="306431"/>
                  </a:cubicBezTo>
                  <a:cubicBezTo>
                    <a:pt x="164861" y="306431"/>
                    <a:pt x="162305" y="303878"/>
                    <a:pt x="162305" y="300047"/>
                  </a:cubicBezTo>
                  <a:lnTo>
                    <a:pt x="162305" y="247060"/>
                  </a:lnTo>
                  <a:lnTo>
                    <a:pt x="160388" y="247060"/>
                  </a:lnTo>
                  <a:cubicBezTo>
                    <a:pt x="158471" y="247060"/>
                    <a:pt x="156553" y="246422"/>
                    <a:pt x="155276" y="244506"/>
                  </a:cubicBezTo>
                  <a:cubicBezTo>
                    <a:pt x="153998" y="243230"/>
                    <a:pt x="153358" y="241314"/>
                    <a:pt x="153998" y="239399"/>
                  </a:cubicBezTo>
                  <a:lnTo>
                    <a:pt x="168056" y="169814"/>
                  </a:lnTo>
                  <a:cubicBezTo>
                    <a:pt x="168695" y="166622"/>
                    <a:pt x="171251" y="164707"/>
                    <a:pt x="174446" y="164707"/>
                  </a:cubicBezTo>
                  <a:lnTo>
                    <a:pt x="188503" y="164707"/>
                  </a:lnTo>
                  <a:cubicBezTo>
                    <a:pt x="191698" y="164707"/>
                    <a:pt x="194254" y="166622"/>
                    <a:pt x="194893" y="169814"/>
                  </a:cubicBezTo>
                  <a:lnTo>
                    <a:pt x="209590" y="239399"/>
                  </a:lnTo>
                  <a:cubicBezTo>
                    <a:pt x="208951" y="240676"/>
                    <a:pt x="208951" y="243230"/>
                    <a:pt x="207673" y="244506"/>
                  </a:cubicBezTo>
                  <a:close/>
                  <a:moveTo>
                    <a:pt x="277962" y="197265"/>
                  </a:moveTo>
                  <a:cubicBezTo>
                    <a:pt x="276685" y="198542"/>
                    <a:pt x="274767" y="199819"/>
                    <a:pt x="272850" y="199819"/>
                  </a:cubicBezTo>
                  <a:lnTo>
                    <a:pt x="272212" y="199819"/>
                  </a:lnTo>
                  <a:lnTo>
                    <a:pt x="272212" y="252806"/>
                  </a:lnTo>
                  <a:cubicBezTo>
                    <a:pt x="272212" y="256636"/>
                    <a:pt x="269655" y="259190"/>
                    <a:pt x="265822" y="259190"/>
                  </a:cubicBezTo>
                  <a:cubicBezTo>
                    <a:pt x="261987" y="259190"/>
                    <a:pt x="259432" y="256636"/>
                    <a:pt x="259432" y="252806"/>
                  </a:cubicBezTo>
                  <a:lnTo>
                    <a:pt x="259432" y="199819"/>
                  </a:lnTo>
                  <a:lnTo>
                    <a:pt x="244096" y="199819"/>
                  </a:lnTo>
                  <a:lnTo>
                    <a:pt x="244096" y="252806"/>
                  </a:lnTo>
                  <a:cubicBezTo>
                    <a:pt x="244096" y="256636"/>
                    <a:pt x="241540" y="259190"/>
                    <a:pt x="237706" y="259190"/>
                  </a:cubicBezTo>
                  <a:cubicBezTo>
                    <a:pt x="233872" y="259190"/>
                    <a:pt x="231316" y="256636"/>
                    <a:pt x="231316" y="252806"/>
                  </a:cubicBezTo>
                  <a:lnTo>
                    <a:pt x="231316" y="199819"/>
                  </a:lnTo>
                  <a:lnTo>
                    <a:pt x="230677" y="199819"/>
                  </a:lnTo>
                  <a:cubicBezTo>
                    <a:pt x="228760" y="199819"/>
                    <a:pt x="226843" y="199180"/>
                    <a:pt x="225565" y="197265"/>
                  </a:cubicBezTo>
                  <a:cubicBezTo>
                    <a:pt x="224287" y="195988"/>
                    <a:pt x="223648" y="194073"/>
                    <a:pt x="224287" y="192158"/>
                  </a:cubicBezTo>
                  <a:lnTo>
                    <a:pt x="238345" y="122573"/>
                  </a:lnTo>
                  <a:cubicBezTo>
                    <a:pt x="238984" y="119381"/>
                    <a:pt x="241540" y="117465"/>
                    <a:pt x="244735" y="117465"/>
                  </a:cubicBezTo>
                  <a:lnTo>
                    <a:pt x="258792" y="117465"/>
                  </a:lnTo>
                  <a:cubicBezTo>
                    <a:pt x="261987" y="117465"/>
                    <a:pt x="264544" y="119381"/>
                    <a:pt x="265182" y="122573"/>
                  </a:cubicBezTo>
                  <a:lnTo>
                    <a:pt x="279880" y="192158"/>
                  </a:lnTo>
                  <a:cubicBezTo>
                    <a:pt x="279880" y="194073"/>
                    <a:pt x="279240" y="195988"/>
                    <a:pt x="277962" y="197265"/>
                  </a:cubicBezTo>
                  <a:close/>
                  <a:moveTo>
                    <a:pt x="294576" y="185774"/>
                  </a:moveTo>
                  <a:cubicBezTo>
                    <a:pt x="293937" y="185774"/>
                    <a:pt x="293298" y="185774"/>
                    <a:pt x="293298" y="185774"/>
                  </a:cubicBezTo>
                  <a:cubicBezTo>
                    <a:pt x="290103" y="185774"/>
                    <a:pt x="287547" y="183859"/>
                    <a:pt x="286908" y="180667"/>
                  </a:cubicBezTo>
                  <a:lnTo>
                    <a:pt x="273490" y="125765"/>
                  </a:lnTo>
                  <a:cubicBezTo>
                    <a:pt x="272850" y="122573"/>
                    <a:pt x="274767" y="118742"/>
                    <a:pt x="277962" y="118104"/>
                  </a:cubicBezTo>
                  <a:cubicBezTo>
                    <a:pt x="281157" y="117465"/>
                    <a:pt x="284991" y="119381"/>
                    <a:pt x="285630" y="122573"/>
                  </a:cubicBezTo>
                  <a:lnTo>
                    <a:pt x="299049" y="177475"/>
                  </a:lnTo>
                  <a:cubicBezTo>
                    <a:pt x="300327" y="181305"/>
                    <a:pt x="298410" y="185135"/>
                    <a:pt x="294576" y="18577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29" name="Graphic 4">
              <a:extLst>
                <a:ext uri="{FF2B5EF4-FFF2-40B4-BE49-F238E27FC236}">
                  <a16:creationId xmlns:a16="http://schemas.microsoft.com/office/drawing/2014/main" id="{AC7DECA4-0F9F-480B-A847-C681E3364724}"/>
                </a:ext>
              </a:extLst>
            </p:cNvPr>
            <p:cNvSpPr/>
            <p:nvPr/>
          </p:nvSpPr>
          <p:spPr>
            <a:xfrm>
              <a:off x="5338153" y="4438945"/>
              <a:ext cx="26837" cy="56817"/>
            </a:xfrm>
            <a:custGeom>
              <a:avLst/>
              <a:gdLst>
                <a:gd name="connsiteX0" fmla="*/ 11502 w 26837"/>
                <a:gd name="connsiteY0" fmla="*/ 0 h 56817"/>
                <a:gd name="connsiteX1" fmla="*/ 0 w 26837"/>
                <a:gd name="connsiteY1" fmla="*/ 56817 h 56817"/>
                <a:gd name="connsiteX2" fmla="*/ 26837 w 26837"/>
                <a:gd name="connsiteY2" fmla="*/ 56817 h 56817"/>
                <a:gd name="connsiteX3" fmla="*/ 15336 w 26837"/>
                <a:gd name="connsiteY3" fmla="*/ 0 h 56817"/>
              </a:gdLst>
              <a:ahLst/>
              <a:cxnLst>
                <a:cxn ang="0">
                  <a:pos x="connsiteX0" y="connsiteY0"/>
                </a:cxn>
                <a:cxn ang="0">
                  <a:pos x="connsiteX1" y="connsiteY1"/>
                </a:cxn>
                <a:cxn ang="0">
                  <a:pos x="connsiteX2" y="connsiteY2"/>
                </a:cxn>
                <a:cxn ang="0">
                  <a:pos x="connsiteX3" y="connsiteY3"/>
                </a:cxn>
              </a:cxnLst>
              <a:rect l="l" t="t" r="r" b="b"/>
              <a:pathLst>
                <a:path w="26837" h="56817">
                  <a:moveTo>
                    <a:pt x="11502" y="0"/>
                  </a:moveTo>
                  <a:lnTo>
                    <a:pt x="0" y="56817"/>
                  </a:lnTo>
                  <a:lnTo>
                    <a:pt x="26837" y="56817"/>
                  </a:lnTo>
                  <a:lnTo>
                    <a:pt x="15336" y="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sp>
        <p:nvSpPr>
          <p:cNvPr id="115" name="TextBox 114">
            <a:extLst>
              <a:ext uri="{FF2B5EF4-FFF2-40B4-BE49-F238E27FC236}">
                <a16:creationId xmlns:a16="http://schemas.microsoft.com/office/drawing/2014/main" id="{E922EBFC-BE2B-4AB5-8F62-8A3F3196CFA2}"/>
              </a:ext>
            </a:extLst>
          </p:cNvPr>
          <p:cNvSpPr txBox="1"/>
          <p:nvPr/>
        </p:nvSpPr>
        <p:spPr>
          <a:xfrm>
            <a:off x="4990084" y="3514165"/>
            <a:ext cx="5265866" cy="861774"/>
          </a:xfrm>
          <a:prstGeom prst="rect">
            <a:avLst/>
          </a:prstGeom>
          <a:noFill/>
        </p:spPr>
        <p:txBody>
          <a:bodyPr wrap="square" lIns="0" tIns="0" rIns="0" bIns="0" rtlCol="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62B5E5"/>
                </a:solidFill>
                <a:effectLst/>
                <a:uLnTx/>
                <a:uFillTx/>
                <a:latin typeface="Verdana"/>
                <a:ea typeface="+mn-ea"/>
                <a:cs typeface="+mn-cs"/>
              </a:rPr>
              <a:t>State government patronage and monopoly in the entire state: </a:t>
            </a:r>
            <a:r>
              <a:rPr kumimoji="0" lang="en-US" sz="1400" b="0" i="0" u="none" strike="noStrike" kern="1200" cap="none" spc="0" normalizeH="0" baseline="0" noProof="0" dirty="0">
                <a:ln>
                  <a:noFill/>
                </a:ln>
                <a:solidFill>
                  <a:prstClr val="black"/>
                </a:solidFill>
                <a:effectLst/>
                <a:uLnTx/>
                <a:uFillTx/>
                <a:latin typeface="Verdana"/>
                <a:ea typeface="+mn-ea"/>
                <a:cs typeface="+mn-cs"/>
              </a:rPr>
              <a:t>WBSEDCL serves most parts of the state as a natural monopoly and enjoys the state government patronage. </a:t>
            </a:r>
            <a:endParaRPr kumimoji="0" lang="en-US" sz="1400" b="1" i="0" u="none" strike="noStrike" kern="1200" cap="none" spc="0" normalizeH="0" baseline="0" noProof="0" dirty="0">
              <a:ln>
                <a:noFill/>
              </a:ln>
              <a:solidFill>
                <a:prstClr val="black"/>
              </a:solidFill>
              <a:effectLst/>
              <a:uLnTx/>
              <a:uFillTx/>
              <a:latin typeface="Verdana"/>
              <a:ea typeface="+mn-ea"/>
              <a:cs typeface="+mn-cs"/>
            </a:endParaRPr>
          </a:p>
        </p:txBody>
      </p:sp>
    </p:spTree>
    <p:extLst>
      <p:ext uri="{BB962C8B-B14F-4D97-AF65-F5344CB8AC3E}">
        <p14:creationId xmlns:p14="http://schemas.microsoft.com/office/powerpoint/2010/main" val="2934122628"/>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8E525C8-5B83-4553-B7A8-F5F66115ADBA}"/>
              </a:ext>
            </a:extLst>
          </p:cNvPr>
          <p:cNvGraphicFramePr>
            <a:graphicFrameLocks noChangeAspect="1"/>
          </p:cNvGraphicFramePr>
          <p:nvPr>
            <p:custDataLst>
              <p:tags r:id="rId2"/>
            </p:custDataLst>
          </p:nvPr>
        </p:nvGraphicFramePr>
        <p:xfrm>
          <a:off x="1680" y="1440"/>
          <a:ext cx="1440" cy="1440"/>
        </p:xfrm>
        <a:graphic>
          <a:graphicData uri="http://schemas.openxmlformats.org/presentationml/2006/ole">
            <mc:AlternateContent xmlns:mc="http://schemas.openxmlformats.org/markup-compatibility/2006">
              <mc:Choice xmlns:v="urn:schemas-microsoft-com:vml" Requires="v">
                <p:oleObj spid="_x0000_s52278" name="think-cell Slide" r:id="rId5" imgW="498" imgH="499" progId="TCLayout.ActiveDocument.1">
                  <p:embed/>
                </p:oleObj>
              </mc:Choice>
              <mc:Fallback>
                <p:oleObj name="think-cell Slide" r:id="rId5" imgW="498" imgH="499" progId="TCLayout.ActiveDocument.1">
                  <p:embed/>
                  <p:pic>
                    <p:nvPicPr>
                      <p:cNvPr id="5" name="Object 4" hidden="1">
                        <a:extLst>
                          <a:ext uri="{FF2B5EF4-FFF2-40B4-BE49-F238E27FC236}">
                            <a16:creationId xmlns:a16="http://schemas.microsoft.com/office/drawing/2014/main" id="{D8E525C8-5B83-4553-B7A8-F5F66115ADBA}"/>
                          </a:ext>
                        </a:extLst>
                      </p:cNvPr>
                      <p:cNvPicPr/>
                      <p:nvPr/>
                    </p:nvPicPr>
                    <p:blipFill>
                      <a:blip r:embed="rId6"/>
                      <a:stretch>
                        <a:fillRect/>
                      </a:stretch>
                    </p:blipFill>
                    <p:spPr>
                      <a:xfrm>
                        <a:off x="1680" y="1440"/>
                        <a:ext cx="1440" cy="1440"/>
                      </a:xfrm>
                      <a:prstGeom prst="rect">
                        <a:avLst/>
                      </a:prstGeom>
                    </p:spPr>
                  </p:pic>
                </p:oleObj>
              </mc:Fallback>
            </mc:AlternateContent>
          </a:graphicData>
        </a:graphic>
      </p:graphicFrame>
      <p:sp>
        <p:nvSpPr>
          <p:cNvPr id="88" name="Rectangle 87" hidden="1">
            <a:extLst>
              <a:ext uri="{FF2B5EF4-FFF2-40B4-BE49-F238E27FC236}">
                <a16:creationId xmlns:a16="http://schemas.microsoft.com/office/drawing/2014/main" id="{E8660C98-62A0-423C-8A5A-044FD3662E7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088" b="0" i="0" u="none" strike="noStrike" kern="1200" cap="none" spc="0" normalizeH="0" baseline="0" noProof="0">
              <a:ln>
                <a:noFill/>
              </a:ln>
              <a:solidFill>
                <a:prstClr val="white"/>
              </a:solidFill>
              <a:effectLst/>
              <a:uLnTx/>
              <a:uFillTx/>
              <a:latin typeface="Verdana"/>
              <a:ea typeface="+mn-ea"/>
              <a:cs typeface="+mn-cs"/>
            </a:endParaRPr>
          </a:p>
        </p:txBody>
      </p:sp>
      <p:sp>
        <p:nvSpPr>
          <p:cNvPr id="2" name="Rectangle 1" hidden="1">
            <a:extLst>
              <a:ext uri="{FF2B5EF4-FFF2-40B4-BE49-F238E27FC236}">
                <a16:creationId xmlns:a16="http://schemas.microsoft.com/office/drawing/2014/main" id="{2A521930-E564-4B05-B60F-B4D4B607A7F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Avenir Next LT Pro Light" panose="020B0304020202020204" pitchFamily="34" charset="0"/>
              <a:ea typeface="+mn-ea"/>
              <a:cs typeface="+mn-cs"/>
            </a:endParaRPr>
          </a:p>
        </p:txBody>
      </p:sp>
      <p:sp>
        <p:nvSpPr>
          <p:cNvPr id="33" name="Rectangle 32" hidden="1">
            <a:extLst>
              <a:ext uri="{FF2B5EF4-FFF2-40B4-BE49-F238E27FC236}">
                <a16:creationId xmlns:a16="http://schemas.microsoft.com/office/drawing/2014/main" id="{5CEEA709-822B-4D97-95B5-1E93A1A05919}"/>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54" name="Rectangle 53" hidden="1">
            <a:extLst>
              <a:ext uri="{FF2B5EF4-FFF2-40B4-BE49-F238E27FC236}">
                <a16:creationId xmlns:a16="http://schemas.microsoft.com/office/drawing/2014/main" id="{225F56F8-8BC1-48B6-BEFF-20E4914FDA4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58" name="Rectangle 57" hidden="1">
            <a:extLst>
              <a:ext uri="{FF2B5EF4-FFF2-40B4-BE49-F238E27FC236}">
                <a16:creationId xmlns:a16="http://schemas.microsoft.com/office/drawing/2014/main" id="{50C0A6EC-D618-4045-A144-16336B53AEFE}"/>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62" name="Rectangle 61" hidden="1">
            <a:extLst>
              <a:ext uri="{FF2B5EF4-FFF2-40B4-BE49-F238E27FC236}">
                <a16:creationId xmlns:a16="http://schemas.microsoft.com/office/drawing/2014/main" id="{8AC4DE8A-A90A-45C4-A128-6D6EC2EA41AF}"/>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123" name="Rectangle 122" hidden="1">
            <a:extLst>
              <a:ext uri="{FF2B5EF4-FFF2-40B4-BE49-F238E27FC236}">
                <a16:creationId xmlns:a16="http://schemas.microsoft.com/office/drawing/2014/main" id="{891D9B62-8447-4BF2-AAD5-EE8A0DC6CA59}"/>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154" name="Rectangle 153" hidden="1">
            <a:extLst>
              <a:ext uri="{FF2B5EF4-FFF2-40B4-BE49-F238E27FC236}">
                <a16:creationId xmlns:a16="http://schemas.microsoft.com/office/drawing/2014/main" id="{E6055FF4-59BE-4A31-A244-49C2AAC1E7B4}"/>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157" name="Rectangle 156" hidden="1">
            <a:extLst>
              <a:ext uri="{FF2B5EF4-FFF2-40B4-BE49-F238E27FC236}">
                <a16:creationId xmlns:a16="http://schemas.microsoft.com/office/drawing/2014/main" id="{79987C92-84CE-44DC-A97C-59F767A61EC1}"/>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361" name="Rectangle 360" hidden="1">
            <a:extLst>
              <a:ext uri="{FF2B5EF4-FFF2-40B4-BE49-F238E27FC236}">
                <a16:creationId xmlns:a16="http://schemas.microsoft.com/office/drawing/2014/main" id="{58D700BD-6F8F-4F7C-8892-9034C7A065B1}"/>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05" name="Rectangle 404" hidden="1">
            <a:extLst>
              <a:ext uri="{FF2B5EF4-FFF2-40B4-BE49-F238E27FC236}">
                <a16:creationId xmlns:a16="http://schemas.microsoft.com/office/drawing/2014/main" id="{0CEE0670-BDA8-4520-8F9D-5C046A637342}"/>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5" name="Rectangle 44" hidden="1">
            <a:extLst>
              <a:ext uri="{FF2B5EF4-FFF2-40B4-BE49-F238E27FC236}">
                <a16:creationId xmlns:a16="http://schemas.microsoft.com/office/drawing/2014/main" id="{767854C1-3E6E-4F2E-98B4-2A1F7DB28D5C}"/>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725"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219" name="Rectangle 218" hidden="1">
            <a:extLst>
              <a:ext uri="{FF2B5EF4-FFF2-40B4-BE49-F238E27FC236}">
                <a16:creationId xmlns:a16="http://schemas.microsoft.com/office/drawing/2014/main" id="{847846C5-C801-4BEE-9506-A16841F90D4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725" b="0" i="0" u="none" strike="noStrike" kern="1200" cap="none" spc="0" normalizeH="0" baseline="0" noProof="0">
              <a:ln>
                <a:noFill/>
              </a:ln>
              <a:solidFill>
                <a:prstClr val="white"/>
              </a:solidFill>
              <a:effectLst/>
              <a:uLnTx/>
              <a:uFillTx/>
              <a:latin typeface="Verdana"/>
              <a:ea typeface="+mn-ea"/>
              <a:cs typeface="+mn-cs"/>
            </a:endParaRPr>
          </a:p>
        </p:txBody>
      </p:sp>
      <p:sp>
        <p:nvSpPr>
          <p:cNvPr id="332" name="Rectangle 331" hidden="1">
            <a:extLst>
              <a:ext uri="{FF2B5EF4-FFF2-40B4-BE49-F238E27FC236}">
                <a16:creationId xmlns:a16="http://schemas.microsoft.com/office/drawing/2014/main" id="{B1BAC627-2155-4A3C-960D-101193C2287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088" b="0" i="0" u="none" strike="noStrike" kern="1200" cap="none" spc="0" normalizeH="0" baseline="0" noProof="0">
              <a:ln>
                <a:noFill/>
              </a:ln>
              <a:solidFill>
                <a:prstClr val="white"/>
              </a:solidFill>
              <a:effectLst/>
              <a:uLnTx/>
              <a:uFillTx/>
              <a:latin typeface="Verdana"/>
              <a:ea typeface="+mn-ea"/>
              <a:cs typeface="+mn-cs"/>
            </a:endParaRPr>
          </a:p>
        </p:txBody>
      </p:sp>
      <p:sp>
        <p:nvSpPr>
          <p:cNvPr id="532" name="Rectangle 531" hidden="1">
            <a:extLst>
              <a:ext uri="{FF2B5EF4-FFF2-40B4-BE49-F238E27FC236}">
                <a16:creationId xmlns:a16="http://schemas.microsoft.com/office/drawing/2014/main" id="{25F5028C-BFCA-4679-826B-D8FEBFE44C90}"/>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Avenir Next LT Pro Light" panose="020B0304020202020204" pitchFamily="34" charset="0"/>
              <a:ea typeface="+mn-ea"/>
              <a:cs typeface="+mn-cs"/>
            </a:endParaRPr>
          </a:p>
        </p:txBody>
      </p:sp>
      <p:sp>
        <p:nvSpPr>
          <p:cNvPr id="645" name="Rectangle 644" hidden="1">
            <a:extLst>
              <a:ext uri="{FF2B5EF4-FFF2-40B4-BE49-F238E27FC236}">
                <a16:creationId xmlns:a16="http://schemas.microsoft.com/office/drawing/2014/main" id="{E3C87C7A-307E-4E40-BF24-596ACA913F2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660" name="Rectangle 659" hidden="1">
            <a:extLst>
              <a:ext uri="{FF2B5EF4-FFF2-40B4-BE49-F238E27FC236}">
                <a16:creationId xmlns:a16="http://schemas.microsoft.com/office/drawing/2014/main" id="{2ECBF87A-E661-4272-A3A4-31486CCA0A14}"/>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0" name="Title 2">
            <a:extLst>
              <a:ext uri="{FF2B5EF4-FFF2-40B4-BE49-F238E27FC236}">
                <a16:creationId xmlns:a16="http://schemas.microsoft.com/office/drawing/2014/main" id="{4B8DEF8B-01E9-42C6-8321-05FF6A851792}"/>
              </a:ext>
            </a:extLst>
          </p:cNvPr>
          <p:cNvSpPr>
            <a:spLocks noGrp="1"/>
          </p:cNvSpPr>
          <p:nvPr>
            <p:ph type="title"/>
          </p:nvPr>
        </p:nvSpPr>
        <p:spPr>
          <a:xfrm>
            <a:off x="501652" y="317503"/>
            <a:ext cx="11162350" cy="334101"/>
          </a:xfrm>
        </p:spPr>
        <p:txBody>
          <a:bodyPr vert="horz"/>
          <a:lstStyle/>
          <a:p>
            <a:r>
              <a:rPr lang="en-US" sz="1814" b="1" dirty="0"/>
              <a:t>WBSETCL’s Weakness Analysis</a:t>
            </a:r>
          </a:p>
        </p:txBody>
      </p:sp>
      <p:sp>
        <p:nvSpPr>
          <p:cNvPr id="163" name="TextBox 162">
            <a:extLst>
              <a:ext uri="{FF2B5EF4-FFF2-40B4-BE49-F238E27FC236}">
                <a16:creationId xmlns:a16="http://schemas.microsoft.com/office/drawing/2014/main" id="{2E0890B0-9FBE-4964-84D5-558A96E9E2C0}"/>
              </a:ext>
            </a:extLst>
          </p:cNvPr>
          <p:cNvSpPr txBox="1"/>
          <p:nvPr/>
        </p:nvSpPr>
        <p:spPr>
          <a:xfrm>
            <a:off x="4931370" y="3926435"/>
            <a:ext cx="4908277" cy="430887"/>
          </a:xfrm>
          <a:prstGeom prst="rect">
            <a:avLst/>
          </a:prstGeom>
          <a:noFill/>
        </p:spPr>
        <p:txBody>
          <a:bodyPr wrap="square" lIns="0" tIns="0" rIns="0" bIns="0" rtlCol="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46A38"/>
                </a:solidFill>
                <a:effectLst/>
                <a:uLnTx/>
                <a:uFillTx/>
                <a:latin typeface="Verdana"/>
                <a:ea typeface="+mn-ea"/>
                <a:cs typeface="+mn-cs"/>
              </a:rPr>
              <a:t>Large Dues Receivable: </a:t>
            </a:r>
            <a:r>
              <a:rPr kumimoji="0" lang="en-US" sz="1400" b="0" i="0" u="none" strike="noStrike" kern="1200" cap="none" spc="0" normalizeH="0" baseline="0" noProof="0" dirty="0">
                <a:ln>
                  <a:noFill/>
                </a:ln>
                <a:solidFill>
                  <a:prstClr val="black"/>
                </a:solidFill>
                <a:effectLst/>
                <a:uLnTx/>
                <a:uFillTx/>
                <a:latin typeface="Verdana"/>
                <a:ea typeface="+mn-ea"/>
                <a:cs typeface="+mn-cs"/>
              </a:rPr>
              <a:t>A total of Rs. 639 Crores debtor receivables as on FY 2021.</a:t>
            </a:r>
          </a:p>
        </p:txBody>
      </p:sp>
      <p:sp>
        <p:nvSpPr>
          <p:cNvPr id="164" name="TextBox 163">
            <a:extLst>
              <a:ext uri="{FF2B5EF4-FFF2-40B4-BE49-F238E27FC236}">
                <a16:creationId xmlns:a16="http://schemas.microsoft.com/office/drawing/2014/main" id="{7692A00F-7EB1-4BA3-8804-BA4629A178E2}"/>
              </a:ext>
            </a:extLst>
          </p:cNvPr>
          <p:cNvSpPr txBox="1"/>
          <p:nvPr/>
        </p:nvSpPr>
        <p:spPr>
          <a:xfrm>
            <a:off x="4931370" y="2399943"/>
            <a:ext cx="4908276" cy="1292662"/>
          </a:xfrm>
          <a:prstGeom prst="rect">
            <a:avLst/>
          </a:prstGeom>
          <a:noFill/>
        </p:spPr>
        <p:txBody>
          <a:bodyPr wrap="square" lIns="0" tIns="0" rIns="0" bIns="0" rtlCol="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12169"/>
                </a:solidFill>
                <a:effectLst/>
                <a:uLnTx/>
                <a:uFillTx/>
                <a:latin typeface="Verdana"/>
                <a:ea typeface="+mn-ea"/>
                <a:cs typeface="+mn-cs"/>
              </a:rPr>
              <a:t>Income from PGCIL yet to be booked: </a:t>
            </a:r>
            <a:r>
              <a:rPr kumimoji="0" lang="en-US" sz="1400" b="0" i="0" u="none" strike="noStrike" kern="1200" cap="none" spc="0" normalizeH="0" baseline="0" noProof="0" dirty="0">
                <a:ln>
                  <a:noFill/>
                </a:ln>
                <a:solidFill>
                  <a:prstClr val="black"/>
                </a:solidFill>
                <a:effectLst/>
                <a:uLnTx/>
                <a:uFillTx/>
                <a:latin typeface="Verdana"/>
                <a:ea typeface="+mn-ea"/>
                <a:cs typeface="+mn-cs"/>
              </a:rPr>
              <a:t>PGCIL has filed a petition regarding the same and did not make any payment in FY21. This advance stood at INR1.7 billion at FYE21 (FYE20: INR1.7 billion). Adjustment of the same is pending resolution of the petition filed by PGCIL.</a:t>
            </a:r>
            <a:endParaRPr kumimoji="0" lang="en-US" sz="1400" b="0" i="0" u="none" strike="noStrike" kern="1200" cap="none" spc="0" normalizeH="0" baseline="0" noProof="0" dirty="0">
              <a:ln>
                <a:noFill/>
              </a:ln>
              <a:solidFill>
                <a:prstClr val="white"/>
              </a:solidFill>
              <a:effectLst/>
              <a:uLnTx/>
              <a:uFillTx/>
              <a:latin typeface="Verdana"/>
              <a:ea typeface="+mn-ea"/>
              <a:cs typeface="+mn-cs"/>
            </a:endParaRPr>
          </a:p>
        </p:txBody>
      </p:sp>
      <p:grpSp>
        <p:nvGrpSpPr>
          <p:cNvPr id="208" name="Group 207">
            <a:extLst>
              <a:ext uri="{FF2B5EF4-FFF2-40B4-BE49-F238E27FC236}">
                <a16:creationId xmlns:a16="http://schemas.microsoft.com/office/drawing/2014/main" id="{A52B6A4B-EB9F-4FDB-B890-5426B6D7B060}"/>
              </a:ext>
            </a:extLst>
          </p:cNvPr>
          <p:cNvGrpSpPr/>
          <p:nvPr/>
        </p:nvGrpSpPr>
        <p:grpSpPr>
          <a:xfrm>
            <a:off x="2724287" y="1649551"/>
            <a:ext cx="1278731" cy="1139888"/>
            <a:chOff x="4207048" y="2110398"/>
            <a:chExt cx="1337549" cy="694394"/>
          </a:xfrm>
        </p:grpSpPr>
        <p:cxnSp>
          <p:nvCxnSpPr>
            <p:cNvPr id="209" name="Straight Connector 208">
              <a:extLst>
                <a:ext uri="{FF2B5EF4-FFF2-40B4-BE49-F238E27FC236}">
                  <a16:creationId xmlns:a16="http://schemas.microsoft.com/office/drawing/2014/main" id="{17451F4A-F14E-4571-B270-9F82F1124D06}"/>
                </a:ext>
              </a:extLst>
            </p:cNvPr>
            <p:cNvCxnSpPr>
              <a:cxnSpLocks/>
            </p:cNvCxnSpPr>
            <p:nvPr/>
          </p:nvCxnSpPr>
          <p:spPr>
            <a:xfrm>
              <a:off x="4922598" y="2110398"/>
              <a:ext cx="621999" cy="0"/>
            </a:xfrm>
            <a:prstGeom prst="line">
              <a:avLst/>
            </a:prstGeom>
            <a:ln w="15875" cap="rnd">
              <a:solidFill>
                <a:schemeClr val="accent1"/>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5206FE82-69BE-43EB-8E6D-D374825BC645}"/>
                </a:ext>
              </a:extLst>
            </p:cNvPr>
            <p:cNvCxnSpPr>
              <a:cxnSpLocks/>
            </p:cNvCxnSpPr>
            <p:nvPr/>
          </p:nvCxnSpPr>
          <p:spPr>
            <a:xfrm flipH="1">
              <a:off x="4207048" y="2129350"/>
              <a:ext cx="696600" cy="675442"/>
            </a:xfrm>
            <a:prstGeom prst="line">
              <a:avLst/>
            </a:prstGeom>
            <a:ln w="15875" cap="rnd">
              <a:solidFill>
                <a:schemeClr val="accent1"/>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220" name="Group 219">
            <a:extLst>
              <a:ext uri="{FF2B5EF4-FFF2-40B4-BE49-F238E27FC236}">
                <a16:creationId xmlns:a16="http://schemas.microsoft.com/office/drawing/2014/main" id="{C0EEC686-E52E-4F51-8BE8-BB17E9FE906A}"/>
              </a:ext>
            </a:extLst>
          </p:cNvPr>
          <p:cNvGrpSpPr/>
          <p:nvPr/>
        </p:nvGrpSpPr>
        <p:grpSpPr>
          <a:xfrm>
            <a:off x="2851786" y="2746475"/>
            <a:ext cx="1144055" cy="646319"/>
            <a:chOff x="4523386" y="3151206"/>
            <a:chExt cx="1021211" cy="300631"/>
          </a:xfrm>
        </p:grpSpPr>
        <p:cxnSp>
          <p:nvCxnSpPr>
            <p:cNvPr id="221" name="Straight Connector 220">
              <a:extLst>
                <a:ext uri="{FF2B5EF4-FFF2-40B4-BE49-F238E27FC236}">
                  <a16:creationId xmlns:a16="http://schemas.microsoft.com/office/drawing/2014/main" id="{3305C77B-B2A8-47D2-9760-3D4C289B712F}"/>
                </a:ext>
              </a:extLst>
            </p:cNvPr>
            <p:cNvCxnSpPr>
              <a:cxnSpLocks/>
            </p:cNvCxnSpPr>
            <p:nvPr/>
          </p:nvCxnSpPr>
          <p:spPr>
            <a:xfrm>
              <a:off x="4922598" y="3151712"/>
              <a:ext cx="621999" cy="0"/>
            </a:xfrm>
            <a:prstGeom prst="line">
              <a:avLst/>
            </a:prstGeom>
            <a:ln w="15875" cap="rnd">
              <a:solidFill>
                <a:schemeClr val="accent4"/>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0248B095-4C28-4536-B7F9-3B128686F64B}"/>
                </a:ext>
              </a:extLst>
            </p:cNvPr>
            <p:cNvCxnSpPr>
              <a:cxnSpLocks/>
            </p:cNvCxnSpPr>
            <p:nvPr/>
          </p:nvCxnSpPr>
          <p:spPr>
            <a:xfrm flipH="1">
              <a:off x="4523386" y="3151206"/>
              <a:ext cx="371734" cy="300631"/>
            </a:xfrm>
            <a:prstGeom prst="line">
              <a:avLst/>
            </a:prstGeom>
            <a:ln w="15875" cap="rnd">
              <a:solidFill>
                <a:schemeClr val="accent4"/>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4" name="Group 3">
            <a:extLst>
              <a:ext uri="{FF2B5EF4-FFF2-40B4-BE49-F238E27FC236}">
                <a16:creationId xmlns:a16="http://schemas.microsoft.com/office/drawing/2014/main" id="{0EFB063A-9A57-4FB2-B73C-7AD4E791F4D6}"/>
              </a:ext>
            </a:extLst>
          </p:cNvPr>
          <p:cNvGrpSpPr/>
          <p:nvPr/>
        </p:nvGrpSpPr>
        <p:grpSpPr>
          <a:xfrm>
            <a:off x="393341" y="2529881"/>
            <a:ext cx="2286000" cy="2286000"/>
            <a:chOff x="380600" y="1693103"/>
            <a:chExt cx="4113462" cy="4088045"/>
          </a:xfrm>
        </p:grpSpPr>
        <p:sp>
          <p:nvSpPr>
            <p:cNvPr id="148" name="Arc 147">
              <a:extLst>
                <a:ext uri="{FF2B5EF4-FFF2-40B4-BE49-F238E27FC236}">
                  <a16:creationId xmlns:a16="http://schemas.microsoft.com/office/drawing/2014/main" id="{9030AAFA-ACEB-4A54-9A08-B4B7652A851A}"/>
                </a:ext>
              </a:extLst>
            </p:cNvPr>
            <p:cNvSpPr/>
            <p:nvPr/>
          </p:nvSpPr>
          <p:spPr>
            <a:xfrm>
              <a:off x="380600" y="1693103"/>
              <a:ext cx="4088045" cy="4088045"/>
            </a:xfrm>
            <a:prstGeom prst="arc">
              <a:avLst>
                <a:gd name="adj1" fmla="val 16812435"/>
                <a:gd name="adj2" fmla="val 4781030"/>
              </a:avLst>
            </a:prstGeom>
            <a:ln w="25400" cap="rnd">
              <a:solidFill>
                <a:schemeClr val="accent6">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prstClr val="black"/>
                </a:solidFill>
                <a:effectLst/>
                <a:uLnTx/>
                <a:uFillTx/>
                <a:latin typeface="Verdana"/>
                <a:ea typeface="+mn-ea"/>
                <a:cs typeface="+mn-cs"/>
              </a:endParaRPr>
            </a:p>
          </p:txBody>
        </p:sp>
        <p:sp>
          <p:nvSpPr>
            <p:cNvPr id="149" name="Arc 148">
              <a:extLst>
                <a:ext uri="{FF2B5EF4-FFF2-40B4-BE49-F238E27FC236}">
                  <a16:creationId xmlns:a16="http://schemas.microsoft.com/office/drawing/2014/main" id="{0C94EEA9-9C98-4B91-A554-AA252EFFBB8F}"/>
                </a:ext>
              </a:extLst>
            </p:cNvPr>
            <p:cNvSpPr/>
            <p:nvPr/>
          </p:nvSpPr>
          <p:spPr>
            <a:xfrm flipH="1">
              <a:off x="406017" y="1693103"/>
              <a:ext cx="4088045" cy="4088045"/>
            </a:xfrm>
            <a:prstGeom prst="arc">
              <a:avLst>
                <a:gd name="adj1" fmla="val 16812435"/>
                <a:gd name="adj2" fmla="val 4781841"/>
              </a:avLst>
            </a:prstGeom>
            <a:ln w="25400" cap="rnd">
              <a:solidFill>
                <a:schemeClr val="accent6">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prstClr val="black"/>
                </a:solidFill>
                <a:effectLst/>
                <a:uLnTx/>
                <a:uFillTx/>
                <a:latin typeface="Verdana"/>
                <a:ea typeface="+mn-ea"/>
                <a:cs typeface="+mn-cs"/>
              </a:endParaRPr>
            </a:p>
          </p:txBody>
        </p:sp>
        <p:sp>
          <p:nvSpPr>
            <p:cNvPr id="150" name="Oval 149">
              <a:extLst>
                <a:ext uri="{FF2B5EF4-FFF2-40B4-BE49-F238E27FC236}">
                  <a16:creationId xmlns:a16="http://schemas.microsoft.com/office/drawing/2014/main" id="{E6483AB2-DD13-4C35-A67B-1076C768B46B}"/>
                </a:ext>
              </a:extLst>
            </p:cNvPr>
            <p:cNvSpPr/>
            <p:nvPr/>
          </p:nvSpPr>
          <p:spPr bwMode="gray">
            <a:xfrm>
              <a:off x="618308" y="1899909"/>
              <a:ext cx="3674434" cy="3674434"/>
            </a:xfrm>
            <a:prstGeom prst="ellipse">
              <a:avLst/>
            </a:prstGeom>
            <a:noFill/>
            <a:ln w="19050" algn="ctr">
              <a:solidFill>
                <a:srgbClr val="046A38"/>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151" name="Oval 150">
              <a:extLst>
                <a:ext uri="{FF2B5EF4-FFF2-40B4-BE49-F238E27FC236}">
                  <a16:creationId xmlns:a16="http://schemas.microsoft.com/office/drawing/2014/main" id="{DFBA97AC-3179-45F9-9E3B-EE4E3166898D}"/>
                </a:ext>
              </a:extLst>
            </p:cNvPr>
            <p:cNvSpPr/>
            <p:nvPr/>
          </p:nvSpPr>
          <p:spPr bwMode="gray">
            <a:xfrm>
              <a:off x="785328" y="2066929"/>
              <a:ext cx="3340395" cy="3340395"/>
            </a:xfrm>
            <a:prstGeom prst="ellipse">
              <a:avLst/>
            </a:prstGeom>
            <a:noFill/>
            <a:ln w="19050" algn="ctr">
              <a:solidFill>
                <a:srgbClr val="009A44"/>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152" name="Oval 151">
              <a:extLst>
                <a:ext uri="{FF2B5EF4-FFF2-40B4-BE49-F238E27FC236}">
                  <a16:creationId xmlns:a16="http://schemas.microsoft.com/office/drawing/2014/main" id="{8EB1C895-CF38-49A2-8FC8-970CDCA274F6}"/>
                </a:ext>
              </a:extLst>
            </p:cNvPr>
            <p:cNvSpPr/>
            <p:nvPr/>
          </p:nvSpPr>
          <p:spPr bwMode="gray">
            <a:xfrm>
              <a:off x="937164" y="2218765"/>
              <a:ext cx="3036722" cy="3036722"/>
            </a:xfrm>
            <a:prstGeom prst="ellipse">
              <a:avLst/>
            </a:prstGeom>
            <a:noFill/>
            <a:ln w="19050" algn="ctr">
              <a:solidFill>
                <a:srgbClr val="009A44"/>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153" name="Oval 152">
              <a:extLst>
                <a:ext uri="{FF2B5EF4-FFF2-40B4-BE49-F238E27FC236}">
                  <a16:creationId xmlns:a16="http://schemas.microsoft.com/office/drawing/2014/main" id="{A0D73A2E-4EA5-4CB9-8C5B-3037EA65E517}"/>
                </a:ext>
              </a:extLst>
            </p:cNvPr>
            <p:cNvSpPr/>
            <p:nvPr/>
          </p:nvSpPr>
          <p:spPr bwMode="gray">
            <a:xfrm>
              <a:off x="1075197" y="2356798"/>
              <a:ext cx="2760657" cy="2760657"/>
            </a:xfrm>
            <a:prstGeom prst="ellipse">
              <a:avLst/>
            </a:prstGeom>
            <a:noFill/>
            <a:ln w="19050" algn="ctr">
              <a:solidFill>
                <a:srgbClr val="43B02A"/>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grpSp>
      <p:grpSp>
        <p:nvGrpSpPr>
          <p:cNvPr id="120" name="Graphic 4">
            <a:extLst>
              <a:ext uri="{FF2B5EF4-FFF2-40B4-BE49-F238E27FC236}">
                <a16:creationId xmlns:a16="http://schemas.microsoft.com/office/drawing/2014/main" id="{C4DAC4BE-E237-4AF8-9FC0-918EA2AB9918}"/>
              </a:ext>
            </a:extLst>
          </p:cNvPr>
          <p:cNvGrpSpPr/>
          <p:nvPr/>
        </p:nvGrpSpPr>
        <p:grpSpPr>
          <a:xfrm>
            <a:off x="4007411" y="3886444"/>
            <a:ext cx="548640" cy="548640"/>
            <a:chOff x="5099808" y="2855717"/>
            <a:chExt cx="362309" cy="361971"/>
          </a:xfrm>
          <a:solidFill>
            <a:schemeClr val="accent2"/>
          </a:solidFill>
        </p:grpSpPr>
        <p:sp>
          <p:nvSpPr>
            <p:cNvPr id="121" name="Graphic 4">
              <a:extLst>
                <a:ext uri="{FF2B5EF4-FFF2-40B4-BE49-F238E27FC236}">
                  <a16:creationId xmlns:a16="http://schemas.microsoft.com/office/drawing/2014/main" id="{F67C0DFC-05B1-4D54-8961-9ECC95456C10}"/>
                </a:ext>
              </a:extLst>
            </p:cNvPr>
            <p:cNvSpPr/>
            <p:nvPr/>
          </p:nvSpPr>
          <p:spPr>
            <a:xfrm>
              <a:off x="5218022" y="2992973"/>
              <a:ext cx="117574" cy="74692"/>
            </a:xfrm>
            <a:custGeom>
              <a:avLst/>
              <a:gdLst>
                <a:gd name="connsiteX0" fmla="*/ 98405 w 117574"/>
                <a:gd name="connsiteY0" fmla="*/ 74692 h 74692"/>
                <a:gd name="connsiteX1" fmla="*/ 117575 w 117574"/>
                <a:gd name="connsiteY1" fmla="*/ 0 h 74692"/>
                <a:gd name="connsiteX2" fmla="*/ 0 w 117574"/>
                <a:gd name="connsiteY2" fmla="*/ 8938 h 74692"/>
                <a:gd name="connsiteX3" fmla="*/ 14697 w 117574"/>
                <a:gd name="connsiteY3" fmla="*/ 58094 h 74692"/>
              </a:gdLst>
              <a:ahLst/>
              <a:cxnLst>
                <a:cxn ang="0">
                  <a:pos x="connsiteX0" y="connsiteY0"/>
                </a:cxn>
                <a:cxn ang="0">
                  <a:pos x="connsiteX1" y="connsiteY1"/>
                </a:cxn>
                <a:cxn ang="0">
                  <a:pos x="connsiteX2" y="connsiteY2"/>
                </a:cxn>
                <a:cxn ang="0">
                  <a:pos x="connsiteX3" y="connsiteY3"/>
                </a:cxn>
              </a:cxnLst>
              <a:rect l="l" t="t" r="r" b="b"/>
              <a:pathLst>
                <a:path w="117574" h="74692">
                  <a:moveTo>
                    <a:pt x="98405" y="74692"/>
                  </a:moveTo>
                  <a:lnTo>
                    <a:pt x="117575" y="0"/>
                  </a:lnTo>
                  <a:lnTo>
                    <a:pt x="0" y="8938"/>
                  </a:lnTo>
                  <a:lnTo>
                    <a:pt x="14697" y="5809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22" name="Graphic 4">
              <a:extLst>
                <a:ext uri="{FF2B5EF4-FFF2-40B4-BE49-F238E27FC236}">
                  <a16:creationId xmlns:a16="http://schemas.microsoft.com/office/drawing/2014/main" id="{5B54A637-F000-4238-98F2-FA1C3E44C88E}"/>
                </a:ext>
              </a:extLst>
            </p:cNvPr>
            <p:cNvSpPr/>
            <p:nvPr/>
          </p:nvSpPr>
          <p:spPr>
            <a:xfrm>
              <a:off x="5234636" y="3064474"/>
              <a:ext cx="20447" cy="35750"/>
            </a:xfrm>
            <a:custGeom>
              <a:avLst/>
              <a:gdLst>
                <a:gd name="connsiteX0" fmla="*/ 3195 w 20447"/>
                <a:gd name="connsiteY0" fmla="*/ 35750 h 35750"/>
                <a:gd name="connsiteX1" fmla="*/ 20448 w 20447"/>
                <a:gd name="connsiteY1" fmla="*/ 3830 h 35750"/>
                <a:gd name="connsiteX2" fmla="*/ 0 w 20447"/>
                <a:gd name="connsiteY2" fmla="*/ 0 h 35750"/>
                <a:gd name="connsiteX3" fmla="*/ 3195 w 20447"/>
                <a:gd name="connsiteY3" fmla="*/ 35750 h 35750"/>
              </a:gdLst>
              <a:ahLst/>
              <a:cxnLst>
                <a:cxn ang="0">
                  <a:pos x="connsiteX0" y="connsiteY0"/>
                </a:cxn>
                <a:cxn ang="0">
                  <a:pos x="connsiteX1" y="connsiteY1"/>
                </a:cxn>
                <a:cxn ang="0">
                  <a:pos x="connsiteX2" y="connsiteY2"/>
                </a:cxn>
                <a:cxn ang="0">
                  <a:pos x="connsiteX3" y="connsiteY3"/>
                </a:cxn>
              </a:cxnLst>
              <a:rect l="l" t="t" r="r" b="b"/>
              <a:pathLst>
                <a:path w="20447" h="35750">
                  <a:moveTo>
                    <a:pt x="3195" y="35750"/>
                  </a:moveTo>
                  <a:cubicBezTo>
                    <a:pt x="10863" y="26174"/>
                    <a:pt x="16614" y="15322"/>
                    <a:pt x="20448" y="3830"/>
                  </a:cubicBezTo>
                  <a:lnTo>
                    <a:pt x="0" y="0"/>
                  </a:lnTo>
                  <a:cubicBezTo>
                    <a:pt x="0" y="12130"/>
                    <a:pt x="639" y="24259"/>
                    <a:pt x="3195" y="3575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24" name="Graphic 4">
              <a:extLst>
                <a:ext uri="{FF2B5EF4-FFF2-40B4-BE49-F238E27FC236}">
                  <a16:creationId xmlns:a16="http://schemas.microsoft.com/office/drawing/2014/main" id="{28238BD4-BB78-4295-ADCD-028DDDBB69FF}"/>
                </a:ext>
              </a:extLst>
            </p:cNvPr>
            <p:cNvSpPr/>
            <p:nvPr/>
          </p:nvSpPr>
          <p:spPr>
            <a:xfrm>
              <a:off x="5242304" y="2971421"/>
              <a:ext cx="67733" cy="15806"/>
            </a:xfrm>
            <a:custGeom>
              <a:avLst/>
              <a:gdLst>
                <a:gd name="connsiteX0" fmla="*/ 28115 w 67733"/>
                <a:gd name="connsiteY0" fmla="*/ 485 h 15806"/>
                <a:gd name="connsiteX1" fmla="*/ 0 w 67733"/>
                <a:gd name="connsiteY1" fmla="*/ 15806 h 15806"/>
                <a:gd name="connsiteX2" fmla="*/ 67733 w 67733"/>
                <a:gd name="connsiteY2" fmla="*/ 10699 h 15806"/>
                <a:gd name="connsiteX3" fmla="*/ 28115 w 67733"/>
                <a:gd name="connsiteY3" fmla="*/ 485 h 15806"/>
              </a:gdLst>
              <a:ahLst/>
              <a:cxnLst>
                <a:cxn ang="0">
                  <a:pos x="connsiteX0" y="connsiteY0"/>
                </a:cxn>
                <a:cxn ang="0">
                  <a:pos x="connsiteX1" y="connsiteY1"/>
                </a:cxn>
                <a:cxn ang="0">
                  <a:pos x="connsiteX2" y="connsiteY2"/>
                </a:cxn>
                <a:cxn ang="0">
                  <a:pos x="connsiteX3" y="connsiteY3"/>
                </a:cxn>
              </a:cxnLst>
              <a:rect l="l" t="t" r="r" b="b"/>
              <a:pathLst>
                <a:path w="67733" h="15806">
                  <a:moveTo>
                    <a:pt x="28115" y="485"/>
                  </a:moveTo>
                  <a:cubicBezTo>
                    <a:pt x="17253" y="2400"/>
                    <a:pt x="7668" y="8146"/>
                    <a:pt x="0" y="15806"/>
                  </a:cubicBezTo>
                  <a:lnTo>
                    <a:pt x="67733" y="10699"/>
                  </a:lnTo>
                  <a:cubicBezTo>
                    <a:pt x="56870" y="2400"/>
                    <a:pt x="42812" y="-1430"/>
                    <a:pt x="28115" y="48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25" name="Graphic 4">
              <a:extLst>
                <a:ext uri="{FF2B5EF4-FFF2-40B4-BE49-F238E27FC236}">
                  <a16:creationId xmlns:a16="http://schemas.microsoft.com/office/drawing/2014/main" id="{C993A1ED-F119-46C5-996D-930E2915D203}"/>
                </a:ext>
              </a:extLst>
            </p:cNvPr>
            <p:cNvSpPr/>
            <p:nvPr/>
          </p:nvSpPr>
          <p:spPr>
            <a:xfrm>
              <a:off x="5361796" y="3074050"/>
              <a:ext cx="20447" cy="20428"/>
            </a:xfrm>
            <a:custGeom>
              <a:avLst/>
              <a:gdLst>
                <a:gd name="connsiteX0" fmla="*/ 10224 w 20447"/>
                <a:gd name="connsiteY0" fmla="*/ 0 h 20428"/>
                <a:gd name="connsiteX1" fmla="*/ 0 w 20447"/>
                <a:gd name="connsiteY1" fmla="*/ 10214 h 20428"/>
                <a:gd name="connsiteX2" fmla="*/ 10224 w 20447"/>
                <a:gd name="connsiteY2" fmla="*/ 20429 h 20428"/>
                <a:gd name="connsiteX3" fmla="*/ 20448 w 20447"/>
                <a:gd name="connsiteY3" fmla="*/ 10214 h 20428"/>
                <a:gd name="connsiteX4" fmla="*/ 10224 w 20447"/>
                <a:gd name="connsiteY4" fmla="*/ 0 h 20428"/>
                <a:gd name="connsiteX5" fmla="*/ 10224 w 20447"/>
                <a:gd name="connsiteY5" fmla="*/ 0 h 20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447" h="20428">
                  <a:moveTo>
                    <a:pt x="10224" y="0"/>
                  </a:moveTo>
                  <a:cubicBezTo>
                    <a:pt x="4473" y="0"/>
                    <a:pt x="0" y="4469"/>
                    <a:pt x="0" y="10214"/>
                  </a:cubicBezTo>
                  <a:cubicBezTo>
                    <a:pt x="0" y="15960"/>
                    <a:pt x="4473" y="20429"/>
                    <a:pt x="10224" y="20429"/>
                  </a:cubicBezTo>
                  <a:cubicBezTo>
                    <a:pt x="15975" y="20429"/>
                    <a:pt x="20448" y="15960"/>
                    <a:pt x="20448" y="10214"/>
                  </a:cubicBezTo>
                  <a:cubicBezTo>
                    <a:pt x="20448" y="4469"/>
                    <a:pt x="15975" y="0"/>
                    <a:pt x="10224" y="0"/>
                  </a:cubicBezTo>
                  <a:lnTo>
                    <a:pt x="10224" y="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26" name="Graphic 4">
              <a:extLst>
                <a:ext uri="{FF2B5EF4-FFF2-40B4-BE49-F238E27FC236}">
                  <a16:creationId xmlns:a16="http://schemas.microsoft.com/office/drawing/2014/main" id="{041C6801-006D-4D99-8926-77D07B752F09}"/>
                </a:ext>
              </a:extLst>
            </p:cNvPr>
            <p:cNvSpPr/>
            <p:nvPr/>
          </p:nvSpPr>
          <p:spPr>
            <a:xfrm>
              <a:off x="5099808" y="2855717"/>
              <a:ext cx="362309" cy="361971"/>
            </a:xfrm>
            <a:custGeom>
              <a:avLst/>
              <a:gdLst>
                <a:gd name="connsiteX0" fmla="*/ 180836 w 362309"/>
                <a:gd name="connsiteY0" fmla="*/ 0 h 361971"/>
                <a:gd name="connsiteX1" fmla="*/ 0 w 362309"/>
                <a:gd name="connsiteY1" fmla="*/ 181305 h 361971"/>
                <a:gd name="connsiteX2" fmla="*/ 181474 w 362309"/>
                <a:gd name="connsiteY2" fmla="*/ 361972 h 361971"/>
                <a:gd name="connsiteX3" fmla="*/ 362310 w 362309"/>
                <a:gd name="connsiteY3" fmla="*/ 180667 h 361971"/>
                <a:gd name="connsiteX4" fmla="*/ 362310 w 362309"/>
                <a:gd name="connsiteY4" fmla="*/ 180667 h 361971"/>
                <a:gd name="connsiteX5" fmla="*/ 180836 w 362309"/>
                <a:gd name="connsiteY5" fmla="*/ 0 h 361971"/>
                <a:gd name="connsiteX6" fmla="*/ 180836 w 362309"/>
                <a:gd name="connsiteY6" fmla="*/ 0 h 361971"/>
                <a:gd name="connsiteX7" fmla="*/ 272212 w 362309"/>
                <a:gd name="connsiteY7" fmla="*/ 251529 h 361971"/>
                <a:gd name="connsiteX8" fmla="*/ 249847 w 362309"/>
                <a:gd name="connsiteY8" fmla="*/ 231100 h 361971"/>
                <a:gd name="connsiteX9" fmla="*/ 230677 w 362309"/>
                <a:gd name="connsiteY9" fmla="*/ 227270 h 361971"/>
                <a:gd name="connsiteX10" fmla="*/ 168056 w 362309"/>
                <a:gd name="connsiteY10" fmla="*/ 215140 h 361971"/>
                <a:gd name="connsiteX11" fmla="*/ 138662 w 362309"/>
                <a:gd name="connsiteY11" fmla="*/ 258551 h 361971"/>
                <a:gd name="connsiteX12" fmla="*/ 136745 w 362309"/>
                <a:gd name="connsiteY12" fmla="*/ 258551 h 361971"/>
                <a:gd name="connsiteX13" fmla="*/ 129077 w 362309"/>
                <a:gd name="connsiteY13" fmla="*/ 254721 h 361971"/>
                <a:gd name="connsiteX14" fmla="*/ 122048 w 362309"/>
                <a:gd name="connsiteY14" fmla="*/ 204287 h 361971"/>
                <a:gd name="connsiteX15" fmla="*/ 122048 w 362309"/>
                <a:gd name="connsiteY15" fmla="*/ 204287 h 361971"/>
                <a:gd name="connsiteX16" fmla="*/ 121409 w 362309"/>
                <a:gd name="connsiteY16" fmla="*/ 203011 h 361971"/>
                <a:gd name="connsiteX17" fmla="*/ 100322 w 362309"/>
                <a:gd name="connsiteY17" fmla="*/ 130233 h 361971"/>
                <a:gd name="connsiteX18" fmla="*/ 72207 w 362309"/>
                <a:gd name="connsiteY18" fmla="*/ 130233 h 361971"/>
                <a:gd name="connsiteX19" fmla="*/ 65817 w 362309"/>
                <a:gd name="connsiteY19" fmla="*/ 123849 h 361971"/>
                <a:gd name="connsiteX20" fmla="*/ 72207 w 362309"/>
                <a:gd name="connsiteY20" fmla="*/ 117465 h 361971"/>
                <a:gd name="connsiteX21" fmla="*/ 104795 w 362309"/>
                <a:gd name="connsiteY21" fmla="*/ 117465 h 361971"/>
                <a:gd name="connsiteX22" fmla="*/ 111185 w 362309"/>
                <a:gd name="connsiteY22" fmla="*/ 121934 h 361971"/>
                <a:gd name="connsiteX23" fmla="*/ 114380 w 362309"/>
                <a:gd name="connsiteY23" fmla="*/ 134064 h 361971"/>
                <a:gd name="connsiteX24" fmla="*/ 124604 w 362309"/>
                <a:gd name="connsiteY24" fmla="*/ 133425 h 361971"/>
                <a:gd name="connsiteX25" fmla="*/ 168695 w 362309"/>
                <a:gd name="connsiteY25" fmla="*/ 104059 h 361971"/>
                <a:gd name="connsiteX26" fmla="*/ 230038 w 362309"/>
                <a:gd name="connsiteY26" fmla="*/ 125764 h 361971"/>
                <a:gd name="connsiteX27" fmla="*/ 243457 w 362309"/>
                <a:gd name="connsiteY27" fmla="*/ 124488 h 361971"/>
                <a:gd name="connsiteX28" fmla="*/ 248569 w 362309"/>
                <a:gd name="connsiteY28" fmla="*/ 127041 h 361971"/>
                <a:gd name="connsiteX29" fmla="*/ 249847 w 362309"/>
                <a:gd name="connsiteY29" fmla="*/ 132787 h 361971"/>
                <a:gd name="connsiteX30" fmla="*/ 228760 w 362309"/>
                <a:gd name="connsiteY30" fmla="*/ 215140 h 361971"/>
                <a:gd name="connsiteX31" fmla="*/ 251125 w 362309"/>
                <a:gd name="connsiteY31" fmla="*/ 219609 h 361971"/>
                <a:gd name="connsiteX32" fmla="*/ 281796 w 362309"/>
                <a:gd name="connsiteY32" fmla="*/ 209395 h 361971"/>
                <a:gd name="connsiteX33" fmla="*/ 292020 w 362309"/>
                <a:gd name="connsiteY33" fmla="*/ 240038 h 361971"/>
                <a:gd name="connsiteX34" fmla="*/ 272212 w 362309"/>
                <a:gd name="connsiteY34" fmla="*/ 251529 h 361971"/>
                <a:gd name="connsiteX35" fmla="*/ 272212 w 362309"/>
                <a:gd name="connsiteY35" fmla="*/ 251529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62309" h="361971">
                  <a:moveTo>
                    <a:pt x="180836" y="0"/>
                  </a:moveTo>
                  <a:cubicBezTo>
                    <a:pt x="80513" y="0"/>
                    <a:pt x="0" y="81076"/>
                    <a:pt x="0" y="181305"/>
                  </a:cubicBezTo>
                  <a:cubicBezTo>
                    <a:pt x="0" y="281533"/>
                    <a:pt x="81152" y="361972"/>
                    <a:pt x="181474" y="361972"/>
                  </a:cubicBezTo>
                  <a:cubicBezTo>
                    <a:pt x="281796" y="361972"/>
                    <a:pt x="362310" y="280895"/>
                    <a:pt x="362310" y="180667"/>
                  </a:cubicBezTo>
                  <a:cubicBezTo>
                    <a:pt x="362310" y="180667"/>
                    <a:pt x="362310" y="180667"/>
                    <a:pt x="362310" y="180667"/>
                  </a:cubicBezTo>
                  <a:cubicBezTo>
                    <a:pt x="361671" y="80438"/>
                    <a:pt x="280518" y="0"/>
                    <a:pt x="180836" y="0"/>
                  </a:cubicBezTo>
                  <a:cubicBezTo>
                    <a:pt x="180836" y="0"/>
                    <a:pt x="180836" y="0"/>
                    <a:pt x="180836" y="0"/>
                  </a:cubicBezTo>
                  <a:close/>
                  <a:moveTo>
                    <a:pt x="272212" y="251529"/>
                  </a:moveTo>
                  <a:cubicBezTo>
                    <a:pt x="260710" y="251529"/>
                    <a:pt x="250486" y="242591"/>
                    <a:pt x="249847" y="231100"/>
                  </a:cubicBezTo>
                  <a:lnTo>
                    <a:pt x="230677" y="227270"/>
                  </a:lnTo>
                  <a:lnTo>
                    <a:pt x="168056" y="215140"/>
                  </a:lnTo>
                  <a:cubicBezTo>
                    <a:pt x="162305" y="230462"/>
                    <a:pt x="150164" y="255998"/>
                    <a:pt x="138662" y="258551"/>
                  </a:cubicBezTo>
                  <a:lnTo>
                    <a:pt x="136745" y="258551"/>
                  </a:lnTo>
                  <a:cubicBezTo>
                    <a:pt x="133550" y="258551"/>
                    <a:pt x="130994" y="257274"/>
                    <a:pt x="129077" y="254721"/>
                  </a:cubicBezTo>
                  <a:cubicBezTo>
                    <a:pt x="122048" y="246422"/>
                    <a:pt x="121409" y="216417"/>
                    <a:pt x="122048" y="204287"/>
                  </a:cubicBezTo>
                  <a:lnTo>
                    <a:pt x="122048" y="204287"/>
                  </a:lnTo>
                  <a:cubicBezTo>
                    <a:pt x="122048" y="203649"/>
                    <a:pt x="121409" y="203011"/>
                    <a:pt x="121409" y="203011"/>
                  </a:cubicBezTo>
                  <a:lnTo>
                    <a:pt x="100322" y="130233"/>
                  </a:lnTo>
                  <a:lnTo>
                    <a:pt x="72207" y="130233"/>
                  </a:lnTo>
                  <a:cubicBezTo>
                    <a:pt x="68372" y="130233"/>
                    <a:pt x="65817" y="127680"/>
                    <a:pt x="65817" y="123849"/>
                  </a:cubicBezTo>
                  <a:cubicBezTo>
                    <a:pt x="65817" y="120019"/>
                    <a:pt x="68372" y="117465"/>
                    <a:pt x="72207" y="117465"/>
                  </a:cubicBezTo>
                  <a:lnTo>
                    <a:pt x="104795" y="117465"/>
                  </a:lnTo>
                  <a:cubicBezTo>
                    <a:pt x="107990" y="117465"/>
                    <a:pt x="110546" y="119380"/>
                    <a:pt x="111185" y="121934"/>
                  </a:cubicBezTo>
                  <a:lnTo>
                    <a:pt x="114380" y="134064"/>
                  </a:lnTo>
                  <a:lnTo>
                    <a:pt x="124604" y="133425"/>
                  </a:lnTo>
                  <a:cubicBezTo>
                    <a:pt x="134828" y="118104"/>
                    <a:pt x="150803" y="107889"/>
                    <a:pt x="168695" y="104059"/>
                  </a:cubicBezTo>
                  <a:cubicBezTo>
                    <a:pt x="188503" y="100867"/>
                    <a:pt x="208951" y="107889"/>
                    <a:pt x="230038" y="125764"/>
                  </a:cubicBezTo>
                  <a:lnTo>
                    <a:pt x="243457" y="124488"/>
                  </a:lnTo>
                  <a:cubicBezTo>
                    <a:pt x="245374" y="124488"/>
                    <a:pt x="247291" y="125126"/>
                    <a:pt x="248569" y="127041"/>
                  </a:cubicBezTo>
                  <a:cubicBezTo>
                    <a:pt x="249847" y="128318"/>
                    <a:pt x="250486" y="130872"/>
                    <a:pt x="249847" y="132787"/>
                  </a:cubicBezTo>
                  <a:lnTo>
                    <a:pt x="228760" y="215140"/>
                  </a:lnTo>
                  <a:lnTo>
                    <a:pt x="251125" y="219609"/>
                  </a:lnTo>
                  <a:cubicBezTo>
                    <a:pt x="256876" y="208118"/>
                    <a:pt x="270295" y="203649"/>
                    <a:pt x="281796" y="209395"/>
                  </a:cubicBezTo>
                  <a:cubicBezTo>
                    <a:pt x="293298" y="215140"/>
                    <a:pt x="297771" y="228546"/>
                    <a:pt x="292020" y="240038"/>
                  </a:cubicBezTo>
                  <a:cubicBezTo>
                    <a:pt x="288825" y="246422"/>
                    <a:pt x="280518" y="251529"/>
                    <a:pt x="272212" y="251529"/>
                  </a:cubicBezTo>
                  <a:lnTo>
                    <a:pt x="272212" y="251529"/>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grpSp>
      <p:sp>
        <p:nvSpPr>
          <p:cNvPr id="91" name="Rectangle 90">
            <a:extLst>
              <a:ext uri="{FF2B5EF4-FFF2-40B4-BE49-F238E27FC236}">
                <a16:creationId xmlns:a16="http://schemas.microsoft.com/office/drawing/2014/main" id="{01472869-1965-426F-8440-1C6F5950E5BC}"/>
              </a:ext>
            </a:extLst>
          </p:cNvPr>
          <p:cNvSpPr/>
          <p:nvPr/>
        </p:nvSpPr>
        <p:spPr>
          <a:xfrm>
            <a:off x="4923084" y="1444797"/>
            <a:ext cx="4916562" cy="646331"/>
          </a:xfrm>
          <a:prstGeom prst="rect">
            <a:avLst/>
          </a:prstGeom>
        </p:spPr>
        <p:txBody>
          <a:bodyPr wrap="square" lIns="0" tIns="0" rIns="0" bIns="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86BC25"/>
                </a:solidFill>
                <a:effectLst/>
                <a:uLnTx/>
                <a:uFillTx/>
                <a:latin typeface="Verdana"/>
                <a:ea typeface="+mn-ea"/>
                <a:cs typeface="+mn-cs"/>
              </a:rPr>
              <a:t>Achieved ROE is lower than Normative ROE: </a:t>
            </a:r>
            <a:r>
              <a:rPr kumimoji="0" lang="en-US" sz="1400" b="0" i="0" u="none" strike="noStrike" kern="1200" cap="none" spc="0" normalizeH="0" baseline="0" noProof="0" dirty="0">
                <a:ln>
                  <a:noFill/>
                </a:ln>
                <a:solidFill>
                  <a:prstClr val="black"/>
                </a:solidFill>
                <a:effectLst/>
                <a:uLnTx/>
                <a:uFillTx/>
                <a:latin typeface="Verdana"/>
                <a:ea typeface="+mn-ea"/>
                <a:cs typeface="+mn-cs"/>
              </a:rPr>
              <a:t>Historically, there has been disallowance mainly in Employee Cost resulting in lower than normative ROE</a:t>
            </a:r>
          </a:p>
        </p:txBody>
      </p:sp>
      <p:sp>
        <p:nvSpPr>
          <p:cNvPr id="92" name="Graphic 4">
            <a:extLst>
              <a:ext uri="{FF2B5EF4-FFF2-40B4-BE49-F238E27FC236}">
                <a16:creationId xmlns:a16="http://schemas.microsoft.com/office/drawing/2014/main" id="{3094A703-8FE4-4481-833D-F34B54B03177}"/>
              </a:ext>
            </a:extLst>
          </p:cNvPr>
          <p:cNvSpPr/>
          <p:nvPr/>
        </p:nvSpPr>
        <p:spPr>
          <a:xfrm>
            <a:off x="4022298" y="1382058"/>
            <a:ext cx="548640" cy="548640"/>
          </a:xfrm>
          <a:custGeom>
            <a:avLst/>
            <a:gdLst>
              <a:gd name="connsiteX0" fmla="*/ 180835 w 361670"/>
              <a:gd name="connsiteY0" fmla="*/ 0 h 361333"/>
              <a:gd name="connsiteX1" fmla="*/ 0 w 361670"/>
              <a:gd name="connsiteY1" fmla="*/ 180667 h 361333"/>
              <a:gd name="connsiteX2" fmla="*/ 180835 w 361670"/>
              <a:gd name="connsiteY2" fmla="*/ 361333 h 361333"/>
              <a:gd name="connsiteX3" fmla="*/ 361670 w 361670"/>
              <a:gd name="connsiteY3" fmla="*/ 180667 h 361333"/>
              <a:gd name="connsiteX4" fmla="*/ 180835 w 361670"/>
              <a:gd name="connsiteY4" fmla="*/ 0 h 361333"/>
              <a:gd name="connsiteX5" fmla="*/ 171889 w 361670"/>
              <a:gd name="connsiteY5" fmla="*/ 87461 h 361333"/>
              <a:gd name="connsiteX6" fmla="*/ 180835 w 361670"/>
              <a:gd name="connsiteY6" fmla="*/ 87461 h 361333"/>
              <a:gd name="connsiteX7" fmla="*/ 187225 w 361670"/>
              <a:gd name="connsiteY7" fmla="*/ 93845 h 361333"/>
              <a:gd name="connsiteX8" fmla="*/ 180835 w 361670"/>
              <a:gd name="connsiteY8" fmla="*/ 100229 h 361333"/>
              <a:gd name="connsiteX9" fmla="*/ 171889 w 361670"/>
              <a:gd name="connsiteY9" fmla="*/ 100229 h 361333"/>
              <a:gd name="connsiteX10" fmla="*/ 165500 w 361670"/>
              <a:gd name="connsiteY10" fmla="*/ 93845 h 361333"/>
              <a:gd name="connsiteX11" fmla="*/ 171889 w 361670"/>
              <a:gd name="connsiteY11" fmla="*/ 87461 h 361333"/>
              <a:gd name="connsiteX12" fmla="*/ 171889 w 361670"/>
              <a:gd name="connsiteY12" fmla="*/ 121934 h 361333"/>
              <a:gd name="connsiteX13" fmla="*/ 198088 w 361670"/>
              <a:gd name="connsiteY13" fmla="*/ 121934 h 361333"/>
              <a:gd name="connsiteX14" fmla="*/ 204478 w 361670"/>
              <a:gd name="connsiteY14" fmla="*/ 128318 h 361333"/>
              <a:gd name="connsiteX15" fmla="*/ 198088 w 361670"/>
              <a:gd name="connsiteY15" fmla="*/ 134702 h 361333"/>
              <a:gd name="connsiteX16" fmla="*/ 171889 w 361670"/>
              <a:gd name="connsiteY16" fmla="*/ 134702 h 361333"/>
              <a:gd name="connsiteX17" fmla="*/ 165500 w 361670"/>
              <a:gd name="connsiteY17" fmla="*/ 128318 h 361333"/>
              <a:gd name="connsiteX18" fmla="*/ 171889 w 361670"/>
              <a:gd name="connsiteY18" fmla="*/ 121934 h 361333"/>
              <a:gd name="connsiteX19" fmla="*/ 171889 w 361670"/>
              <a:gd name="connsiteY19" fmla="*/ 157046 h 361333"/>
              <a:gd name="connsiteX20" fmla="*/ 215341 w 361670"/>
              <a:gd name="connsiteY20" fmla="*/ 157046 h 361333"/>
              <a:gd name="connsiteX21" fmla="*/ 221731 w 361670"/>
              <a:gd name="connsiteY21" fmla="*/ 163430 h 361333"/>
              <a:gd name="connsiteX22" fmla="*/ 215341 w 361670"/>
              <a:gd name="connsiteY22" fmla="*/ 169814 h 361333"/>
              <a:gd name="connsiteX23" fmla="*/ 171889 w 361670"/>
              <a:gd name="connsiteY23" fmla="*/ 169814 h 361333"/>
              <a:gd name="connsiteX24" fmla="*/ 165500 w 361670"/>
              <a:gd name="connsiteY24" fmla="*/ 163430 h 361333"/>
              <a:gd name="connsiteX25" fmla="*/ 171889 w 361670"/>
              <a:gd name="connsiteY25" fmla="*/ 157046 h 361333"/>
              <a:gd name="connsiteX26" fmla="*/ 171889 w 361670"/>
              <a:gd name="connsiteY26" fmla="*/ 191519 h 361333"/>
              <a:gd name="connsiteX27" fmla="*/ 232594 w 361670"/>
              <a:gd name="connsiteY27" fmla="*/ 191519 h 361333"/>
              <a:gd name="connsiteX28" fmla="*/ 238984 w 361670"/>
              <a:gd name="connsiteY28" fmla="*/ 197903 h 361333"/>
              <a:gd name="connsiteX29" fmla="*/ 232594 w 361670"/>
              <a:gd name="connsiteY29" fmla="*/ 204287 h 361333"/>
              <a:gd name="connsiteX30" fmla="*/ 171889 w 361670"/>
              <a:gd name="connsiteY30" fmla="*/ 204287 h 361333"/>
              <a:gd name="connsiteX31" fmla="*/ 165500 w 361670"/>
              <a:gd name="connsiteY31" fmla="*/ 197903 h 361333"/>
              <a:gd name="connsiteX32" fmla="*/ 171889 w 361670"/>
              <a:gd name="connsiteY32" fmla="*/ 191519 h 361333"/>
              <a:gd name="connsiteX33" fmla="*/ 171889 w 361670"/>
              <a:gd name="connsiteY33" fmla="*/ 226631 h 361333"/>
              <a:gd name="connsiteX34" fmla="*/ 250486 w 361670"/>
              <a:gd name="connsiteY34" fmla="*/ 226631 h 361333"/>
              <a:gd name="connsiteX35" fmla="*/ 256876 w 361670"/>
              <a:gd name="connsiteY35" fmla="*/ 233015 h 361333"/>
              <a:gd name="connsiteX36" fmla="*/ 250486 w 361670"/>
              <a:gd name="connsiteY36" fmla="*/ 239399 h 361333"/>
              <a:gd name="connsiteX37" fmla="*/ 171889 w 361670"/>
              <a:gd name="connsiteY37" fmla="*/ 239399 h 361333"/>
              <a:gd name="connsiteX38" fmla="*/ 165500 w 361670"/>
              <a:gd name="connsiteY38" fmla="*/ 233015 h 361333"/>
              <a:gd name="connsiteX39" fmla="*/ 171889 w 361670"/>
              <a:gd name="connsiteY39" fmla="*/ 226631 h 361333"/>
              <a:gd name="connsiteX40" fmla="*/ 146969 w 361670"/>
              <a:gd name="connsiteY40" fmla="*/ 249614 h 361333"/>
              <a:gd name="connsiteX41" fmla="*/ 124604 w 361670"/>
              <a:gd name="connsiteY41" fmla="*/ 271958 h 361333"/>
              <a:gd name="connsiteX42" fmla="*/ 122687 w 361670"/>
              <a:gd name="connsiteY42" fmla="*/ 273234 h 361333"/>
              <a:gd name="connsiteX43" fmla="*/ 120131 w 361670"/>
              <a:gd name="connsiteY43" fmla="*/ 273873 h 361333"/>
              <a:gd name="connsiteX44" fmla="*/ 117575 w 361670"/>
              <a:gd name="connsiteY44" fmla="*/ 273234 h 361333"/>
              <a:gd name="connsiteX45" fmla="*/ 115658 w 361670"/>
              <a:gd name="connsiteY45" fmla="*/ 271958 h 361333"/>
              <a:gd name="connsiteX46" fmla="*/ 93293 w 361670"/>
              <a:gd name="connsiteY46" fmla="*/ 249614 h 361333"/>
              <a:gd name="connsiteX47" fmla="*/ 93293 w 361670"/>
              <a:gd name="connsiteY47" fmla="*/ 240676 h 361333"/>
              <a:gd name="connsiteX48" fmla="*/ 102239 w 361670"/>
              <a:gd name="connsiteY48" fmla="*/ 240676 h 361333"/>
              <a:gd name="connsiteX49" fmla="*/ 113741 w 361670"/>
              <a:gd name="connsiteY49" fmla="*/ 252167 h 361333"/>
              <a:gd name="connsiteX50" fmla="*/ 113741 w 361670"/>
              <a:gd name="connsiteY50" fmla="*/ 93845 h 361333"/>
              <a:gd name="connsiteX51" fmla="*/ 120131 w 361670"/>
              <a:gd name="connsiteY51" fmla="*/ 87461 h 361333"/>
              <a:gd name="connsiteX52" fmla="*/ 126521 w 361670"/>
              <a:gd name="connsiteY52" fmla="*/ 93845 h 361333"/>
              <a:gd name="connsiteX53" fmla="*/ 126521 w 361670"/>
              <a:gd name="connsiteY53" fmla="*/ 252167 h 361333"/>
              <a:gd name="connsiteX54" fmla="*/ 138022 w 361670"/>
              <a:gd name="connsiteY54" fmla="*/ 240676 h 361333"/>
              <a:gd name="connsiteX55" fmla="*/ 146969 w 361670"/>
              <a:gd name="connsiteY55" fmla="*/ 240676 h 361333"/>
              <a:gd name="connsiteX56" fmla="*/ 146969 w 361670"/>
              <a:gd name="connsiteY56" fmla="*/ 249614 h 361333"/>
              <a:gd name="connsiteX57" fmla="*/ 263904 w 361670"/>
              <a:gd name="connsiteY57" fmla="*/ 273873 h 361333"/>
              <a:gd name="connsiteX58" fmla="*/ 172528 w 361670"/>
              <a:gd name="connsiteY58" fmla="*/ 273873 h 361333"/>
              <a:gd name="connsiteX59" fmla="*/ 166138 w 361670"/>
              <a:gd name="connsiteY59" fmla="*/ 267489 h 361333"/>
              <a:gd name="connsiteX60" fmla="*/ 172528 w 361670"/>
              <a:gd name="connsiteY60" fmla="*/ 261105 h 361333"/>
              <a:gd name="connsiteX61" fmla="*/ 263904 w 361670"/>
              <a:gd name="connsiteY61" fmla="*/ 261105 h 361333"/>
              <a:gd name="connsiteX62" fmla="*/ 270294 w 361670"/>
              <a:gd name="connsiteY62" fmla="*/ 267489 h 361333"/>
              <a:gd name="connsiteX63" fmla="*/ 263904 w 361670"/>
              <a:gd name="connsiteY63" fmla="*/ 273873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361670" h="361333">
                <a:moveTo>
                  <a:pt x="180835" y="0"/>
                </a:moveTo>
                <a:cubicBezTo>
                  <a:pt x="80513" y="0"/>
                  <a:pt x="0" y="81077"/>
                  <a:pt x="0" y="180667"/>
                </a:cubicBezTo>
                <a:cubicBezTo>
                  <a:pt x="0" y="280895"/>
                  <a:pt x="81152" y="361333"/>
                  <a:pt x="180835" y="361333"/>
                </a:cubicBezTo>
                <a:cubicBezTo>
                  <a:pt x="280518" y="361333"/>
                  <a:pt x="361670" y="280257"/>
                  <a:pt x="361670" y="180667"/>
                </a:cubicBezTo>
                <a:cubicBezTo>
                  <a:pt x="361670" y="81077"/>
                  <a:pt x="280518" y="0"/>
                  <a:pt x="180835" y="0"/>
                </a:cubicBezTo>
                <a:close/>
                <a:moveTo>
                  <a:pt x="171889" y="87461"/>
                </a:moveTo>
                <a:lnTo>
                  <a:pt x="180835" y="87461"/>
                </a:lnTo>
                <a:cubicBezTo>
                  <a:pt x="184669" y="87461"/>
                  <a:pt x="187225" y="90014"/>
                  <a:pt x="187225" y="93845"/>
                </a:cubicBezTo>
                <a:cubicBezTo>
                  <a:pt x="187225" y="97675"/>
                  <a:pt x="184669" y="100229"/>
                  <a:pt x="180835" y="100229"/>
                </a:cubicBezTo>
                <a:lnTo>
                  <a:pt x="171889" y="100229"/>
                </a:lnTo>
                <a:cubicBezTo>
                  <a:pt x="168055" y="100229"/>
                  <a:pt x="165500" y="97675"/>
                  <a:pt x="165500" y="93845"/>
                </a:cubicBezTo>
                <a:cubicBezTo>
                  <a:pt x="165500" y="90014"/>
                  <a:pt x="168695" y="87461"/>
                  <a:pt x="171889" y="87461"/>
                </a:cubicBezTo>
                <a:close/>
                <a:moveTo>
                  <a:pt x="171889" y="121934"/>
                </a:moveTo>
                <a:lnTo>
                  <a:pt x="198088" y="121934"/>
                </a:lnTo>
                <a:cubicBezTo>
                  <a:pt x="201922" y="121934"/>
                  <a:pt x="204478" y="124488"/>
                  <a:pt x="204478" y="128318"/>
                </a:cubicBezTo>
                <a:cubicBezTo>
                  <a:pt x="204478" y="132148"/>
                  <a:pt x="201922" y="134702"/>
                  <a:pt x="198088" y="134702"/>
                </a:cubicBezTo>
                <a:lnTo>
                  <a:pt x="171889" y="134702"/>
                </a:lnTo>
                <a:cubicBezTo>
                  <a:pt x="168055" y="134702"/>
                  <a:pt x="165500" y="132148"/>
                  <a:pt x="165500" y="128318"/>
                </a:cubicBezTo>
                <a:cubicBezTo>
                  <a:pt x="165500" y="124488"/>
                  <a:pt x="168695" y="121934"/>
                  <a:pt x="171889" y="121934"/>
                </a:cubicBezTo>
                <a:close/>
                <a:moveTo>
                  <a:pt x="171889" y="157046"/>
                </a:moveTo>
                <a:lnTo>
                  <a:pt x="215341" y="157046"/>
                </a:lnTo>
                <a:cubicBezTo>
                  <a:pt x="219175" y="157046"/>
                  <a:pt x="221731" y="159600"/>
                  <a:pt x="221731" y="163430"/>
                </a:cubicBezTo>
                <a:cubicBezTo>
                  <a:pt x="221731" y="167260"/>
                  <a:pt x="219175" y="169814"/>
                  <a:pt x="215341" y="169814"/>
                </a:cubicBezTo>
                <a:lnTo>
                  <a:pt x="171889" y="169814"/>
                </a:lnTo>
                <a:cubicBezTo>
                  <a:pt x="168055" y="169814"/>
                  <a:pt x="165500" y="167260"/>
                  <a:pt x="165500" y="163430"/>
                </a:cubicBezTo>
                <a:cubicBezTo>
                  <a:pt x="165500" y="159600"/>
                  <a:pt x="168695" y="157046"/>
                  <a:pt x="171889" y="157046"/>
                </a:cubicBezTo>
                <a:close/>
                <a:moveTo>
                  <a:pt x="171889" y="191519"/>
                </a:moveTo>
                <a:lnTo>
                  <a:pt x="232594" y="191519"/>
                </a:lnTo>
                <a:cubicBezTo>
                  <a:pt x="236428" y="191519"/>
                  <a:pt x="238984" y="194073"/>
                  <a:pt x="238984" y="197903"/>
                </a:cubicBezTo>
                <a:cubicBezTo>
                  <a:pt x="238984" y="201734"/>
                  <a:pt x="236428" y="204287"/>
                  <a:pt x="232594" y="204287"/>
                </a:cubicBezTo>
                <a:lnTo>
                  <a:pt x="171889" y="204287"/>
                </a:lnTo>
                <a:cubicBezTo>
                  <a:pt x="168055" y="204287"/>
                  <a:pt x="165500" y="201734"/>
                  <a:pt x="165500" y="197903"/>
                </a:cubicBezTo>
                <a:cubicBezTo>
                  <a:pt x="165500" y="194073"/>
                  <a:pt x="168695" y="191519"/>
                  <a:pt x="171889" y="191519"/>
                </a:cubicBezTo>
                <a:close/>
                <a:moveTo>
                  <a:pt x="171889" y="226631"/>
                </a:moveTo>
                <a:lnTo>
                  <a:pt x="250486" y="226631"/>
                </a:lnTo>
                <a:cubicBezTo>
                  <a:pt x="254319" y="226631"/>
                  <a:pt x="256876" y="229185"/>
                  <a:pt x="256876" y="233015"/>
                </a:cubicBezTo>
                <a:cubicBezTo>
                  <a:pt x="256876" y="236846"/>
                  <a:pt x="254319" y="239399"/>
                  <a:pt x="250486" y="239399"/>
                </a:cubicBezTo>
                <a:lnTo>
                  <a:pt x="171889" y="239399"/>
                </a:lnTo>
                <a:cubicBezTo>
                  <a:pt x="168055" y="239399"/>
                  <a:pt x="165500" y="236846"/>
                  <a:pt x="165500" y="233015"/>
                </a:cubicBezTo>
                <a:cubicBezTo>
                  <a:pt x="165500" y="229185"/>
                  <a:pt x="168695" y="226631"/>
                  <a:pt x="171889" y="226631"/>
                </a:cubicBezTo>
                <a:close/>
                <a:moveTo>
                  <a:pt x="146969" y="249614"/>
                </a:moveTo>
                <a:lnTo>
                  <a:pt x="124604" y="271958"/>
                </a:lnTo>
                <a:cubicBezTo>
                  <a:pt x="123965" y="272596"/>
                  <a:pt x="123326" y="273234"/>
                  <a:pt x="122687" y="273234"/>
                </a:cubicBezTo>
                <a:cubicBezTo>
                  <a:pt x="122048" y="273873"/>
                  <a:pt x="120770" y="273873"/>
                  <a:pt x="120131" y="273873"/>
                </a:cubicBezTo>
                <a:cubicBezTo>
                  <a:pt x="119492" y="273873"/>
                  <a:pt x="118214" y="273873"/>
                  <a:pt x="117575" y="273234"/>
                </a:cubicBezTo>
                <a:cubicBezTo>
                  <a:pt x="116936" y="272596"/>
                  <a:pt x="116297" y="272596"/>
                  <a:pt x="115658" y="271958"/>
                </a:cubicBezTo>
                <a:lnTo>
                  <a:pt x="93293" y="249614"/>
                </a:lnTo>
                <a:cubicBezTo>
                  <a:pt x="90737" y="247060"/>
                  <a:pt x="90737" y="243230"/>
                  <a:pt x="93293" y="240676"/>
                </a:cubicBezTo>
                <a:cubicBezTo>
                  <a:pt x="95849" y="238123"/>
                  <a:pt x="99683" y="238123"/>
                  <a:pt x="102239" y="240676"/>
                </a:cubicBezTo>
                <a:lnTo>
                  <a:pt x="113741" y="252167"/>
                </a:lnTo>
                <a:lnTo>
                  <a:pt x="113741" y="93845"/>
                </a:lnTo>
                <a:cubicBezTo>
                  <a:pt x="113741" y="90014"/>
                  <a:pt x="116297" y="87461"/>
                  <a:pt x="120131" y="87461"/>
                </a:cubicBezTo>
                <a:cubicBezTo>
                  <a:pt x="123965" y="87461"/>
                  <a:pt x="126521" y="90014"/>
                  <a:pt x="126521" y="93845"/>
                </a:cubicBezTo>
                <a:lnTo>
                  <a:pt x="126521" y="252167"/>
                </a:lnTo>
                <a:lnTo>
                  <a:pt x="138022" y="240676"/>
                </a:lnTo>
                <a:cubicBezTo>
                  <a:pt x="140579" y="238123"/>
                  <a:pt x="144412" y="238123"/>
                  <a:pt x="146969" y="240676"/>
                </a:cubicBezTo>
                <a:cubicBezTo>
                  <a:pt x="149525" y="243230"/>
                  <a:pt x="149525" y="247060"/>
                  <a:pt x="146969" y="249614"/>
                </a:cubicBezTo>
                <a:close/>
                <a:moveTo>
                  <a:pt x="263904" y="273873"/>
                </a:moveTo>
                <a:lnTo>
                  <a:pt x="172528" y="273873"/>
                </a:lnTo>
                <a:cubicBezTo>
                  <a:pt x="168695" y="273873"/>
                  <a:pt x="166138" y="271319"/>
                  <a:pt x="166138" y="267489"/>
                </a:cubicBezTo>
                <a:cubicBezTo>
                  <a:pt x="166138" y="263659"/>
                  <a:pt x="168695" y="261105"/>
                  <a:pt x="172528" y="261105"/>
                </a:cubicBezTo>
                <a:lnTo>
                  <a:pt x="263904" y="261105"/>
                </a:lnTo>
                <a:cubicBezTo>
                  <a:pt x="267739" y="261105"/>
                  <a:pt x="270294" y="263659"/>
                  <a:pt x="270294" y="267489"/>
                </a:cubicBezTo>
                <a:cubicBezTo>
                  <a:pt x="270294" y="271319"/>
                  <a:pt x="267099" y="273873"/>
                  <a:pt x="263904" y="273873"/>
                </a:cubicBezTo>
                <a:close/>
              </a:path>
            </a:pathLst>
          </a:custGeom>
          <a:solidFill>
            <a:schemeClr val="accent1"/>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95" name="Oval 94">
            <a:extLst>
              <a:ext uri="{FF2B5EF4-FFF2-40B4-BE49-F238E27FC236}">
                <a16:creationId xmlns:a16="http://schemas.microsoft.com/office/drawing/2014/main" id="{8A549D52-C77A-48CA-953C-60E16FC44BDF}"/>
              </a:ext>
            </a:extLst>
          </p:cNvPr>
          <p:cNvSpPr/>
          <p:nvPr/>
        </p:nvSpPr>
        <p:spPr bwMode="gray">
          <a:xfrm>
            <a:off x="10775695" y="1582826"/>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96" name="Oval 95">
            <a:extLst>
              <a:ext uri="{FF2B5EF4-FFF2-40B4-BE49-F238E27FC236}">
                <a16:creationId xmlns:a16="http://schemas.microsoft.com/office/drawing/2014/main" id="{6584F8A4-A139-436A-85D9-4AD44E38223F}"/>
              </a:ext>
            </a:extLst>
          </p:cNvPr>
          <p:cNvSpPr/>
          <p:nvPr/>
        </p:nvSpPr>
        <p:spPr bwMode="gray">
          <a:xfrm>
            <a:off x="10775695" y="3898857"/>
            <a:ext cx="365760" cy="365760"/>
          </a:xfrm>
          <a:prstGeom prst="ellipse">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97" name="Oval 96">
            <a:extLst>
              <a:ext uri="{FF2B5EF4-FFF2-40B4-BE49-F238E27FC236}">
                <a16:creationId xmlns:a16="http://schemas.microsoft.com/office/drawing/2014/main" id="{CECD2715-28A6-42E0-9310-93BA6EB9EFDB}"/>
              </a:ext>
            </a:extLst>
          </p:cNvPr>
          <p:cNvSpPr/>
          <p:nvPr/>
        </p:nvSpPr>
        <p:spPr bwMode="gray">
          <a:xfrm>
            <a:off x="10775695" y="2657778"/>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98" name="Oval 97">
            <a:extLst>
              <a:ext uri="{FF2B5EF4-FFF2-40B4-BE49-F238E27FC236}">
                <a16:creationId xmlns:a16="http://schemas.microsoft.com/office/drawing/2014/main" id="{88D6CD3A-A4D6-4453-88BF-AF79FDCAB408}"/>
              </a:ext>
            </a:extLst>
          </p:cNvPr>
          <p:cNvSpPr/>
          <p:nvPr/>
        </p:nvSpPr>
        <p:spPr bwMode="gray">
          <a:xfrm>
            <a:off x="10785324" y="4666443"/>
            <a:ext cx="365760" cy="365760"/>
          </a:xfrm>
          <a:prstGeom prst="ellipse">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99" name="Graphic 4">
            <a:extLst>
              <a:ext uri="{FF2B5EF4-FFF2-40B4-BE49-F238E27FC236}">
                <a16:creationId xmlns:a16="http://schemas.microsoft.com/office/drawing/2014/main" id="{E753F73E-ECBB-4705-B712-67DCEFA32501}"/>
              </a:ext>
            </a:extLst>
          </p:cNvPr>
          <p:cNvSpPr/>
          <p:nvPr/>
        </p:nvSpPr>
        <p:spPr>
          <a:xfrm>
            <a:off x="4022298" y="2523810"/>
            <a:ext cx="548640" cy="548640"/>
          </a:xfrm>
          <a:custGeom>
            <a:avLst/>
            <a:gdLst>
              <a:gd name="connsiteX0" fmla="*/ 180835 w 361670"/>
              <a:gd name="connsiteY0" fmla="*/ 0 h 361333"/>
              <a:gd name="connsiteX1" fmla="*/ 0 w 361670"/>
              <a:gd name="connsiteY1" fmla="*/ 180667 h 361333"/>
              <a:gd name="connsiteX2" fmla="*/ 180835 w 361670"/>
              <a:gd name="connsiteY2" fmla="*/ 361333 h 361333"/>
              <a:gd name="connsiteX3" fmla="*/ 361670 w 361670"/>
              <a:gd name="connsiteY3" fmla="*/ 180667 h 361333"/>
              <a:gd name="connsiteX4" fmla="*/ 180835 w 361670"/>
              <a:gd name="connsiteY4" fmla="*/ 0 h 361333"/>
              <a:gd name="connsiteX5" fmla="*/ 279240 w 361670"/>
              <a:gd name="connsiteY5" fmla="*/ 257275 h 361333"/>
              <a:gd name="connsiteX6" fmla="*/ 81791 w 361670"/>
              <a:gd name="connsiteY6" fmla="*/ 257275 h 361333"/>
              <a:gd name="connsiteX7" fmla="*/ 75401 w 361670"/>
              <a:gd name="connsiteY7" fmla="*/ 250891 h 361333"/>
              <a:gd name="connsiteX8" fmla="*/ 75401 w 361670"/>
              <a:gd name="connsiteY8" fmla="*/ 109804 h 361333"/>
              <a:gd name="connsiteX9" fmla="*/ 81791 w 361670"/>
              <a:gd name="connsiteY9" fmla="*/ 103420 h 361333"/>
              <a:gd name="connsiteX10" fmla="*/ 88181 w 361670"/>
              <a:gd name="connsiteY10" fmla="*/ 109804 h 361333"/>
              <a:gd name="connsiteX11" fmla="*/ 88181 w 361670"/>
              <a:gd name="connsiteY11" fmla="*/ 244507 h 361333"/>
              <a:gd name="connsiteX12" fmla="*/ 279240 w 361670"/>
              <a:gd name="connsiteY12" fmla="*/ 244507 h 361333"/>
              <a:gd name="connsiteX13" fmla="*/ 285630 w 361670"/>
              <a:gd name="connsiteY13" fmla="*/ 250891 h 361333"/>
              <a:gd name="connsiteX14" fmla="*/ 279240 w 361670"/>
              <a:gd name="connsiteY14" fmla="*/ 257275 h 361333"/>
              <a:gd name="connsiteX15" fmla="*/ 283713 w 361670"/>
              <a:gd name="connsiteY15" fmla="*/ 128956 h 361333"/>
              <a:gd name="connsiteX16" fmla="*/ 206395 w 361670"/>
              <a:gd name="connsiteY16" fmla="*/ 206203 h 361333"/>
              <a:gd name="connsiteX17" fmla="*/ 201922 w 361670"/>
              <a:gd name="connsiteY17" fmla="*/ 208118 h 361333"/>
              <a:gd name="connsiteX18" fmla="*/ 197449 w 361670"/>
              <a:gd name="connsiteY18" fmla="*/ 206203 h 361333"/>
              <a:gd name="connsiteX19" fmla="*/ 159748 w 361670"/>
              <a:gd name="connsiteY19" fmla="*/ 168537 h 361333"/>
              <a:gd name="connsiteX20" fmla="*/ 115019 w 361670"/>
              <a:gd name="connsiteY20" fmla="*/ 213225 h 361333"/>
              <a:gd name="connsiteX21" fmla="*/ 110546 w 361670"/>
              <a:gd name="connsiteY21" fmla="*/ 215140 h 361333"/>
              <a:gd name="connsiteX22" fmla="*/ 106073 w 361670"/>
              <a:gd name="connsiteY22" fmla="*/ 213225 h 361333"/>
              <a:gd name="connsiteX23" fmla="*/ 106073 w 361670"/>
              <a:gd name="connsiteY23" fmla="*/ 204287 h 361333"/>
              <a:gd name="connsiteX24" fmla="*/ 155275 w 361670"/>
              <a:gd name="connsiteY24" fmla="*/ 155131 h 361333"/>
              <a:gd name="connsiteX25" fmla="*/ 159748 w 361670"/>
              <a:gd name="connsiteY25" fmla="*/ 153216 h 361333"/>
              <a:gd name="connsiteX26" fmla="*/ 164221 w 361670"/>
              <a:gd name="connsiteY26" fmla="*/ 155131 h 361333"/>
              <a:gd name="connsiteX27" fmla="*/ 201922 w 361670"/>
              <a:gd name="connsiteY27" fmla="*/ 192796 h 361333"/>
              <a:gd name="connsiteX28" fmla="*/ 274767 w 361670"/>
              <a:gd name="connsiteY28" fmla="*/ 120019 h 361333"/>
              <a:gd name="connsiteX29" fmla="*/ 283713 w 361670"/>
              <a:gd name="connsiteY29" fmla="*/ 120019 h 361333"/>
              <a:gd name="connsiteX30" fmla="*/ 283713 w 361670"/>
              <a:gd name="connsiteY30" fmla="*/ 128956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61670" h="361333">
                <a:moveTo>
                  <a:pt x="180835" y="0"/>
                </a:moveTo>
                <a:cubicBezTo>
                  <a:pt x="80513" y="0"/>
                  <a:pt x="0" y="81077"/>
                  <a:pt x="0" y="180667"/>
                </a:cubicBezTo>
                <a:cubicBezTo>
                  <a:pt x="0" y="280895"/>
                  <a:pt x="81152" y="361333"/>
                  <a:pt x="180835" y="361333"/>
                </a:cubicBezTo>
                <a:cubicBezTo>
                  <a:pt x="281157" y="361333"/>
                  <a:pt x="361670" y="280257"/>
                  <a:pt x="361670" y="180667"/>
                </a:cubicBezTo>
                <a:cubicBezTo>
                  <a:pt x="361670" y="81077"/>
                  <a:pt x="280518" y="0"/>
                  <a:pt x="180835" y="0"/>
                </a:cubicBezTo>
                <a:close/>
                <a:moveTo>
                  <a:pt x="279240" y="257275"/>
                </a:moveTo>
                <a:lnTo>
                  <a:pt x="81791" y="257275"/>
                </a:lnTo>
                <a:cubicBezTo>
                  <a:pt x="77957" y="257275"/>
                  <a:pt x="75401" y="254721"/>
                  <a:pt x="75401" y="250891"/>
                </a:cubicBezTo>
                <a:lnTo>
                  <a:pt x="75401" y="109804"/>
                </a:lnTo>
                <a:cubicBezTo>
                  <a:pt x="75401" y="105974"/>
                  <a:pt x="77957" y="103420"/>
                  <a:pt x="81791" y="103420"/>
                </a:cubicBezTo>
                <a:cubicBezTo>
                  <a:pt x="85625" y="103420"/>
                  <a:pt x="88181" y="105974"/>
                  <a:pt x="88181" y="109804"/>
                </a:cubicBezTo>
                <a:lnTo>
                  <a:pt x="88181" y="244507"/>
                </a:lnTo>
                <a:lnTo>
                  <a:pt x="279240" y="244507"/>
                </a:lnTo>
                <a:cubicBezTo>
                  <a:pt x="283074" y="244507"/>
                  <a:pt x="285630" y="247060"/>
                  <a:pt x="285630" y="250891"/>
                </a:cubicBezTo>
                <a:cubicBezTo>
                  <a:pt x="285630" y="254721"/>
                  <a:pt x="283074" y="257275"/>
                  <a:pt x="279240" y="257275"/>
                </a:cubicBezTo>
                <a:close/>
                <a:moveTo>
                  <a:pt x="283713" y="128956"/>
                </a:moveTo>
                <a:lnTo>
                  <a:pt x="206395" y="206203"/>
                </a:lnTo>
                <a:cubicBezTo>
                  <a:pt x="205117" y="207479"/>
                  <a:pt x="203839" y="208118"/>
                  <a:pt x="201922" y="208118"/>
                </a:cubicBezTo>
                <a:cubicBezTo>
                  <a:pt x="200005" y="208118"/>
                  <a:pt x="198727" y="207479"/>
                  <a:pt x="197449" y="206203"/>
                </a:cubicBezTo>
                <a:lnTo>
                  <a:pt x="159748" y="168537"/>
                </a:lnTo>
                <a:lnTo>
                  <a:pt x="115019" y="213225"/>
                </a:lnTo>
                <a:cubicBezTo>
                  <a:pt x="113741" y="214502"/>
                  <a:pt x="111824" y="215140"/>
                  <a:pt x="110546" y="215140"/>
                </a:cubicBezTo>
                <a:cubicBezTo>
                  <a:pt x="109268" y="215140"/>
                  <a:pt x="107351" y="214502"/>
                  <a:pt x="106073" y="213225"/>
                </a:cubicBezTo>
                <a:cubicBezTo>
                  <a:pt x="103517" y="210671"/>
                  <a:pt x="103517" y="206841"/>
                  <a:pt x="106073" y="204287"/>
                </a:cubicBezTo>
                <a:lnTo>
                  <a:pt x="155275" y="155131"/>
                </a:lnTo>
                <a:cubicBezTo>
                  <a:pt x="156553" y="153854"/>
                  <a:pt x="157832" y="153216"/>
                  <a:pt x="159748" y="153216"/>
                </a:cubicBezTo>
                <a:cubicBezTo>
                  <a:pt x="161665" y="153216"/>
                  <a:pt x="162943" y="153854"/>
                  <a:pt x="164221" y="155131"/>
                </a:cubicBezTo>
                <a:lnTo>
                  <a:pt x="201922" y="192796"/>
                </a:lnTo>
                <a:lnTo>
                  <a:pt x="274767" y="120019"/>
                </a:lnTo>
                <a:cubicBezTo>
                  <a:pt x="277323" y="117465"/>
                  <a:pt x="281157" y="117465"/>
                  <a:pt x="283713" y="120019"/>
                </a:cubicBezTo>
                <a:cubicBezTo>
                  <a:pt x="286269" y="122572"/>
                  <a:pt x="286269" y="126403"/>
                  <a:pt x="283713" y="128956"/>
                </a:cubicBezTo>
                <a:close/>
              </a:path>
            </a:pathLst>
          </a:custGeom>
          <a:solidFill>
            <a:schemeClr val="accent4"/>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37" name="Graphic 4">
            <a:extLst>
              <a:ext uri="{FF2B5EF4-FFF2-40B4-BE49-F238E27FC236}">
                <a16:creationId xmlns:a16="http://schemas.microsoft.com/office/drawing/2014/main" id="{F835BBFE-09FA-4A73-AFA4-0DAEA9E1A50D}"/>
              </a:ext>
            </a:extLst>
          </p:cNvPr>
          <p:cNvSpPr/>
          <p:nvPr/>
        </p:nvSpPr>
        <p:spPr>
          <a:xfrm>
            <a:off x="1205901" y="3331540"/>
            <a:ext cx="640080" cy="640080"/>
          </a:xfrm>
          <a:custGeom>
            <a:avLst/>
            <a:gdLst>
              <a:gd name="connsiteX0" fmla="*/ 180836 w 361670"/>
              <a:gd name="connsiteY0" fmla="*/ 0 h 361333"/>
              <a:gd name="connsiteX1" fmla="*/ 0 w 361670"/>
              <a:gd name="connsiteY1" fmla="*/ 180667 h 361333"/>
              <a:gd name="connsiteX2" fmla="*/ 180836 w 361670"/>
              <a:gd name="connsiteY2" fmla="*/ 361334 h 361333"/>
              <a:gd name="connsiteX3" fmla="*/ 361670 w 361670"/>
              <a:gd name="connsiteY3" fmla="*/ 180667 h 361333"/>
              <a:gd name="connsiteX4" fmla="*/ 180836 w 361670"/>
              <a:gd name="connsiteY4" fmla="*/ 0 h 361333"/>
              <a:gd name="connsiteX5" fmla="*/ 251125 w 361670"/>
              <a:gd name="connsiteY5" fmla="*/ 207479 h 361333"/>
              <a:gd name="connsiteX6" fmla="*/ 251125 w 361670"/>
              <a:gd name="connsiteY6" fmla="*/ 207479 h 361333"/>
              <a:gd name="connsiteX7" fmla="*/ 201283 w 361670"/>
              <a:gd name="connsiteY7" fmla="*/ 207479 h 361333"/>
              <a:gd name="connsiteX8" fmla="*/ 207673 w 361670"/>
              <a:gd name="connsiteY8" fmla="*/ 278342 h 361333"/>
              <a:gd name="connsiteX9" fmla="*/ 189142 w 361670"/>
              <a:gd name="connsiteY9" fmla="*/ 291110 h 361333"/>
              <a:gd name="connsiteX10" fmla="*/ 187225 w 361670"/>
              <a:gd name="connsiteY10" fmla="*/ 291110 h 361333"/>
              <a:gd name="connsiteX11" fmla="*/ 175723 w 361670"/>
              <a:gd name="connsiteY11" fmla="*/ 282172 h 361333"/>
              <a:gd name="connsiteX12" fmla="*/ 168056 w 361670"/>
              <a:gd name="connsiteY12" fmla="*/ 254721 h 361333"/>
              <a:gd name="connsiteX13" fmla="*/ 156553 w 361670"/>
              <a:gd name="connsiteY13" fmla="*/ 235569 h 361333"/>
              <a:gd name="connsiteX14" fmla="*/ 127799 w 361670"/>
              <a:gd name="connsiteY14" fmla="*/ 199819 h 361333"/>
              <a:gd name="connsiteX15" fmla="*/ 118853 w 361670"/>
              <a:gd name="connsiteY15" fmla="*/ 194711 h 361333"/>
              <a:gd name="connsiteX16" fmla="*/ 96488 w 361670"/>
              <a:gd name="connsiteY16" fmla="*/ 194711 h 361333"/>
              <a:gd name="connsiteX17" fmla="*/ 90098 w 361670"/>
              <a:gd name="connsiteY17" fmla="*/ 188327 h 361333"/>
              <a:gd name="connsiteX18" fmla="*/ 96488 w 361670"/>
              <a:gd name="connsiteY18" fmla="*/ 181944 h 361333"/>
              <a:gd name="connsiteX19" fmla="*/ 118853 w 361670"/>
              <a:gd name="connsiteY19" fmla="*/ 181944 h 361333"/>
              <a:gd name="connsiteX20" fmla="*/ 138662 w 361670"/>
              <a:gd name="connsiteY20" fmla="*/ 193435 h 361333"/>
              <a:gd name="connsiteX21" fmla="*/ 165500 w 361670"/>
              <a:gd name="connsiteY21" fmla="*/ 226631 h 361333"/>
              <a:gd name="connsiteX22" fmla="*/ 180197 w 361670"/>
              <a:gd name="connsiteY22" fmla="*/ 251529 h 361333"/>
              <a:gd name="connsiteX23" fmla="*/ 187225 w 361670"/>
              <a:gd name="connsiteY23" fmla="*/ 278342 h 361333"/>
              <a:gd name="connsiteX24" fmla="*/ 196172 w 361670"/>
              <a:gd name="connsiteY24" fmla="*/ 271958 h 361333"/>
              <a:gd name="connsiteX25" fmla="*/ 185947 w 361670"/>
              <a:gd name="connsiteY25" fmla="*/ 203649 h 361333"/>
              <a:gd name="connsiteX26" fmla="*/ 186587 w 361670"/>
              <a:gd name="connsiteY26" fmla="*/ 197903 h 361333"/>
              <a:gd name="connsiteX27" fmla="*/ 191698 w 361670"/>
              <a:gd name="connsiteY27" fmla="*/ 195350 h 361333"/>
              <a:gd name="connsiteX28" fmla="*/ 251125 w 361670"/>
              <a:gd name="connsiteY28" fmla="*/ 195350 h 361333"/>
              <a:gd name="connsiteX29" fmla="*/ 260071 w 361670"/>
              <a:gd name="connsiteY29" fmla="*/ 186412 h 361333"/>
              <a:gd name="connsiteX30" fmla="*/ 257515 w 361670"/>
              <a:gd name="connsiteY30" fmla="*/ 180028 h 361333"/>
              <a:gd name="connsiteX31" fmla="*/ 251764 w 361670"/>
              <a:gd name="connsiteY31" fmla="*/ 177475 h 361333"/>
              <a:gd name="connsiteX32" fmla="*/ 251125 w 361670"/>
              <a:gd name="connsiteY32" fmla="*/ 177475 h 361333"/>
              <a:gd name="connsiteX33" fmla="*/ 250486 w 361670"/>
              <a:gd name="connsiteY33" fmla="*/ 177475 h 361333"/>
              <a:gd name="connsiteX34" fmla="*/ 249846 w 361670"/>
              <a:gd name="connsiteY34" fmla="*/ 177475 h 361333"/>
              <a:gd name="connsiteX35" fmla="*/ 248569 w 361670"/>
              <a:gd name="connsiteY35" fmla="*/ 177475 h 361333"/>
              <a:gd name="connsiteX36" fmla="*/ 233233 w 361670"/>
              <a:gd name="connsiteY36" fmla="*/ 177475 h 361333"/>
              <a:gd name="connsiteX37" fmla="*/ 226843 w 361670"/>
              <a:gd name="connsiteY37" fmla="*/ 171091 h 361333"/>
              <a:gd name="connsiteX38" fmla="*/ 233233 w 361670"/>
              <a:gd name="connsiteY38" fmla="*/ 164707 h 361333"/>
              <a:gd name="connsiteX39" fmla="*/ 248569 w 361670"/>
              <a:gd name="connsiteY39" fmla="*/ 164707 h 361333"/>
              <a:gd name="connsiteX40" fmla="*/ 249208 w 361670"/>
              <a:gd name="connsiteY40" fmla="*/ 164707 h 361333"/>
              <a:gd name="connsiteX41" fmla="*/ 257515 w 361670"/>
              <a:gd name="connsiteY41" fmla="*/ 157046 h 361333"/>
              <a:gd name="connsiteX42" fmla="*/ 257515 w 361670"/>
              <a:gd name="connsiteY42" fmla="*/ 155769 h 361333"/>
              <a:gd name="connsiteX43" fmla="*/ 256876 w 361670"/>
              <a:gd name="connsiteY43" fmla="*/ 152577 h 361333"/>
              <a:gd name="connsiteX44" fmla="*/ 254959 w 361670"/>
              <a:gd name="connsiteY44" fmla="*/ 148747 h 361333"/>
              <a:gd name="connsiteX45" fmla="*/ 248569 w 361670"/>
              <a:gd name="connsiteY45" fmla="*/ 146193 h 361333"/>
              <a:gd name="connsiteX46" fmla="*/ 230677 w 361670"/>
              <a:gd name="connsiteY46" fmla="*/ 146193 h 361333"/>
              <a:gd name="connsiteX47" fmla="*/ 224287 w 361670"/>
              <a:gd name="connsiteY47" fmla="*/ 139809 h 361333"/>
              <a:gd name="connsiteX48" fmla="*/ 230677 w 361670"/>
              <a:gd name="connsiteY48" fmla="*/ 133425 h 361333"/>
              <a:gd name="connsiteX49" fmla="*/ 246013 w 361670"/>
              <a:gd name="connsiteY49" fmla="*/ 133425 h 361333"/>
              <a:gd name="connsiteX50" fmla="*/ 254320 w 361670"/>
              <a:gd name="connsiteY50" fmla="*/ 124488 h 361333"/>
              <a:gd name="connsiteX51" fmla="*/ 251764 w 361670"/>
              <a:gd name="connsiteY51" fmla="*/ 118104 h 361333"/>
              <a:gd name="connsiteX52" fmla="*/ 245374 w 361670"/>
              <a:gd name="connsiteY52" fmla="*/ 115550 h 361333"/>
              <a:gd name="connsiteX53" fmla="*/ 238345 w 361670"/>
              <a:gd name="connsiteY53" fmla="*/ 115550 h 361333"/>
              <a:gd name="connsiteX54" fmla="*/ 227482 w 361670"/>
              <a:gd name="connsiteY54" fmla="*/ 115550 h 361333"/>
              <a:gd name="connsiteX55" fmla="*/ 227482 w 361670"/>
              <a:gd name="connsiteY55" fmla="*/ 115550 h 361333"/>
              <a:gd name="connsiteX56" fmla="*/ 221092 w 361670"/>
              <a:gd name="connsiteY56" fmla="*/ 109166 h 361333"/>
              <a:gd name="connsiteX57" fmla="*/ 227482 w 361670"/>
              <a:gd name="connsiteY57" fmla="*/ 102782 h 361333"/>
              <a:gd name="connsiteX58" fmla="*/ 227482 w 361670"/>
              <a:gd name="connsiteY58" fmla="*/ 102782 h 361333"/>
              <a:gd name="connsiteX59" fmla="*/ 238345 w 361670"/>
              <a:gd name="connsiteY59" fmla="*/ 102782 h 361333"/>
              <a:gd name="connsiteX60" fmla="*/ 247291 w 361670"/>
              <a:gd name="connsiteY60" fmla="*/ 93845 h 361333"/>
              <a:gd name="connsiteX61" fmla="*/ 244735 w 361670"/>
              <a:gd name="connsiteY61" fmla="*/ 87461 h 361333"/>
              <a:gd name="connsiteX62" fmla="*/ 238345 w 361670"/>
              <a:gd name="connsiteY62" fmla="*/ 84907 h 361333"/>
              <a:gd name="connsiteX63" fmla="*/ 171251 w 361670"/>
              <a:gd name="connsiteY63" fmla="*/ 84907 h 361333"/>
              <a:gd name="connsiteX64" fmla="*/ 138022 w 361670"/>
              <a:gd name="connsiteY64" fmla="*/ 98313 h 361333"/>
              <a:gd name="connsiteX65" fmla="*/ 122048 w 361670"/>
              <a:gd name="connsiteY65" fmla="*/ 104697 h 361333"/>
              <a:gd name="connsiteX66" fmla="*/ 95849 w 361670"/>
              <a:gd name="connsiteY66" fmla="*/ 104697 h 361333"/>
              <a:gd name="connsiteX67" fmla="*/ 89459 w 361670"/>
              <a:gd name="connsiteY67" fmla="*/ 98313 h 361333"/>
              <a:gd name="connsiteX68" fmla="*/ 95849 w 361670"/>
              <a:gd name="connsiteY68" fmla="*/ 91930 h 361333"/>
              <a:gd name="connsiteX69" fmla="*/ 122048 w 361670"/>
              <a:gd name="connsiteY69" fmla="*/ 91930 h 361333"/>
              <a:gd name="connsiteX70" fmla="*/ 129077 w 361670"/>
              <a:gd name="connsiteY70" fmla="*/ 88738 h 361333"/>
              <a:gd name="connsiteX71" fmla="*/ 171251 w 361670"/>
              <a:gd name="connsiteY71" fmla="*/ 72139 h 361333"/>
              <a:gd name="connsiteX72" fmla="*/ 238345 w 361670"/>
              <a:gd name="connsiteY72" fmla="*/ 72139 h 361333"/>
              <a:gd name="connsiteX73" fmla="*/ 253681 w 361670"/>
              <a:gd name="connsiteY73" fmla="*/ 78523 h 361333"/>
              <a:gd name="connsiteX74" fmla="*/ 260071 w 361670"/>
              <a:gd name="connsiteY74" fmla="*/ 93845 h 361333"/>
              <a:gd name="connsiteX75" fmla="*/ 256236 w 361670"/>
              <a:gd name="connsiteY75" fmla="*/ 105974 h 361333"/>
              <a:gd name="connsiteX76" fmla="*/ 260710 w 361670"/>
              <a:gd name="connsiteY76" fmla="*/ 109166 h 361333"/>
              <a:gd name="connsiteX77" fmla="*/ 267100 w 361670"/>
              <a:gd name="connsiteY77" fmla="*/ 124488 h 361333"/>
              <a:gd name="connsiteX78" fmla="*/ 261987 w 361670"/>
              <a:gd name="connsiteY78" fmla="*/ 137894 h 361333"/>
              <a:gd name="connsiteX79" fmla="*/ 263905 w 361670"/>
              <a:gd name="connsiteY79" fmla="*/ 139809 h 361333"/>
              <a:gd name="connsiteX80" fmla="*/ 269016 w 361670"/>
              <a:gd name="connsiteY80" fmla="*/ 148108 h 361333"/>
              <a:gd name="connsiteX81" fmla="*/ 270295 w 361670"/>
              <a:gd name="connsiteY81" fmla="*/ 155131 h 361333"/>
              <a:gd name="connsiteX82" fmla="*/ 270295 w 361670"/>
              <a:gd name="connsiteY82" fmla="*/ 158323 h 361333"/>
              <a:gd name="connsiteX83" fmla="*/ 265182 w 361670"/>
              <a:gd name="connsiteY83" fmla="*/ 169176 h 361333"/>
              <a:gd name="connsiteX84" fmla="*/ 267100 w 361670"/>
              <a:gd name="connsiteY84" fmla="*/ 170452 h 361333"/>
              <a:gd name="connsiteX85" fmla="*/ 273490 w 361670"/>
              <a:gd name="connsiteY85" fmla="*/ 185774 h 361333"/>
              <a:gd name="connsiteX86" fmla="*/ 251125 w 361670"/>
              <a:gd name="connsiteY86" fmla="*/ 207479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361670" h="361333">
                <a:moveTo>
                  <a:pt x="180836" y="0"/>
                </a:moveTo>
                <a:cubicBezTo>
                  <a:pt x="80513" y="0"/>
                  <a:pt x="0" y="81077"/>
                  <a:pt x="0" y="180667"/>
                </a:cubicBezTo>
                <a:cubicBezTo>
                  <a:pt x="0" y="280257"/>
                  <a:pt x="81153" y="361334"/>
                  <a:pt x="180836" y="361334"/>
                </a:cubicBezTo>
                <a:cubicBezTo>
                  <a:pt x="281157" y="361334"/>
                  <a:pt x="361670" y="280257"/>
                  <a:pt x="361670" y="180667"/>
                </a:cubicBezTo>
                <a:cubicBezTo>
                  <a:pt x="361670" y="81077"/>
                  <a:pt x="281157" y="0"/>
                  <a:pt x="180836" y="0"/>
                </a:cubicBezTo>
                <a:close/>
                <a:moveTo>
                  <a:pt x="251125" y="207479"/>
                </a:moveTo>
                <a:cubicBezTo>
                  <a:pt x="251125" y="207479"/>
                  <a:pt x="251125" y="207479"/>
                  <a:pt x="251125" y="207479"/>
                </a:cubicBezTo>
                <a:lnTo>
                  <a:pt x="201283" y="207479"/>
                </a:lnTo>
                <a:cubicBezTo>
                  <a:pt x="209590" y="231100"/>
                  <a:pt x="217258" y="261105"/>
                  <a:pt x="207673" y="278342"/>
                </a:cubicBezTo>
                <a:cubicBezTo>
                  <a:pt x="203839" y="285364"/>
                  <a:pt x="197449" y="289194"/>
                  <a:pt x="189142" y="291110"/>
                </a:cubicBezTo>
                <a:cubicBezTo>
                  <a:pt x="188503" y="291110"/>
                  <a:pt x="187864" y="291110"/>
                  <a:pt x="187225" y="291110"/>
                </a:cubicBezTo>
                <a:cubicBezTo>
                  <a:pt x="182113" y="291110"/>
                  <a:pt x="177002" y="287279"/>
                  <a:pt x="175723" y="282172"/>
                </a:cubicBezTo>
                <a:lnTo>
                  <a:pt x="168056" y="254721"/>
                </a:lnTo>
                <a:cubicBezTo>
                  <a:pt x="166138" y="247698"/>
                  <a:pt x="162305" y="240676"/>
                  <a:pt x="156553" y="235569"/>
                </a:cubicBezTo>
                <a:cubicBezTo>
                  <a:pt x="146330" y="224716"/>
                  <a:pt x="135467" y="213225"/>
                  <a:pt x="127799" y="199819"/>
                </a:cubicBezTo>
                <a:cubicBezTo>
                  <a:pt x="125882" y="196627"/>
                  <a:pt x="122687" y="194711"/>
                  <a:pt x="118853" y="194711"/>
                </a:cubicBezTo>
                <a:lnTo>
                  <a:pt x="96488" y="194711"/>
                </a:lnTo>
                <a:cubicBezTo>
                  <a:pt x="92654" y="194711"/>
                  <a:pt x="90098" y="192158"/>
                  <a:pt x="90098" y="188327"/>
                </a:cubicBezTo>
                <a:cubicBezTo>
                  <a:pt x="90098" y="184497"/>
                  <a:pt x="92654" y="181944"/>
                  <a:pt x="96488" y="181944"/>
                </a:cubicBezTo>
                <a:lnTo>
                  <a:pt x="118853" y="181944"/>
                </a:lnTo>
                <a:cubicBezTo>
                  <a:pt x="127160" y="181944"/>
                  <a:pt x="134828" y="186412"/>
                  <a:pt x="138662" y="193435"/>
                </a:cubicBezTo>
                <a:cubicBezTo>
                  <a:pt x="145691" y="205564"/>
                  <a:pt x="155915" y="216417"/>
                  <a:pt x="165500" y="226631"/>
                </a:cubicBezTo>
                <a:cubicBezTo>
                  <a:pt x="172528" y="233654"/>
                  <a:pt x="177641" y="242591"/>
                  <a:pt x="180197" y="251529"/>
                </a:cubicBezTo>
                <a:lnTo>
                  <a:pt x="187225" y="278342"/>
                </a:lnTo>
                <a:cubicBezTo>
                  <a:pt x="191698" y="277703"/>
                  <a:pt x="194254" y="275788"/>
                  <a:pt x="196172" y="271958"/>
                </a:cubicBezTo>
                <a:cubicBezTo>
                  <a:pt x="202561" y="261105"/>
                  <a:pt x="198727" y="238122"/>
                  <a:pt x="185947" y="203649"/>
                </a:cubicBezTo>
                <a:cubicBezTo>
                  <a:pt x="185308" y="201734"/>
                  <a:pt x="185308" y="199180"/>
                  <a:pt x="186587" y="197903"/>
                </a:cubicBezTo>
                <a:cubicBezTo>
                  <a:pt x="187864" y="195988"/>
                  <a:pt x="189782" y="195350"/>
                  <a:pt x="191698" y="195350"/>
                </a:cubicBezTo>
                <a:lnTo>
                  <a:pt x="251125" y="195350"/>
                </a:lnTo>
                <a:cubicBezTo>
                  <a:pt x="256236" y="195350"/>
                  <a:pt x="260071" y="190881"/>
                  <a:pt x="260071" y="186412"/>
                </a:cubicBezTo>
                <a:cubicBezTo>
                  <a:pt x="260071" y="183859"/>
                  <a:pt x="259431" y="181944"/>
                  <a:pt x="257515" y="180028"/>
                </a:cubicBezTo>
                <a:cubicBezTo>
                  <a:pt x="256236" y="178752"/>
                  <a:pt x="253681" y="177475"/>
                  <a:pt x="251764" y="177475"/>
                </a:cubicBezTo>
                <a:lnTo>
                  <a:pt x="251125" y="177475"/>
                </a:lnTo>
                <a:cubicBezTo>
                  <a:pt x="251125" y="177475"/>
                  <a:pt x="250486" y="177475"/>
                  <a:pt x="250486" y="177475"/>
                </a:cubicBezTo>
                <a:cubicBezTo>
                  <a:pt x="250486" y="177475"/>
                  <a:pt x="249846" y="177475"/>
                  <a:pt x="249846" y="177475"/>
                </a:cubicBezTo>
                <a:cubicBezTo>
                  <a:pt x="249208" y="177475"/>
                  <a:pt x="248569" y="177475"/>
                  <a:pt x="248569" y="177475"/>
                </a:cubicBezTo>
                <a:lnTo>
                  <a:pt x="233233" y="177475"/>
                </a:lnTo>
                <a:cubicBezTo>
                  <a:pt x="229399" y="177475"/>
                  <a:pt x="226843" y="174921"/>
                  <a:pt x="226843" y="171091"/>
                </a:cubicBezTo>
                <a:cubicBezTo>
                  <a:pt x="226843" y="167260"/>
                  <a:pt x="229399" y="164707"/>
                  <a:pt x="233233" y="164707"/>
                </a:cubicBezTo>
                <a:lnTo>
                  <a:pt x="248569" y="164707"/>
                </a:lnTo>
                <a:cubicBezTo>
                  <a:pt x="248569" y="164707"/>
                  <a:pt x="249208" y="164707"/>
                  <a:pt x="249208" y="164707"/>
                </a:cubicBezTo>
                <a:cubicBezTo>
                  <a:pt x="253681" y="164707"/>
                  <a:pt x="256876" y="160876"/>
                  <a:pt x="257515" y="157046"/>
                </a:cubicBezTo>
                <a:cubicBezTo>
                  <a:pt x="257515" y="156408"/>
                  <a:pt x="257515" y="156408"/>
                  <a:pt x="257515" y="155769"/>
                </a:cubicBezTo>
                <a:cubicBezTo>
                  <a:pt x="257515" y="154492"/>
                  <a:pt x="257515" y="153854"/>
                  <a:pt x="256876" y="152577"/>
                </a:cubicBezTo>
                <a:cubicBezTo>
                  <a:pt x="256236" y="151300"/>
                  <a:pt x="255597" y="150024"/>
                  <a:pt x="254959" y="148747"/>
                </a:cubicBezTo>
                <a:cubicBezTo>
                  <a:pt x="253041" y="146832"/>
                  <a:pt x="251125" y="146193"/>
                  <a:pt x="248569" y="146193"/>
                </a:cubicBezTo>
                <a:lnTo>
                  <a:pt x="230677" y="146193"/>
                </a:lnTo>
                <a:cubicBezTo>
                  <a:pt x="226843" y="146193"/>
                  <a:pt x="224287" y="143640"/>
                  <a:pt x="224287" y="139809"/>
                </a:cubicBezTo>
                <a:cubicBezTo>
                  <a:pt x="224287" y="135979"/>
                  <a:pt x="226843" y="133425"/>
                  <a:pt x="230677" y="133425"/>
                </a:cubicBezTo>
                <a:lnTo>
                  <a:pt x="246013" y="133425"/>
                </a:lnTo>
                <a:cubicBezTo>
                  <a:pt x="250486" y="132787"/>
                  <a:pt x="254320" y="128957"/>
                  <a:pt x="254320" y="124488"/>
                </a:cubicBezTo>
                <a:cubicBezTo>
                  <a:pt x="254320" y="121934"/>
                  <a:pt x="253681" y="120019"/>
                  <a:pt x="251764" y="118104"/>
                </a:cubicBezTo>
                <a:cubicBezTo>
                  <a:pt x="249846" y="116189"/>
                  <a:pt x="247930" y="115550"/>
                  <a:pt x="245374" y="115550"/>
                </a:cubicBezTo>
                <a:lnTo>
                  <a:pt x="238345" y="115550"/>
                </a:lnTo>
                <a:lnTo>
                  <a:pt x="227482" y="115550"/>
                </a:lnTo>
                <a:lnTo>
                  <a:pt x="227482" y="115550"/>
                </a:lnTo>
                <a:cubicBezTo>
                  <a:pt x="223648" y="115550"/>
                  <a:pt x="221092" y="112997"/>
                  <a:pt x="221092" y="109166"/>
                </a:cubicBezTo>
                <a:cubicBezTo>
                  <a:pt x="221092" y="105336"/>
                  <a:pt x="223648" y="102782"/>
                  <a:pt x="227482" y="102782"/>
                </a:cubicBezTo>
                <a:lnTo>
                  <a:pt x="227482" y="102782"/>
                </a:lnTo>
                <a:lnTo>
                  <a:pt x="238345" y="102782"/>
                </a:lnTo>
                <a:cubicBezTo>
                  <a:pt x="243456" y="102782"/>
                  <a:pt x="247291" y="98952"/>
                  <a:pt x="247291" y="93845"/>
                </a:cubicBezTo>
                <a:cubicBezTo>
                  <a:pt x="247291" y="91291"/>
                  <a:pt x="246651" y="89376"/>
                  <a:pt x="244735" y="87461"/>
                </a:cubicBezTo>
                <a:cubicBezTo>
                  <a:pt x="242818" y="85546"/>
                  <a:pt x="240901" y="84907"/>
                  <a:pt x="238345" y="84907"/>
                </a:cubicBezTo>
                <a:lnTo>
                  <a:pt x="171251" y="84907"/>
                </a:lnTo>
                <a:cubicBezTo>
                  <a:pt x="159110" y="84907"/>
                  <a:pt x="146969" y="89376"/>
                  <a:pt x="138022" y="98313"/>
                </a:cubicBezTo>
                <a:cubicBezTo>
                  <a:pt x="133550" y="102144"/>
                  <a:pt x="127799" y="104697"/>
                  <a:pt x="122048" y="104697"/>
                </a:cubicBezTo>
                <a:lnTo>
                  <a:pt x="95849" y="104697"/>
                </a:lnTo>
                <a:cubicBezTo>
                  <a:pt x="92015" y="104697"/>
                  <a:pt x="89459" y="102144"/>
                  <a:pt x="89459" y="98313"/>
                </a:cubicBezTo>
                <a:cubicBezTo>
                  <a:pt x="89459" y="94483"/>
                  <a:pt x="92015" y="91930"/>
                  <a:pt x="95849" y="91930"/>
                </a:cubicBezTo>
                <a:lnTo>
                  <a:pt x="122048" y="91930"/>
                </a:lnTo>
                <a:cubicBezTo>
                  <a:pt x="124604" y="91930"/>
                  <a:pt x="127160" y="90653"/>
                  <a:pt x="129077" y="88738"/>
                </a:cubicBezTo>
                <a:cubicBezTo>
                  <a:pt x="140579" y="77885"/>
                  <a:pt x="155276" y="72139"/>
                  <a:pt x="171251" y="72139"/>
                </a:cubicBezTo>
                <a:lnTo>
                  <a:pt x="238345" y="72139"/>
                </a:lnTo>
                <a:cubicBezTo>
                  <a:pt x="244096" y="72139"/>
                  <a:pt x="249846" y="74693"/>
                  <a:pt x="253681" y="78523"/>
                </a:cubicBezTo>
                <a:cubicBezTo>
                  <a:pt x="257515" y="82354"/>
                  <a:pt x="260071" y="88099"/>
                  <a:pt x="260071" y="93845"/>
                </a:cubicBezTo>
                <a:cubicBezTo>
                  <a:pt x="260071" y="98313"/>
                  <a:pt x="258792" y="102782"/>
                  <a:pt x="256236" y="105974"/>
                </a:cubicBezTo>
                <a:cubicBezTo>
                  <a:pt x="257515" y="106613"/>
                  <a:pt x="259431" y="107889"/>
                  <a:pt x="260710" y="109166"/>
                </a:cubicBezTo>
                <a:cubicBezTo>
                  <a:pt x="264544" y="112997"/>
                  <a:pt x="267100" y="118742"/>
                  <a:pt x="267100" y="124488"/>
                </a:cubicBezTo>
                <a:cubicBezTo>
                  <a:pt x="267100" y="129595"/>
                  <a:pt x="265182" y="134702"/>
                  <a:pt x="261987" y="137894"/>
                </a:cubicBezTo>
                <a:cubicBezTo>
                  <a:pt x="262626" y="138533"/>
                  <a:pt x="263266" y="139171"/>
                  <a:pt x="263905" y="139809"/>
                </a:cubicBezTo>
                <a:cubicBezTo>
                  <a:pt x="266461" y="142363"/>
                  <a:pt x="268377" y="144916"/>
                  <a:pt x="269016" y="148108"/>
                </a:cubicBezTo>
                <a:cubicBezTo>
                  <a:pt x="269656" y="150024"/>
                  <a:pt x="270295" y="152577"/>
                  <a:pt x="270295" y="155131"/>
                </a:cubicBezTo>
                <a:cubicBezTo>
                  <a:pt x="270295" y="156408"/>
                  <a:pt x="270295" y="157046"/>
                  <a:pt x="270295" y="158323"/>
                </a:cubicBezTo>
                <a:cubicBezTo>
                  <a:pt x="269656" y="162792"/>
                  <a:pt x="267739" y="166622"/>
                  <a:pt x="265182" y="169176"/>
                </a:cubicBezTo>
                <a:cubicBezTo>
                  <a:pt x="265821" y="169814"/>
                  <a:pt x="266461" y="169814"/>
                  <a:pt x="267100" y="170452"/>
                </a:cubicBezTo>
                <a:cubicBezTo>
                  <a:pt x="270934" y="174283"/>
                  <a:pt x="273490" y="180028"/>
                  <a:pt x="273490" y="185774"/>
                </a:cubicBezTo>
                <a:cubicBezTo>
                  <a:pt x="272851" y="197903"/>
                  <a:pt x="263266" y="207479"/>
                  <a:pt x="251125" y="207479"/>
                </a:cubicBezTo>
                <a:close/>
              </a:path>
            </a:pathLst>
          </a:custGeom>
          <a:solidFill>
            <a:schemeClr val="accent3">
              <a:lumMod val="75000"/>
            </a:schemeClr>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86" name="Rectangle 5">
            <a:extLst>
              <a:ext uri="{FF2B5EF4-FFF2-40B4-BE49-F238E27FC236}">
                <a16:creationId xmlns:a16="http://schemas.microsoft.com/office/drawing/2014/main" id="{22C95272-1E01-4CCD-B1BD-ADD77C9F5FF1}"/>
              </a:ext>
            </a:extLst>
          </p:cNvPr>
          <p:cNvSpPr/>
          <p:nvPr/>
        </p:nvSpPr>
        <p:spPr bwMode="gray">
          <a:xfrm flipV="1">
            <a:off x="501652" y="749093"/>
            <a:ext cx="11134484" cy="27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829178" rtl="0" eaLnBrk="1" fontAlgn="auto" latinLnBrk="0" hangingPunct="1">
              <a:lnSpc>
                <a:spcPct val="100000"/>
              </a:lnSpc>
              <a:spcBef>
                <a:spcPts val="0"/>
              </a:spcBef>
              <a:spcAft>
                <a:spcPts val="0"/>
              </a:spcAft>
              <a:buClrTx/>
              <a:buSzTx/>
              <a:buFontTx/>
              <a:buNone/>
              <a:tabLst/>
              <a:defRPr/>
            </a:pPr>
            <a:endParaRPr kumimoji="0" lang="en-US" sz="1451" b="0" i="0" u="none" strike="noStrike" kern="1200" cap="none" spc="0" normalizeH="0" baseline="0" noProof="0">
              <a:ln>
                <a:noFill/>
              </a:ln>
              <a:solidFill>
                <a:prstClr val="white"/>
              </a:solidFill>
              <a:effectLst/>
              <a:uLnTx/>
              <a:uFillTx/>
              <a:latin typeface="Verdana"/>
              <a:ea typeface="+mn-ea"/>
              <a:cs typeface="+mn-cs"/>
            </a:endParaRPr>
          </a:p>
        </p:txBody>
      </p:sp>
      <p:sp>
        <p:nvSpPr>
          <p:cNvPr id="87" name="TextBox 86">
            <a:extLst>
              <a:ext uri="{FF2B5EF4-FFF2-40B4-BE49-F238E27FC236}">
                <a16:creationId xmlns:a16="http://schemas.microsoft.com/office/drawing/2014/main" id="{B7636CD4-3E96-468B-86CB-C0A44FC480A3}"/>
              </a:ext>
            </a:extLst>
          </p:cNvPr>
          <p:cNvSpPr txBox="1"/>
          <p:nvPr/>
        </p:nvSpPr>
        <p:spPr>
          <a:xfrm>
            <a:off x="10200640" y="263311"/>
            <a:ext cx="1435496" cy="43088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2800" b="0" i="0" u="none" strike="noStrike" kern="1200" cap="none" spc="0" normalizeH="0" baseline="0" noProof="0">
                <a:ln>
                  <a:noFill/>
                </a:ln>
                <a:solidFill>
                  <a:srgbClr val="D0D0CE"/>
                </a:solidFill>
                <a:effectLst/>
                <a:uLnTx/>
                <a:uFillTx/>
                <a:latin typeface="Verdana"/>
                <a:ea typeface="+mn-ea"/>
                <a:cs typeface="+mn-cs"/>
              </a:rPr>
              <a:t>S</a:t>
            </a:r>
            <a:r>
              <a:rPr kumimoji="0" lang="en-US" sz="2800" b="0" i="0" u="none" strike="noStrike" kern="1200" cap="none" spc="0" normalizeH="0" baseline="0" noProof="0">
                <a:ln>
                  <a:noFill/>
                </a:ln>
                <a:solidFill>
                  <a:srgbClr val="86BC25"/>
                </a:solidFill>
                <a:effectLst/>
                <a:uLnTx/>
                <a:uFillTx/>
                <a:latin typeface="Verdana"/>
                <a:ea typeface="+mn-ea"/>
                <a:cs typeface="+mn-cs"/>
              </a:rPr>
              <a:t>W</a:t>
            </a:r>
            <a:r>
              <a:rPr kumimoji="0" lang="en-US" sz="2800" b="0" i="0" u="none" strike="noStrike" kern="1200" cap="none" spc="0" normalizeH="0" baseline="0" noProof="0">
                <a:ln>
                  <a:noFill/>
                </a:ln>
                <a:solidFill>
                  <a:srgbClr val="D0D0CE"/>
                </a:solidFill>
                <a:effectLst/>
                <a:uLnTx/>
                <a:uFillTx/>
                <a:latin typeface="Verdana"/>
                <a:ea typeface="+mn-ea"/>
                <a:cs typeface="+mn-cs"/>
              </a:rPr>
              <a:t>OT</a:t>
            </a:r>
          </a:p>
        </p:txBody>
      </p:sp>
      <p:grpSp>
        <p:nvGrpSpPr>
          <p:cNvPr id="109" name="Group 108">
            <a:extLst>
              <a:ext uri="{FF2B5EF4-FFF2-40B4-BE49-F238E27FC236}">
                <a16:creationId xmlns:a16="http://schemas.microsoft.com/office/drawing/2014/main" id="{DE617EBB-AEE1-4455-96B9-61C4CE6DFFFD}"/>
              </a:ext>
            </a:extLst>
          </p:cNvPr>
          <p:cNvGrpSpPr/>
          <p:nvPr/>
        </p:nvGrpSpPr>
        <p:grpSpPr>
          <a:xfrm>
            <a:off x="3296605" y="6357711"/>
            <a:ext cx="5871063" cy="365760"/>
            <a:chOff x="2789942" y="6324600"/>
            <a:chExt cx="5871063" cy="365760"/>
          </a:xfrm>
        </p:grpSpPr>
        <p:sp>
          <p:nvSpPr>
            <p:cNvPr id="110" name="Oval 109">
              <a:extLst>
                <a:ext uri="{FF2B5EF4-FFF2-40B4-BE49-F238E27FC236}">
                  <a16:creationId xmlns:a16="http://schemas.microsoft.com/office/drawing/2014/main" id="{BCD0C5D7-0408-40EC-BC73-D6C7D564C60C}"/>
                </a:ext>
              </a:extLst>
            </p:cNvPr>
            <p:cNvSpPr/>
            <p:nvPr/>
          </p:nvSpPr>
          <p:spPr bwMode="gray">
            <a:xfrm>
              <a:off x="4811486" y="6324600"/>
              <a:ext cx="365760" cy="365760"/>
            </a:xfrm>
            <a:prstGeom prst="ellipse">
              <a:avLst/>
            </a:prstGeom>
            <a:solidFill>
              <a:schemeClr val="accent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111" name="Oval 110">
              <a:extLst>
                <a:ext uri="{FF2B5EF4-FFF2-40B4-BE49-F238E27FC236}">
                  <a16:creationId xmlns:a16="http://schemas.microsoft.com/office/drawing/2014/main" id="{F24C8660-E7CE-40D8-BFEC-D947C36FE27D}"/>
                </a:ext>
              </a:extLst>
            </p:cNvPr>
            <p:cNvSpPr/>
            <p:nvPr/>
          </p:nvSpPr>
          <p:spPr bwMode="gray">
            <a:xfrm>
              <a:off x="6072053" y="6324600"/>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112" name="Oval 111">
              <a:extLst>
                <a:ext uri="{FF2B5EF4-FFF2-40B4-BE49-F238E27FC236}">
                  <a16:creationId xmlns:a16="http://schemas.microsoft.com/office/drawing/2014/main" id="{5C039591-E592-467B-AA83-15486B0F693E}"/>
                </a:ext>
              </a:extLst>
            </p:cNvPr>
            <p:cNvSpPr/>
            <p:nvPr/>
          </p:nvSpPr>
          <p:spPr bwMode="gray">
            <a:xfrm>
              <a:off x="7405717" y="6324600"/>
              <a:ext cx="365760" cy="365760"/>
            </a:xfrm>
            <a:prstGeom prst="ellipse">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113" name="TextBox 112">
              <a:extLst>
                <a:ext uri="{FF2B5EF4-FFF2-40B4-BE49-F238E27FC236}">
                  <a16:creationId xmlns:a16="http://schemas.microsoft.com/office/drawing/2014/main" id="{A207641A-AF7C-4FA6-882D-6B0CB32A7A7A}"/>
                </a:ext>
              </a:extLst>
            </p:cNvPr>
            <p:cNvSpPr txBox="1"/>
            <p:nvPr/>
          </p:nvSpPr>
          <p:spPr>
            <a:xfrm>
              <a:off x="2789942" y="6442322"/>
              <a:ext cx="1698925"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1" u="none" strike="noStrike" kern="1200" cap="none" spc="0" normalizeH="0" baseline="0" noProof="0">
                  <a:ln>
                    <a:noFill/>
                  </a:ln>
                  <a:solidFill>
                    <a:srgbClr val="313131"/>
                  </a:solidFill>
                  <a:effectLst/>
                  <a:uLnTx/>
                  <a:uFillTx/>
                  <a:latin typeface="Verdana"/>
                  <a:ea typeface="+mn-ea"/>
                  <a:cs typeface="+mn-cs"/>
                </a:rPr>
                <a:t>Impact on Business</a:t>
              </a:r>
            </a:p>
          </p:txBody>
        </p:sp>
        <p:sp>
          <p:nvSpPr>
            <p:cNvPr id="114" name="TextBox 113">
              <a:extLst>
                <a:ext uri="{FF2B5EF4-FFF2-40B4-BE49-F238E27FC236}">
                  <a16:creationId xmlns:a16="http://schemas.microsoft.com/office/drawing/2014/main" id="{DE0E22A3-C36C-4859-8C42-C438A55D35B4}"/>
                </a:ext>
              </a:extLst>
            </p:cNvPr>
            <p:cNvSpPr txBox="1"/>
            <p:nvPr/>
          </p:nvSpPr>
          <p:spPr>
            <a:xfrm>
              <a:off x="5247379" y="6420550"/>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dirty="0">
                  <a:ln>
                    <a:noFill/>
                  </a:ln>
                  <a:solidFill>
                    <a:srgbClr val="313131"/>
                  </a:solidFill>
                  <a:effectLst/>
                  <a:uLnTx/>
                  <a:uFillTx/>
                  <a:latin typeface="Verdana"/>
                  <a:ea typeface="+mn-ea"/>
                  <a:cs typeface="+mn-cs"/>
                </a:rPr>
                <a:t>Low</a:t>
              </a:r>
            </a:p>
          </p:txBody>
        </p:sp>
        <p:sp>
          <p:nvSpPr>
            <p:cNvPr id="115" name="TextBox 114">
              <a:extLst>
                <a:ext uri="{FF2B5EF4-FFF2-40B4-BE49-F238E27FC236}">
                  <a16:creationId xmlns:a16="http://schemas.microsoft.com/office/drawing/2014/main" id="{886D77FE-E9AD-4E7D-9B42-DB7E155339AD}"/>
                </a:ext>
              </a:extLst>
            </p:cNvPr>
            <p:cNvSpPr txBox="1"/>
            <p:nvPr/>
          </p:nvSpPr>
          <p:spPr>
            <a:xfrm>
              <a:off x="6537499" y="6412891"/>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Verdana"/>
                  <a:ea typeface="+mn-ea"/>
                  <a:cs typeface="+mn-cs"/>
                </a:rPr>
                <a:t>Medium</a:t>
              </a:r>
            </a:p>
          </p:txBody>
        </p:sp>
        <p:sp>
          <p:nvSpPr>
            <p:cNvPr id="116" name="TextBox 115">
              <a:extLst>
                <a:ext uri="{FF2B5EF4-FFF2-40B4-BE49-F238E27FC236}">
                  <a16:creationId xmlns:a16="http://schemas.microsoft.com/office/drawing/2014/main" id="{8676FFA4-63CC-4EF5-8121-B5D6EC5E5C4B}"/>
                </a:ext>
              </a:extLst>
            </p:cNvPr>
            <p:cNvSpPr txBox="1"/>
            <p:nvPr/>
          </p:nvSpPr>
          <p:spPr>
            <a:xfrm>
              <a:off x="7899005" y="6412891"/>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dirty="0">
                  <a:ln>
                    <a:noFill/>
                  </a:ln>
                  <a:solidFill>
                    <a:srgbClr val="313131"/>
                  </a:solidFill>
                  <a:effectLst/>
                  <a:uLnTx/>
                  <a:uFillTx/>
                  <a:latin typeface="Verdana"/>
                  <a:ea typeface="+mn-ea"/>
                  <a:cs typeface="+mn-cs"/>
                </a:rPr>
                <a:t>High</a:t>
              </a:r>
            </a:p>
          </p:txBody>
        </p:sp>
      </p:grpSp>
      <p:grpSp>
        <p:nvGrpSpPr>
          <p:cNvPr id="74" name="Group 73">
            <a:extLst>
              <a:ext uri="{FF2B5EF4-FFF2-40B4-BE49-F238E27FC236}">
                <a16:creationId xmlns:a16="http://schemas.microsoft.com/office/drawing/2014/main" id="{3DAA3126-8385-4F73-B2FA-43FEBA3A3445}"/>
              </a:ext>
            </a:extLst>
          </p:cNvPr>
          <p:cNvGrpSpPr/>
          <p:nvPr/>
        </p:nvGrpSpPr>
        <p:grpSpPr>
          <a:xfrm flipV="1">
            <a:off x="2826810" y="3981234"/>
            <a:ext cx="1129318" cy="252102"/>
            <a:chOff x="4523386" y="3151206"/>
            <a:chExt cx="1021211" cy="300631"/>
          </a:xfrm>
        </p:grpSpPr>
        <p:cxnSp>
          <p:nvCxnSpPr>
            <p:cNvPr id="75" name="Straight Connector 74">
              <a:extLst>
                <a:ext uri="{FF2B5EF4-FFF2-40B4-BE49-F238E27FC236}">
                  <a16:creationId xmlns:a16="http://schemas.microsoft.com/office/drawing/2014/main" id="{D2C0E35F-0021-4D01-AD62-96FC6B678BE1}"/>
                </a:ext>
              </a:extLst>
            </p:cNvPr>
            <p:cNvCxnSpPr>
              <a:cxnSpLocks/>
            </p:cNvCxnSpPr>
            <p:nvPr/>
          </p:nvCxnSpPr>
          <p:spPr>
            <a:xfrm>
              <a:off x="4922598" y="3151712"/>
              <a:ext cx="621999" cy="0"/>
            </a:xfrm>
            <a:prstGeom prst="line">
              <a:avLst/>
            </a:prstGeom>
            <a:ln w="15875" cap="rnd">
              <a:solidFill>
                <a:schemeClr val="accent2"/>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D59B52C8-9319-4FC7-8E64-4898BCB0EB25}"/>
                </a:ext>
              </a:extLst>
            </p:cNvPr>
            <p:cNvCxnSpPr>
              <a:cxnSpLocks/>
            </p:cNvCxnSpPr>
            <p:nvPr/>
          </p:nvCxnSpPr>
          <p:spPr>
            <a:xfrm flipH="1">
              <a:off x="4523386" y="3151206"/>
              <a:ext cx="371734" cy="300631"/>
            </a:xfrm>
            <a:prstGeom prst="line">
              <a:avLst/>
            </a:prstGeom>
            <a:ln w="15875" cap="rnd">
              <a:solidFill>
                <a:schemeClr val="accent2"/>
              </a:solidFill>
              <a:prstDash val="sysDot"/>
              <a:tailEnd type="oval"/>
            </a:ln>
          </p:spPr>
          <p:style>
            <a:lnRef idx="1">
              <a:schemeClr val="accent1"/>
            </a:lnRef>
            <a:fillRef idx="0">
              <a:schemeClr val="accent1"/>
            </a:fillRef>
            <a:effectRef idx="0">
              <a:schemeClr val="accent1"/>
            </a:effectRef>
            <a:fontRef idx="minor">
              <a:schemeClr val="tx1"/>
            </a:fontRef>
          </p:style>
        </p:cxnSp>
      </p:grpSp>
      <p:sp>
        <p:nvSpPr>
          <p:cNvPr id="6" name="TextBox 5">
            <a:extLst>
              <a:ext uri="{FF2B5EF4-FFF2-40B4-BE49-F238E27FC236}">
                <a16:creationId xmlns:a16="http://schemas.microsoft.com/office/drawing/2014/main" id="{F0347B96-6506-4037-A197-79D5CE01D36E}"/>
              </a:ext>
            </a:extLst>
          </p:cNvPr>
          <p:cNvSpPr txBox="1"/>
          <p:nvPr/>
        </p:nvSpPr>
        <p:spPr>
          <a:xfrm>
            <a:off x="272273" y="6334074"/>
            <a:ext cx="3108960"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900" b="0" i="1" u="none" strike="noStrike" kern="1200" cap="none" spc="0" normalizeH="0" baseline="0" noProof="0" dirty="0">
                <a:ln>
                  <a:noFill/>
                </a:ln>
                <a:solidFill>
                  <a:srgbClr val="313131"/>
                </a:solidFill>
                <a:effectLst/>
                <a:uLnTx/>
                <a:uFillTx/>
                <a:latin typeface="Verdana"/>
                <a:ea typeface="+mn-ea"/>
                <a:cs typeface="+mn-cs"/>
              </a:rPr>
              <a:t>https://www.wbsetcl.in/uploads/credit_rating/Annexure%2015_19072021.pdf</a:t>
            </a:r>
          </a:p>
        </p:txBody>
      </p:sp>
      <p:sp>
        <p:nvSpPr>
          <p:cNvPr id="102" name="Graphic 4">
            <a:extLst>
              <a:ext uri="{FF2B5EF4-FFF2-40B4-BE49-F238E27FC236}">
                <a16:creationId xmlns:a16="http://schemas.microsoft.com/office/drawing/2014/main" id="{F04546F7-EA60-4A93-A7B1-90BE21C62DD8}"/>
              </a:ext>
            </a:extLst>
          </p:cNvPr>
          <p:cNvSpPr/>
          <p:nvPr/>
        </p:nvSpPr>
        <p:spPr>
          <a:xfrm>
            <a:off x="4019003" y="4679302"/>
            <a:ext cx="579149" cy="562385"/>
          </a:xfrm>
          <a:custGeom>
            <a:avLst/>
            <a:gdLst>
              <a:gd name="connsiteX0" fmla="*/ 180836 w 361670"/>
              <a:gd name="connsiteY0" fmla="*/ 0 h 361333"/>
              <a:gd name="connsiteX1" fmla="*/ 0 w 361670"/>
              <a:gd name="connsiteY1" fmla="*/ 180667 h 361333"/>
              <a:gd name="connsiteX2" fmla="*/ 180836 w 361670"/>
              <a:gd name="connsiteY2" fmla="*/ 361333 h 361333"/>
              <a:gd name="connsiteX3" fmla="*/ 361670 w 361670"/>
              <a:gd name="connsiteY3" fmla="*/ 180667 h 361333"/>
              <a:gd name="connsiteX4" fmla="*/ 180836 w 361670"/>
              <a:gd name="connsiteY4" fmla="*/ 0 h 361333"/>
              <a:gd name="connsiteX5" fmla="*/ 141856 w 361670"/>
              <a:gd name="connsiteY5" fmla="*/ 187689 h 361333"/>
              <a:gd name="connsiteX6" fmla="*/ 148246 w 361670"/>
              <a:gd name="connsiteY6" fmla="*/ 194073 h 361333"/>
              <a:gd name="connsiteX7" fmla="*/ 141856 w 361670"/>
              <a:gd name="connsiteY7" fmla="*/ 200457 h 361333"/>
              <a:gd name="connsiteX8" fmla="*/ 141856 w 361670"/>
              <a:gd name="connsiteY8" fmla="*/ 200457 h 361333"/>
              <a:gd name="connsiteX9" fmla="*/ 88181 w 361670"/>
              <a:gd name="connsiteY9" fmla="*/ 186412 h 361333"/>
              <a:gd name="connsiteX10" fmla="*/ 88181 w 361670"/>
              <a:gd name="connsiteY10" fmla="*/ 194073 h 361333"/>
              <a:gd name="connsiteX11" fmla="*/ 142496 w 361670"/>
              <a:gd name="connsiteY11" fmla="*/ 215140 h 361333"/>
              <a:gd name="connsiteX12" fmla="*/ 148886 w 361670"/>
              <a:gd name="connsiteY12" fmla="*/ 221524 h 361333"/>
              <a:gd name="connsiteX13" fmla="*/ 142496 w 361670"/>
              <a:gd name="connsiteY13" fmla="*/ 227908 h 361333"/>
              <a:gd name="connsiteX14" fmla="*/ 142496 w 361670"/>
              <a:gd name="connsiteY14" fmla="*/ 227908 h 361333"/>
              <a:gd name="connsiteX15" fmla="*/ 88820 w 361670"/>
              <a:gd name="connsiteY15" fmla="*/ 213863 h 361333"/>
              <a:gd name="connsiteX16" fmla="*/ 88820 w 361670"/>
              <a:gd name="connsiteY16" fmla="*/ 221524 h 361333"/>
              <a:gd name="connsiteX17" fmla="*/ 148246 w 361670"/>
              <a:gd name="connsiteY17" fmla="*/ 242591 h 361333"/>
              <a:gd name="connsiteX18" fmla="*/ 154636 w 361670"/>
              <a:gd name="connsiteY18" fmla="*/ 248975 h 361333"/>
              <a:gd name="connsiteX19" fmla="*/ 148246 w 361670"/>
              <a:gd name="connsiteY19" fmla="*/ 255359 h 361333"/>
              <a:gd name="connsiteX20" fmla="*/ 76040 w 361670"/>
              <a:gd name="connsiteY20" fmla="*/ 221524 h 361333"/>
              <a:gd name="connsiteX21" fmla="*/ 76040 w 361670"/>
              <a:gd name="connsiteY21" fmla="*/ 111720 h 361333"/>
              <a:gd name="connsiteX22" fmla="*/ 148246 w 361670"/>
              <a:gd name="connsiteY22" fmla="*/ 77885 h 361333"/>
              <a:gd name="connsiteX23" fmla="*/ 220453 w 361670"/>
              <a:gd name="connsiteY23" fmla="*/ 111720 h 361333"/>
              <a:gd name="connsiteX24" fmla="*/ 148246 w 361670"/>
              <a:gd name="connsiteY24" fmla="*/ 145555 h 361333"/>
              <a:gd name="connsiteX25" fmla="*/ 88820 w 361670"/>
              <a:gd name="connsiteY25" fmla="*/ 131510 h 361333"/>
              <a:gd name="connsiteX26" fmla="*/ 88820 w 361670"/>
              <a:gd name="connsiteY26" fmla="*/ 139171 h 361333"/>
              <a:gd name="connsiteX27" fmla="*/ 148246 w 361670"/>
              <a:gd name="connsiteY27" fmla="*/ 160238 h 361333"/>
              <a:gd name="connsiteX28" fmla="*/ 154636 w 361670"/>
              <a:gd name="connsiteY28" fmla="*/ 166622 h 361333"/>
              <a:gd name="connsiteX29" fmla="*/ 148246 w 361670"/>
              <a:gd name="connsiteY29" fmla="*/ 173006 h 361333"/>
              <a:gd name="connsiteX30" fmla="*/ 88820 w 361670"/>
              <a:gd name="connsiteY30" fmla="*/ 158961 h 361333"/>
              <a:gd name="connsiteX31" fmla="*/ 88820 w 361670"/>
              <a:gd name="connsiteY31" fmla="*/ 166622 h 361333"/>
              <a:gd name="connsiteX32" fmla="*/ 141856 w 361670"/>
              <a:gd name="connsiteY32" fmla="*/ 187689 h 361333"/>
              <a:gd name="connsiteX33" fmla="*/ 227482 w 361670"/>
              <a:gd name="connsiteY33" fmla="*/ 284087 h 361333"/>
              <a:gd name="connsiteX34" fmla="*/ 155276 w 361670"/>
              <a:gd name="connsiteY34" fmla="*/ 211948 h 361333"/>
              <a:gd name="connsiteX35" fmla="*/ 227482 w 361670"/>
              <a:gd name="connsiteY35" fmla="*/ 139809 h 361333"/>
              <a:gd name="connsiteX36" fmla="*/ 299688 w 361670"/>
              <a:gd name="connsiteY36" fmla="*/ 211948 h 361333"/>
              <a:gd name="connsiteX37" fmla="*/ 227482 w 361670"/>
              <a:gd name="connsiteY37" fmla="*/ 284087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61670" h="361333">
                <a:moveTo>
                  <a:pt x="180836" y="0"/>
                </a:moveTo>
                <a:cubicBezTo>
                  <a:pt x="80513" y="0"/>
                  <a:pt x="0" y="81077"/>
                  <a:pt x="0" y="180667"/>
                </a:cubicBezTo>
                <a:cubicBezTo>
                  <a:pt x="0" y="280257"/>
                  <a:pt x="81152" y="361333"/>
                  <a:pt x="180836" y="361333"/>
                </a:cubicBezTo>
                <a:cubicBezTo>
                  <a:pt x="281157" y="361333"/>
                  <a:pt x="361670" y="280257"/>
                  <a:pt x="361670" y="180667"/>
                </a:cubicBezTo>
                <a:cubicBezTo>
                  <a:pt x="361670" y="81077"/>
                  <a:pt x="281157" y="0"/>
                  <a:pt x="180836" y="0"/>
                </a:cubicBezTo>
                <a:close/>
                <a:moveTo>
                  <a:pt x="141856" y="187689"/>
                </a:moveTo>
                <a:cubicBezTo>
                  <a:pt x="145691" y="187689"/>
                  <a:pt x="148246" y="190881"/>
                  <a:pt x="148246" y="194073"/>
                </a:cubicBezTo>
                <a:cubicBezTo>
                  <a:pt x="148246" y="197265"/>
                  <a:pt x="145051" y="200457"/>
                  <a:pt x="141856" y="200457"/>
                </a:cubicBezTo>
                <a:cubicBezTo>
                  <a:pt x="141856" y="200457"/>
                  <a:pt x="141856" y="200457"/>
                  <a:pt x="141856" y="200457"/>
                </a:cubicBezTo>
                <a:cubicBezTo>
                  <a:pt x="118853" y="199819"/>
                  <a:pt x="99683" y="194711"/>
                  <a:pt x="88181" y="186412"/>
                </a:cubicBezTo>
                <a:lnTo>
                  <a:pt x="88181" y="194073"/>
                </a:lnTo>
                <a:cubicBezTo>
                  <a:pt x="88181" y="201734"/>
                  <a:pt x="107351" y="213863"/>
                  <a:pt x="142496" y="215140"/>
                </a:cubicBezTo>
                <a:cubicBezTo>
                  <a:pt x="146330" y="215140"/>
                  <a:pt x="148886" y="218332"/>
                  <a:pt x="148886" y="221524"/>
                </a:cubicBezTo>
                <a:cubicBezTo>
                  <a:pt x="148886" y="224716"/>
                  <a:pt x="145691" y="227908"/>
                  <a:pt x="142496" y="227908"/>
                </a:cubicBezTo>
                <a:cubicBezTo>
                  <a:pt x="142496" y="227908"/>
                  <a:pt x="142496" y="227908"/>
                  <a:pt x="142496" y="227908"/>
                </a:cubicBezTo>
                <a:cubicBezTo>
                  <a:pt x="119492" y="227270"/>
                  <a:pt x="100322" y="222163"/>
                  <a:pt x="88820" y="213863"/>
                </a:cubicBezTo>
                <a:lnTo>
                  <a:pt x="88820" y="221524"/>
                </a:lnTo>
                <a:cubicBezTo>
                  <a:pt x="88820" y="229823"/>
                  <a:pt x="111824" y="242591"/>
                  <a:pt x="148246" y="242591"/>
                </a:cubicBezTo>
                <a:cubicBezTo>
                  <a:pt x="152081" y="242591"/>
                  <a:pt x="154636" y="245145"/>
                  <a:pt x="154636" y="248975"/>
                </a:cubicBezTo>
                <a:cubicBezTo>
                  <a:pt x="154636" y="252806"/>
                  <a:pt x="152081" y="255359"/>
                  <a:pt x="148246" y="255359"/>
                </a:cubicBezTo>
                <a:cubicBezTo>
                  <a:pt x="113102" y="255359"/>
                  <a:pt x="76040" y="243868"/>
                  <a:pt x="76040" y="221524"/>
                </a:cubicBezTo>
                <a:lnTo>
                  <a:pt x="76040" y="111720"/>
                </a:lnTo>
                <a:cubicBezTo>
                  <a:pt x="76040" y="90014"/>
                  <a:pt x="113102" y="77885"/>
                  <a:pt x="148246" y="77885"/>
                </a:cubicBezTo>
                <a:cubicBezTo>
                  <a:pt x="183391" y="77885"/>
                  <a:pt x="220453" y="90014"/>
                  <a:pt x="220453" y="111720"/>
                </a:cubicBezTo>
                <a:cubicBezTo>
                  <a:pt x="220453" y="133425"/>
                  <a:pt x="183391" y="145555"/>
                  <a:pt x="148246" y="145555"/>
                </a:cubicBezTo>
                <a:cubicBezTo>
                  <a:pt x="125881" y="145555"/>
                  <a:pt x="102878" y="140448"/>
                  <a:pt x="88820" y="131510"/>
                </a:cubicBezTo>
                <a:lnTo>
                  <a:pt x="88820" y="139171"/>
                </a:lnTo>
                <a:cubicBezTo>
                  <a:pt x="88820" y="148108"/>
                  <a:pt x="111185" y="160238"/>
                  <a:pt x="148246" y="160238"/>
                </a:cubicBezTo>
                <a:cubicBezTo>
                  <a:pt x="152081" y="160238"/>
                  <a:pt x="154636" y="162792"/>
                  <a:pt x="154636" y="166622"/>
                </a:cubicBezTo>
                <a:cubicBezTo>
                  <a:pt x="154636" y="170452"/>
                  <a:pt x="152081" y="173006"/>
                  <a:pt x="148246" y="173006"/>
                </a:cubicBezTo>
                <a:cubicBezTo>
                  <a:pt x="125881" y="173006"/>
                  <a:pt x="102878" y="167899"/>
                  <a:pt x="88820" y="158961"/>
                </a:cubicBezTo>
                <a:lnTo>
                  <a:pt x="88820" y="166622"/>
                </a:lnTo>
                <a:cubicBezTo>
                  <a:pt x="87542" y="174921"/>
                  <a:pt x="107351" y="186412"/>
                  <a:pt x="141856" y="187689"/>
                </a:cubicBezTo>
                <a:close/>
                <a:moveTo>
                  <a:pt x="227482" y="284087"/>
                </a:moveTo>
                <a:cubicBezTo>
                  <a:pt x="187864" y="284087"/>
                  <a:pt x="155276" y="251529"/>
                  <a:pt x="155276" y="211948"/>
                </a:cubicBezTo>
                <a:cubicBezTo>
                  <a:pt x="155276" y="172368"/>
                  <a:pt x="187864" y="139809"/>
                  <a:pt x="227482" y="139809"/>
                </a:cubicBezTo>
                <a:cubicBezTo>
                  <a:pt x="267100" y="139809"/>
                  <a:pt x="299688" y="172368"/>
                  <a:pt x="299688" y="211948"/>
                </a:cubicBezTo>
                <a:cubicBezTo>
                  <a:pt x="299688" y="251529"/>
                  <a:pt x="267100" y="284087"/>
                  <a:pt x="227482" y="284087"/>
                </a:cubicBezTo>
                <a:close/>
              </a:path>
            </a:pathLst>
          </a:custGeom>
          <a:solidFill>
            <a:srgbClr val="9DD4CF"/>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103" name="Rectangle 102">
            <a:extLst>
              <a:ext uri="{FF2B5EF4-FFF2-40B4-BE49-F238E27FC236}">
                <a16:creationId xmlns:a16="http://schemas.microsoft.com/office/drawing/2014/main" id="{583D2AFC-5C49-4B2C-9BE7-8C5BEF591FAA}"/>
              </a:ext>
            </a:extLst>
          </p:cNvPr>
          <p:cNvSpPr/>
          <p:nvPr/>
        </p:nvSpPr>
        <p:spPr>
          <a:xfrm>
            <a:off x="4939068" y="4643445"/>
            <a:ext cx="4916562" cy="646331"/>
          </a:xfrm>
          <a:prstGeom prst="rect">
            <a:avLst/>
          </a:prstGeom>
        </p:spPr>
        <p:txBody>
          <a:bodyPr wrap="square" lIns="0" tIns="0" rIns="0" bIns="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6FC2B4"/>
                </a:solidFill>
                <a:effectLst/>
                <a:uLnTx/>
                <a:uFillTx/>
                <a:latin typeface="Verdana"/>
                <a:ea typeface="+mn-ea"/>
                <a:cs typeface="+mn-cs"/>
              </a:rPr>
              <a:t>Integration of WBSETCL and SLDC Function: </a:t>
            </a:r>
            <a:r>
              <a:rPr kumimoji="0" lang="en-US" sz="1400" b="0" i="0" u="none" strike="noStrike" kern="1200" cap="none" spc="0" normalizeH="0" baseline="0" noProof="0" dirty="0">
                <a:ln>
                  <a:noFill/>
                </a:ln>
                <a:solidFill>
                  <a:prstClr val="black"/>
                </a:solidFill>
                <a:effectLst/>
                <a:uLnTx/>
                <a:uFillTx/>
                <a:latin typeface="Verdana"/>
                <a:ea typeface="+mn-ea"/>
                <a:cs typeface="+mn-cs"/>
              </a:rPr>
              <a:t>The integration of market operation functions of the SLDC within WBSETCL results in operational barriers.</a:t>
            </a:r>
          </a:p>
        </p:txBody>
      </p:sp>
      <p:grpSp>
        <p:nvGrpSpPr>
          <p:cNvPr id="106" name="Group 105">
            <a:extLst>
              <a:ext uri="{FF2B5EF4-FFF2-40B4-BE49-F238E27FC236}">
                <a16:creationId xmlns:a16="http://schemas.microsoft.com/office/drawing/2014/main" id="{B70F96C8-D985-435B-B5F2-61823166AFAF}"/>
              </a:ext>
            </a:extLst>
          </p:cNvPr>
          <p:cNvGrpSpPr/>
          <p:nvPr/>
        </p:nvGrpSpPr>
        <p:grpSpPr>
          <a:xfrm>
            <a:off x="2582966" y="4590832"/>
            <a:ext cx="1412875" cy="418841"/>
            <a:chOff x="4487991" y="4634811"/>
            <a:chExt cx="1056606" cy="391402"/>
          </a:xfrm>
        </p:grpSpPr>
        <p:cxnSp>
          <p:nvCxnSpPr>
            <p:cNvPr id="107" name="Straight Connector 106">
              <a:extLst>
                <a:ext uri="{FF2B5EF4-FFF2-40B4-BE49-F238E27FC236}">
                  <a16:creationId xmlns:a16="http://schemas.microsoft.com/office/drawing/2014/main" id="{268854E9-326B-4404-A185-978E4A3B1F20}"/>
                </a:ext>
              </a:extLst>
            </p:cNvPr>
            <p:cNvCxnSpPr>
              <a:cxnSpLocks/>
            </p:cNvCxnSpPr>
            <p:nvPr/>
          </p:nvCxnSpPr>
          <p:spPr>
            <a:xfrm>
              <a:off x="4922598" y="5026213"/>
              <a:ext cx="621999" cy="0"/>
            </a:xfrm>
            <a:prstGeom prst="line">
              <a:avLst/>
            </a:prstGeom>
            <a:ln w="15875" cap="rnd">
              <a:solidFill>
                <a:srgbClr val="6FC2B4"/>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2C4FB95A-9218-46AA-826D-4BEA0A4ECA77}"/>
                </a:ext>
              </a:extLst>
            </p:cNvPr>
            <p:cNvCxnSpPr>
              <a:cxnSpLocks/>
            </p:cNvCxnSpPr>
            <p:nvPr/>
          </p:nvCxnSpPr>
          <p:spPr>
            <a:xfrm flipH="1" flipV="1">
              <a:off x="4487991" y="4634811"/>
              <a:ext cx="419702" cy="391183"/>
            </a:xfrm>
            <a:prstGeom prst="line">
              <a:avLst/>
            </a:prstGeom>
            <a:ln w="15875" cap="rnd">
              <a:solidFill>
                <a:srgbClr val="6FC2B4"/>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77" name="Group 76">
            <a:extLst>
              <a:ext uri="{FF2B5EF4-FFF2-40B4-BE49-F238E27FC236}">
                <a16:creationId xmlns:a16="http://schemas.microsoft.com/office/drawing/2014/main" id="{4AE14F9E-1EDC-4FEC-81F3-F9D9B677D9D1}"/>
              </a:ext>
            </a:extLst>
          </p:cNvPr>
          <p:cNvGrpSpPr/>
          <p:nvPr/>
        </p:nvGrpSpPr>
        <p:grpSpPr>
          <a:xfrm rot="21195464">
            <a:off x="2399100" y="2673452"/>
            <a:ext cx="595390" cy="2030913"/>
            <a:chOff x="3986624" y="3058122"/>
            <a:chExt cx="595390" cy="1973986"/>
          </a:xfrm>
        </p:grpSpPr>
        <p:sp>
          <p:nvSpPr>
            <p:cNvPr id="78" name="Oval 77">
              <a:extLst>
                <a:ext uri="{FF2B5EF4-FFF2-40B4-BE49-F238E27FC236}">
                  <a16:creationId xmlns:a16="http://schemas.microsoft.com/office/drawing/2014/main" id="{5292449A-52BB-45CF-B997-55B69B63BEEE}"/>
                </a:ext>
              </a:extLst>
            </p:cNvPr>
            <p:cNvSpPr/>
            <p:nvPr/>
          </p:nvSpPr>
          <p:spPr bwMode="gray">
            <a:xfrm>
              <a:off x="4289746" y="3058122"/>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79" name="Oval 78">
              <a:extLst>
                <a:ext uri="{FF2B5EF4-FFF2-40B4-BE49-F238E27FC236}">
                  <a16:creationId xmlns:a16="http://schemas.microsoft.com/office/drawing/2014/main" id="{F1B912BC-2B27-465D-9381-1BC2BE899B50}"/>
                </a:ext>
              </a:extLst>
            </p:cNvPr>
            <p:cNvSpPr/>
            <p:nvPr/>
          </p:nvSpPr>
          <p:spPr bwMode="gray">
            <a:xfrm>
              <a:off x="4354598" y="3694917"/>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80" name="Oval 79">
              <a:extLst>
                <a:ext uri="{FF2B5EF4-FFF2-40B4-BE49-F238E27FC236}">
                  <a16:creationId xmlns:a16="http://schemas.microsoft.com/office/drawing/2014/main" id="{284A70A5-FEDE-4BF0-A160-5E60800BCA91}"/>
                </a:ext>
              </a:extLst>
            </p:cNvPr>
            <p:cNvSpPr/>
            <p:nvPr/>
          </p:nvSpPr>
          <p:spPr bwMode="gray">
            <a:xfrm>
              <a:off x="4263503" y="4241855"/>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81" name="Oval 80">
              <a:extLst>
                <a:ext uri="{FF2B5EF4-FFF2-40B4-BE49-F238E27FC236}">
                  <a16:creationId xmlns:a16="http://schemas.microsoft.com/office/drawing/2014/main" id="{A516581C-2428-44B2-8EF1-A8D43E06A5D3}"/>
                </a:ext>
              </a:extLst>
            </p:cNvPr>
            <p:cNvSpPr/>
            <p:nvPr/>
          </p:nvSpPr>
          <p:spPr bwMode="gray">
            <a:xfrm>
              <a:off x="3986624" y="4804692"/>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grpSp>
    </p:spTree>
    <p:extLst>
      <p:ext uri="{BB962C8B-B14F-4D97-AF65-F5344CB8AC3E}">
        <p14:creationId xmlns:p14="http://schemas.microsoft.com/office/powerpoint/2010/main" val="1511888349"/>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8E525C8-5B83-4553-B7A8-F5F66115ADBA}"/>
              </a:ext>
            </a:extLst>
          </p:cNvPr>
          <p:cNvGraphicFramePr>
            <a:graphicFrameLocks noChangeAspect="1"/>
          </p:cNvGraphicFramePr>
          <p:nvPr>
            <p:custDataLst>
              <p:tags r:id="rId2"/>
            </p:custDataLst>
          </p:nvPr>
        </p:nvGraphicFramePr>
        <p:xfrm>
          <a:off x="1680" y="1440"/>
          <a:ext cx="1440" cy="1440"/>
        </p:xfrm>
        <a:graphic>
          <a:graphicData uri="http://schemas.openxmlformats.org/presentationml/2006/ole">
            <mc:AlternateContent xmlns:mc="http://schemas.openxmlformats.org/markup-compatibility/2006">
              <mc:Choice xmlns:v="urn:schemas-microsoft-com:vml" Requires="v">
                <p:oleObj spid="_x0000_s53303" name="think-cell Slide" r:id="rId5" imgW="498" imgH="499" progId="TCLayout.ActiveDocument.1">
                  <p:embed/>
                </p:oleObj>
              </mc:Choice>
              <mc:Fallback>
                <p:oleObj name="think-cell Slide" r:id="rId5" imgW="498" imgH="499" progId="TCLayout.ActiveDocument.1">
                  <p:embed/>
                  <p:pic>
                    <p:nvPicPr>
                      <p:cNvPr id="5" name="Object 4" hidden="1">
                        <a:extLst>
                          <a:ext uri="{FF2B5EF4-FFF2-40B4-BE49-F238E27FC236}">
                            <a16:creationId xmlns:a16="http://schemas.microsoft.com/office/drawing/2014/main" id="{D8E525C8-5B83-4553-B7A8-F5F66115ADBA}"/>
                          </a:ext>
                        </a:extLst>
                      </p:cNvPr>
                      <p:cNvPicPr/>
                      <p:nvPr/>
                    </p:nvPicPr>
                    <p:blipFill>
                      <a:blip r:embed="rId6"/>
                      <a:stretch>
                        <a:fillRect/>
                      </a:stretch>
                    </p:blipFill>
                    <p:spPr>
                      <a:xfrm>
                        <a:off x="1680" y="1440"/>
                        <a:ext cx="1440" cy="1440"/>
                      </a:xfrm>
                      <a:prstGeom prst="rect">
                        <a:avLst/>
                      </a:prstGeom>
                    </p:spPr>
                  </p:pic>
                </p:oleObj>
              </mc:Fallback>
            </mc:AlternateContent>
          </a:graphicData>
        </a:graphic>
      </p:graphicFrame>
      <p:sp>
        <p:nvSpPr>
          <p:cNvPr id="88" name="Rectangle 87" hidden="1">
            <a:extLst>
              <a:ext uri="{FF2B5EF4-FFF2-40B4-BE49-F238E27FC236}">
                <a16:creationId xmlns:a16="http://schemas.microsoft.com/office/drawing/2014/main" id="{E8660C98-62A0-423C-8A5A-044FD3662E7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088" b="0" i="0" u="none" strike="noStrike" kern="1200" cap="none" spc="0" normalizeH="0" baseline="0" noProof="0">
              <a:ln>
                <a:noFill/>
              </a:ln>
              <a:solidFill>
                <a:prstClr val="white"/>
              </a:solidFill>
              <a:effectLst/>
              <a:uLnTx/>
              <a:uFillTx/>
              <a:latin typeface="Verdana"/>
              <a:ea typeface="+mn-ea"/>
              <a:cs typeface="+mn-cs"/>
            </a:endParaRPr>
          </a:p>
        </p:txBody>
      </p:sp>
      <p:sp>
        <p:nvSpPr>
          <p:cNvPr id="2" name="Rectangle 1" hidden="1">
            <a:extLst>
              <a:ext uri="{FF2B5EF4-FFF2-40B4-BE49-F238E27FC236}">
                <a16:creationId xmlns:a16="http://schemas.microsoft.com/office/drawing/2014/main" id="{2A521930-E564-4B05-B60F-B4D4B607A7F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Avenir Next LT Pro Light" panose="020B0304020202020204" pitchFamily="34" charset="0"/>
              <a:ea typeface="+mn-ea"/>
              <a:cs typeface="+mn-cs"/>
            </a:endParaRPr>
          </a:p>
        </p:txBody>
      </p:sp>
      <p:sp>
        <p:nvSpPr>
          <p:cNvPr id="33" name="Rectangle 32" hidden="1">
            <a:extLst>
              <a:ext uri="{FF2B5EF4-FFF2-40B4-BE49-F238E27FC236}">
                <a16:creationId xmlns:a16="http://schemas.microsoft.com/office/drawing/2014/main" id="{5CEEA709-822B-4D97-95B5-1E93A1A05919}"/>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54" name="Rectangle 53" hidden="1">
            <a:extLst>
              <a:ext uri="{FF2B5EF4-FFF2-40B4-BE49-F238E27FC236}">
                <a16:creationId xmlns:a16="http://schemas.microsoft.com/office/drawing/2014/main" id="{225F56F8-8BC1-48B6-BEFF-20E4914FDA4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58" name="Rectangle 57" hidden="1">
            <a:extLst>
              <a:ext uri="{FF2B5EF4-FFF2-40B4-BE49-F238E27FC236}">
                <a16:creationId xmlns:a16="http://schemas.microsoft.com/office/drawing/2014/main" id="{50C0A6EC-D618-4045-A144-16336B53AEFE}"/>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62" name="Rectangle 61" hidden="1">
            <a:extLst>
              <a:ext uri="{FF2B5EF4-FFF2-40B4-BE49-F238E27FC236}">
                <a16:creationId xmlns:a16="http://schemas.microsoft.com/office/drawing/2014/main" id="{8AC4DE8A-A90A-45C4-A128-6D6EC2EA41AF}"/>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123" name="Rectangle 122" hidden="1">
            <a:extLst>
              <a:ext uri="{FF2B5EF4-FFF2-40B4-BE49-F238E27FC236}">
                <a16:creationId xmlns:a16="http://schemas.microsoft.com/office/drawing/2014/main" id="{891D9B62-8447-4BF2-AAD5-EE8A0DC6CA59}"/>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154" name="Rectangle 153" hidden="1">
            <a:extLst>
              <a:ext uri="{FF2B5EF4-FFF2-40B4-BE49-F238E27FC236}">
                <a16:creationId xmlns:a16="http://schemas.microsoft.com/office/drawing/2014/main" id="{E6055FF4-59BE-4A31-A244-49C2AAC1E7B4}"/>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157" name="Rectangle 156" hidden="1">
            <a:extLst>
              <a:ext uri="{FF2B5EF4-FFF2-40B4-BE49-F238E27FC236}">
                <a16:creationId xmlns:a16="http://schemas.microsoft.com/office/drawing/2014/main" id="{79987C92-84CE-44DC-A97C-59F767A61EC1}"/>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361" name="Rectangle 360" hidden="1">
            <a:extLst>
              <a:ext uri="{FF2B5EF4-FFF2-40B4-BE49-F238E27FC236}">
                <a16:creationId xmlns:a16="http://schemas.microsoft.com/office/drawing/2014/main" id="{58D700BD-6F8F-4F7C-8892-9034C7A065B1}"/>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05" name="Rectangle 404" hidden="1">
            <a:extLst>
              <a:ext uri="{FF2B5EF4-FFF2-40B4-BE49-F238E27FC236}">
                <a16:creationId xmlns:a16="http://schemas.microsoft.com/office/drawing/2014/main" id="{0CEE0670-BDA8-4520-8F9D-5C046A637342}"/>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5" name="Rectangle 44" hidden="1">
            <a:extLst>
              <a:ext uri="{FF2B5EF4-FFF2-40B4-BE49-F238E27FC236}">
                <a16:creationId xmlns:a16="http://schemas.microsoft.com/office/drawing/2014/main" id="{767854C1-3E6E-4F2E-98B4-2A1F7DB28D5C}"/>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725"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219" name="Rectangle 218" hidden="1">
            <a:extLst>
              <a:ext uri="{FF2B5EF4-FFF2-40B4-BE49-F238E27FC236}">
                <a16:creationId xmlns:a16="http://schemas.microsoft.com/office/drawing/2014/main" id="{847846C5-C801-4BEE-9506-A16841F90D4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725" b="0" i="0" u="none" strike="noStrike" kern="1200" cap="none" spc="0" normalizeH="0" baseline="0" noProof="0">
              <a:ln>
                <a:noFill/>
              </a:ln>
              <a:solidFill>
                <a:prstClr val="white"/>
              </a:solidFill>
              <a:effectLst/>
              <a:uLnTx/>
              <a:uFillTx/>
              <a:latin typeface="Verdana"/>
              <a:ea typeface="+mn-ea"/>
              <a:cs typeface="+mn-cs"/>
            </a:endParaRPr>
          </a:p>
        </p:txBody>
      </p:sp>
      <p:sp>
        <p:nvSpPr>
          <p:cNvPr id="332" name="Rectangle 331" hidden="1">
            <a:extLst>
              <a:ext uri="{FF2B5EF4-FFF2-40B4-BE49-F238E27FC236}">
                <a16:creationId xmlns:a16="http://schemas.microsoft.com/office/drawing/2014/main" id="{B1BAC627-2155-4A3C-960D-101193C2287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088" b="0" i="0" u="none" strike="noStrike" kern="1200" cap="none" spc="0" normalizeH="0" baseline="0" noProof="0">
              <a:ln>
                <a:noFill/>
              </a:ln>
              <a:solidFill>
                <a:prstClr val="white"/>
              </a:solidFill>
              <a:effectLst/>
              <a:uLnTx/>
              <a:uFillTx/>
              <a:latin typeface="Verdana"/>
              <a:ea typeface="+mn-ea"/>
              <a:cs typeface="+mn-cs"/>
            </a:endParaRPr>
          </a:p>
        </p:txBody>
      </p:sp>
      <p:sp>
        <p:nvSpPr>
          <p:cNvPr id="532" name="Rectangle 531" hidden="1">
            <a:extLst>
              <a:ext uri="{FF2B5EF4-FFF2-40B4-BE49-F238E27FC236}">
                <a16:creationId xmlns:a16="http://schemas.microsoft.com/office/drawing/2014/main" id="{25F5028C-BFCA-4679-826B-D8FEBFE44C90}"/>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Avenir Next LT Pro Light" panose="020B0304020202020204" pitchFamily="34" charset="0"/>
              <a:ea typeface="+mn-ea"/>
              <a:cs typeface="+mn-cs"/>
            </a:endParaRPr>
          </a:p>
        </p:txBody>
      </p:sp>
      <p:sp>
        <p:nvSpPr>
          <p:cNvPr id="645" name="Rectangle 644" hidden="1">
            <a:extLst>
              <a:ext uri="{FF2B5EF4-FFF2-40B4-BE49-F238E27FC236}">
                <a16:creationId xmlns:a16="http://schemas.microsoft.com/office/drawing/2014/main" id="{E3C87C7A-307E-4E40-BF24-596ACA913F2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660" name="Rectangle 659" hidden="1">
            <a:extLst>
              <a:ext uri="{FF2B5EF4-FFF2-40B4-BE49-F238E27FC236}">
                <a16:creationId xmlns:a16="http://schemas.microsoft.com/office/drawing/2014/main" id="{2ECBF87A-E661-4272-A3A4-31486CCA0A14}"/>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0" name="Title 2">
            <a:extLst>
              <a:ext uri="{FF2B5EF4-FFF2-40B4-BE49-F238E27FC236}">
                <a16:creationId xmlns:a16="http://schemas.microsoft.com/office/drawing/2014/main" id="{4B8DEF8B-01E9-42C6-8321-05FF6A851792}"/>
              </a:ext>
            </a:extLst>
          </p:cNvPr>
          <p:cNvSpPr>
            <a:spLocks noGrp="1"/>
          </p:cNvSpPr>
          <p:nvPr>
            <p:ph type="title"/>
          </p:nvPr>
        </p:nvSpPr>
        <p:spPr>
          <a:xfrm>
            <a:off x="501652" y="317503"/>
            <a:ext cx="11162350" cy="334101"/>
          </a:xfrm>
        </p:spPr>
        <p:txBody>
          <a:bodyPr vert="horz"/>
          <a:lstStyle/>
          <a:p>
            <a:r>
              <a:rPr lang="en-US" sz="1814" b="1" dirty="0"/>
              <a:t>WBSETCL’s Opportunities Analysis</a:t>
            </a:r>
          </a:p>
        </p:txBody>
      </p:sp>
      <p:sp>
        <p:nvSpPr>
          <p:cNvPr id="162" name="TextBox 161">
            <a:extLst>
              <a:ext uri="{FF2B5EF4-FFF2-40B4-BE49-F238E27FC236}">
                <a16:creationId xmlns:a16="http://schemas.microsoft.com/office/drawing/2014/main" id="{D94E36FD-E4A9-4D1E-9EFD-1AFCAE215DE0}"/>
              </a:ext>
            </a:extLst>
          </p:cNvPr>
          <p:cNvSpPr txBox="1"/>
          <p:nvPr/>
        </p:nvSpPr>
        <p:spPr>
          <a:xfrm>
            <a:off x="4951723" y="4702776"/>
            <a:ext cx="4908277" cy="1077218"/>
          </a:xfrm>
          <a:prstGeom prst="rect">
            <a:avLst/>
          </a:prstGeom>
          <a:noFill/>
        </p:spPr>
        <p:txBody>
          <a:bodyPr wrap="square" lIns="0" tIns="0" rIns="0" bIns="0" rtlCol="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12169">
                    <a:lumMod val="60000"/>
                    <a:lumOff val="40000"/>
                  </a:srgbClr>
                </a:solidFill>
                <a:effectLst/>
                <a:uLnTx/>
                <a:uFillTx/>
                <a:latin typeface="Verdana"/>
                <a:ea typeface="+mn-ea"/>
                <a:cs typeface="+mn-cs"/>
              </a:rPr>
              <a:t>Monetization of surplus Asset: </a:t>
            </a:r>
            <a:r>
              <a:rPr kumimoji="0" lang="en-US" sz="1400" b="0" i="0" u="none" strike="noStrike" kern="1200" cap="none" spc="0" normalizeH="0" baseline="0" noProof="0" dirty="0">
                <a:ln>
                  <a:noFill/>
                </a:ln>
                <a:solidFill>
                  <a:prstClr val="black"/>
                </a:solidFill>
                <a:effectLst/>
                <a:uLnTx/>
                <a:uFillTx/>
                <a:latin typeface="Verdana"/>
                <a:ea typeface="+mn-ea"/>
                <a:cs typeface="+mn-cs"/>
              </a:rPr>
              <a:t>The company aspires to expand its substation and transmission capacity which is capital intensive. </a:t>
            </a:r>
            <a:r>
              <a:rPr lang="en-US" sz="1400" dirty="0">
                <a:solidFill>
                  <a:prstClr val="black"/>
                </a:solidFill>
                <a:latin typeface="Verdana"/>
              </a:rPr>
              <a:t>Monetization initiatives like TBCB  can enable </a:t>
            </a:r>
            <a:r>
              <a:rPr kumimoji="0" lang="en-US" sz="1400" b="0" i="0" u="none" strike="noStrike" kern="1200" cap="none" spc="0" normalizeH="0" baseline="0" noProof="0" dirty="0">
                <a:ln>
                  <a:noFill/>
                </a:ln>
                <a:solidFill>
                  <a:prstClr val="black"/>
                </a:solidFill>
                <a:effectLst/>
                <a:uLnTx/>
                <a:uFillTx/>
                <a:latin typeface="Verdana"/>
                <a:ea typeface="+mn-ea"/>
                <a:cs typeface="+mn-cs"/>
              </a:rPr>
              <a:t>WBSETCL to optimize the capex financing.</a:t>
            </a:r>
          </a:p>
        </p:txBody>
      </p:sp>
      <p:grpSp>
        <p:nvGrpSpPr>
          <p:cNvPr id="3" name="Group 2">
            <a:extLst>
              <a:ext uri="{FF2B5EF4-FFF2-40B4-BE49-F238E27FC236}">
                <a16:creationId xmlns:a16="http://schemas.microsoft.com/office/drawing/2014/main" id="{435EC7E7-EBBA-44E8-B633-175559ECC83D}"/>
              </a:ext>
            </a:extLst>
          </p:cNvPr>
          <p:cNvGrpSpPr/>
          <p:nvPr/>
        </p:nvGrpSpPr>
        <p:grpSpPr>
          <a:xfrm rot="21195464">
            <a:off x="2399100" y="2673452"/>
            <a:ext cx="595390" cy="2030913"/>
            <a:chOff x="3986624" y="3058122"/>
            <a:chExt cx="595390" cy="1973986"/>
          </a:xfrm>
        </p:grpSpPr>
        <p:sp>
          <p:nvSpPr>
            <p:cNvPr id="211" name="Oval 210">
              <a:extLst>
                <a:ext uri="{FF2B5EF4-FFF2-40B4-BE49-F238E27FC236}">
                  <a16:creationId xmlns:a16="http://schemas.microsoft.com/office/drawing/2014/main" id="{A72EE3C8-ABD1-453A-A4B9-A8604DC00F9E}"/>
                </a:ext>
              </a:extLst>
            </p:cNvPr>
            <p:cNvSpPr/>
            <p:nvPr/>
          </p:nvSpPr>
          <p:spPr bwMode="gray">
            <a:xfrm>
              <a:off x="4289746" y="3058122"/>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212" name="Oval 211">
              <a:extLst>
                <a:ext uri="{FF2B5EF4-FFF2-40B4-BE49-F238E27FC236}">
                  <a16:creationId xmlns:a16="http://schemas.microsoft.com/office/drawing/2014/main" id="{F49F2C48-CEF5-45B7-A974-0C48AE060C1E}"/>
                </a:ext>
              </a:extLst>
            </p:cNvPr>
            <p:cNvSpPr/>
            <p:nvPr/>
          </p:nvSpPr>
          <p:spPr bwMode="gray">
            <a:xfrm>
              <a:off x="4354598" y="3694917"/>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213" name="Oval 212">
              <a:extLst>
                <a:ext uri="{FF2B5EF4-FFF2-40B4-BE49-F238E27FC236}">
                  <a16:creationId xmlns:a16="http://schemas.microsoft.com/office/drawing/2014/main" id="{1E8A13D5-FB97-4E8E-A1EB-ED3EAA0C93FE}"/>
                </a:ext>
              </a:extLst>
            </p:cNvPr>
            <p:cNvSpPr/>
            <p:nvPr/>
          </p:nvSpPr>
          <p:spPr bwMode="gray">
            <a:xfrm>
              <a:off x="4263503" y="4241855"/>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214" name="Oval 213">
              <a:extLst>
                <a:ext uri="{FF2B5EF4-FFF2-40B4-BE49-F238E27FC236}">
                  <a16:creationId xmlns:a16="http://schemas.microsoft.com/office/drawing/2014/main" id="{375B23E2-5BCE-437B-BA0D-A4E52C261EB2}"/>
                </a:ext>
              </a:extLst>
            </p:cNvPr>
            <p:cNvSpPr/>
            <p:nvPr/>
          </p:nvSpPr>
          <p:spPr bwMode="gray">
            <a:xfrm>
              <a:off x="3986624" y="4804692"/>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grpSp>
      <p:grpSp>
        <p:nvGrpSpPr>
          <p:cNvPr id="216" name="Group 215">
            <a:extLst>
              <a:ext uri="{FF2B5EF4-FFF2-40B4-BE49-F238E27FC236}">
                <a16:creationId xmlns:a16="http://schemas.microsoft.com/office/drawing/2014/main" id="{EF600E48-D033-4A09-84DC-C0131509A413}"/>
              </a:ext>
            </a:extLst>
          </p:cNvPr>
          <p:cNvGrpSpPr/>
          <p:nvPr/>
        </p:nvGrpSpPr>
        <p:grpSpPr>
          <a:xfrm>
            <a:off x="2633329" y="4603094"/>
            <a:ext cx="1373375" cy="478769"/>
            <a:chOff x="4207049" y="5198407"/>
            <a:chExt cx="1393083" cy="747346"/>
          </a:xfrm>
        </p:grpSpPr>
        <p:cxnSp>
          <p:nvCxnSpPr>
            <p:cNvPr id="217" name="Straight Connector 216">
              <a:extLst>
                <a:ext uri="{FF2B5EF4-FFF2-40B4-BE49-F238E27FC236}">
                  <a16:creationId xmlns:a16="http://schemas.microsoft.com/office/drawing/2014/main" id="{1C7A8044-C3AD-4D3B-96EC-3B821E9D1AD7}"/>
                </a:ext>
              </a:extLst>
            </p:cNvPr>
            <p:cNvCxnSpPr>
              <a:cxnSpLocks/>
            </p:cNvCxnSpPr>
            <p:nvPr/>
          </p:nvCxnSpPr>
          <p:spPr>
            <a:xfrm>
              <a:off x="4978133" y="5945753"/>
              <a:ext cx="621999" cy="0"/>
            </a:xfrm>
            <a:prstGeom prst="line">
              <a:avLst/>
            </a:prstGeom>
            <a:ln w="15875" cap="rnd">
              <a:solidFill>
                <a:schemeClr val="accent4">
                  <a:lumMod val="60000"/>
                  <a:lumOff val="40000"/>
                </a:schemeClr>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44AE611F-7FB7-4543-B263-74D3DB20DDA6}"/>
                </a:ext>
              </a:extLst>
            </p:cNvPr>
            <p:cNvCxnSpPr>
              <a:cxnSpLocks/>
            </p:cNvCxnSpPr>
            <p:nvPr/>
          </p:nvCxnSpPr>
          <p:spPr>
            <a:xfrm flipH="1" flipV="1">
              <a:off x="4207049" y="5198407"/>
              <a:ext cx="741652" cy="747345"/>
            </a:xfrm>
            <a:prstGeom prst="line">
              <a:avLst/>
            </a:prstGeom>
            <a:ln w="15875" cap="rnd">
              <a:solidFill>
                <a:schemeClr val="accent4">
                  <a:lumMod val="60000"/>
                  <a:lumOff val="40000"/>
                </a:schemeClr>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220" name="Group 219">
            <a:extLst>
              <a:ext uri="{FF2B5EF4-FFF2-40B4-BE49-F238E27FC236}">
                <a16:creationId xmlns:a16="http://schemas.microsoft.com/office/drawing/2014/main" id="{C0EEC686-E52E-4F51-8BE8-BB17E9FE906A}"/>
              </a:ext>
            </a:extLst>
          </p:cNvPr>
          <p:cNvGrpSpPr/>
          <p:nvPr/>
        </p:nvGrpSpPr>
        <p:grpSpPr>
          <a:xfrm>
            <a:off x="2757980" y="1797271"/>
            <a:ext cx="1272164" cy="944983"/>
            <a:chOff x="4523386" y="3151206"/>
            <a:chExt cx="1021211" cy="300631"/>
          </a:xfrm>
        </p:grpSpPr>
        <p:cxnSp>
          <p:nvCxnSpPr>
            <p:cNvPr id="221" name="Straight Connector 220">
              <a:extLst>
                <a:ext uri="{FF2B5EF4-FFF2-40B4-BE49-F238E27FC236}">
                  <a16:creationId xmlns:a16="http://schemas.microsoft.com/office/drawing/2014/main" id="{3305C77B-B2A8-47D2-9760-3D4C289B712F}"/>
                </a:ext>
              </a:extLst>
            </p:cNvPr>
            <p:cNvCxnSpPr>
              <a:cxnSpLocks/>
            </p:cNvCxnSpPr>
            <p:nvPr/>
          </p:nvCxnSpPr>
          <p:spPr>
            <a:xfrm>
              <a:off x="4922598" y="3151712"/>
              <a:ext cx="621999" cy="0"/>
            </a:xfrm>
            <a:prstGeom prst="line">
              <a:avLst/>
            </a:prstGeom>
            <a:ln w="15875" cap="rnd">
              <a:solidFill>
                <a:schemeClr val="accent4"/>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0248B095-4C28-4536-B7F9-3B128686F64B}"/>
                </a:ext>
              </a:extLst>
            </p:cNvPr>
            <p:cNvCxnSpPr>
              <a:cxnSpLocks/>
            </p:cNvCxnSpPr>
            <p:nvPr/>
          </p:nvCxnSpPr>
          <p:spPr>
            <a:xfrm flipH="1">
              <a:off x="4523386" y="3151206"/>
              <a:ext cx="371734" cy="300631"/>
            </a:xfrm>
            <a:prstGeom prst="line">
              <a:avLst/>
            </a:prstGeom>
            <a:ln w="15875" cap="rnd">
              <a:solidFill>
                <a:schemeClr val="accent4"/>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223" name="Group 222">
            <a:extLst>
              <a:ext uri="{FF2B5EF4-FFF2-40B4-BE49-F238E27FC236}">
                <a16:creationId xmlns:a16="http://schemas.microsoft.com/office/drawing/2014/main" id="{BC7C90C5-4E59-46B4-A49C-AE827652D5F0}"/>
              </a:ext>
            </a:extLst>
          </p:cNvPr>
          <p:cNvGrpSpPr/>
          <p:nvPr/>
        </p:nvGrpSpPr>
        <p:grpSpPr>
          <a:xfrm>
            <a:off x="2853829" y="4007452"/>
            <a:ext cx="1108293" cy="74281"/>
            <a:chOff x="4487991" y="4634811"/>
            <a:chExt cx="1056606" cy="391402"/>
          </a:xfrm>
        </p:grpSpPr>
        <p:cxnSp>
          <p:nvCxnSpPr>
            <p:cNvPr id="224" name="Straight Connector 223">
              <a:extLst>
                <a:ext uri="{FF2B5EF4-FFF2-40B4-BE49-F238E27FC236}">
                  <a16:creationId xmlns:a16="http://schemas.microsoft.com/office/drawing/2014/main" id="{D8B81160-2574-41F3-A5E3-4CC8302998AF}"/>
                </a:ext>
              </a:extLst>
            </p:cNvPr>
            <p:cNvCxnSpPr>
              <a:cxnSpLocks/>
            </p:cNvCxnSpPr>
            <p:nvPr/>
          </p:nvCxnSpPr>
          <p:spPr>
            <a:xfrm>
              <a:off x="4922598" y="5026213"/>
              <a:ext cx="621999" cy="0"/>
            </a:xfrm>
            <a:prstGeom prst="line">
              <a:avLst/>
            </a:prstGeom>
            <a:ln w="15875" cap="rnd">
              <a:solidFill>
                <a:schemeClr val="accent3"/>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09DABC1F-4D41-4EB7-A4DC-C117FE57BFB2}"/>
                </a:ext>
              </a:extLst>
            </p:cNvPr>
            <p:cNvCxnSpPr>
              <a:cxnSpLocks/>
            </p:cNvCxnSpPr>
            <p:nvPr/>
          </p:nvCxnSpPr>
          <p:spPr>
            <a:xfrm flipH="1" flipV="1">
              <a:off x="4487991" y="4634811"/>
              <a:ext cx="419702" cy="391183"/>
            </a:xfrm>
            <a:prstGeom prst="line">
              <a:avLst/>
            </a:prstGeom>
            <a:ln w="15875" cap="rnd">
              <a:solidFill>
                <a:schemeClr val="accent3"/>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4" name="Group 3">
            <a:extLst>
              <a:ext uri="{FF2B5EF4-FFF2-40B4-BE49-F238E27FC236}">
                <a16:creationId xmlns:a16="http://schemas.microsoft.com/office/drawing/2014/main" id="{0EFB063A-9A57-4FB2-B73C-7AD4E791F4D6}"/>
              </a:ext>
            </a:extLst>
          </p:cNvPr>
          <p:cNvGrpSpPr/>
          <p:nvPr/>
        </p:nvGrpSpPr>
        <p:grpSpPr>
          <a:xfrm>
            <a:off x="393341" y="2529881"/>
            <a:ext cx="2286000" cy="2286000"/>
            <a:chOff x="380600" y="1693103"/>
            <a:chExt cx="4113462" cy="4088045"/>
          </a:xfrm>
        </p:grpSpPr>
        <p:sp>
          <p:nvSpPr>
            <p:cNvPr id="148" name="Arc 147">
              <a:extLst>
                <a:ext uri="{FF2B5EF4-FFF2-40B4-BE49-F238E27FC236}">
                  <a16:creationId xmlns:a16="http://schemas.microsoft.com/office/drawing/2014/main" id="{9030AAFA-ACEB-4A54-9A08-B4B7652A851A}"/>
                </a:ext>
              </a:extLst>
            </p:cNvPr>
            <p:cNvSpPr/>
            <p:nvPr/>
          </p:nvSpPr>
          <p:spPr>
            <a:xfrm>
              <a:off x="380600" y="1693103"/>
              <a:ext cx="4088045" cy="4088045"/>
            </a:xfrm>
            <a:prstGeom prst="arc">
              <a:avLst>
                <a:gd name="adj1" fmla="val 16812435"/>
                <a:gd name="adj2" fmla="val 4781030"/>
              </a:avLst>
            </a:prstGeom>
            <a:ln w="25400" cap="rnd">
              <a:solidFill>
                <a:schemeClr val="accent6">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prstClr val="black"/>
                </a:solidFill>
                <a:effectLst/>
                <a:uLnTx/>
                <a:uFillTx/>
                <a:latin typeface="Verdana"/>
                <a:ea typeface="+mn-ea"/>
                <a:cs typeface="+mn-cs"/>
              </a:endParaRPr>
            </a:p>
          </p:txBody>
        </p:sp>
        <p:sp>
          <p:nvSpPr>
            <p:cNvPr id="149" name="Arc 148">
              <a:extLst>
                <a:ext uri="{FF2B5EF4-FFF2-40B4-BE49-F238E27FC236}">
                  <a16:creationId xmlns:a16="http://schemas.microsoft.com/office/drawing/2014/main" id="{0C94EEA9-9C98-4B91-A554-AA252EFFBB8F}"/>
                </a:ext>
              </a:extLst>
            </p:cNvPr>
            <p:cNvSpPr/>
            <p:nvPr/>
          </p:nvSpPr>
          <p:spPr>
            <a:xfrm flipH="1">
              <a:off x="406017" y="1693103"/>
              <a:ext cx="4088045" cy="4088045"/>
            </a:xfrm>
            <a:prstGeom prst="arc">
              <a:avLst>
                <a:gd name="adj1" fmla="val 16812435"/>
                <a:gd name="adj2" fmla="val 4781841"/>
              </a:avLst>
            </a:prstGeom>
            <a:ln w="25400" cap="rnd">
              <a:solidFill>
                <a:schemeClr val="accent6">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prstClr val="black"/>
                </a:solidFill>
                <a:effectLst/>
                <a:uLnTx/>
                <a:uFillTx/>
                <a:latin typeface="Verdana"/>
                <a:ea typeface="+mn-ea"/>
                <a:cs typeface="+mn-cs"/>
              </a:endParaRPr>
            </a:p>
          </p:txBody>
        </p:sp>
        <p:sp>
          <p:nvSpPr>
            <p:cNvPr id="150" name="Oval 149">
              <a:extLst>
                <a:ext uri="{FF2B5EF4-FFF2-40B4-BE49-F238E27FC236}">
                  <a16:creationId xmlns:a16="http://schemas.microsoft.com/office/drawing/2014/main" id="{E6483AB2-DD13-4C35-A67B-1076C768B46B}"/>
                </a:ext>
              </a:extLst>
            </p:cNvPr>
            <p:cNvSpPr/>
            <p:nvPr/>
          </p:nvSpPr>
          <p:spPr bwMode="gray">
            <a:xfrm>
              <a:off x="618308" y="1899909"/>
              <a:ext cx="3674434" cy="3674434"/>
            </a:xfrm>
            <a:prstGeom prst="ellipse">
              <a:avLst/>
            </a:prstGeom>
            <a:noFill/>
            <a:ln w="19050" algn="ctr">
              <a:solidFill>
                <a:srgbClr val="046A38"/>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151" name="Oval 150">
              <a:extLst>
                <a:ext uri="{FF2B5EF4-FFF2-40B4-BE49-F238E27FC236}">
                  <a16:creationId xmlns:a16="http://schemas.microsoft.com/office/drawing/2014/main" id="{DFBA97AC-3179-45F9-9E3B-EE4E3166898D}"/>
                </a:ext>
              </a:extLst>
            </p:cNvPr>
            <p:cNvSpPr/>
            <p:nvPr/>
          </p:nvSpPr>
          <p:spPr bwMode="gray">
            <a:xfrm>
              <a:off x="785328" y="2066929"/>
              <a:ext cx="3340395" cy="3340395"/>
            </a:xfrm>
            <a:prstGeom prst="ellipse">
              <a:avLst/>
            </a:prstGeom>
            <a:noFill/>
            <a:ln w="19050" algn="ctr">
              <a:solidFill>
                <a:srgbClr val="009A44"/>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152" name="Oval 151">
              <a:extLst>
                <a:ext uri="{FF2B5EF4-FFF2-40B4-BE49-F238E27FC236}">
                  <a16:creationId xmlns:a16="http://schemas.microsoft.com/office/drawing/2014/main" id="{8EB1C895-CF38-49A2-8FC8-970CDCA274F6}"/>
                </a:ext>
              </a:extLst>
            </p:cNvPr>
            <p:cNvSpPr/>
            <p:nvPr/>
          </p:nvSpPr>
          <p:spPr bwMode="gray">
            <a:xfrm>
              <a:off x="937164" y="2218765"/>
              <a:ext cx="3036722" cy="3036722"/>
            </a:xfrm>
            <a:prstGeom prst="ellipse">
              <a:avLst/>
            </a:prstGeom>
            <a:noFill/>
            <a:ln w="19050" algn="ctr">
              <a:solidFill>
                <a:srgbClr val="009A44"/>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153" name="Oval 152">
              <a:extLst>
                <a:ext uri="{FF2B5EF4-FFF2-40B4-BE49-F238E27FC236}">
                  <a16:creationId xmlns:a16="http://schemas.microsoft.com/office/drawing/2014/main" id="{A0D73A2E-4EA5-4CB9-8C5B-3037EA65E517}"/>
                </a:ext>
              </a:extLst>
            </p:cNvPr>
            <p:cNvSpPr/>
            <p:nvPr/>
          </p:nvSpPr>
          <p:spPr bwMode="gray">
            <a:xfrm>
              <a:off x="1075197" y="2356798"/>
              <a:ext cx="2760657" cy="2760657"/>
            </a:xfrm>
            <a:prstGeom prst="ellipse">
              <a:avLst/>
            </a:prstGeom>
            <a:noFill/>
            <a:ln w="19050" algn="ctr">
              <a:solidFill>
                <a:srgbClr val="43B02A"/>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grpSp>
      <p:grpSp>
        <p:nvGrpSpPr>
          <p:cNvPr id="106" name="Graphic 4">
            <a:extLst>
              <a:ext uri="{FF2B5EF4-FFF2-40B4-BE49-F238E27FC236}">
                <a16:creationId xmlns:a16="http://schemas.microsoft.com/office/drawing/2014/main" id="{7E3CE2F7-DE95-4730-B0B5-C79E597BFBBA}"/>
              </a:ext>
            </a:extLst>
          </p:cNvPr>
          <p:cNvGrpSpPr/>
          <p:nvPr/>
        </p:nvGrpSpPr>
        <p:grpSpPr>
          <a:xfrm>
            <a:off x="4010467" y="1621451"/>
            <a:ext cx="580307" cy="548643"/>
            <a:chOff x="905454" y="1402723"/>
            <a:chExt cx="362309" cy="361971"/>
          </a:xfrm>
          <a:solidFill>
            <a:schemeClr val="accent4"/>
          </a:solidFill>
        </p:grpSpPr>
        <p:sp>
          <p:nvSpPr>
            <p:cNvPr id="107" name="Graphic 4">
              <a:extLst>
                <a:ext uri="{FF2B5EF4-FFF2-40B4-BE49-F238E27FC236}">
                  <a16:creationId xmlns:a16="http://schemas.microsoft.com/office/drawing/2014/main" id="{D63DD56A-2C0D-4CEA-B76B-83422F11A60C}"/>
                </a:ext>
              </a:extLst>
            </p:cNvPr>
            <p:cNvSpPr/>
            <p:nvPr/>
          </p:nvSpPr>
          <p:spPr>
            <a:xfrm>
              <a:off x="983411" y="1599988"/>
              <a:ext cx="57509" cy="67670"/>
            </a:xfrm>
            <a:custGeom>
              <a:avLst/>
              <a:gdLst>
                <a:gd name="connsiteX0" fmla="*/ 57509 w 57509"/>
                <a:gd name="connsiteY0" fmla="*/ 67670 h 67670"/>
                <a:gd name="connsiteX1" fmla="*/ 57509 w 57509"/>
                <a:gd name="connsiteY1" fmla="*/ 38304 h 67670"/>
                <a:gd name="connsiteX2" fmla="*/ 0 w 57509"/>
                <a:gd name="connsiteY2" fmla="*/ 0 h 67670"/>
                <a:gd name="connsiteX3" fmla="*/ 0 w 57509"/>
                <a:gd name="connsiteY3" fmla="*/ 67670 h 67670"/>
              </a:gdLst>
              <a:ahLst/>
              <a:cxnLst>
                <a:cxn ang="0">
                  <a:pos x="connsiteX0" y="connsiteY0"/>
                </a:cxn>
                <a:cxn ang="0">
                  <a:pos x="connsiteX1" y="connsiteY1"/>
                </a:cxn>
                <a:cxn ang="0">
                  <a:pos x="connsiteX2" y="connsiteY2"/>
                </a:cxn>
                <a:cxn ang="0">
                  <a:pos x="connsiteX3" y="connsiteY3"/>
                </a:cxn>
              </a:cxnLst>
              <a:rect l="l" t="t" r="r" b="b"/>
              <a:pathLst>
                <a:path w="57509" h="67670">
                  <a:moveTo>
                    <a:pt x="57509" y="67670"/>
                  </a:moveTo>
                  <a:lnTo>
                    <a:pt x="57509" y="38304"/>
                  </a:lnTo>
                  <a:lnTo>
                    <a:pt x="0" y="0"/>
                  </a:lnTo>
                  <a:lnTo>
                    <a:pt x="0" y="6767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08" name="Graphic 4">
              <a:extLst>
                <a:ext uri="{FF2B5EF4-FFF2-40B4-BE49-F238E27FC236}">
                  <a16:creationId xmlns:a16="http://schemas.microsoft.com/office/drawing/2014/main" id="{9EFF1193-F9B1-49BA-A4FD-7A1FF754F357}"/>
                </a:ext>
              </a:extLst>
            </p:cNvPr>
            <p:cNvSpPr/>
            <p:nvPr/>
          </p:nvSpPr>
          <p:spPr>
            <a:xfrm>
              <a:off x="1117599" y="1555300"/>
              <a:ext cx="70928" cy="112358"/>
            </a:xfrm>
            <a:custGeom>
              <a:avLst/>
              <a:gdLst>
                <a:gd name="connsiteX0" fmla="*/ 14058 w 70928"/>
                <a:gd name="connsiteY0" fmla="*/ 0 h 112358"/>
                <a:gd name="connsiteX1" fmla="*/ 0 w 70928"/>
                <a:gd name="connsiteY1" fmla="*/ 112358 h 112358"/>
                <a:gd name="connsiteX2" fmla="*/ 0 w 70928"/>
                <a:gd name="connsiteY2" fmla="*/ 112358 h 112358"/>
                <a:gd name="connsiteX3" fmla="*/ 70928 w 70928"/>
                <a:gd name="connsiteY3" fmla="*/ 112358 h 112358"/>
                <a:gd name="connsiteX4" fmla="*/ 49842 w 70928"/>
                <a:gd name="connsiteY4" fmla="*/ 0 h 1123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928" h="112358">
                  <a:moveTo>
                    <a:pt x="14058" y="0"/>
                  </a:moveTo>
                  <a:lnTo>
                    <a:pt x="0" y="112358"/>
                  </a:lnTo>
                  <a:lnTo>
                    <a:pt x="0" y="112358"/>
                  </a:lnTo>
                  <a:lnTo>
                    <a:pt x="70928" y="112358"/>
                  </a:lnTo>
                  <a:lnTo>
                    <a:pt x="49842" y="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09" name="Graphic 4">
              <a:extLst>
                <a:ext uri="{FF2B5EF4-FFF2-40B4-BE49-F238E27FC236}">
                  <a16:creationId xmlns:a16="http://schemas.microsoft.com/office/drawing/2014/main" id="{E25B4691-A05F-4928-BA24-A37B39D4035D}"/>
                </a:ext>
              </a:extLst>
            </p:cNvPr>
            <p:cNvSpPr/>
            <p:nvPr/>
          </p:nvSpPr>
          <p:spPr>
            <a:xfrm>
              <a:off x="1053700" y="1599988"/>
              <a:ext cx="54314" cy="67670"/>
            </a:xfrm>
            <a:custGeom>
              <a:avLst/>
              <a:gdLst>
                <a:gd name="connsiteX0" fmla="*/ 50481 w 54314"/>
                <a:gd name="connsiteY0" fmla="*/ 67670 h 67670"/>
                <a:gd name="connsiteX1" fmla="*/ 54314 w 54314"/>
                <a:gd name="connsiteY1" fmla="*/ 36389 h 67670"/>
                <a:gd name="connsiteX2" fmla="*/ 0 w 54314"/>
                <a:gd name="connsiteY2" fmla="*/ 0 h 67670"/>
                <a:gd name="connsiteX3" fmla="*/ 0 w 54314"/>
                <a:gd name="connsiteY3" fmla="*/ 67670 h 67670"/>
              </a:gdLst>
              <a:ahLst/>
              <a:cxnLst>
                <a:cxn ang="0">
                  <a:pos x="connsiteX0" y="connsiteY0"/>
                </a:cxn>
                <a:cxn ang="0">
                  <a:pos x="connsiteX1" y="connsiteY1"/>
                </a:cxn>
                <a:cxn ang="0">
                  <a:pos x="connsiteX2" y="connsiteY2"/>
                </a:cxn>
                <a:cxn ang="0">
                  <a:pos x="connsiteX3" y="connsiteY3"/>
                </a:cxn>
              </a:cxnLst>
              <a:rect l="l" t="t" r="r" b="b"/>
              <a:pathLst>
                <a:path w="54314" h="67670">
                  <a:moveTo>
                    <a:pt x="50481" y="67670"/>
                  </a:moveTo>
                  <a:lnTo>
                    <a:pt x="54314" y="36389"/>
                  </a:lnTo>
                  <a:lnTo>
                    <a:pt x="0" y="0"/>
                  </a:lnTo>
                  <a:lnTo>
                    <a:pt x="0" y="6767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10" name="Graphic 4">
              <a:extLst>
                <a:ext uri="{FF2B5EF4-FFF2-40B4-BE49-F238E27FC236}">
                  <a16:creationId xmlns:a16="http://schemas.microsoft.com/office/drawing/2014/main" id="{4C574A0B-5554-423C-B012-CAB85CC96911}"/>
                </a:ext>
              </a:extLst>
            </p:cNvPr>
            <p:cNvSpPr/>
            <p:nvPr/>
          </p:nvSpPr>
          <p:spPr>
            <a:xfrm>
              <a:off x="905454" y="1402723"/>
              <a:ext cx="362309" cy="361971"/>
            </a:xfrm>
            <a:custGeom>
              <a:avLst/>
              <a:gdLst>
                <a:gd name="connsiteX0" fmla="*/ 180835 w 362309"/>
                <a:gd name="connsiteY0" fmla="*/ 0 h 361971"/>
                <a:gd name="connsiteX1" fmla="*/ 0 w 362309"/>
                <a:gd name="connsiteY1" fmla="*/ 181305 h 361971"/>
                <a:gd name="connsiteX2" fmla="*/ 180835 w 362309"/>
                <a:gd name="connsiteY2" fmla="*/ 361972 h 361971"/>
                <a:gd name="connsiteX3" fmla="*/ 362309 w 362309"/>
                <a:gd name="connsiteY3" fmla="*/ 181305 h 361971"/>
                <a:gd name="connsiteX4" fmla="*/ 362309 w 362309"/>
                <a:gd name="connsiteY4" fmla="*/ 181305 h 361971"/>
                <a:gd name="connsiteX5" fmla="*/ 180835 w 362309"/>
                <a:gd name="connsiteY5" fmla="*/ 0 h 361971"/>
                <a:gd name="connsiteX6" fmla="*/ 254959 w 362309"/>
                <a:gd name="connsiteY6" fmla="*/ 84907 h 361971"/>
                <a:gd name="connsiteX7" fmla="*/ 263904 w 362309"/>
                <a:gd name="connsiteY7" fmla="*/ 85545 h 361971"/>
                <a:gd name="connsiteX8" fmla="*/ 263904 w 362309"/>
                <a:gd name="connsiteY8" fmla="*/ 93845 h 361971"/>
                <a:gd name="connsiteX9" fmla="*/ 263265 w 362309"/>
                <a:gd name="connsiteY9" fmla="*/ 99590 h 361971"/>
                <a:gd name="connsiteX10" fmla="*/ 263904 w 362309"/>
                <a:gd name="connsiteY10" fmla="*/ 100229 h 361971"/>
                <a:gd name="connsiteX11" fmla="*/ 269016 w 362309"/>
                <a:gd name="connsiteY11" fmla="*/ 112358 h 361971"/>
                <a:gd name="connsiteX12" fmla="*/ 263265 w 362309"/>
                <a:gd name="connsiteY12" fmla="*/ 125126 h 361971"/>
                <a:gd name="connsiteX13" fmla="*/ 254320 w 362309"/>
                <a:gd name="connsiteY13" fmla="*/ 125126 h 361971"/>
                <a:gd name="connsiteX14" fmla="*/ 254320 w 362309"/>
                <a:gd name="connsiteY14" fmla="*/ 116188 h 361971"/>
                <a:gd name="connsiteX15" fmla="*/ 254320 w 362309"/>
                <a:gd name="connsiteY15" fmla="*/ 116188 h 361971"/>
                <a:gd name="connsiteX16" fmla="*/ 254959 w 362309"/>
                <a:gd name="connsiteY16" fmla="*/ 110443 h 361971"/>
                <a:gd name="connsiteX17" fmla="*/ 254320 w 362309"/>
                <a:gd name="connsiteY17" fmla="*/ 109804 h 361971"/>
                <a:gd name="connsiteX18" fmla="*/ 249208 w 362309"/>
                <a:gd name="connsiteY18" fmla="*/ 97675 h 361971"/>
                <a:gd name="connsiteX19" fmla="*/ 254959 w 362309"/>
                <a:gd name="connsiteY19" fmla="*/ 84907 h 361971"/>
                <a:gd name="connsiteX20" fmla="*/ 254959 w 362309"/>
                <a:gd name="connsiteY20" fmla="*/ 84907 h 361971"/>
                <a:gd name="connsiteX21" fmla="*/ 223009 w 362309"/>
                <a:gd name="connsiteY21" fmla="*/ 84907 h 361971"/>
                <a:gd name="connsiteX22" fmla="*/ 231955 w 362309"/>
                <a:gd name="connsiteY22" fmla="*/ 84907 h 361971"/>
                <a:gd name="connsiteX23" fmla="*/ 231955 w 362309"/>
                <a:gd name="connsiteY23" fmla="*/ 84907 h 361971"/>
                <a:gd name="connsiteX24" fmla="*/ 231955 w 362309"/>
                <a:gd name="connsiteY24" fmla="*/ 93845 h 361971"/>
                <a:gd name="connsiteX25" fmla="*/ 231316 w 362309"/>
                <a:gd name="connsiteY25" fmla="*/ 99590 h 361971"/>
                <a:gd name="connsiteX26" fmla="*/ 231955 w 362309"/>
                <a:gd name="connsiteY26" fmla="*/ 100229 h 361971"/>
                <a:gd name="connsiteX27" fmla="*/ 237067 w 362309"/>
                <a:gd name="connsiteY27" fmla="*/ 112358 h 361971"/>
                <a:gd name="connsiteX28" fmla="*/ 231316 w 362309"/>
                <a:gd name="connsiteY28" fmla="*/ 125126 h 361971"/>
                <a:gd name="connsiteX29" fmla="*/ 222370 w 362309"/>
                <a:gd name="connsiteY29" fmla="*/ 125126 h 361971"/>
                <a:gd name="connsiteX30" fmla="*/ 222370 w 362309"/>
                <a:gd name="connsiteY30" fmla="*/ 116188 h 361971"/>
                <a:gd name="connsiteX31" fmla="*/ 223009 w 362309"/>
                <a:gd name="connsiteY31" fmla="*/ 110443 h 361971"/>
                <a:gd name="connsiteX32" fmla="*/ 222370 w 362309"/>
                <a:gd name="connsiteY32" fmla="*/ 109804 h 361971"/>
                <a:gd name="connsiteX33" fmla="*/ 217258 w 362309"/>
                <a:gd name="connsiteY33" fmla="*/ 97675 h 361971"/>
                <a:gd name="connsiteX34" fmla="*/ 223009 w 362309"/>
                <a:gd name="connsiteY34" fmla="*/ 84907 h 361971"/>
                <a:gd name="connsiteX35" fmla="*/ 223009 w 362309"/>
                <a:gd name="connsiteY35" fmla="*/ 84907 h 361971"/>
                <a:gd name="connsiteX36" fmla="*/ 295854 w 362309"/>
                <a:gd name="connsiteY36" fmla="*/ 275788 h 361971"/>
                <a:gd name="connsiteX37" fmla="*/ 290742 w 362309"/>
                <a:gd name="connsiteY37" fmla="*/ 278342 h 361971"/>
                <a:gd name="connsiteX38" fmla="*/ 71567 w 362309"/>
                <a:gd name="connsiteY38" fmla="*/ 278342 h 361971"/>
                <a:gd name="connsiteX39" fmla="*/ 65177 w 362309"/>
                <a:gd name="connsiteY39" fmla="*/ 271958 h 361971"/>
                <a:gd name="connsiteX40" fmla="*/ 65177 w 362309"/>
                <a:gd name="connsiteY40" fmla="*/ 185774 h 361971"/>
                <a:gd name="connsiteX41" fmla="*/ 71567 w 362309"/>
                <a:gd name="connsiteY41" fmla="*/ 179390 h 361971"/>
                <a:gd name="connsiteX42" fmla="*/ 75401 w 362309"/>
                <a:gd name="connsiteY42" fmla="*/ 180667 h 361971"/>
                <a:gd name="connsiteX43" fmla="*/ 136106 w 362309"/>
                <a:gd name="connsiteY43" fmla="*/ 220886 h 361971"/>
                <a:gd name="connsiteX44" fmla="*/ 136106 w 362309"/>
                <a:gd name="connsiteY44" fmla="*/ 185774 h 361971"/>
                <a:gd name="connsiteX45" fmla="*/ 139301 w 362309"/>
                <a:gd name="connsiteY45" fmla="*/ 180028 h 361971"/>
                <a:gd name="connsiteX46" fmla="*/ 145691 w 362309"/>
                <a:gd name="connsiteY46" fmla="*/ 180667 h 361971"/>
                <a:gd name="connsiteX47" fmla="*/ 204478 w 362309"/>
                <a:gd name="connsiteY47" fmla="*/ 220247 h 361971"/>
                <a:gd name="connsiteX48" fmla="*/ 213424 w 362309"/>
                <a:gd name="connsiteY48" fmla="*/ 146193 h 361971"/>
                <a:gd name="connsiteX49" fmla="*/ 219814 w 362309"/>
                <a:gd name="connsiteY49" fmla="*/ 140448 h 361971"/>
                <a:gd name="connsiteX50" fmla="*/ 267099 w 362309"/>
                <a:gd name="connsiteY50" fmla="*/ 140448 h 361971"/>
                <a:gd name="connsiteX51" fmla="*/ 273489 w 362309"/>
                <a:gd name="connsiteY51" fmla="*/ 145555 h 361971"/>
                <a:gd name="connsiteX52" fmla="*/ 297132 w 362309"/>
                <a:gd name="connsiteY52" fmla="*/ 270681 h 361971"/>
                <a:gd name="connsiteX53" fmla="*/ 295854 w 362309"/>
                <a:gd name="connsiteY53" fmla="*/ 275788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62309" h="361971">
                  <a:moveTo>
                    <a:pt x="180835" y="0"/>
                  </a:moveTo>
                  <a:cubicBezTo>
                    <a:pt x="80513" y="0"/>
                    <a:pt x="0" y="81077"/>
                    <a:pt x="0" y="181305"/>
                  </a:cubicBezTo>
                  <a:cubicBezTo>
                    <a:pt x="0" y="281534"/>
                    <a:pt x="81152" y="361972"/>
                    <a:pt x="180835" y="361972"/>
                  </a:cubicBezTo>
                  <a:cubicBezTo>
                    <a:pt x="280518" y="361972"/>
                    <a:pt x="362309" y="280895"/>
                    <a:pt x="362309" y="181305"/>
                  </a:cubicBezTo>
                  <a:cubicBezTo>
                    <a:pt x="362309" y="181305"/>
                    <a:pt x="362309" y="181305"/>
                    <a:pt x="362309" y="181305"/>
                  </a:cubicBezTo>
                  <a:cubicBezTo>
                    <a:pt x="361670" y="80438"/>
                    <a:pt x="281157" y="0"/>
                    <a:pt x="180835" y="0"/>
                  </a:cubicBezTo>
                  <a:close/>
                  <a:moveTo>
                    <a:pt x="254959" y="84907"/>
                  </a:moveTo>
                  <a:cubicBezTo>
                    <a:pt x="257514" y="82353"/>
                    <a:pt x="261987" y="82992"/>
                    <a:pt x="263904" y="85545"/>
                  </a:cubicBezTo>
                  <a:cubicBezTo>
                    <a:pt x="265821" y="88099"/>
                    <a:pt x="265821" y="91291"/>
                    <a:pt x="263904" y="93845"/>
                  </a:cubicBezTo>
                  <a:cubicBezTo>
                    <a:pt x="261987" y="95121"/>
                    <a:pt x="261987" y="97675"/>
                    <a:pt x="263265" y="99590"/>
                  </a:cubicBezTo>
                  <a:cubicBezTo>
                    <a:pt x="263265" y="99590"/>
                    <a:pt x="263904" y="100229"/>
                    <a:pt x="263904" y="100229"/>
                  </a:cubicBezTo>
                  <a:cubicBezTo>
                    <a:pt x="267099" y="103420"/>
                    <a:pt x="269016" y="107889"/>
                    <a:pt x="269016" y="112358"/>
                  </a:cubicBezTo>
                  <a:cubicBezTo>
                    <a:pt x="269016" y="116827"/>
                    <a:pt x="267099" y="121934"/>
                    <a:pt x="263265" y="125126"/>
                  </a:cubicBezTo>
                  <a:cubicBezTo>
                    <a:pt x="260709" y="127680"/>
                    <a:pt x="256875" y="127680"/>
                    <a:pt x="254320" y="125126"/>
                  </a:cubicBezTo>
                  <a:cubicBezTo>
                    <a:pt x="251764" y="122572"/>
                    <a:pt x="251764" y="118742"/>
                    <a:pt x="254320" y="116188"/>
                  </a:cubicBezTo>
                  <a:lnTo>
                    <a:pt x="254320" y="116188"/>
                  </a:lnTo>
                  <a:cubicBezTo>
                    <a:pt x="256237" y="114912"/>
                    <a:pt x="256237" y="112358"/>
                    <a:pt x="254959" y="110443"/>
                  </a:cubicBezTo>
                  <a:cubicBezTo>
                    <a:pt x="254959" y="110443"/>
                    <a:pt x="254320" y="109804"/>
                    <a:pt x="254320" y="109804"/>
                  </a:cubicBezTo>
                  <a:cubicBezTo>
                    <a:pt x="251125" y="106612"/>
                    <a:pt x="249208" y="102144"/>
                    <a:pt x="249208" y="97675"/>
                  </a:cubicBezTo>
                  <a:cubicBezTo>
                    <a:pt x="249208" y="93206"/>
                    <a:pt x="251764" y="88099"/>
                    <a:pt x="254959" y="84907"/>
                  </a:cubicBezTo>
                  <a:lnTo>
                    <a:pt x="254959" y="84907"/>
                  </a:lnTo>
                  <a:close/>
                  <a:moveTo>
                    <a:pt x="223009" y="84907"/>
                  </a:moveTo>
                  <a:cubicBezTo>
                    <a:pt x="225565" y="82353"/>
                    <a:pt x="229399" y="82353"/>
                    <a:pt x="231955" y="84907"/>
                  </a:cubicBezTo>
                  <a:cubicBezTo>
                    <a:pt x="231955" y="84907"/>
                    <a:pt x="231955" y="84907"/>
                    <a:pt x="231955" y="84907"/>
                  </a:cubicBezTo>
                  <a:cubicBezTo>
                    <a:pt x="234511" y="87461"/>
                    <a:pt x="234511" y="91291"/>
                    <a:pt x="231955" y="93845"/>
                  </a:cubicBezTo>
                  <a:cubicBezTo>
                    <a:pt x="230038" y="95121"/>
                    <a:pt x="230038" y="97675"/>
                    <a:pt x="231316" y="99590"/>
                  </a:cubicBezTo>
                  <a:cubicBezTo>
                    <a:pt x="231316" y="99590"/>
                    <a:pt x="231955" y="100229"/>
                    <a:pt x="231955" y="100229"/>
                  </a:cubicBezTo>
                  <a:cubicBezTo>
                    <a:pt x="235150" y="103420"/>
                    <a:pt x="237067" y="107889"/>
                    <a:pt x="237067" y="112358"/>
                  </a:cubicBezTo>
                  <a:cubicBezTo>
                    <a:pt x="237067" y="116827"/>
                    <a:pt x="235150" y="121934"/>
                    <a:pt x="231316" y="125126"/>
                  </a:cubicBezTo>
                  <a:cubicBezTo>
                    <a:pt x="228760" y="127680"/>
                    <a:pt x="224926" y="127680"/>
                    <a:pt x="222370" y="125126"/>
                  </a:cubicBezTo>
                  <a:cubicBezTo>
                    <a:pt x="219814" y="122572"/>
                    <a:pt x="219814" y="118742"/>
                    <a:pt x="222370" y="116188"/>
                  </a:cubicBezTo>
                  <a:cubicBezTo>
                    <a:pt x="224287" y="114912"/>
                    <a:pt x="224287" y="112358"/>
                    <a:pt x="223009" y="110443"/>
                  </a:cubicBezTo>
                  <a:cubicBezTo>
                    <a:pt x="223009" y="110443"/>
                    <a:pt x="222370" y="109804"/>
                    <a:pt x="222370" y="109804"/>
                  </a:cubicBezTo>
                  <a:cubicBezTo>
                    <a:pt x="219175" y="106612"/>
                    <a:pt x="217258" y="102144"/>
                    <a:pt x="217258" y="97675"/>
                  </a:cubicBezTo>
                  <a:cubicBezTo>
                    <a:pt x="218536" y="92568"/>
                    <a:pt x="220453" y="88099"/>
                    <a:pt x="223009" y="84907"/>
                  </a:cubicBezTo>
                  <a:lnTo>
                    <a:pt x="223009" y="84907"/>
                  </a:lnTo>
                  <a:close/>
                  <a:moveTo>
                    <a:pt x="295854" y="275788"/>
                  </a:moveTo>
                  <a:cubicBezTo>
                    <a:pt x="294576" y="277065"/>
                    <a:pt x="292659" y="278342"/>
                    <a:pt x="290742" y="278342"/>
                  </a:cubicBezTo>
                  <a:lnTo>
                    <a:pt x="71567" y="278342"/>
                  </a:lnTo>
                  <a:cubicBezTo>
                    <a:pt x="67733" y="278342"/>
                    <a:pt x="65177" y="275788"/>
                    <a:pt x="65177" y="271958"/>
                  </a:cubicBezTo>
                  <a:lnTo>
                    <a:pt x="65177" y="185774"/>
                  </a:lnTo>
                  <a:cubicBezTo>
                    <a:pt x="65177" y="181944"/>
                    <a:pt x="67733" y="179390"/>
                    <a:pt x="71567" y="179390"/>
                  </a:cubicBezTo>
                  <a:cubicBezTo>
                    <a:pt x="72845" y="179390"/>
                    <a:pt x="74123" y="180028"/>
                    <a:pt x="75401" y="180667"/>
                  </a:cubicBezTo>
                  <a:lnTo>
                    <a:pt x="136106" y="220886"/>
                  </a:lnTo>
                  <a:lnTo>
                    <a:pt x="136106" y="185774"/>
                  </a:lnTo>
                  <a:cubicBezTo>
                    <a:pt x="136106" y="183220"/>
                    <a:pt x="137384" y="181305"/>
                    <a:pt x="139301" y="180028"/>
                  </a:cubicBezTo>
                  <a:cubicBezTo>
                    <a:pt x="141218" y="178752"/>
                    <a:pt x="143774" y="179390"/>
                    <a:pt x="145691" y="180667"/>
                  </a:cubicBezTo>
                  <a:lnTo>
                    <a:pt x="204478" y="220247"/>
                  </a:lnTo>
                  <a:lnTo>
                    <a:pt x="213424" y="146193"/>
                  </a:lnTo>
                  <a:cubicBezTo>
                    <a:pt x="214063" y="143001"/>
                    <a:pt x="216619" y="140448"/>
                    <a:pt x="219814" y="140448"/>
                  </a:cubicBezTo>
                  <a:lnTo>
                    <a:pt x="267099" y="140448"/>
                  </a:lnTo>
                  <a:cubicBezTo>
                    <a:pt x="270294" y="140448"/>
                    <a:pt x="272850" y="142363"/>
                    <a:pt x="273489" y="145555"/>
                  </a:cubicBezTo>
                  <a:lnTo>
                    <a:pt x="297132" y="270681"/>
                  </a:lnTo>
                  <a:cubicBezTo>
                    <a:pt x="297771" y="271958"/>
                    <a:pt x="297132" y="273873"/>
                    <a:pt x="295854" y="27578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grpSp>
        <p:nvGrpSpPr>
          <p:cNvPr id="94" name="Graphic 4">
            <a:extLst>
              <a:ext uri="{FF2B5EF4-FFF2-40B4-BE49-F238E27FC236}">
                <a16:creationId xmlns:a16="http://schemas.microsoft.com/office/drawing/2014/main" id="{872CC66D-450A-4AA3-B2E9-0EFB96FF3EC9}"/>
              </a:ext>
            </a:extLst>
          </p:cNvPr>
          <p:cNvGrpSpPr/>
          <p:nvPr/>
        </p:nvGrpSpPr>
        <p:grpSpPr>
          <a:xfrm>
            <a:off x="1208089" y="3352840"/>
            <a:ext cx="640080" cy="640082"/>
            <a:chOff x="7192513" y="4792617"/>
            <a:chExt cx="361674" cy="361333"/>
          </a:xfrm>
          <a:solidFill>
            <a:srgbClr val="43B02A"/>
          </a:solidFill>
        </p:grpSpPr>
        <p:sp>
          <p:nvSpPr>
            <p:cNvPr id="95" name="Graphic 4">
              <a:extLst>
                <a:ext uri="{FF2B5EF4-FFF2-40B4-BE49-F238E27FC236}">
                  <a16:creationId xmlns:a16="http://schemas.microsoft.com/office/drawing/2014/main" id="{E9BC65F2-08F3-4705-8829-B4907D4ADFA3}"/>
                </a:ext>
              </a:extLst>
            </p:cNvPr>
            <p:cNvSpPr/>
            <p:nvPr/>
          </p:nvSpPr>
          <p:spPr>
            <a:xfrm>
              <a:off x="7316477" y="4908806"/>
              <a:ext cx="154636" cy="90652"/>
            </a:xfrm>
            <a:custGeom>
              <a:avLst/>
              <a:gdLst>
                <a:gd name="connsiteX0" fmla="*/ 120770 w 154636"/>
                <a:gd name="connsiteY0" fmla="*/ 15322 h 90652"/>
                <a:gd name="connsiteX1" fmla="*/ 118853 w 154636"/>
                <a:gd name="connsiteY1" fmla="*/ 15322 h 90652"/>
                <a:gd name="connsiteX2" fmla="*/ 65817 w 154636"/>
                <a:gd name="connsiteY2" fmla="*/ 0 h 90652"/>
                <a:gd name="connsiteX3" fmla="*/ 4473 w 154636"/>
                <a:gd name="connsiteY3" fmla="*/ 33197 h 90652"/>
                <a:gd name="connsiteX4" fmla="*/ 0 w 154636"/>
                <a:gd name="connsiteY4" fmla="*/ 40858 h 90652"/>
                <a:gd name="connsiteX5" fmla="*/ 3195 w 154636"/>
                <a:gd name="connsiteY5" fmla="*/ 49157 h 90652"/>
                <a:gd name="connsiteX6" fmla="*/ 8946 w 154636"/>
                <a:gd name="connsiteY6" fmla="*/ 50434 h 90652"/>
                <a:gd name="connsiteX7" fmla="*/ 99683 w 154636"/>
                <a:gd name="connsiteY7" fmla="*/ 35112 h 90652"/>
                <a:gd name="connsiteX8" fmla="*/ 106073 w 154636"/>
                <a:gd name="connsiteY8" fmla="*/ 38304 h 90652"/>
                <a:gd name="connsiteX9" fmla="*/ 135466 w 154636"/>
                <a:gd name="connsiteY9" fmla="*/ 90653 h 90652"/>
                <a:gd name="connsiteX10" fmla="*/ 137384 w 154636"/>
                <a:gd name="connsiteY10" fmla="*/ 90014 h 90652"/>
                <a:gd name="connsiteX11" fmla="*/ 153358 w 154636"/>
                <a:gd name="connsiteY11" fmla="*/ 90014 h 90652"/>
                <a:gd name="connsiteX12" fmla="*/ 154636 w 154636"/>
                <a:gd name="connsiteY12" fmla="*/ 90014 h 90652"/>
                <a:gd name="connsiteX13" fmla="*/ 154636 w 154636"/>
                <a:gd name="connsiteY13" fmla="*/ 14683 h 90652"/>
                <a:gd name="connsiteX14" fmla="*/ 120770 w 154636"/>
                <a:gd name="connsiteY14" fmla="*/ 14683 h 90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4636" h="90652">
                  <a:moveTo>
                    <a:pt x="120770" y="15322"/>
                  </a:moveTo>
                  <a:cubicBezTo>
                    <a:pt x="120131" y="15322"/>
                    <a:pt x="119492" y="15322"/>
                    <a:pt x="118853" y="15322"/>
                  </a:cubicBezTo>
                  <a:lnTo>
                    <a:pt x="65817" y="0"/>
                  </a:lnTo>
                  <a:lnTo>
                    <a:pt x="4473" y="33197"/>
                  </a:lnTo>
                  <a:cubicBezTo>
                    <a:pt x="1917" y="35112"/>
                    <a:pt x="0" y="37666"/>
                    <a:pt x="0" y="40858"/>
                  </a:cubicBezTo>
                  <a:cubicBezTo>
                    <a:pt x="0" y="44050"/>
                    <a:pt x="1278" y="47242"/>
                    <a:pt x="3195" y="49157"/>
                  </a:cubicBezTo>
                  <a:cubicBezTo>
                    <a:pt x="4473" y="50434"/>
                    <a:pt x="6390" y="51072"/>
                    <a:pt x="8946" y="50434"/>
                  </a:cubicBezTo>
                  <a:lnTo>
                    <a:pt x="99683" y="35112"/>
                  </a:lnTo>
                  <a:cubicBezTo>
                    <a:pt x="102239" y="34474"/>
                    <a:pt x="104795" y="35751"/>
                    <a:pt x="106073" y="38304"/>
                  </a:cubicBezTo>
                  <a:lnTo>
                    <a:pt x="135466" y="90653"/>
                  </a:lnTo>
                  <a:cubicBezTo>
                    <a:pt x="136106" y="90653"/>
                    <a:pt x="136745" y="90014"/>
                    <a:pt x="137384" y="90014"/>
                  </a:cubicBezTo>
                  <a:lnTo>
                    <a:pt x="153358" y="90014"/>
                  </a:lnTo>
                  <a:cubicBezTo>
                    <a:pt x="153997" y="90014"/>
                    <a:pt x="154636" y="90014"/>
                    <a:pt x="154636" y="90014"/>
                  </a:cubicBezTo>
                  <a:lnTo>
                    <a:pt x="154636" y="14683"/>
                  </a:lnTo>
                  <a:lnTo>
                    <a:pt x="120770" y="14683"/>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96" name="Graphic 4">
              <a:extLst>
                <a:ext uri="{FF2B5EF4-FFF2-40B4-BE49-F238E27FC236}">
                  <a16:creationId xmlns:a16="http://schemas.microsoft.com/office/drawing/2014/main" id="{EE8A8401-85D6-4C4A-B050-50FA7ACFE2E9}"/>
                </a:ext>
              </a:extLst>
            </p:cNvPr>
            <p:cNvSpPr/>
            <p:nvPr/>
          </p:nvSpPr>
          <p:spPr>
            <a:xfrm>
              <a:off x="7275582" y="4924128"/>
              <a:ext cx="169333" cy="123630"/>
            </a:xfrm>
            <a:custGeom>
              <a:avLst/>
              <a:gdLst>
                <a:gd name="connsiteX0" fmla="*/ 137384 w 169333"/>
                <a:gd name="connsiteY0" fmla="*/ 33197 h 123630"/>
                <a:gd name="connsiteX1" fmla="*/ 51119 w 169333"/>
                <a:gd name="connsiteY1" fmla="*/ 47880 h 123630"/>
                <a:gd name="connsiteX2" fmla="*/ 35145 w 169333"/>
                <a:gd name="connsiteY2" fmla="*/ 43411 h 123630"/>
                <a:gd name="connsiteX3" fmla="*/ 27477 w 169333"/>
                <a:gd name="connsiteY3" fmla="*/ 25536 h 123630"/>
                <a:gd name="connsiteX4" fmla="*/ 38340 w 169333"/>
                <a:gd name="connsiteY4" fmla="*/ 6384 h 123630"/>
                <a:gd name="connsiteX5" fmla="*/ 50481 w 169333"/>
                <a:gd name="connsiteY5" fmla="*/ 0 h 123630"/>
                <a:gd name="connsiteX6" fmla="*/ 0 w 169333"/>
                <a:gd name="connsiteY6" fmla="*/ 0 h 123630"/>
                <a:gd name="connsiteX7" fmla="*/ 0 w 169333"/>
                <a:gd name="connsiteY7" fmla="*/ 74693 h 123630"/>
                <a:gd name="connsiteX8" fmla="*/ 17253 w 169333"/>
                <a:gd name="connsiteY8" fmla="*/ 74693 h 123630"/>
                <a:gd name="connsiteX9" fmla="*/ 23004 w 169333"/>
                <a:gd name="connsiteY9" fmla="*/ 77885 h 123630"/>
                <a:gd name="connsiteX10" fmla="*/ 46647 w 169333"/>
                <a:gd name="connsiteY10" fmla="*/ 117465 h 123630"/>
                <a:gd name="connsiteX11" fmla="*/ 53676 w 169333"/>
                <a:gd name="connsiteY11" fmla="*/ 123211 h 123630"/>
                <a:gd name="connsiteX12" fmla="*/ 61343 w 169333"/>
                <a:gd name="connsiteY12" fmla="*/ 122573 h 123630"/>
                <a:gd name="connsiteX13" fmla="*/ 63899 w 169333"/>
                <a:gd name="connsiteY13" fmla="*/ 109805 h 123630"/>
                <a:gd name="connsiteX14" fmla="*/ 58148 w 169333"/>
                <a:gd name="connsiteY14" fmla="*/ 101505 h 123630"/>
                <a:gd name="connsiteX15" fmla="*/ 60066 w 169333"/>
                <a:gd name="connsiteY15" fmla="*/ 92568 h 123630"/>
                <a:gd name="connsiteX16" fmla="*/ 69012 w 169333"/>
                <a:gd name="connsiteY16" fmla="*/ 94483 h 123630"/>
                <a:gd name="connsiteX17" fmla="*/ 74763 w 169333"/>
                <a:gd name="connsiteY17" fmla="*/ 102782 h 123630"/>
                <a:gd name="connsiteX18" fmla="*/ 74763 w 169333"/>
                <a:gd name="connsiteY18" fmla="*/ 102782 h 123630"/>
                <a:gd name="connsiteX19" fmla="*/ 74763 w 169333"/>
                <a:gd name="connsiteY19" fmla="*/ 102782 h 123630"/>
                <a:gd name="connsiteX20" fmla="*/ 74763 w 169333"/>
                <a:gd name="connsiteY20" fmla="*/ 102782 h 123630"/>
                <a:gd name="connsiteX21" fmla="*/ 83708 w 169333"/>
                <a:gd name="connsiteY21" fmla="*/ 117465 h 123630"/>
                <a:gd name="connsiteX22" fmla="*/ 98405 w 169333"/>
                <a:gd name="connsiteY22" fmla="*/ 121296 h 123630"/>
                <a:gd name="connsiteX23" fmla="*/ 102239 w 169333"/>
                <a:gd name="connsiteY23" fmla="*/ 107251 h 123630"/>
                <a:gd name="connsiteX24" fmla="*/ 86903 w 169333"/>
                <a:gd name="connsiteY24" fmla="*/ 81715 h 123630"/>
                <a:gd name="connsiteX25" fmla="*/ 88820 w 169333"/>
                <a:gd name="connsiteY25" fmla="*/ 72777 h 123630"/>
                <a:gd name="connsiteX26" fmla="*/ 97766 w 169333"/>
                <a:gd name="connsiteY26" fmla="*/ 74693 h 123630"/>
                <a:gd name="connsiteX27" fmla="*/ 99683 w 169333"/>
                <a:gd name="connsiteY27" fmla="*/ 78523 h 123630"/>
                <a:gd name="connsiteX28" fmla="*/ 100322 w 169333"/>
                <a:gd name="connsiteY28" fmla="*/ 79161 h 123630"/>
                <a:gd name="connsiteX29" fmla="*/ 112463 w 169333"/>
                <a:gd name="connsiteY29" fmla="*/ 100229 h 123630"/>
                <a:gd name="connsiteX30" fmla="*/ 112463 w 169333"/>
                <a:gd name="connsiteY30" fmla="*/ 100867 h 123630"/>
                <a:gd name="connsiteX31" fmla="*/ 121409 w 169333"/>
                <a:gd name="connsiteY31" fmla="*/ 115550 h 123630"/>
                <a:gd name="connsiteX32" fmla="*/ 136106 w 169333"/>
                <a:gd name="connsiteY32" fmla="*/ 119381 h 123630"/>
                <a:gd name="connsiteX33" fmla="*/ 138662 w 169333"/>
                <a:gd name="connsiteY33" fmla="*/ 105336 h 123630"/>
                <a:gd name="connsiteX34" fmla="*/ 113102 w 169333"/>
                <a:gd name="connsiteY34" fmla="*/ 61925 h 123630"/>
                <a:gd name="connsiteX35" fmla="*/ 115658 w 169333"/>
                <a:gd name="connsiteY35" fmla="*/ 52987 h 123630"/>
                <a:gd name="connsiteX36" fmla="*/ 124604 w 169333"/>
                <a:gd name="connsiteY36" fmla="*/ 55541 h 123630"/>
                <a:gd name="connsiteX37" fmla="*/ 150164 w 169333"/>
                <a:gd name="connsiteY37" fmla="*/ 98952 h 123630"/>
                <a:gd name="connsiteX38" fmla="*/ 156553 w 169333"/>
                <a:gd name="connsiteY38" fmla="*/ 104059 h 123630"/>
                <a:gd name="connsiteX39" fmla="*/ 164222 w 169333"/>
                <a:gd name="connsiteY39" fmla="*/ 102782 h 123630"/>
                <a:gd name="connsiteX40" fmla="*/ 168056 w 169333"/>
                <a:gd name="connsiteY40" fmla="*/ 88099 h 123630"/>
                <a:gd name="connsiteX41" fmla="*/ 137384 w 169333"/>
                <a:gd name="connsiteY41" fmla="*/ 33197 h 123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69333" h="123630">
                  <a:moveTo>
                    <a:pt x="137384" y="33197"/>
                  </a:moveTo>
                  <a:lnTo>
                    <a:pt x="51119" y="47880"/>
                  </a:lnTo>
                  <a:cubicBezTo>
                    <a:pt x="44730" y="48518"/>
                    <a:pt x="39618" y="47241"/>
                    <a:pt x="35145" y="43411"/>
                  </a:cubicBezTo>
                  <a:cubicBezTo>
                    <a:pt x="30033" y="38942"/>
                    <a:pt x="27477" y="32558"/>
                    <a:pt x="27477" y="25536"/>
                  </a:cubicBezTo>
                  <a:cubicBezTo>
                    <a:pt x="27477" y="17875"/>
                    <a:pt x="31950" y="10853"/>
                    <a:pt x="38340" y="6384"/>
                  </a:cubicBezTo>
                  <a:lnTo>
                    <a:pt x="50481" y="0"/>
                  </a:lnTo>
                  <a:lnTo>
                    <a:pt x="0" y="0"/>
                  </a:lnTo>
                  <a:lnTo>
                    <a:pt x="0" y="74693"/>
                  </a:lnTo>
                  <a:lnTo>
                    <a:pt x="17253" y="74693"/>
                  </a:lnTo>
                  <a:cubicBezTo>
                    <a:pt x="19809" y="74693"/>
                    <a:pt x="21726" y="75969"/>
                    <a:pt x="23004" y="77885"/>
                  </a:cubicBezTo>
                  <a:lnTo>
                    <a:pt x="46647" y="117465"/>
                  </a:lnTo>
                  <a:cubicBezTo>
                    <a:pt x="47925" y="120019"/>
                    <a:pt x="50481" y="121934"/>
                    <a:pt x="53676" y="123211"/>
                  </a:cubicBezTo>
                  <a:cubicBezTo>
                    <a:pt x="56232" y="123849"/>
                    <a:pt x="58788" y="123849"/>
                    <a:pt x="61343" y="122573"/>
                  </a:cubicBezTo>
                  <a:cubicBezTo>
                    <a:pt x="67094" y="119381"/>
                    <a:pt x="66456" y="113635"/>
                    <a:pt x="63899" y="109805"/>
                  </a:cubicBezTo>
                  <a:lnTo>
                    <a:pt x="58148" y="101505"/>
                  </a:lnTo>
                  <a:cubicBezTo>
                    <a:pt x="56232" y="98313"/>
                    <a:pt x="56871" y="94483"/>
                    <a:pt x="60066" y="92568"/>
                  </a:cubicBezTo>
                  <a:cubicBezTo>
                    <a:pt x="63261" y="90653"/>
                    <a:pt x="67094" y="91291"/>
                    <a:pt x="69012" y="94483"/>
                  </a:cubicBezTo>
                  <a:lnTo>
                    <a:pt x="74763" y="102782"/>
                  </a:lnTo>
                  <a:cubicBezTo>
                    <a:pt x="74763" y="102782"/>
                    <a:pt x="74763" y="102782"/>
                    <a:pt x="74763" y="102782"/>
                  </a:cubicBezTo>
                  <a:cubicBezTo>
                    <a:pt x="74763" y="102782"/>
                    <a:pt x="74763" y="102782"/>
                    <a:pt x="74763" y="102782"/>
                  </a:cubicBezTo>
                  <a:cubicBezTo>
                    <a:pt x="74763" y="102782"/>
                    <a:pt x="74763" y="102782"/>
                    <a:pt x="74763" y="102782"/>
                  </a:cubicBezTo>
                  <a:lnTo>
                    <a:pt x="83708" y="117465"/>
                  </a:lnTo>
                  <a:cubicBezTo>
                    <a:pt x="86903" y="122573"/>
                    <a:pt x="93293" y="123849"/>
                    <a:pt x="98405" y="121296"/>
                  </a:cubicBezTo>
                  <a:cubicBezTo>
                    <a:pt x="103517" y="118104"/>
                    <a:pt x="104795" y="112358"/>
                    <a:pt x="102239" y="107251"/>
                  </a:cubicBezTo>
                  <a:lnTo>
                    <a:pt x="86903" y="81715"/>
                  </a:lnTo>
                  <a:cubicBezTo>
                    <a:pt x="84986" y="78523"/>
                    <a:pt x="86264" y="74693"/>
                    <a:pt x="88820" y="72777"/>
                  </a:cubicBezTo>
                  <a:cubicBezTo>
                    <a:pt x="92015" y="70862"/>
                    <a:pt x="95849" y="72139"/>
                    <a:pt x="97766" y="74693"/>
                  </a:cubicBezTo>
                  <a:lnTo>
                    <a:pt x="99683" y="78523"/>
                  </a:lnTo>
                  <a:cubicBezTo>
                    <a:pt x="99683" y="78523"/>
                    <a:pt x="100322" y="79161"/>
                    <a:pt x="100322" y="79161"/>
                  </a:cubicBezTo>
                  <a:lnTo>
                    <a:pt x="112463" y="100229"/>
                  </a:lnTo>
                  <a:cubicBezTo>
                    <a:pt x="112463" y="100229"/>
                    <a:pt x="112463" y="100229"/>
                    <a:pt x="112463" y="100867"/>
                  </a:cubicBezTo>
                  <a:lnTo>
                    <a:pt x="121409" y="115550"/>
                  </a:lnTo>
                  <a:cubicBezTo>
                    <a:pt x="124604" y="120657"/>
                    <a:pt x="130994" y="122573"/>
                    <a:pt x="136106" y="119381"/>
                  </a:cubicBezTo>
                  <a:cubicBezTo>
                    <a:pt x="141857" y="116189"/>
                    <a:pt x="141217" y="109805"/>
                    <a:pt x="138662" y="105336"/>
                  </a:cubicBezTo>
                  <a:lnTo>
                    <a:pt x="113102" y="61925"/>
                  </a:lnTo>
                  <a:cubicBezTo>
                    <a:pt x="111185" y="58733"/>
                    <a:pt x="112463" y="54902"/>
                    <a:pt x="115658" y="52987"/>
                  </a:cubicBezTo>
                  <a:cubicBezTo>
                    <a:pt x="118853" y="51072"/>
                    <a:pt x="122687" y="52349"/>
                    <a:pt x="124604" y="55541"/>
                  </a:cubicBezTo>
                  <a:lnTo>
                    <a:pt x="150164" y="98952"/>
                  </a:lnTo>
                  <a:cubicBezTo>
                    <a:pt x="151442" y="101505"/>
                    <a:pt x="153997" y="102782"/>
                    <a:pt x="156553" y="104059"/>
                  </a:cubicBezTo>
                  <a:cubicBezTo>
                    <a:pt x="159110" y="104697"/>
                    <a:pt x="162305" y="104059"/>
                    <a:pt x="164222" y="102782"/>
                  </a:cubicBezTo>
                  <a:cubicBezTo>
                    <a:pt x="169333" y="99590"/>
                    <a:pt x="170612" y="93206"/>
                    <a:pt x="168056" y="88099"/>
                  </a:cubicBezTo>
                  <a:lnTo>
                    <a:pt x="137384" y="33197"/>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97" name="Graphic 4">
              <a:extLst>
                <a:ext uri="{FF2B5EF4-FFF2-40B4-BE49-F238E27FC236}">
                  <a16:creationId xmlns:a16="http://schemas.microsoft.com/office/drawing/2014/main" id="{F660D8FD-605B-4F81-BA19-663D243D95A7}"/>
                </a:ext>
              </a:extLst>
            </p:cNvPr>
            <p:cNvSpPr/>
            <p:nvPr/>
          </p:nvSpPr>
          <p:spPr>
            <a:xfrm>
              <a:off x="7192513" y="4792617"/>
              <a:ext cx="361674" cy="361333"/>
            </a:xfrm>
            <a:custGeom>
              <a:avLst/>
              <a:gdLst>
                <a:gd name="connsiteX0" fmla="*/ 180836 w 361674"/>
                <a:gd name="connsiteY0" fmla="*/ 0 h 361333"/>
                <a:gd name="connsiteX1" fmla="*/ 0 w 361674"/>
                <a:gd name="connsiteY1" fmla="*/ 180667 h 361333"/>
                <a:gd name="connsiteX2" fmla="*/ 180836 w 361674"/>
                <a:gd name="connsiteY2" fmla="*/ 361334 h 361333"/>
                <a:gd name="connsiteX3" fmla="*/ 361670 w 361674"/>
                <a:gd name="connsiteY3" fmla="*/ 180667 h 361333"/>
                <a:gd name="connsiteX4" fmla="*/ 180836 w 361674"/>
                <a:gd name="connsiteY4" fmla="*/ 0 h 361333"/>
                <a:gd name="connsiteX5" fmla="*/ 292659 w 361674"/>
                <a:gd name="connsiteY5" fmla="*/ 222163 h 361333"/>
                <a:gd name="connsiteX6" fmla="*/ 299049 w 361674"/>
                <a:gd name="connsiteY6" fmla="*/ 228547 h 361333"/>
                <a:gd name="connsiteX7" fmla="*/ 292659 w 361674"/>
                <a:gd name="connsiteY7" fmla="*/ 234931 h 361333"/>
                <a:gd name="connsiteX8" fmla="*/ 284991 w 361674"/>
                <a:gd name="connsiteY8" fmla="*/ 234931 h 361333"/>
                <a:gd name="connsiteX9" fmla="*/ 278601 w 361674"/>
                <a:gd name="connsiteY9" fmla="*/ 228547 h 361333"/>
                <a:gd name="connsiteX10" fmla="*/ 278601 w 361674"/>
                <a:gd name="connsiteY10" fmla="*/ 218971 h 361333"/>
                <a:gd name="connsiteX11" fmla="*/ 277323 w 361674"/>
                <a:gd name="connsiteY11" fmla="*/ 218971 h 361333"/>
                <a:gd name="connsiteX12" fmla="*/ 265821 w 361674"/>
                <a:gd name="connsiteY12" fmla="*/ 218971 h 361333"/>
                <a:gd name="connsiteX13" fmla="*/ 255597 w 361674"/>
                <a:gd name="connsiteY13" fmla="*/ 245145 h 361333"/>
                <a:gd name="connsiteX14" fmla="*/ 243456 w 361674"/>
                <a:gd name="connsiteY14" fmla="*/ 248337 h 361333"/>
                <a:gd name="connsiteX15" fmla="*/ 237706 w 361674"/>
                <a:gd name="connsiteY15" fmla="*/ 247699 h 361333"/>
                <a:gd name="connsiteX16" fmla="*/ 237706 w 361674"/>
                <a:gd name="connsiteY16" fmla="*/ 247699 h 361333"/>
                <a:gd name="connsiteX17" fmla="*/ 227482 w 361674"/>
                <a:gd name="connsiteY17" fmla="*/ 261743 h 361333"/>
                <a:gd name="connsiteX18" fmla="*/ 215980 w 361674"/>
                <a:gd name="connsiteY18" fmla="*/ 264935 h 361333"/>
                <a:gd name="connsiteX19" fmla="*/ 197449 w 361674"/>
                <a:gd name="connsiteY19" fmla="*/ 255998 h 361333"/>
                <a:gd name="connsiteX20" fmla="*/ 189782 w 361674"/>
                <a:gd name="connsiteY20" fmla="*/ 263659 h 361333"/>
                <a:gd name="connsiteX21" fmla="*/ 177641 w 361674"/>
                <a:gd name="connsiteY21" fmla="*/ 266851 h 361333"/>
                <a:gd name="connsiteX22" fmla="*/ 159748 w 361674"/>
                <a:gd name="connsiteY22" fmla="*/ 258551 h 361333"/>
                <a:gd name="connsiteX23" fmla="*/ 152720 w 361674"/>
                <a:gd name="connsiteY23" fmla="*/ 264935 h 361333"/>
                <a:gd name="connsiteX24" fmla="*/ 141857 w 361674"/>
                <a:gd name="connsiteY24" fmla="*/ 268127 h 361333"/>
                <a:gd name="connsiteX25" fmla="*/ 134828 w 361674"/>
                <a:gd name="connsiteY25" fmla="*/ 266851 h 361333"/>
                <a:gd name="connsiteX26" fmla="*/ 120770 w 361674"/>
                <a:gd name="connsiteY26" fmla="*/ 255998 h 361333"/>
                <a:gd name="connsiteX27" fmla="*/ 98405 w 361674"/>
                <a:gd name="connsiteY27" fmla="*/ 218971 h 361333"/>
                <a:gd name="connsiteX28" fmla="*/ 84348 w 361674"/>
                <a:gd name="connsiteY28" fmla="*/ 218971 h 361333"/>
                <a:gd name="connsiteX29" fmla="*/ 84348 w 361674"/>
                <a:gd name="connsiteY29" fmla="*/ 228547 h 361333"/>
                <a:gd name="connsiteX30" fmla="*/ 77958 w 361674"/>
                <a:gd name="connsiteY30" fmla="*/ 234931 h 361333"/>
                <a:gd name="connsiteX31" fmla="*/ 70289 w 361674"/>
                <a:gd name="connsiteY31" fmla="*/ 234931 h 361333"/>
                <a:gd name="connsiteX32" fmla="*/ 63899 w 361674"/>
                <a:gd name="connsiteY32" fmla="*/ 228547 h 361333"/>
                <a:gd name="connsiteX33" fmla="*/ 70289 w 361674"/>
                <a:gd name="connsiteY33" fmla="*/ 222163 h 361333"/>
                <a:gd name="connsiteX34" fmla="*/ 71568 w 361674"/>
                <a:gd name="connsiteY34" fmla="*/ 222163 h 361333"/>
                <a:gd name="connsiteX35" fmla="*/ 71568 w 361674"/>
                <a:gd name="connsiteY35" fmla="*/ 107251 h 361333"/>
                <a:gd name="connsiteX36" fmla="*/ 70289 w 361674"/>
                <a:gd name="connsiteY36" fmla="*/ 107251 h 361333"/>
                <a:gd name="connsiteX37" fmla="*/ 63899 w 361674"/>
                <a:gd name="connsiteY37" fmla="*/ 100867 h 361333"/>
                <a:gd name="connsiteX38" fmla="*/ 70289 w 361674"/>
                <a:gd name="connsiteY38" fmla="*/ 94483 h 361333"/>
                <a:gd name="connsiteX39" fmla="*/ 77958 w 361674"/>
                <a:gd name="connsiteY39" fmla="*/ 94483 h 361333"/>
                <a:gd name="connsiteX40" fmla="*/ 84348 w 361674"/>
                <a:gd name="connsiteY40" fmla="*/ 100867 h 361333"/>
                <a:gd name="connsiteX41" fmla="*/ 84348 w 361674"/>
                <a:gd name="connsiteY41" fmla="*/ 118104 h 361333"/>
                <a:gd name="connsiteX42" fmla="*/ 157832 w 361674"/>
                <a:gd name="connsiteY42" fmla="*/ 118104 h 361333"/>
                <a:gd name="connsiteX43" fmla="*/ 158471 w 361674"/>
                <a:gd name="connsiteY43" fmla="*/ 118104 h 361333"/>
                <a:gd name="connsiteX44" fmla="*/ 186587 w 361674"/>
                <a:gd name="connsiteY44" fmla="*/ 102782 h 361333"/>
                <a:gd name="connsiteX45" fmla="*/ 191059 w 361674"/>
                <a:gd name="connsiteY45" fmla="*/ 102144 h 361333"/>
                <a:gd name="connsiteX46" fmla="*/ 246013 w 361674"/>
                <a:gd name="connsiteY46" fmla="*/ 118104 h 361333"/>
                <a:gd name="connsiteX47" fmla="*/ 278601 w 361674"/>
                <a:gd name="connsiteY47" fmla="*/ 118104 h 361333"/>
                <a:gd name="connsiteX48" fmla="*/ 278601 w 361674"/>
                <a:gd name="connsiteY48" fmla="*/ 100867 h 361333"/>
                <a:gd name="connsiteX49" fmla="*/ 284991 w 361674"/>
                <a:gd name="connsiteY49" fmla="*/ 94483 h 361333"/>
                <a:gd name="connsiteX50" fmla="*/ 292659 w 361674"/>
                <a:gd name="connsiteY50" fmla="*/ 94483 h 361333"/>
                <a:gd name="connsiteX51" fmla="*/ 299049 w 361674"/>
                <a:gd name="connsiteY51" fmla="*/ 100867 h 361333"/>
                <a:gd name="connsiteX52" fmla="*/ 292659 w 361674"/>
                <a:gd name="connsiteY52" fmla="*/ 107251 h 361333"/>
                <a:gd name="connsiteX53" fmla="*/ 291381 w 361674"/>
                <a:gd name="connsiteY53" fmla="*/ 107251 h 361333"/>
                <a:gd name="connsiteX54" fmla="*/ 291381 w 361674"/>
                <a:gd name="connsiteY54" fmla="*/ 222163 h 361333"/>
                <a:gd name="connsiteX55" fmla="*/ 292659 w 361674"/>
                <a:gd name="connsiteY55" fmla="*/ 222163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61674" h="361333">
                  <a:moveTo>
                    <a:pt x="180836" y="0"/>
                  </a:moveTo>
                  <a:cubicBezTo>
                    <a:pt x="80513" y="0"/>
                    <a:pt x="0" y="81077"/>
                    <a:pt x="0" y="180667"/>
                  </a:cubicBezTo>
                  <a:cubicBezTo>
                    <a:pt x="0" y="280895"/>
                    <a:pt x="81153" y="361334"/>
                    <a:pt x="180836" y="361334"/>
                  </a:cubicBezTo>
                  <a:cubicBezTo>
                    <a:pt x="280518" y="361334"/>
                    <a:pt x="361670" y="280257"/>
                    <a:pt x="361670" y="180667"/>
                  </a:cubicBezTo>
                  <a:cubicBezTo>
                    <a:pt x="362310" y="81077"/>
                    <a:pt x="281157" y="0"/>
                    <a:pt x="180836" y="0"/>
                  </a:cubicBezTo>
                  <a:close/>
                  <a:moveTo>
                    <a:pt x="292659" y="222163"/>
                  </a:moveTo>
                  <a:cubicBezTo>
                    <a:pt x="296493" y="222163"/>
                    <a:pt x="299049" y="224716"/>
                    <a:pt x="299049" y="228547"/>
                  </a:cubicBezTo>
                  <a:cubicBezTo>
                    <a:pt x="299049" y="232377"/>
                    <a:pt x="296493" y="234931"/>
                    <a:pt x="292659" y="234931"/>
                  </a:cubicBezTo>
                  <a:lnTo>
                    <a:pt x="284991" y="234931"/>
                  </a:lnTo>
                  <a:cubicBezTo>
                    <a:pt x="281157" y="234931"/>
                    <a:pt x="278601" y="232377"/>
                    <a:pt x="278601" y="228547"/>
                  </a:cubicBezTo>
                  <a:lnTo>
                    <a:pt x="278601" y="218971"/>
                  </a:lnTo>
                  <a:cubicBezTo>
                    <a:pt x="277962" y="218971"/>
                    <a:pt x="277323" y="218971"/>
                    <a:pt x="277323" y="218971"/>
                  </a:cubicBezTo>
                  <a:lnTo>
                    <a:pt x="265821" y="218971"/>
                  </a:lnTo>
                  <a:cubicBezTo>
                    <a:pt x="268377" y="228547"/>
                    <a:pt x="264544" y="239399"/>
                    <a:pt x="255597" y="245145"/>
                  </a:cubicBezTo>
                  <a:cubicBezTo>
                    <a:pt x="251764" y="247060"/>
                    <a:pt x="247930" y="248337"/>
                    <a:pt x="243456" y="248337"/>
                  </a:cubicBezTo>
                  <a:cubicBezTo>
                    <a:pt x="241540" y="248337"/>
                    <a:pt x="239623" y="248337"/>
                    <a:pt x="237706" y="247699"/>
                  </a:cubicBezTo>
                  <a:cubicBezTo>
                    <a:pt x="237706" y="247699"/>
                    <a:pt x="237706" y="247699"/>
                    <a:pt x="237706" y="247699"/>
                  </a:cubicBezTo>
                  <a:cubicBezTo>
                    <a:pt x="236428" y="253444"/>
                    <a:pt x="233233" y="258551"/>
                    <a:pt x="227482" y="261743"/>
                  </a:cubicBezTo>
                  <a:cubicBezTo>
                    <a:pt x="223648" y="263659"/>
                    <a:pt x="219814" y="264935"/>
                    <a:pt x="215980" y="264935"/>
                  </a:cubicBezTo>
                  <a:cubicBezTo>
                    <a:pt x="208951" y="264935"/>
                    <a:pt x="201922" y="261743"/>
                    <a:pt x="197449" y="255998"/>
                  </a:cubicBezTo>
                  <a:cubicBezTo>
                    <a:pt x="195532" y="259190"/>
                    <a:pt x="192977" y="261743"/>
                    <a:pt x="189782" y="263659"/>
                  </a:cubicBezTo>
                  <a:cubicBezTo>
                    <a:pt x="185947" y="265574"/>
                    <a:pt x="182113" y="266851"/>
                    <a:pt x="177641" y="266851"/>
                  </a:cubicBezTo>
                  <a:cubicBezTo>
                    <a:pt x="170612" y="266851"/>
                    <a:pt x="164222" y="263659"/>
                    <a:pt x="159748" y="258551"/>
                  </a:cubicBezTo>
                  <a:cubicBezTo>
                    <a:pt x="157832" y="261105"/>
                    <a:pt x="155915" y="263020"/>
                    <a:pt x="152720" y="264935"/>
                  </a:cubicBezTo>
                  <a:cubicBezTo>
                    <a:pt x="149525" y="266851"/>
                    <a:pt x="145691" y="268127"/>
                    <a:pt x="141857" y="268127"/>
                  </a:cubicBezTo>
                  <a:cubicBezTo>
                    <a:pt x="139301" y="268127"/>
                    <a:pt x="137384" y="267489"/>
                    <a:pt x="134828" y="266851"/>
                  </a:cubicBezTo>
                  <a:cubicBezTo>
                    <a:pt x="129077" y="264935"/>
                    <a:pt x="123965" y="261105"/>
                    <a:pt x="120770" y="255998"/>
                  </a:cubicBezTo>
                  <a:lnTo>
                    <a:pt x="98405" y="218971"/>
                  </a:lnTo>
                  <a:lnTo>
                    <a:pt x="84348" y="218971"/>
                  </a:lnTo>
                  <a:lnTo>
                    <a:pt x="84348" y="228547"/>
                  </a:lnTo>
                  <a:cubicBezTo>
                    <a:pt x="84348" y="232377"/>
                    <a:pt x="81792" y="234931"/>
                    <a:pt x="77958" y="234931"/>
                  </a:cubicBezTo>
                  <a:lnTo>
                    <a:pt x="70289" y="234931"/>
                  </a:lnTo>
                  <a:cubicBezTo>
                    <a:pt x="66456" y="234931"/>
                    <a:pt x="63899" y="232377"/>
                    <a:pt x="63899" y="228547"/>
                  </a:cubicBezTo>
                  <a:cubicBezTo>
                    <a:pt x="63899" y="224716"/>
                    <a:pt x="66456" y="222163"/>
                    <a:pt x="70289" y="222163"/>
                  </a:cubicBezTo>
                  <a:lnTo>
                    <a:pt x="71568" y="222163"/>
                  </a:lnTo>
                  <a:lnTo>
                    <a:pt x="71568" y="107251"/>
                  </a:lnTo>
                  <a:lnTo>
                    <a:pt x="70289" y="107251"/>
                  </a:lnTo>
                  <a:cubicBezTo>
                    <a:pt x="66456" y="107251"/>
                    <a:pt x="63899" y="104697"/>
                    <a:pt x="63899" y="100867"/>
                  </a:cubicBezTo>
                  <a:cubicBezTo>
                    <a:pt x="63899" y="97037"/>
                    <a:pt x="66456" y="94483"/>
                    <a:pt x="70289" y="94483"/>
                  </a:cubicBezTo>
                  <a:lnTo>
                    <a:pt x="77958" y="94483"/>
                  </a:lnTo>
                  <a:cubicBezTo>
                    <a:pt x="81792" y="94483"/>
                    <a:pt x="84348" y="97037"/>
                    <a:pt x="84348" y="100867"/>
                  </a:cubicBezTo>
                  <a:lnTo>
                    <a:pt x="84348" y="118104"/>
                  </a:lnTo>
                  <a:lnTo>
                    <a:pt x="157832" y="118104"/>
                  </a:lnTo>
                  <a:cubicBezTo>
                    <a:pt x="157832" y="118104"/>
                    <a:pt x="158471" y="118104"/>
                    <a:pt x="158471" y="118104"/>
                  </a:cubicBezTo>
                  <a:lnTo>
                    <a:pt x="186587" y="102782"/>
                  </a:lnTo>
                  <a:cubicBezTo>
                    <a:pt x="187864" y="102144"/>
                    <a:pt x="189782" y="101505"/>
                    <a:pt x="191059" y="102144"/>
                  </a:cubicBezTo>
                  <a:lnTo>
                    <a:pt x="246013" y="118104"/>
                  </a:lnTo>
                  <a:lnTo>
                    <a:pt x="278601" y="118104"/>
                  </a:lnTo>
                  <a:lnTo>
                    <a:pt x="278601" y="100867"/>
                  </a:lnTo>
                  <a:cubicBezTo>
                    <a:pt x="278601" y="97037"/>
                    <a:pt x="281157" y="94483"/>
                    <a:pt x="284991" y="94483"/>
                  </a:cubicBezTo>
                  <a:lnTo>
                    <a:pt x="292659" y="94483"/>
                  </a:lnTo>
                  <a:cubicBezTo>
                    <a:pt x="296493" y="94483"/>
                    <a:pt x="299049" y="97037"/>
                    <a:pt x="299049" y="100867"/>
                  </a:cubicBezTo>
                  <a:cubicBezTo>
                    <a:pt x="299049" y="104697"/>
                    <a:pt x="296493" y="107251"/>
                    <a:pt x="292659" y="107251"/>
                  </a:cubicBezTo>
                  <a:lnTo>
                    <a:pt x="291381" y="107251"/>
                  </a:lnTo>
                  <a:lnTo>
                    <a:pt x="291381" y="222163"/>
                  </a:lnTo>
                  <a:lnTo>
                    <a:pt x="292659" y="222163"/>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sp>
        <p:nvSpPr>
          <p:cNvPr id="100" name="Oval 99">
            <a:extLst>
              <a:ext uri="{FF2B5EF4-FFF2-40B4-BE49-F238E27FC236}">
                <a16:creationId xmlns:a16="http://schemas.microsoft.com/office/drawing/2014/main" id="{7B553D7D-5909-47CA-A151-03C73E0B74FD}"/>
              </a:ext>
            </a:extLst>
          </p:cNvPr>
          <p:cNvSpPr/>
          <p:nvPr/>
        </p:nvSpPr>
        <p:spPr bwMode="gray">
          <a:xfrm>
            <a:off x="10735508" y="3694993"/>
            <a:ext cx="365760" cy="365760"/>
          </a:xfrm>
          <a:prstGeom prst="ellipse">
            <a:avLst/>
          </a:prstGeom>
          <a:solidFill>
            <a:schemeClr val="accent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128" name="Oval 127">
            <a:extLst>
              <a:ext uri="{FF2B5EF4-FFF2-40B4-BE49-F238E27FC236}">
                <a16:creationId xmlns:a16="http://schemas.microsoft.com/office/drawing/2014/main" id="{7ADBB47A-E33E-495A-8164-439E221258D3}"/>
              </a:ext>
            </a:extLst>
          </p:cNvPr>
          <p:cNvSpPr/>
          <p:nvPr/>
        </p:nvSpPr>
        <p:spPr bwMode="gray">
          <a:xfrm>
            <a:off x="10735508" y="1716203"/>
            <a:ext cx="365760" cy="365760"/>
          </a:xfrm>
          <a:prstGeom prst="ellipse">
            <a:avLst/>
          </a:prstGeom>
          <a:solidFill>
            <a:schemeClr val="accent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130" name="Oval 129">
            <a:extLst>
              <a:ext uri="{FF2B5EF4-FFF2-40B4-BE49-F238E27FC236}">
                <a16:creationId xmlns:a16="http://schemas.microsoft.com/office/drawing/2014/main" id="{0FDEC38C-9E29-4743-9F13-4D038A59520B}"/>
              </a:ext>
            </a:extLst>
          </p:cNvPr>
          <p:cNvSpPr/>
          <p:nvPr/>
        </p:nvSpPr>
        <p:spPr bwMode="gray">
          <a:xfrm>
            <a:off x="10735508" y="2684091"/>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Verdana"/>
              <a:ea typeface="+mn-ea"/>
              <a:cs typeface="+mn-cs"/>
            </a:endParaRPr>
          </a:p>
        </p:txBody>
      </p:sp>
      <p:sp>
        <p:nvSpPr>
          <p:cNvPr id="131" name="Oval 130">
            <a:extLst>
              <a:ext uri="{FF2B5EF4-FFF2-40B4-BE49-F238E27FC236}">
                <a16:creationId xmlns:a16="http://schemas.microsoft.com/office/drawing/2014/main" id="{8A8CA738-39FF-47D4-A06F-8BEE15B33D18}"/>
              </a:ext>
            </a:extLst>
          </p:cNvPr>
          <p:cNvSpPr/>
          <p:nvPr/>
        </p:nvSpPr>
        <p:spPr bwMode="gray">
          <a:xfrm>
            <a:off x="10708172" y="4840612"/>
            <a:ext cx="359228" cy="385168"/>
          </a:xfrm>
          <a:prstGeom prst="ellips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99" name="Rectangle 5">
            <a:extLst>
              <a:ext uri="{FF2B5EF4-FFF2-40B4-BE49-F238E27FC236}">
                <a16:creationId xmlns:a16="http://schemas.microsoft.com/office/drawing/2014/main" id="{E8103B65-9401-4F21-9B81-AA6B557D6C7A}"/>
              </a:ext>
            </a:extLst>
          </p:cNvPr>
          <p:cNvSpPr/>
          <p:nvPr/>
        </p:nvSpPr>
        <p:spPr bwMode="gray">
          <a:xfrm flipV="1">
            <a:off x="501652" y="749093"/>
            <a:ext cx="11134484" cy="27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829178" rtl="0" eaLnBrk="1" fontAlgn="auto" latinLnBrk="0" hangingPunct="1">
              <a:lnSpc>
                <a:spcPct val="100000"/>
              </a:lnSpc>
              <a:spcBef>
                <a:spcPts val="0"/>
              </a:spcBef>
              <a:spcAft>
                <a:spcPts val="0"/>
              </a:spcAft>
              <a:buClrTx/>
              <a:buSzTx/>
              <a:buFontTx/>
              <a:buNone/>
              <a:tabLst/>
              <a:defRPr/>
            </a:pPr>
            <a:endParaRPr kumimoji="0" lang="en-US" sz="1451" b="0" i="0" u="none" strike="noStrike" kern="1200" cap="none" spc="0" normalizeH="0" baseline="0" noProof="0">
              <a:ln>
                <a:noFill/>
              </a:ln>
              <a:solidFill>
                <a:prstClr val="white"/>
              </a:solidFill>
              <a:effectLst/>
              <a:uLnTx/>
              <a:uFillTx/>
              <a:latin typeface="Verdana"/>
              <a:ea typeface="+mn-ea"/>
              <a:cs typeface="+mn-cs"/>
            </a:endParaRPr>
          </a:p>
        </p:txBody>
      </p:sp>
      <p:sp>
        <p:nvSpPr>
          <p:cNvPr id="136" name="Graphic 4">
            <a:extLst>
              <a:ext uri="{FF2B5EF4-FFF2-40B4-BE49-F238E27FC236}">
                <a16:creationId xmlns:a16="http://schemas.microsoft.com/office/drawing/2014/main" id="{4ED909F8-CEB3-4DBF-9EA1-B6E67BE2BEB7}"/>
              </a:ext>
            </a:extLst>
          </p:cNvPr>
          <p:cNvSpPr/>
          <p:nvPr/>
        </p:nvSpPr>
        <p:spPr>
          <a:xfrm>
            <a:off x="4013002" y="2845510"/>
            <a:ext cx="549341" cy="548642"/>
          </a:xfrm>
          <a:custGeom>
            <a:avLst/>
            <a:gdLst>
              <a:gd name="connsiteX0" fmla="*/ 148246 w 362309"/>
              <a:gd name="connsiteY0" fmla="*/ 170452 h 361975"/>
              <a:gd name="connsiteX1" fmla="*/ 162943 w 362309"/>
              <a:gd name="connsiteY1" fmla="*/ 116188 h 361975"/>
              <a:gd name="connsiteX2" fmla="*/ 120130 w 362309"/>
              <a:gd name="connsiteY2" fmla="*/ 184497 h 361975"/>
              <a:gd name="connsiteX3" fmla="*/ 129076 w 362309"/>
              <a:gd name="connsiteY3" fmla="*/ 184497 h 361975"/>
              <a:gd name="connsiteX4" fmla="*/ 135466 w 362309"/>
              <a:gd name="connsiteY4" fmla="*/ 190881 h 361975"/>
              <a:gd name="connsiteX5" fmla="*/ 135466 w 362309"/>
              <a:gd name="connsiteY5" fmla="*/ 192796 h 361975"/>
              <a:gd name="connsiteX6" fmla="*/ 120770 w 362309"/>
              <a:gd name="connsiteY6" fmla="*/ 247060 h 361975"/>
              <a:gd name="connsiteX7" fmla="*/ 164221 w 362309"/>
              <a:gd name="connsiteY7" fmla="*/ 178752 h 361975"/>
              <a:gd name="connsiteX8" fmla="*/ 155275 w 362309"/>
              <a:gd name="connsiteY8" fmla="*/ 178752 h 361975"/>
              <a:gd name="connsiteX9" fmla="*/ 150164 w 362309"/>
              <a:gd name="connsiteY9" fmla="*/ 176198 h 361975"/>
              <a:gd name="connsiteX10" fmla="*/ 148246 w 362309"/>
              <a:gd name="connsiteY10" fmla="*/ 170452 h 361975"/>
              <a:gd name="connsiteX11" fmla="*/ 228120 w 362309"/>
              <a:gd name="connsiteY11" fmla="*/ 170452 h 361975"/>
              <a:gd name="connsiteX12" fmla="*/ 242818 w 362309"/>
              <a:gd name="connsiteY12" fmla="*/ 116188 h 361975"/>
              <a:gd name="connsiteX13" fmla="*/ 200005 w 362309"/>
              <a:gd name="connsiteY13" fmla="*/ 184497 h 361975"/>
              <a:gd name="connsiteX14" fmla="*/ 208951 w 362309"/>
              <a:gd name="connsiteY14" fmla="*/ 184497 h 361975"/>
              <a:gd name="connsiteX15" fmla="*/ 215341 w 362309"/>
              <a:gd name="connsiteY15" fmla="*/ 190881 h 361975"/>
              <a:gd name="connsiteX16" fmla="*/ 215341 w 362309"/>
              <a:gd name="connsiteY16" fmla="*/ 192796 h 361975"/>
              <a:gd name="connsiteX17" fmla="*/ 200644 w 362309"/>
              <a:gd name="connsiteY17" fmla="*/ 247060 h 361975"/>
              <a:gd name="connsiteX18" fmla="*/ 243456 w 362309"/>
              <a:gd name="connsiteY18" fmla="*/ 178752 h 361975"/>
              <a:gd name="connsiteX19" fmla="*/ 233872 w 362309"/>
              <a:gd name="connsiteY19" fmla="*/ 178752 h 361975"/>
              <a:gd name="connsiteX20" fmla="*/ 228759 w 362309"/>
              <a:gd name="connsiteY20" fmla="*/ 176198 h 361975"/>
              <a:gd name="connsiteX21" fmla="*/ 228120 w 362309"/>
              <a:gd name="connsiteY21" fmla="*/ 170452 h 361975"/>
              <a:gd name="connsiteX22" fmla="*/ 265821 w 362309"/>
              <a:gd name="connsiteY22" fmla="*/ 78523 h 361975"/>
              <a:gd name="connsiteX23" fmla="*/ 242179 w 362309"/>
              <a:gd name="connsiteY23" fmla="*/ 165345 h 361975"/>
              <a:gd name="connsiteX24" fmla="*/ 254319 w 362309"/>
              <a:gd name="connsiteY24" fmla="*/ 165345 h 361975"/>
              <a:gd name="connsiteX25" fmla="*/ 260070 w 362309"/>
              <a:gd name="connsiteY25" fmla="*/ 168537 h 361975"/>
              <a:gd name="connsiteX26" fmla="*/ 260070 w 362309"/>
              <a:gd name="connsiteY26" fmla="*/ 174921 h 361975"/>
              <a:gd name="connsiteX27" fmla="*/ 187864 w 362309"/>
              <a:gd name="connsiteY27" fmla="*/ 289194 h 361975"/>
              <a:gd name="connsiteX28" fmla="*/ 182752 w 362309"/>
              <a:gd name="connsiteY28" fmla="*/ 292386 h 361975"/>
              <a:gd name="connsiteX29" fmla="*/ 180196 w 362309"/>
              <a:gd name="connsiteY29" fmla="*/ 291748 h 361975"/>
              <a:gd name="connsiteX30" fmla="*/ 176362 w 362309"/>
              <a:gd name="connsiteY30" fmla="*/ 284087 h 361975"/>
              <a:gd name="connsiteX31" fmla="*/ 200005 w 362309"/>
              <a:gd name="connsiteY31" fmla="*/ 197265 h 361975"/>
              <a:gd name="connsiteX32" fmla="*/ 187864 w 362309"/>
              <a:gd name="connsiteY32" fmla="*/ 197265 h 361975"/>
              <a:gd name="connsiteX33" fmla="*/ 181474 w 362309"/>
              <a:gd name="connsiteY33" fmla="*/ 190881 h 361975"/>
              <a:gd name="connsiteX34" fmla="*/ 182752 w 362309"/>
              <a:gd name="connsiteY34" fmla="*/ 187689 h 361975"/>
              <a:gd name="connsiteX35" fmla="*/ 254319 w 362309"/>
              <a:gd name="connsiteY35" fmla="*/ 74054 h 361975"/>
              <a:gd name="connsiteX36" fmla="*/ 263265 w 362309"/>
              <a:gd name="connsiteY36" fmla="*/ 72139 h 361975"/>
              <a:gd name="connsiteX37" fmla="*/ 265821 w 362309"/>
              <a:gd name="connsiteY37" fmla="*/ 78523 h 361975"/>
              <a:gd name="connsiteX38" fmla="*/ 186586 w 362309"/>
              <a:gd name="connsiteY38" fmla="*/ 78523 h 361975"/>
              <a:gd name="connsiteX39" fmla="*/ 162943 w 362309"/>
              <a:gd name="connsiteY39" fmla="*/ 165345 h 361975"/>
              <a:gd name="connsiteX40" fmla="*/ 175084 w 362309"/>
              <a:gd name="connsiteY40" fmla="*/ 165345 h 361975"/>
              <a:gd name="connsiteX41" fmla="*/ 180835 w 362309"/>
              <a:gd name="connsiteY41" fmla="*/ 168537 h 361975"/>
              <a:gd name="connsiteX42" fmla="*/ 180835 w 362309"/>
              <a:gd name="connsiteY42" fmla="*/ 174921 h 361975"/>
              <a:gd name="connsiteX43" fmla="*/ 108629 w 362309"/>
              <a:gd name="connsiteY43" fmla="*/ 288556 h 361975"/>
              <a:gd name="connsiteX44" fmla="*/ 103517 w 362309"/>
              <a:gd name="connsiteY44" fmla="*/ 291748 h 361975"/>
              <a:gd name="connsiteX45" fmla="*/ 100961 w 362309"/>
              <a:gd name="connsiteY45" fmla="*/ 291109 h 361975"/>
              <a:gd name="connsiteX46" fmla="*/ 97127 w 362309"/>
              <a:gd name="connsiteY46" fmla="*/ 283449 h 361975"/>
              <a:gd name="connsiteX47" fmla="*/ 120770 w 362309"/>
              <a:gd name="connsiteY47" fmla="*/ 196627 h 361975"/>
              <a:gd name="connsiteX48" fmla="*/ 108629 w 362309"/>
              <a:gd name="connsiteY48" fmla="*/ 196627 h 361975"/>
              <a:gd name="connsiteX49" fmla="*/ 102239 w 362309"/>
              <a:gd name="connsiteY49" fmla="*/ 190243 h 361975"/>
              <a:gd name="connsiteX50" fmla="*/ 103517 w 362309"/>
              <a:gd name="connsiteY50" fmla="*/ 187051 h 361975"/>
              <a:gd name="connsiteX51" fmla="*/ 175084 w 362309"/>
              <a:gd name="connsiteY51" fmla="*/ 73416 h 361975"/>
              <a:gd name="connsiteX52" fmla="*/ 184030 w 362309"/>
              <a:gd name="connsiteY52" fmla="*/ 71500 h 361975"/>
              <a:gd name="connsiteX53" fmla="*/ 186586 w 362309"/>
              <a:gd name="connsiteY53" fmla="*/ 78523 h 361975"/>
              <a:gd name="connsiteX54" fmla="*/ 362309 w 362309"/>
              <a:gd name="connsiteY54" fmla="*/ 181305 h 361975"/>
              <a:gd name="connsiteX55" fmla="*/ 181474 w 362309"/>
              <a:gd name="connsiteY55" fmla="*/ 0 h 361975"/>
              <a:gd name="connsiteX56" fmla="*/ 0 w 362309"/>
              <a:gd name="connsiteY56" fmla="*/ 180667 h 361975"/>
              <a:gd name="connsiteX57" fmla="*/ 180835 w 362309"/>
              <a:gd name="connsiteY57" fmla="*/ 361972 h 361975"/>
              <a:gd name="connsiteX58" fmla="*/ 180835 w 362309"/>
              <a:gd name="connsiteY58" fmla="*/ 361972 h 361975"/>
              <a:gd name="connsiteX59" fmla="*/ 362309 w 362309"/>
              <a:gd name="connsiteY59" fmla="*/ 181305 h 361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362309" h="361975">
                <a:moveTo>
                  <a:pt x="148246" y="170452"/>
                </a:moveTo>
                <a:lnTo>
                  <a:pt x="162943" y="116188"/>
                </a:lnTo>
                <a:lnTo>
                  <a:pt x="120130" y="184497"/>
                </a:lnTo>
                <a:lnTo>
                  <a:pt x="129076" y="184497"/>
                </a:lnTo>
                <a:cubicBezTo>
                  <a:pt x="132910" y="184497"/>
                  <a:pt x="135466" y="187051"/>
                  <a:pt x="135466" y="190881"/>
                </a:cubicBezTo>
                <a:cubicBezTo>
                  <a:pt x="135466" y="191519"/>
                  <a:pt x="135466" y="192158"/>
                  <a:pt x="135466" y="192796"/>
                </a:cubicBezTo>
                <a:lnTo>
                  <a:pt x="120770" y="247060"/>
                </a:lnTo>
                <a:lnTo>
                  <a:pt x="164221" y="178752"/>
                </a:lnTo>
                <a:lnTo>
                  <a:pt x="155275" y="178752"/>
                </a:lnTo>
                <a:cubicBezTo>
                  <a:pt x="153358" y="178752"/>
                  <a:pt x="151441" y="178113"/>
                  <a:pt x="150164" y="176198"/>
                </a:cubicBezTo>
                <a:cubicBezTo>
                  <a:pt x="148885" y="174283"/>
                  <a:pt x="148246" y="172368"/>
                  <a:pt x="148246" y="170452"/>
                </a:cubicBezTo>
                <a:moveTo>
                  <a:pt x="228120" y="170452"/>
                </a:moveTo>
                <a:lnTo>
                  <a:pt x="242818" y="116188"/>
                </a:lnTo>
                <a:lnTo>
                  <a:pt x="200005" y="184497"/>
                </a:lnTo>
                <a:lnTo>
                  <a:pt x="208951" y="184497"/>
                </a:lnTo>
                <a:cubicBezTo>
                  <a:pt x="212784" y="184497"/>
                  <a:pt x="215341" y="187051"/>
                  <a:pt x="215341" y="190881"/>
                </a:cubicBezTo>
                <a:cubicBezTo>
                  <a:pt x="215341" y="191519"/>
                  <a:pt x="215341" y="192158"/>
                  <a:pt x="215341" y="192796"/>
                </a:cubicBezTo>
                <a:lnTo>
                  <a:pt x="200644" y="247060"/>
                </a:lnTo>
                <a:lnTo>
                  <a:pt x="243456" y="178752"/>
                </a:lnTo>
                <a:lnTo>
                  <a:pt x="233872" y="178752"/>
                </a:lnTo>
                <a:cubicBezTo>
                  <a:pt x="231954" y="178752"/>
                  <a:pt x="230038" y="178113"/>
                  <a:pt x="228759" y="176198"/>
                </a:cubicBezTo>
                <a:cubicBezTo>
                  <a:pt x="227482" y="174283"/>
                  <a:pt x="227482" y="172368"/>
                  <a:pt x="228120" y="170452"/>
                </a:cubicBezTo>
                <a:moveTo>
                  <a:pt x="265821" y="78523"/>
                </a:moveTo>
                <a:lnTo>
                  <a:pt x="242179" y="165345"/>
                </a:lnTo>
                <a:lnTo>
                  <a:pt x="254319" y="165345"/>
                </a:lnTo>
                <a:cubicBezTo>
                  <a:pt x="256875" y="165345"/>
                  <a:pt x="258792" y="166622"/>
                  <a:pt x="260070" y="168537"/>
                </a:cubicBezTo>
                <a:cubicBezTo>
                  <a:pt x="261349" y="170452"/>
                  <a:pt x="261349" y="173006"/>
                  <a:pt x="260070" y="174921"/>
                </a:cubicBezTo>
                <a:lnTo>
                  <a:pt x="187864" y="289194"/>
                </a:lnTo>
                <a:cubicBezTo>
                  <a:pt x="186586" y="291109"/>
                  <a:pt x="184669" y="292386"/>
                  <a:pt x="182752" y="292386"/>
                </a:cubicBezTo>
                <a:cubicBezTo>
                  <a:pt x="182113" y="292386"/>
                  <a:pt x="180835" y="292386"/>
                  <a:pt x="180196" y="291748"/>
                </a:cubicBezTo>
                <a:cubicBezTo>
                  <a:pt x="177640" y="290471"/>
                  <a:pt x="175723" y="287279"/>
                  <a:pt x="176362" y="284087"/>
                </a:cubicBezTo>
                <a:lnTo>
                  <a:pt x="200005" y="197265"/>
                </a:lnTo>
                <a:lnTo>
                  <a:pt x="187864" y="197265"/>
                </a:lnTo>
                <a:cubicBezTo>
                  <a:pt x="184030" y="197265"/>
                  <a:pt x="181474" y="194711"/>
                  <a:pt x="181474" y="190881"/>
                </a:cubicBezTo>
                <a:cubicBezTo>
                  <a:pt x="181474" y="189604"/>
                  <a:pt x="182113" y="188327"/>
                  <a:pt x="182752" y="187689"/>
                </a:cubicBezTo>
                <a:lnTo>
                  <a:pt x="254319" y="74054"/>
                </a:lnTo>
                <a:cubicBezTo>
                  <a:pt x="256236" y="70862"/>
                  <a:pt x="260070" y="70224"/>
                  <a:pt x="263265" y="72139"/>
                </a:cubicBezTo>
                <a:cubicBezTo>
                  <a:pt x="265182" y="73416"/>
                  <a:pt x="266460" y="75969"/>
                  <a:pt x="265821" y="78523"/>
                </a:cubicBezTo>
                <a:moveTo>
                  <a:pt x="186586" y="78523"/>
                </a:moveTo>
                <a:lnTo>
                  <a:pt x="162943" y="165345"/>
                </a:lnTo>
                <a:lnTo>
                  <a:pt x="175084" y="165345"/>
                </a:lnTo>
                <a:cubicBezTo>
                  <a:pt x="177640" y="165345"/>
                  <a:pt x="179557" y="166622"/>
                  <a:pt x="180835" y="168537"/>
                </a:cubicBezTo>
                <a:cubicBezTo>
                  <a:pt x="182113" y="170452"/>
                  <a:pt x="182113" y="173006"/>
                  <a:pt x="180835" y="174921"/>
                </a:cubicBezTo>
                <a:lnTo>
                  <a:pt x="108629" y="288556"/>
                </a:lnTo>
                <a:cubicBezTo>
                  <a:pt x="107350" y="290471"/>
                  <a:pt x="105434" y="291748"/>
                  <a:pt x="103517" y="291748"/>
                </a:cubicBezTo>
                <a:cubicBezTo>
                  <a:pt x="102878" y="291748"/>
                  <a:pt x="101600" y="291748"/>
                  <a:pt x="100961" y="291109"/>
                </a:cubicBezTo>
                <a:cubicBezTo>
                  <a:pt x="98405" y="289833"/>
                  <a:pt x="96488" y="286641"/>
                  <a:pt x="97127" y="283449"/>
                </a:cubicBezTo>
                <a:lnTo>
                  <a:pt x="120770" y="196627"/>
                </a:lnTo>
                <a:lnTo>
                  <a:pt x="108629" y="196627"/>
                </a:lnTo>
                <a:cubicBezTo>
                  <a:pt x="104795" y="196627"/>
                  <a:pt x="102239" y="194073"/>
                  <a:pt x="102239" y="190243"/>
                </a:cubicBezTo>
                <a:cubicBezTo>
                  <a:pt x="102239" y="188966"/>
                  <a:pt x="102878" y="187689"/>
                  <a:pt x="103517" y="187051"/>
                </a:cubicBezTo>
                <a:lnTo>
                  <a:pt x="175084" y="73416"/>
                </a:lnTo>
                <a:cubicBezTo>
                  <a:pt x="177001" y="70224"/>
                  <a:pt x="180835" y="69585"/>
                  <a:pt x="184030" y="71500"/>
                </a:cubicBezTo>
                <a:cubicBezTo>
                  <a:pt x="185947" y="73416"/>
                  <a:pt x="187225" y="75969"/>
                  <a:pt x="186586" y="78523"/>
                </a:cubicBezTo>
                <a:moveTo>
                  <a:pt x="362309" y="181305"/>
                </a:moveTo>
                <a:cubicBezTo>
                  <a:pt x="362309" y="81076"/>
                  <a:pt x="281157" y="0"/>
                  <a:pt x="181474" y="0"/>
                </a:cubicBezTo>
                <a:cubicBezTo>
                  <a:pt x="81152" y="0"/>
                  <a:pt x="0" y="81076"/>
                  <a:pt x="0" y="180667"/>
                </a:cubicBezTo>
                <a:cubicBezTo>
                  <a:pt x="0" y="280895"/>
                  <a:pt x="81152" y="361972"/>
                  <a:pt x="180835" y="361972"/>
                </a:cubicBezTo>
                <a:cubicBezTo>
                  <a:pt x="180835" y="361972"/>
                  <a:pt x="180835" y="361972"/>
                  <a:pt x="180835" y="361972"/>
                </a:cubicBezTo>
                <a:cubicBezTo>
                  <a:pt x="281796" y="362610"/>
                  <a:pt x="362309" y="281533"/>
                  <a:pt x="362309" y="181305"/>
                </a:cubicBezTo>
              </a:path>
            </a:pathLst>
          </a:custGeom>
          <a:solidFill>
            <a:schemeClr val="accent2"/>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grpSp>
        <p:nvGrpSpPr>
          <p:cNvPr id="137" name="Graphic 4">
            <a:extLst>
              <a:ext uri="{FF2B5EF4-FFF2-40B4-BE49-F238E27FC236}">
                <a16:creationId xmlns:a16="http://schemas.microsoft.com/office/drawing/2014/main" id="{6CE2E157-C824-4CC5-A3C1-CFD219B40607}"/>
              </a:ext>
            </a:extLst>
          </p:cNvPr>
          <p:cNvGrpSpPr/>
          <p:nvPr/>
        </p:nvGrpSpPr>
        <p:grpSpPr>
          <a:xfrm>
            <a:off x="4006260" y="3786193"/>
            <a:ext cx="587829" cy="548642"/>
            <a:chOff x="1952125" y="4308712"/>
            <a:chExt cx="362313" cy="361971"/>
          </a:xfrm>
          <a:solidFill>
            <a:schemeClr val="accent1"/>
          </a:solidFill>
        </p:grpSpPr>
        <p:sp>
          <p:nvSpPr>
            <p:cNvPr id="138" name="Graphic 4">
              <a:extLst>
                <a:ext uri="{FF2B5EF4-FFF2-40B4-BE49-F238E27FC236}">
                  <a16:creationId xmlns:a16="http://schemas.microsoft.com/office/drawing/2014/main" id="{E3C2E9CC-4A06-4816-A79E-B2B222DF3D38}"/>
                </a:ext>
              </a:extLst>
            </p:cNvPr>
            <p:cNvSpPr/>
            <p:nvPr/>
          </p:nvSpPr>
          <p:spPr>
            <a:xfrm>
              <a:off x="2212196" y="4474057"/>
              <a:ext cx="15974" cy="30643"/>
            </a:xfrm>
            <a:custGeom>
              <a:avLst/>
              <a:gdLst>
                <a:gd name="connsiteX0" fmla="*/ 0 w 15974"/>
                <a:gd name="connsiteY0" fmla="*/ 0 h 30643"/>
                <a:gd name="connsiteX1" fmla="*/ 0 w 15974"/>
                <a:gd name="connsiteY1" fmla="*/ 30643 h 30643"/>
                <a:gd name="connsiteX2" fmla="*/ 639 w 15974"/>
                <a:gd name="connsiteY2" fmla="*/ 30643 h 30643"/>
                <a:gd name="connsiteX3" fmla="*/ 15975 w 15974"/>
                <a:gd name="connsiteY3" fmla="*/ 30643 h 30643"/>
                <a:gd name="connsiteX4" fmla="*/ 15975 w 15974"/>
                <a:gd name="connsiteY4" fmla="*/ 0 h 30643"/>
                <a:gd name="connsiteX5" fmla="*/ 639 w 15974"/>
                <a:gd name="connsiteY5" fmla="*/ 0 h 30643"/>
                <a:gd name="connsiteX6" fmla="*/ 0 w 15974"/>
                <a:gd name="connsiteY6" fmla="*/ 0 h 30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974" h="30643">
                  <a:moveTo>
                    <a:pt x="0" y="0"/>
                  </a:moveTo>
                  <a:lnTo>
                    <a:pt x="0" y="30643"/>
                  </a:lnTo>
                  <a:lnTo>
                    <a:pt x="639" y="30643"/>
                  </a:lnTo>
                  <a:lnTo>
                    <a:pt x="15975" y="30643"/>
                  </a:lnTo>
                  <a:lnTo>
                    <a:pt x="15975" y="0"/>
                  </a:lnTo>
                  <a:lnTo>
                    <a:pt x="639" y="0"/>
                  </a:lnTo>
                  <a:lnTo>
                    <a:pt x="0" y="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39" name="Graphic 4">
              <a:extLst>
                <a:ext uri="{FF2B5EF4-FFF2-40B4-BE49-F238E27FC236}">
                  <a16:creationId xmlns:a16="http://schemas.microsoft.com/office/drawing/2014/main" id="{BC617F15-AB87-40EE-872A-D55A1CEDDC01}"/>
                </a:ext>
              </a:extLst>
            </p:cNvPr>
            <p:cNvSpPr/>
            <p:nvPr/>
          </p:nvSpPr>
          <p:spPr>
            <a:xfrm>
              <a:off x="2039668" y="4445329"/>
              <a:ext cx="159748" cy="88098"/>
            </a:xfrm>
            <a:custGeom>
              <a:avLst/>
              <a:gdLst>
                <a:gd name="connsiteX0" fmla="*/ 0 w 159748"/>
                <a:gd name="connsiteY0" fmla="*/ 88099 h 88098"/>
                <a:gd name="connsiteX1" fmla="*/ 159748 w 159748"/>
                <a:gd name="connsiteY1" fmla="*/ 88099 h 88098"/>
                <a:gd name="connsiteX2" fmla="*/ 159748 w 159748"/>
                <a:gd name="connsiteY2" fmla="*/ 0 h 88098"/>
                <a:gd name="connsiteX3" fmla="*/ 0 w 159748"/>
                <a:gd name="connsiteY3" fmla="*/ 0 h 88098"/>
                <a:gd name="connsiteX4" fmla="*/ 0 w 159748"/>
                <a:gd name="connsiteY4" fmla="*/ 88099 h 88098"/>
                <a:gd name="connsiteX5" fmla="*/ 130994 w 159748"/>
                <a:gd name="connsiteY5" fmla="*/ 13406 h 88098"/>
                <a:gd name="connsiteX6" fmla="*/ 137384 w 159748"/>
                <a:gd name="connsiteY6" fmla="*/ 7022 h 88098"/>
                <a:gd name="connsiteX7" fmla="*/ 143774 w 159748"/>
                <a:gd name="connsiteY7" fmla="*/ 13406 h 88098"/>
                <a:gd name="connsiteX8" fmla="*/ 143774 w 159748"/>
                <a:gd name="connsiteY8" fmla="*/ 74693 h 88098"/>
                <a:gd name="connsiteX9" fmla="*/ 137384 w 159748"/>
                <a:gd name="connsiteY9" fmla="*/ 81077 h 88098"/>
                <a:gd name="connsiteX10" fmla="*/ 130994 w 159748"/>
                <a:gd name="connsiteY10" fmla="*/ 74693 h 88098"/>
                <a:gd name="connsiteX11" fmla="*/ 130994 w 159748"/>
                <a:gd name="connsiteY11" fmla="*/ 13406 h 88098"/>
                <a:gd name="connsiteX12" fmla="*/ 102239 w 159748"/>
                <a:gd name="connsiteY12" fmla="*/ 13406 h 88098"/>
                <a:gd name="connsiteX13" fmla="*/ 108629 w 159748"/>
                <a:gd name="connsiteY13" fmla="*/ 7022 h 88098"/>
                <a:gd name="connsiteX14" fmla="*/ 115019 w 159748"/>
                <a:gd name="connsiteY14" fmla="*/ 13406 h 88098"/>
                <a:gd name="connsiteX15" fmla="*/ 115019 w 159748"/>
                <a:gd name="connsiteY15" fmla="*/ 74693 h 88098"/>
                <a:gd name="connsiteX16" fmla="*/ 108629 w 159748"/>
                <a:gd name="connsiteY16" fmla="*/ 81077 h 88098"/>
                <a:gd name="connsiteX17" fmla="*/ 102239 w 159748"/>
                <a:gd name="connsiteY17" fmla="*/ 74693 h 88098"/>
                <a:gd name="connsiteX18" fmla="*/ 102239 w 159748"/>
                <a:gd name="connsiteY18" fmla="*/ 13406 h 88098"/>
                <a:gd name="connsiteX19" fmla="*/ 74123 w 159748"/>
                <a:gd name="connsiteY19" fmla="*/ 13406 h 88098"/>
                <a:gd name="connsiteX20" fmla="*/ 80513 w 159748"/>
                <a:gd name="connsiteY20" fmla="*/ 7022 h 88098"/>
                <a:gd name="connsiteX21" fmla="*/ 86903 w 159748"/>
                <a:gd name="connsiteY21" fmla="*/ 13406 h 88098"/>
                <a:gd name="connsiteX22" fmla="*/ 86903 w 159748"/>
                <a:gd name="connsiteY22" fmla="*/ 74693 h 88098"/>
                <a:gd name="connsiteX23" fmla="*/ 80513 w 159748"/>
                <a:gd name="connsiteY23" fmla="*/ 81077 h 88098"/>
                <a:gd name="connsiteX24" fmla="*/ 74123 w 159748"/>
                <a:gd name="connsiteY24" fmla="*/ 74693 h 88098"/>
                <a:gd name="connsiteX25" fmla="*/ 74123 w 159748"/>
                <a:gd name="connsiteY25" fmla="*/ 13406 h 88098"/>
                <a:gd name="connsiteX26" fmla="*/ 45368 w 159748"/>
                <a:gd name="connsiteY26" fmla="*/ 13406 h 88098"/>
                <a:gd name="connsiteX27" fmla="*/ 51758 w 159748"/>
                <a:gd name="connsiteY27" fmla="*/ 7022 h 88098"/>
                <a:gd name="connsiteX28" fmla="*/ 58148 w 159748"/>
                <a:gd name="connsiteY28" fmla="*/ 13406 h 88098"/>
                <a:gd name="connsiteX29" fmla="*/ 58148 w 159748"/>
                <a:gd name="connsiteY29" fmla="*/ 74693 h 88098"/>
                <a:gd name="connsiteX30" fmla="*/ 51758 w 159748"/>
                <a:gd name="connsiteY30" fmla="*/ 81077 h 88098"/>
                <a:gd name="connsiteX31" fmla="*/ 45368 w 159748"/>
                <a:gd name="connsiteY31" fmla="*/ 74693 h 88098"/>
                <a:gd name="connsiteX32" fmla="*/ 45368 w 159748"/>
                <a:gd name="connsiteY32" fmla="*/ 13406 h 88098"/>
                <a:gd name="connsiteX33" fmla="*/ 16614 w 159748"/>
                <a:gd name="connsiteY33" fmla="*/ 13406 h 88098"/>
                <a:gd name="connsiteX34" fmla="*/ 23004 w 159748"/>
                <a:gd name="connsiteY34" fmla="*/ 7022 h 88098"/>
                <a:gd name="connsiteX35" fmla="*/ 29394 w 159748"/>
                <a:gd name="connsiteY35" fmla="*/ 13406 h 88098"/>
                <a:gd name="connsiteX36" fmla="*/ 29394 w 159748"/>
                <a:gd name="connsiteY36" fmla="*/ 74693 h 88098"/>
                <a:gd name="connsiteX37" fmla="*/ 23004 w 159748"/>
                <a:gd name="connsiteY37" fmla="*/ 81077 h 88098"/>
                <a:gd name="connsiteX38" fmla="*/ 16614 w 159748"/>
                <a:gd name="connsiteY38" fmla="*/ 74693 h 88098"/>
                <a:gd name="connsiteX39" fmla="*/ 16614 w 159748"/>
                <a:gd name="connsiteY39" fmla="*/ 13406 h 88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59748" h="88098">
                  <a:moveTo>
                    <a:pt x="0" y="88099"/>
                  </a:moveTo>
                  <a:lnTo>
                    <a:pt x="159748" y="88099"/>
                  </a:lnTo>
                  <a:lnTo>
                    <a:pt x="159748" y="0"/>
                  </a:lnTo>
                  <a:lnTo>
                    <a:pt x="0" y="0"/>
                  </a:lnTo>
                  <a:lnTo>
                    <a:pt x="0" y="88099"/>
                  </a:lnTo>
                  <a:close/>
                  <a:moveTo>
                    <a:pt x="130994" y="13406"/>
                  </a:moveTo>
                  <a:cubicBezTo>
                    <a:pt x="130994" y="9576"/>
                    <a:pt x="133550" y="7022"/>
                    <a:pt x="137384" y="7022"/>
                  </a:cubicBezTo>
                  <a:cubicBezTo>
                    <a:pt x="141217" y="7022"/>
                    <a:pt x="143774" y="9576"/>
                    <a:pt x="143774" y="13406"/>
                  </a:cubicBezTo>
                  <a:lnTo>
                    <a:pt x="143774" y="74693"/>
                  </a:lnTo>
                  <a:cubicBezTo>
                    <a:pt x="143774" y="78523"/>
                    <a:pt x="141217" y="81077"/>
                    <a:pt x="137384" y="81077"/>
                  </a:cubicBezTo>
                  <a:cubicBezTo>
                    <a:pt x="133550" y="81077"/>
                    <a:pt x="130994" y="78523"/>
                    <a:pt x="130994" y="74693"/>
                  </a:cubicBezTo>
                  <a:lnTo>
                    <a:pt x="130994" y="13406"/>
                  </a:lnTo>
                  <a:close/>
                  <a:moveTo>
                    <a:pt x="102239" y="13406"/>
                  </a:moveTo>
                  <a:cubicBezTo>
                    <a:pt x="102239" y="9576"/>
                    <a:pt x="104795" y="7022"/>
                    <a:pt x="108629" y="7022"/>
                  </a:cubicBezTo>
                  <a:cubicBezTo>
                    <a:pt x="112463" y="7022"/>
                    <a:pt x="115019" y="9576"/>
                    <a:pt x="115019" y="13406"/>
                  </a:cubicBezTo>
                  <a:lnTo>
                    <a:pt x="115019" y="74693"/>
                  </a:lnTo>
                  <a:cubicBezTo>
                    <a:pt x="115019" y="78523"/>
                    <a:pt x="112463" y="81077"/>
                    <a:pt x="108629" y="81077"/>
                  </a:cubicBezTo>
                  <a:cubicBezTo>
                    <a:pt x="104795" y="81077"/>
                    <a:pt x="102239" y="78523"/>
                    <a:pt x="102239" y="74693"/>
                  </a:cubicBezTo>
                  <a:lnTo>
                    <a:pt x="102239" y="13406"/>
                  </a:lnTo>
                  <a:close/>
                  <a:moveTo>
                    <a:pt x="74123" y="13406"/>
                  </a:moveTo>
                  <a:cubicBezTo>
                    <a:pt x="74123" y="9576"/>
                    <a:pt x="76679" y="7022"/>
                    <a:pt x="80513" y="7022"/>
                  </a:cubicBezTo>
                  <a:cubicBezTo>
                    <a:pt x="84347" y="7022"/>
                    <a:pt x="86903" y="9576"/>
                    <a:pt x="86903" y="13406"/>
                  </a:cubicBezTo>
                  <a:lnTo>
                    <a:pt x="86903" y="74693"/>
                  </a:lnTo>
                  <a:cubicBezTo>
                    <a:pt x="86903" y="78523"/>
                    <a:pt x="84347" y="81077"/>
                    <a:pt x="80513" y="81077"/>
                  </a:cubicBezTo>
                  <a:cubicBezTo>
                    <a:pt x="76679" y="81077"/>
                    <a:pt x="74123" y="78523"/>
                    <a:pt x="74123" y="74693"/>
                  </a:cubicBezTo>
                  <a:lnTo>
                    <a:pt x="74123" y="13406"/>
                  </a:lnTo>
                  <a:close/>
                  <a:moveTo>
                    <a:pt x="45368" y="13406"/>
                  </a:moveTo>
                  <a:cubicBezTo>
                    <a:pt x="45368" y="9576"/>
                    <a:pt x="47925" y="7022"/>
                    <a:pt x="51758" y="7022"/>
                  </a:cubicBezTo>
                  <a:cubicBezTo>
                    <a:pt x="55592" y="7022"/>
                    <a:pt x="58148" y="9576"/>
                    <a:pt x="58148" y="13406"/>
                  </a:cubicBezTo>
                  <a:lnTo>
                    <a:pt x="58148" y="74693"/>
                  </a:lnTo>
                  <a:cubicBezTo>
                    <a:pt x="58148" y="78523"/>
                    <a:pt x="55592" y="81077"/>
                    <a:pt x="51758" y="81077"/>
                  </a:cubicBezTo>
                  <a:cubicBezTo>
                    <a:pt x="47925" y="81077"/>
                    <a:pt x="45368" y="78523"/>
                    <a:pt x="45368" y="74693"/>
                  </a:cubicBezTo>
                  <a:lnTo>
                    <a:pt x="45368" y="13406"/>
                  </a:lnTo>
                  <a:close/>
                  <a:moveTo>
                    <a:pt x="16614" y="13406"/>
                  </a:moveTo>
                  <a:cubicBezTo>
                    <a:pt x="16614" y="9576"/>
                    <a:pt x="19170" y="7022"/>
                    <a:pt x="23004" y="7022"/>
                  </a:cubicBezTo>
                  <a:cubicBezTo>
                    <a:pt x="26838" y="7022"/>
                    <a:pt x="29394" y="9576"/>
                    <a:pt x="29394" y="13406"/>
                  </a:cubicBezTo>
                  <a:lnTo>
                    <a:pt x="29394" y="74693"/>
                  </a:lnTo>
                  <a:cubicBezTo>
                    <a:pt x="29394" y="78523"/>
                    <a:pt x="26838" y="81077"/>
                    <a:pt x="23004" y="81077"/>
                  </a:cubicBezTo>
                  <a:cubicBezTo>
                    <a:pt x="19170" y="81077"/>
                    <a:pt x="16614" y="78523"/>
                    <a:pt x="16614" y="74693"/>
                  </a:cubicBezTo>
                  <a:lnTo>
                    <a:pt x="16614" y="13406"/>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40" name="Graphic 4">
              <a:extLst>
                <a:ext uri="{FF2B5EF4-FFF2-40B4-BE49-F238E27FC236}">
                  <a16:creationId xmlns:a16="http://schemas.microsoft.com/office/drawing/2014/main" id="{5110D059-A294-47D7-B9F7-437A764FC992}"/>
                </a:ext>
              </a:extLst>
            </p:cNvPr>
            <p:cNvSpPr/>
            <p:nvPr/>
          </p:nvSpPr>
          <p:spPr>
            <a:xfrm>
              <a:off x="1952125" y="4308712"/>
              <a:ext cx="362313" cy="361971"/>
            </a:xfrm>
            <a:custGeom>
              <a:avLst/>
              <a:gdLst>
                <a:gd name="connsiteX0" fmla="*/ 181474 w 362313"/>
                <a:gd name="connsiteY0" fmla="*/ 0 h 361971"/>
                <a:gd name="connsiteX1" fmla="*/ 0 w 362313"/>
                <a:gd name="connsiteY1" fmla="*/ 180667 h 361971"/>
                <a:gd name="connsiteX2" fmla="*/ 180835 w 362313"/>
                <a:gd name="connsiteY2" fmla="*/ 361972 h 361971"/>
                <a:gd name="connsiteX3" fmla="*/ 362310 w 362313"/>
                <a:gd name="connsiteY3" fmla="*/ 181305 h 361971"/>
                <a:gd name="connsiteX4" fmla="*/ 362310 w 362313"/>
                <a:gd name="connsiteY4" fmla="*/ 181305 h 361971"/>
                <a:gd name="connsiteX5" fmla="*/ 181474 w 362313"/>
                <a:gd name="connsiteY5" fmla="*/ 0 h 361971"/>
                <a:gd name="connsiteX6" fmla="*/ 181474 w 362313"/>
                <a:gd name="connsiteY6" fmla="*/ 0 h 361971"/>
                <a:gd name="connsiteX7" fmla="*/ 288825 w 362313"/>
                <a:gd name="connsiteY7" fmla="*/ 202372 h 361971"/>
                <a:gd name="connsiteX8" fmla="*/ 282435 w 362313"/>
                <a:gd name="connsiteY8" fmla="*/ 208756 h 361971"/>
                <a:gd name="connsiteX9" fmla="*/ 260709 w 362313"/>
                <a:gd name="connsiteY9" fmla="*/ 208756 h 361971"/>
                <a:gd name="connsiteX10" fmla="*/ 260071 w 362313"/>
                <a:gd name="connsiteY10" fmla="*/ 208756 h 361971"/>
                <a:gd name="connsiteX11" fmla="*/ 260071 w 362313"/>
                <a:gd name="connsiteY11" fmla="*/ 231100 h 361971"/>
                <a:gd name="connsiteX12" fmla="*/ 253681 w 362313"/>
                <a:gd name="connsiteY12" fmla="*/ 237484 h 361971"/>
                <a:gd name="connsiteX13" fmla="*/ 81152 w 362313"/>
                <a:gd name="connsiteY13" fmla="*/ 237484 h 361971"/>
                <a:gd name="connsiteX14" fmla="*/ 74762 w 362313"/>
                <a:gd name="connsiteY14" fmla="*/ 231100 h 361971"/>
                <a:gd name="connsiteX15" fmla="*/ 74762 w 362313"/>
                <a:gd name="connsiteY15" fmla="*/ 130233 h 361971"/>
                <a:gd name="connsiteX16" fmla="*/ 81152 w 362313"/>
                <a:gd name="connsiteY16" fmla="*/ 123849 h 361971"/>
                <a:gd name="connsiteX17" fmla="*/ 253681 w 362313"/>
                <a:gd name="connsiteY17" fmla="*/ 123849 h 361971"/>
                <a:gd name="connsiteX18" fmla="*/ 260071 w 362313"/>
                <a:gd name="connsiteY18" fmla="*/ 130233 h 361971"/>
                <a:gd name="connsiteX19" fmla="*/ 260071 w 362313"/>
                <a:gd name="connsiteY19" fmla="*/ 152577 h 361971"/>
                <a:gd name="connsiteX20" fmla="*/ 260709 w 362313"/>
                <a:gd name="connsiteY20" fmla="*/ 152577 h 361971"/>
                <a:gd name="connsiteX21" fmla="*/ 282435 w 362313"/>
                <a:gd name="connsiteY21" fmla="*/ 152577 h 361971"/>
                <a:gd name="connsiteX22" fmla="*/ 288825 w 362313"/>
                <a:gd name="connsiteY22" fmla="*/ 158961 h 361971"/>
                <a:gd name="connsiteX23" fmla="*/ 288825 w 362313"/>
                <a:gd name="connsiteY23" fmla="*/ 202372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2313" h="361971">
                  <a:moveTo>
                    <a:pt x="181474" y="0"/>
                  </a:moveTo>
                  <a:cubicBezTo>
                    <a:pt x="81152" y="0"/>
                    <a:pt x="0" y="81077"/>
                    <a:pt x="0" y="180667"/>
                  </a:cubicBezTo>
                  <a:cubicBezTo>
                    <a:pt x="0" y="280895"/>
                    <a:pt x="81152" y="361972"/>
                    <a:pt x="180835" y="361972"/>
                  </a:cubicBezTo>
                  <a:cubicBezTo>
                    <a:pt x="281157" y="361972"/>
                    <a:pt x="362310" y="280895"/>
                    <a:pt x="362310" y="181305"/>
                  </a:cubicBezTo>
                  <a:cubicBezTo>
                    <a:pt x="362310" y="181305"/>
                    <a:pt x="362310" y="181305"/>
                    <a:pt x="362310" y="181305"/>
                  </a:cubicBezTo>
                  <a:cubicBezTo>
                    <a:pt x="362948" y="81077"/>
                    <a:pt x="281796" y="0"/>
                    <a:pt x="181474" y="0"/>
                  </a:cubicBezTo>
                  <a:lnTo>
                    <a:pt x="181474" y="0"/>
                  </a:lnTo>
                  <a:close/>
                  <a:moveTo>
                    <a:pt x="288825" y="202372"/>
                  </a:moveTo>
                  <a:cubicBezTo>
                    <a:pt x="288825" y="206203"/>
                    <a:pt x="286269" y="208756"/>
                    <a:pt x="282435" y="208756"/>
                  </a:cubicBezTo>
                  <a:lnTo>
                    <a:pt x="260709" y="208756"/>
                  </a:lnTo>
                  <a:lnTo>
                    <a:pt x="260071" y="208756"/>
                  </a:lnTo>
                  <a:lnTo>
                    <a:pt x="260071" y="231100"/>
                  </a:lnTo>
                  <a:cubicBezTo>
                    <a:pt x="260071" y="234930"/>
                    <a:pt x="257514" y="237484"/>
                    <a:pt x="253681" y="237484"/>
                  </a:cubicBezTo>
                  <a:lnTo>
                    <a:pt x="81152" y="237484"/>
                  </a:lnTo>
                  <a:cubicBezTo>
                    <a:pt x="77318" y="237484"/>
                    <a:pt x="74762" y="234930"/>
                    <a:pt x="74762" y="231100"/>
                  </a:cubicBezTo>
                  <a:lnTo>
                    <a:pt x="74762" y="130233"/>
                  </a:lnTo>
                  <a:cubicBezTo>
                    <a:pt x="74762" y="126403"/>
                    <a:pt x="77318" y="123849"/>
                    <a:pt x="81152" y="123849"/>
                  </a:cubicBezTo>
                  <a:lnTo>
                    <a:pt x="253681" y="123849"/>
                  </a:lnTo>
                  <a:cubicBezTo>
                    <a:pt x="257514" y="123849"/>
                    <a:pt x="260071" y="126403"/>
                    <a:pt x="260071" y="130233"/>
                  </a:cubicBezTo>
                  <a:lnTo>
                    <a:pt x="260071" y="152577"/>
                  </a:lnTo>
                  <a:lnTo>
                    <a:pt x="260709" y="152577"/>
                  </a:lnTo>
                  <a:lnTo>
                    <a:pt x="282435" y="152577"/>
                  </a:lnTo>
                  <a:cubicBezTo>
                    <a:pt x="286269" y="152577"/>
                    <a:pt x="288825" y="155131"/>
                    <a:pt x="288825" y="158961"/>
                  </a:cubicBezTo>
                  <a:lnTo>
                    <a:pt x="288825" y="202372"/>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sp>
        <p:nvSpPr>
          <p:cNvPr id="101" name="TextBox 100">
            <a:extLst>
              <a:ext uri="{FF2B5EF4-FFF2-40B4-BE49-F238E27FC236}">
                <a16:creationId xmlns:a16="http://schemas.microsoft.com/office/drawing/2014/main" id="{6F5DFA51-A93D-4898-9B6C-5BBE8C20344C}"/>
              </a:ext>
            </a:extLst>
          </p:cNvPr>
          <p:cNvSpPr txBox="1"/>
          <p:nvPr/>
        </p:nvSpPr>
        <p:spPr>
          <a:xfrm>
            <a:off x="10200640" y="263311"/>
            <a:ext cx="1435496" cy="43088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2800" b="0" i="0" u="none" strike="noStrike" kern="1200" cap="none" spc="0" normalizeH="0" baseline="0" noProof="0">
                <a:ln>
                  <a:noFill/>
                </a:ln>
                <a:solidFill>
                  <a:srgbClr val="D0D0CE"/>
                </a:solidFill>
                <a:effectLst/>
                <a:uLnTx/>
                <a:uFillTx/>
                <a:latin typeface="Verdana"/>
                <a:ea typeface="+mn-ea"/>
                <a:cs typeface="+mn-cs"/>
              </a:rPr>
              <a:t>SW</a:t>
            </a:r>
            <a:r>
              <a:rPr kumimoji="0" lang="en-US" sz="2800" b="0" i="0" u="none" strike="noStrike" kern="1200" cap="none" spc="0" normalizeH="0" baseline="0" noProof="0">
                <a:ln>
                  <a:noFill/>
                </a:ln>
                <a:solidFill>
                  <a:srgbClr val="86BC25"/>
                </a:solidFill>
                <a:effectLst/>
                <a:uLnTx/>
                <a:uFillTx/>
                <a:latin typeface="Verdana"/>
                <a:ea typeface="+mn-ea"/>
                <a:cs typeface="+mn-cs"/>
              </a:rPr>
              <a:t>O</a:t>
            </a:r>
            <a:r>
              <a:rPr kumimoji="0" lang="en-US" sz="2800" b="0" i="0" u="none" strike="noStrike" kern="1200" cap="none" spc="0" normalizeH="0" baseline="0" noProof="0">
                <a:ln>
                  <a:noFill/>
                </a:ln>
                <a:solidFill>
                  <a:srgbClr val="D0D0CE"/>
                </a:solidFill>
                <a:effectLst/>
                <a:uLnTx/>
                <a:uFillTx/>
                <a:latin typeface="Verdana"/>
                <a:ea typeface="+mn-ea"/>
                <a:cs typeface="+mn-cs"/>
              </a:rPr>
              <a:t>T</a:t>
            </a:r>
          </a:p>
        </p:txBody>
      </p:sp>
      <p:grpSp>
        <p:nvGrpSpPr>
          <p:cNvPr id="141" name="Graphic 4">
            <a:extLst>
              <a:ext uri="{FF2B5EF4-FFF2-40B4-BE49-F238E27FC236}">
                <a16:creationId xmlns:a16="http://schemas.microsoft.com/office/drawing/2014/main" id="{C896329E-A7AC-4399-87AB-0CF4C76F76FB}"/>
              </a:ext>
            </a:extLst>
          </p:cNvPr>
          <p:cNvGrpSpPr/>
          <p:nvPr/>
        </p:nvGrpSpPr>
        <p:grpSpPr>
          <a:xfrm>
            <a:off x="4030144" y="4781133"/>
            <a:ext cx="560630" cy="548633"/>
            <a:chOff x="905454" y="1885990"/>
            <a:chExt cx="362309" cy="362610"/>
          </a:xfrm>
          <a:solidFill>
            <a:schemeClr val="accent4">
              <a:lumMod val="60000"/>
              <a:lumOff val="40000"/>
            </a:schemeClr>
          </a:solidFill>
        </p:grpSpPr>
        <p:sp>
          <p:nvSpPr>
            <p:cNvPr id="142" name="Graphic 4">
              <a:extLst>
                <a:ext uri="{FF2B5EF4-FFF2-40B4-BE49-F238E27FC236}">
                  <a16:creationId xmlns:a16="http://schemas.microsoft.com/office/drawing/2014/main" id="{3655E09E-61AF-4319-B4F0-6EB052A1346A}"/>
                </a:ext>
              </a:extLst>
            </p:cNvPr>
            <p:cNvSpPr/>
            <p:nvPr/>
          </p:nvSpPr>
          <p:spPr>
            <a:xfrm>
              <a:off x="986606" y="2030268"/>
              <a:ext cx="198727" cy="107889"/>
            </a:xfrm>
            <a:custGeom>
              <a:avLst/>
              <a:gdLst>
                <a:gd name="connsiteX0" fmla="*/ 177001 w 198727"/>
                <a:gd name="connsiteY0" fmla="*/ 15960 h 107889"/>
                <a:gd name="connsiteX1" fmla="*/ 177001 w 198727"/>
                <a:gd name="connsiteY1" fmla="*/ 0 h 107889"/>
                <a:gd name="connsiteX2" fmla="*/ 23004 w 198727"/>
                <a:gd name="connsiteY2" fmla="*/ 0 h 107889"/>
                <a:gd name="connsiteX3" fmla="*/ 23004 w 198727"/>
                <a:gd name="connsiteY3" fmla="*/ 15960 h 107889"/>
                <a:gd name="connsiteX4" fmla="*/ 16614 w 198727"/>
                <a:gd name="connsiteY4" fmla="*/ 22344 h 107889"/>
                <a:gd name="connsiteX5" fmla="*/ 0 w 198727"/>
                <a:gd name="connsiteY5" fmla="*/ 22344 h 107889"/>
                <a:gd name="connsiteX6" fmla="*/ 0 w 198727"/>
                <a:gd name="connsiteY6" fmla="*/ 107889 h 107889"/>
                <a:gd name="connsiteX7" fmla="*/ 17253 w 198727"/>
                <a:gd name="connsiteY7" fmla="*/ 107889 h 107889"/>
                <a:gd name="connsiteX8" fmla="*/ 17253 w 198727"/>
                <a:gd name="connsiteY8" fmla="*/ 84269 h 107889"/>
                <a:gd name="connsiteX9" fmla="*/ 23643 w 198727"/>
                <a:gd name="connsiteY9" fmla="*/ 77885 h 107889"/>
                <a:gd name="connsiteX10" fmla="*/ 30033 w 198727"/>
                <a:gd name="connsiteY10" fmla="*/ 84269 h 107889"/>
                <a:gd name="connsiteX11" fmla="*/ 30033 w 198727"/>
                <a:gd name="connsiteY11" fmla="*/ 107889 h 107889"/>
                <a:gd name="connsiteX12" fmla="*/ 198727 w 198727"/>
                <a:gd name="connsiteY12" fmla="*/ 107889 h 107889"/>
                <a:gd name="connsiteX13" fmla="*/ 198727 w 198727"/>
                <a:gd name="connsiteY13" fmla="*/ 22344 h 107889"/>
                <a:gd name="connsiteX14" fmla="*/ 182113 w 198727"/>
                <a:gd name="connsiteY14" fmla="*/ 22344 h 107889"/>
                <a:gd name="connsiteX15" fmla="*/ 177001 w 198727"/>
                <a:gd name="connsiteY15" fmla="*/ 15960 h 107889"/>
                <a:gd name="connsiteX16" fmla="*/ 28755 w 198727"/>
                <a:gd name="connsiteY16" fmla="*/ 58094 h 107889"/>
                <a:gd name="connsiteX17" fmla="*/ 24282 w 198727"/>
                <a:gd name="connsiteY17" fmla="*/ 60009 h 107889"/>
                <a:gd name="connsiteX18" fmla="*/ 19809 w 198727"/>
                <a:gd name="connsiteY18" fmla="*/ 58094 h 107889"/>
                <a:gd name="connsiteX19" fmla="*/ 17892 w 198727"/>
                <a:gd name="connsiteY19" fmla="*/ 53625 h 107889"/>
                <a:gd name="connsiteX20" fmla="*/ 18531 w 198727"/>
                <a:gd name="connsiteY20" fmla="*/ 51072 h 107889"/>
                <a:gd name="connsiteX21" fmla="*/ 21726 w 198727"/>
                <a:gd name="connsiteY21" fmla="*/ 47880 h 107889"/>
                <a:gd name="connsiteX22" fmla="*/ 26838 w 198727"/>
                <a:gd name="connsiteY22" fmla="*/ 47880 h 107889"/>
                <a:gd name="connsiteX23" fmla="*/ 28755 w 198727"/>
                <a:gd name="connsiteY23" fmla="*/ 49157 h 107889"/>
                <a:gd name="connsiteX24" fmla="*/ 30672 w 198727"/>
                <a:gd name="connsiteY24" fmla="*/ 53625 h 107889"/>
                <a:gd name="connsiteX25" fmla="*/ 28755 w 198727"/>
                <a:gd name="connsiteY25" fmla="*/ 58094 h 107889"/>
                <a:gd name="connsiteX26" fmla="*/ 58788 w 198727"/>
                <a:gd name="connsiteY26" fmla="*/ 88737 h 107889"/>
                <a:gd name="connsiteX27" fmla="*/ 54314 w 198727"/>
                <a:gd name="connsiteY27" fmla="*/ 90653 h 107889"/>
                <a:gd name="connsiteX28" fmla="*/ 49842 w 198727"/>
                <a:gd name="connsiteY28" fmla="*/ 88737 h 107889"/>
                <a:gd name="connsiteX29" fmla="*/ 47925 w 198727"/>
                <a:gd name="connsiteY29" fmla="*/ 84269 h 107889"/>
                <a:gd name="connsiteX30" fmla="*/ 48564 w 198727"/>
                <a:gd name="connsiteY30" fmla="*/ 81715 h 107889"/>
                <a:gd name="connsiteX31" fmla="*/ 49842 w 198727"/>
                <a:gd name="connsiteY31" fmla="*/ 79800 h 107889"/>
                <a:gd name="connsiteX32" fmla="*/ 50481 w 198727"/>
                <a:gd name="connsiteY32" fmla="*/ 79161 h 107889"/>
                <a:gd name="connsiteX33" fmla="*/ 51759 w 198727"/>
                <a:gd name="connsiteY33" fmla="*/ 78523 h 107889"/>
                <a:gd name="connsiteX34" fmla="*/ 53036 w 198727"/>
                <a:gd name="connsiteY34" fmla="*/ 77885 h 107889"/>
                <a:gd name="connsiteX35" fmla="*/ 56871 w 198727"/>
                <a:gd name="connsiteY35" fmla="*/ 78523 h 107889"/>
                <a:gd name="connsiteX36" fmla="*/ 58788 w 198727"/>
                <a:gd name="connsiteY36" fmla="*/ 79800 h 107889"/>
                <a:gd name="connsiteX37" fmla="*/ 60704 w 198727"/>
                <a:gd name="connsiteY37" fmla="*/ 84269 h 107889"/>
                <a:gd name="connsiteX38" fmla="*/ 58788 w 198727"/>
                <a:gd name="connsiteY38" fmla="*/ 88737 h 107889"/>
                <a:gd name="connsiteX39" fmla="*/ 58788 w 198727"/>
                <a:gd name="connsiteY39" fmla="*/ 58094 h 107889"/>
                <a:gd name="connsiteX40" fmla="*/ 54314 w 198727"/>
                <a:gd name="connsiteY40" fmla="*/ 60009 h 107889"/>
                <a:gd name="connsiteX41" fmla="*/ 47925 w 198727"/>
                <a:gd name="connsiteY41" fmla="*/ 53625 h 107889"/>
                <a:gd name="connsiteX42" fmla="*/ 48564 w 198727"/>
                <a:gd name="connsiteY42" fmla="*/ 51072 h 107889"/>
                <a:gd name="connsiteX43" fmla="*/ 49842 w 198727"/>
                <a:gd name="connsiteY43" fmla="*/ 49157 h 107889"/>
                <a:gd name="connsiteX44" fmla="*/ 50481 w 198727"/>
                <a:gd name="connsiteY44" fmla="*/ 48518 h 107889"/>
                <a:gd name="connsiteX45" fmla="*/ 51759 w 198727"/>
                <a:gd name="connsiteY45" fmla="*/ 47880 h 107889"/>
                <a:gd name="connsiteX46" fmla="*/ 53036 w 198727"/>
                <a:gd name="connsiteY46" fmla="*/ 47880 h 107889"/>
                <a:gd name="connsiteX47" fmla="*/ 56871 w 198727"/>
                <a:gd name="connsiteY47" fmla="*/ 47880 h 107889"/>
                <a:gd name="connsiteX48" fmla="*/ 58788 w 198727"/>
                <a:gd name="connsiteY48" fmla="*/ 49157 h 107889"/>
                <a:gd name="connsiteX49" fmla="*/ 60065 w 198727"/>
                <a:gd name="connsiteY49" fmla="*/ 51072 h 107889"/>
                <a:gd name="connsiteX50" fmla="*/ 60704 w 198727"/>
                <a:gd name="connsiteY50" fmla="*/ 53625 h 107889"/>
                <a:gd name="connsiteX51" fmla="*/ 58788 w 198727"/>
                <a:gd name="connsiteY51" fmla="*/ 58094 h 107889"/>
                <a:gd name="connsiteX52" fmla="*/ 58788 w 198727"/>
                <a:gd name="connsiteY52" fmla="*/ 28089 h 107889"/>
                <a:gd name="connsiteX53" fmla="*/ 54314 w 198727"/>
                <a:gd name="connsiteY53" fmla="*/ 30005 h 107889"/>
                <a:gd name="connsiteX54" fmla="*/ 47925 w 198727"/>
                <a:gd name="connsiteY54" fmla="*/ 23621 h 107889"/>
                <a:gd name="connsiteX55" fmla="*/ 48564 w 198727"/>
                <a:gd name="connsiteY55" fmla="*/ 21067 h 107889"/>
                <a:gd name="connsiteX56" fmla="*/ 49842 w 198727"/>
                <a:gd name="connsiteY56" fmla="*/ 19152 h 107889"/>
                <a:gd name="connsiteX57" fmla="*/ 50481 w 198727"/>
                <a:gd name="connsiteY57" fmla="*/ 18514 h 107889"/>
                <a:gd name="connsiteX58" fmla="*/ 51759 w 198727"/>
                <a:gd name="connsiteY58" fmla="*/ 17875 h 107889"/>
                <a:gd name="connsiteX59" fmla="*/ 53036 w 198727"/>
                <a:gd name="connsiteY59" fmla="*/ 17237 h 107889"/>
                <a:gd name="connsiteX60" fmla="*/ 58788 w 198727"/>
                <a:gd name="connsiteY60" fmla="*/ 19152 h 107889"/>
                <a:gd name="connsiteX61" fmla="*/ 60065 w 198727"/>
                <a:gd name="connsiteY61" fmla="*/ 21067 h 107889"/>
                <a:gd name="connsiteX62" fmla="*/ 58788 w 198727"/>
                <a:gd name="connsiteY62" fmla="*/ 28089 h 107889"/>
                <a:gd name="connsiteX63" fmla="*/ 58788 w 198727"/>
                <a:gd name="connsiteY63" fmla="*/ 28089 h 107889"/>
                <a:gd name="connsiteX64" fmla="*/ 89459 w 198727"/>
                <a:gd name="connsiteY64" fmla="*/ 88737 h 107889"/>
                <a:gd name="connsiteX65" fmla="*/ 87542 w 198727"/>
                <a:gd name="connsiteY65" fmla="*/ 90014 h 107889"/>
                <a:gd name="connsiteX66" fmla="*/ 84986 w 198727"/>
                <a:gd name="connsiteY66" fmla="*/ 90653 h 107889"/>
                <a:gd name="connsiteX67" fmla="*/ 78596 w 198727"/>
                <a:gd name="connsiteY67" fmla="*/ 84269 h 107889"/>
                <a:gd name="connsiteX68" fmla="*/ 80513 w 198727"/>
                <a:gd name="connsiteY68" fmla="*/ 79800 h 107889"/>
                <a:gd name="connsiteX69" fmla="*/ 82430 w 198727"/>
                <a:gd name="connsiteY69" fmla="*/ 78523 h 107889"/>
                <a:gd name="connsiteX70" fmla="*/ 87542 w 198727"/>
                <a:gd name="connsiteY70" fmla="*/ 78523 h 107889"/>
                <a:gd name="connsiteX71" fmla="*/ 88820 w 198727"/>
                <a:gd name="connsiteY71" fmla="*/ 79161 h 107889"/>
                <a:gd name="connsiteX72" fmla="*/ 89459 w 198727"/>
                <a:gd name="connsiteY72" fmla="*/ 79800 h 107889"/>
                <a:gd name="connsiteX73" fmla="*/ 91376 w 198727"/>
                <a:gd name="connsiteY73" fmla="*/ 84269 h 107889"/>
                <a:gd name="connsiteX74" fmla="*/ 89459 w 198727"/>
                <a:gd name="connsiteY74" fmla="*/ 88737 h 107889"/>
                <a:gd name="connsiteX75" fmla="*/ 89459 w 198727"/>
                <a:gd name="connsiteY75" fmla="*/ 88737 h 107889"/>
                <a:gd name="connsiteX76" fmla="*/ 89459 w 198727"/>
                <a:gd name="connsiteY76" fmla="*/ 58094 h 107889"/>
                <a:gd name="connsiteX77" fmla="*/ 87542 w 198727"/>
                <a:gd name="connsiteY77" fmla="*/ 59371 h 107889"/>
                <a:gd name="connsiteX78" fmla="*/ 84986 w 198727"/>
                <a:gd name="connsiteY78" fmla="*/ 60009 h 107889"/>
                <a:gd name="connsiteX79" fmla="*/ 82430 w 198727"/>
                <a:gd name="connsiteY79" fmla="*/ 59371 h 107889"/>
                <a:gd name="connsiteX80" fmla="*/ 80513 w 198727"/>
                <a:gd name="connsiteY80" fmla="*/ 58094 h 107889"/>
                <a:gd name="connsiteX81" fmla="*/ 78596 w 198727"/>
                <a:gd name="connsiteY81" fmla="*/ 53625 h 107889"/>
                <a:gd name="connsiteX82" fmla="*/ 79235 w 198727"/>
                <a:gd name="connsiteY82" fmla="*/ 51072 h 107889"/>
                <a:gd name="connsiteX83" fmla="*/ 80513 w 198727"/>
                <a:gd name="connsiteY83" fmla="*/ 49157 h 107889"/>
                <a:gd name="connsiteX84" fmla="*/ 81152 w 198727"/>
                <a:gd name="connsiteY84" fmla="*/ 48518 h 107889"/>
                <a:gd name="connsiteX85" fmla="*/ 82430 w 198727"/>
                <a:gd name="connsiteY85" fmla="*/ 47880 h 107889"/>
                <a:gd name="connsiteX86" fmla="*/ 83708 w 198727"/>
                <a:gd name="connsiteY86" fmla="*/ 47880 h 107889"/>
                <a:gd name="connsiteX87" fmla="*/ 86264 w 198727"/>
                <a:gd name="connsiteY87" fmla="*/ 47880 h 107889"/>
                <a:gd name="connsiteX88" fmla="*/ 87542 w 198727"/>
                <a:gd name="connsiteY88" fmla="*/ 47880 h 107889"/>
                <a:gd name="connsiteX89" fmla="*/ 88820 w 198727"/>
                <a:gd name="connsiteY89" fmla="*/ 48518 h 107889"/>
                <a:gd name="connsiteX90" fmla="*/ 89459 w 198727"/>
                <a:gd name="connsiteY90" fmla="*/ 49157 h 107889"/>
                <a:gd name="connsiteX91" fmla="*/ 90737 w 198727"/>
                <a:gd name="connsiteY91" fmla="*/ 51072 h 107889"/>
                <a:gd name="connsiteX92" fmla="*/ 91376 w 198727"/>
                <a:gd name="connsiteY92" fmla="*/ 53625 h 107889"/>
                <a:gd name="connsiteX93" fmla="*/ 89459 w 198727"/>
                <a:gd name="connsiteY93" fmla="*/ 58094 h 107889"/>
                <a:gd name="connsiteX94" fmla="*/ 89459 w 198727"/>
                <a:gd name="connsiteY94" fmla="*/ 58094 h 107889"/>
                <a:gd name="connsiteX95" fmla="*/ 89459 w 198727"/>
                <a:gd name="connsiteY95" fmla="*/ 28089 h 107889"/>
                <a:gd name="connsiteX96" fmla="*/ 84986 w 198727"/>
                <a:gd name="connsiteY96" fmla="*/ 30005 h 107889"/>
                <a:gd name="connsiteX97" fmla="*/ 82430 w 198727"/>
                <a:gd name="connsiteY97" fmla="*/ 29366 h 107889"/>
                <a:gd name="connsiteX98" fmla="*/ 80513 w 198727"/>
                <a:gd name="connsiteY98" fmla="*/ 28089 h 107889"/>
                <a:gd name="connsiteX99" fmla="*/ 80513 w 198727"/>
                <a:gd name="connsiteY99" fmla="*/ 19152 h 107889"/>
                <a:gd name="connsiteX100" fmla="*/ 80513 w 198727"/>
                <a:gd name="connsiteY100" fmla="*/ 19152 h 107889"/>
                <a:gd name="connsiteX101" fmla="*/ 82430 w 198727"/>
                <a:gd name="connsiteY101" fmla="*/ 17875 h 107889"/>
                <a:gd name="connsiteX102" fmla="*/ 87542 w 198727"/>
                <a:gd name="connsiteY102" fmla="*/ 17875 h 107889"/>
                <a:gd name="connsiteX103" fmla="*/ 89459 w 198727"/>
                <a:gd name="connsiteY103" fmla="*/ 19152 h 107889"/>
                <a:gd name="connsiteX104" fmla="*/ 90737 w 198727"/>
                <a:gd name="connsiteY104" fmla="*/ 21067 h 107889"/>
                <a:gd name="connsiteX105" fmla="*/ 89459 w 198727"/>
                <a:gd name="connsiteY105" fmla="*/ 28089 h 107889"/>
                <a:gd name="connsiteX106" fmla="*/ 171250 w 198727"/>
                <a:gd name="connsiteY106" fmla="*/ 49157 h 107889"/>
                <a:gd name="connsiteX107" fmla="*/ 173167 w 198727"/>
                <a:gd name="connsiteY107" fmla="*/ 47880 h 107889"/>
                <a:gd name="connsiteX108" fmla="*/ 180196 w 198727"/>
                <a:gd name="connsiteY108" fmla="*/ 49157 h 107889"/>
                <a:gd name="connsiteX109" fmla="*/ 181474 w 198727"/>
                <a:gd name="connsiteY109" fmla="*/ 51072 h 107889"/>
                <a:gd name="connsiteX110" fmla="*/ 182113 w 198727"/>
                <a:gd name="connsiteY110" fmla="*/ 53625 h 107889"/>
                <a:gd name="connsiteX111" fmla="*/ 180196 w 198727"/>
                <a:gd name="connsiteY111" fmla="*/ 58094 h 107889"/>
                <a:gd name="connsiteX112" fmla="*/ 178279 w 198727"/>
                <a:gd name="connsiteY112" fmla="*/ 59371 h 107889"/>
                <a:gd name="connsiteX113" fmla="*/ 175723 w 198727"/>
                <a:gd name="connsiteY113" fmla="*/ 60009 h 107889"/>
                <a:gd name="connsiteX114" fmla="*/ 171250 w 198727"/>
                <a:gd name="connsiteY114" fmla="*/ 58094 h 107889"/>
                <a:gd name="connsiteX115" fmla="*/ 169333 w 198727"/>
                <a:gd name="connsiteY115" fmla="*/ 53625 h 107889"/>
                <a:gd name="connsiteX116" fmla="*/ 171250 w 198727"/>
                <a:gd name="connsiteY116" fmla="*/ 49157 h 107889"/>
                <a:gd name="connsiteX117" fmla="*/ 171250 w 198727"/>
                <a:gd name="connsiteY117" fmla="*/ 49157 h 107889"/>
                <a:gd name="connsiteX118" fmla="*/ 119492 w 198727"/>
                <a:gd name="connsiteY118" fmla="*/ 88737 h 107889"/>
                <a:gd name="connsiteX119" fmla="*/ 112463 w 198727"/>
                <a:gd name="connsiteY119" fmla="*/ 90014 h 107889"/>
                <a:gd name="connsiteX120" fmla="*/ 110546 w 198727"/>
                <a:gd name="connsiteY120" fmla="*/ 88737 h 107889"/>
                <a:gd name="connsiteX121" fmla="*/ 108629 w 198727"/>
                <a:gd name="connsiteY121" fmla="*/ 84269 h 107889"/>
                <a:gd name="connsiteX122" fmla="*/ 109268 w 198727"/>
                <a:gd name="connsiteY122" fmla="*/ 81715 h 107889"/>
                <a:gd name="connsiteX123" fmla="*/ 110546 w 198727"/>
                <a:gd name="connsiteY123" fmla="*/ 79800 h 107889"/>
                <a:gd name="connsiteX124" fmla="*/ 119492 w 198727"/>
                <a:gd name="connsiteY124" fmla="*/ 79800 h 107889"/>
                <a:gd name="connsiteX125" fmla="*/ 120770 w 198727"/>
                <a:gd name="connsiteY125" fmla="*/ 81715 h 107889"/>
                <a:gd name="connsiteX126" fmla="*/ 121409 w 198727"/>
                <a:gd name="connsiteY126" fmla="*/ 84269 h 107889"/>
                <a:gd name="connsiteX127" fmla="*/ 119492 w 198727"/>
                <a:gd name="connsiteY127" fmla="*/ 88737 h 107889"/>
                <a:gd name="connsiteX128" fmla="*/ 119492 w 198727"/>
                <a:gd name="connsiteY128" fmla="*/ 88737 h 107889"/>
                <a:gd name="connsiteX129" fmla="*/ 108629 w 198727"/>
                <a:gd name="connsiteY129" fmla="*/ 53625 h 107889"/>
                <a:gd name="connsiteX130" fmla="*/ 109268 w 198727"/>
                <a:gd name="connsiteY130" fmla="*/ 51072 h 107889"/>
                <a:gd name="connsiteX131" fmla="*/ 112463 w 198727"/>
                <a:gd name="connsiteY131" fmla="*/ 47880 h 107889"/>
                <a:gd name="connsiteX132" fmla="*/ 116297 w 198727"/>
                <a:gd name="connsiteY132" fmla="*/ 47880 h 107889"/>
                <a:gd name="connsiteX133" fmla="*/ 117575 w 198727"/>
                <a:gd name="connsiteY133" fmla="*/ 47880 h 107889"/>
                <a:gd name="connsiteX134" fmla="*/ 118853 w 198727"/>
                <a:gd name="connsiteY134" fmla="*/ 48518 h 107889"/>
                <a:gd name="connsiteX135" fmla="*/ 119492 w 198727"/>
                <a:gd name="connsiteY135" fmla="*/ 49157 h 107889"/>
                <a:gd name="connsiteX136" fmla="*/ 120770 w 198727"/>
                <a:gd name="connsiteY136" fmla="*/ 51072 h 107889"/>
                <a:gd name="connsiteX137" fmla="*/ 121409 w 198727"/>
                <a:gd name="connsiteY137" fmla="*/ 53625 h 107889"/>
                <a:gd name="connsiteX138" fmla="*/ 119492 w 198727"/>
                <a:gd name="connsiteY138" fmla="*/ 58094 h 107889"/>
                <a:gd name="connsiteX139" fmla="*/ 110546 w 198727"/>
                <a:gd name="connsiteY139" fmla="*/ 58094 h 107889"/>
                <a:gd name="connsiteX140" fmla="*/ 108629 w 198727"/>
                <a:gd name="connsiteY140" fmla="*/ 53625 h 107889"/>
                <a:gd name="connsiteX141" fmla="*/ 108629 w 198727"/>
                <a:gd name="connsiteY141" fmla="*/ 53625 h 107889"/>
                <a:gd name="connsiteX142" fmla="*/ 120770 w 198727"/>
                <a:gd name="connsiteY142" fmla="*/ 26174 h 107889"/>
                <a:gd name="connsiteX143" fmla="*/ 119492 w 198727"/>
                <a:gd name="connsiteY143" fmla="*/ 28089 h 107889"/>
                <a:gd name="connsiteX144" fmla="*/ 117575 w 198727"/>
                <a:gd name="connsiteY144" fmla="*/ 29366 h 107889"/>
                <a:gd name="connsiteX145" fmla="*/ 115019 w 198727"/>
                <a:gd name="connsiteY145" fmla="*/ 30005 h 107889"/>
                <a:gd name="connsiteX146" fmla="*/ 110546 w 198727"/>
                <a:gd name="connsiteY146" fmla="*/ 28089 h 107889"/>
                <a:gd name="connsiteX147" fmla="*/ 109268 w 198727"/>
                <a:gd name="connsiteY147" fmla="*/ 26174 h 107889"/>
                <a:gd name="connsiteX148" fmla="*/ 108629 w 198727"/>
                <a:gd name="connsiteY148" fmla="*/ 23621 h 107889"/>
                <a:gd name="connsiteX149" fmla="*/ 110546 w 198727"/>
                <a:gd name="connsiteY149" fmla="*/ 19152 h 107889"/>
                <a:gd name="connsiteX150" fmla="*/ 112463 w 198727"/>
                <a:gd name="connsiteY150" fmla="*/ 17875 h 107889"/>
                <a:gd name="connsiteX151" fmla="*/ 117575 w 198727"/>
                <a:gd name="connsiteY151" fmla="*/ 17875 h 107889"/>
                <a:gd name="connsiteX152" fmla="*/ 119492 w 198727"/>
                <a:gd name="connsiteY152" fmla="*/ 19152 h 107889"/>
                <a:gd name="connsiteX153" fmla="*/ 121409 w 198727"/>
                <a:gd name="connsiteY153" fmla="*/ 23621 h 107889"/>
                <a:gd name="connsiteX154" fmla="*/ 120770 w 198727"/>
                <a:gd name="connsiteY154" fmla="*/ 26174 h 107889"/>
                <a:gd name="connsiteX155" fmla="*/ 120770 w 198727"/>
                <a:gd name="connsiteY155" fmla="*/ 26174 h 107889"/>
                <a:gd name="connsiteX156" fmla="*/ 150164 w 198727"/>
                <a:gd name="connsiteY156" fmla="*/ 88737 h 107889"/>
                <a:gd name="connsiteX157" fmla="*/ 141218 w 198727"/>
                <a:gd name="connsiteY157" fmla="*/ 88737 h 107889"/>
                <a:gd name="connsiteX158" fmla="*/ 139301 w 198727"/>
                <a:gd name="connsiteY158" fmla="*/ 84269 h 107889"/>
                <a:gd name="connsiteX159" fmla="*/ 145691 w 198727"/>
                <a:gd name="connsiteY159" fmla="*/ 77885 h 107889"/>
                <a:gd name="connsiteX160" fmla="*/ 152081 w 198727"/>
                <a:gd name="connsiteY160" fmla="*/ 84269 h 107889"/>
                <a:gd name="connsiteX161" fmla="*/ 150164 w 198727"/>
                <a:gd name="connsiteY161" fmla="*/ 88737 h 107889"/>
                <a:gd name="connsiteX162" fmla="*/ 150164 w 198727"/>
                <a:gd name="connsiteY162" fmla="*/ 88737 h 107889"/>
                <a:gd name="connsiteX163" fmla="*/ 150164 w 198727"/>
                <a:gd name="connsiteY163" fmla="*/ 58094 h 107889"/>
                <a:gd name="connsiteX164" fmla="*/ 141218 w 198727"/>
                <a:gd name="connsiteY164" fmla="*/ 58094 h 107889"/>
                <a:gd name="connsiteX165" fmla="*/ 139301 w 198727"/>
                <a:gd name="connsiteY165" fmla="*/ 53625 h 107889"/>
                <a:gd name="connsiteX166" fmla="*/ 139940 w 198727"/>
                <a:gd name="connsiteY166" fmla="*/ 51072 h 107889"/>
                <a:gd name="connsiteX167" fmla="*/ 141218 w 198727"/>
                <a:gd name="connsiteY167" fmla="*/ 49157 h 107889"/>
                <a:gd name="connsiteX168" fmla="*/ 143135 w 198727"/>
                <a:gd name="connsiteY168" fmla="*/ 47880 h 107889"/>
                <a:gd name="connsiteX169" fmla="*/ 148247 w 198727"/>
                <a:gd name="connsiteY169" fmla="*/ 47880 h 107889"/>
                <a:gd name="connsiteX170" fmla="*/ 150164 w 198727"/>
                <a:gd name="connsiteY170" fmla="*/ 49157 h 107889"/>
                <a:gd name="connsiteX171" fmla="*/ 152081 w 198727"/>
                <a:gd name="connsiteY171" fmla="*/ 53625 h 107889"/>
                <a:gd name="connsiteX172" fmla="*/ 150164 w 198727"/>
                <a:gd name="connsiteY172" fmla="*/ 58094 h 107889"/>
                <a:gd name="connsiteX173" fmla="*/ 150164 w 198727"/>
                <a:gd name="connsiteY173" fmla="*/ 58094 h 107889"/>
                <a:gd name="connsiteX174" fmla="*/ 150164 w 198727"/>
                <a:gd name="connsiteY174" fmla="*/ 28089 h 107889"/>
                <a:gd name="connsiteX175" fmla="*/ 145691 w 198727"/>
                <a:gd name="connsiteY175" fmla="*/ 30005 h 107889"/>
                <a:gd name="connsiteX176" fmla="*/ 141218 w 198727"/>
                <a:gd name="connsiteY176" fmla="*/ 28089 h 107889"/>
                <a:gd name="connsiteX177" fmla="*/ 141218 w 198727"/>
                <a:gd name="connsiteY177" fmla="*/ 19152 h 107889"/>
                <a:gd name="connsiteX178" fmla="*/ 141218 w 198727"/>
                <a:gd name="connsiteY178" fmla="*/ 19152 h 107889"/>
                <a:gd name="connsiteX179" fmla="*/ 143135 w 198727"/>
                <a:gd name="connsiteY179" fmla="*/ 17875 h 107889"/>
                <a:gd name="connsiteX180" fmla="*/ 150164 w 198727"/>
                <a:gd name="connsiteY180" fmla="*/ 19152 h 107889"/>
                <a:gd name="connsiteX181" fmla="*/ 151442 w 198727"/>
                <a:gd name="connsiteY181" fmla="*/ 21067 h 107889"/>
                <a:gd name="connsiteX182" fmla="*/ 150164 w 198727"/>
                <a:gd name="connsiteY182" fmla="*/ 28089 h 107889"/>
                <a:gd name="connsiteX183" fmla="*/ 150164 w 198727"/>
                <a:gd name="connsiteY183" fmla="*/ 28089 h 107889"/>
                <a:gd name="connsiteX184" fmla="*/ 180196 w 198727"/>
                <a:gd name="connsiteY184" fmla="*/ 88737 h 107889"/>
                <a:gd name="connsiteX185" fmla="*/ 171250 w 198727"/>
                <a:gd name="connsiteY185" fmla="*/ 88737 h 107889"/>
                <a:gd name="connsiteX186" fmla="*/ 169333 w 198727"/>
                <a:gd name="connsiteY186" fmla="*/ 84269 h 107889"/>
                <a:gd name="connsiteX187" fmla="*/ 169972 w 198727"/>
                <a:gd name="connsiteY187" fmla="*/ 81715 h 107889"/>
                <a:gd name="connsiteX188" fmla="*/ 171250 w 198727"/>
                <a:gd name="connsiteY188" fmla="*/ 79800 h 107889"/>
                <a:gd name="connsiteX189" fmla="*/ 171889 w 198727"/>
                <a:gd name="connsiteY189" fmla="*/ 79161 h 107889"/>
                <a:gd name="connsiteX190" fmla="*/ 173167 w 198727"/>
                <a:gd name="connsiteY190" fmla="*/ 78523 h 107889"/>
                <a:gd name="connsiteX191" fmla="*/ 174445 w 198727"/>
                <a:gd name="connsiteY191" fmla="*/ 77885 h 107889"/>
                <a:gd name="connsiteX192" fmla="*/ 178279 w 198727"/>
                <a:gd name="connsiteY192" fmla="*/ 78523 h 107889"/>
                <a:gd name="connsiteX193" fmla="*/ 180196 w 198727"/>
                <a:gd name="connsiteY193" fmla="*/ 79800 h 107889"/>
                <a:gd name="connsiteX194" fmla="*/ 181474 w 198727"/>
                <a:gd name="connsiteY194" fmla="*/ 81715 h 107889"/>
                <a:gd name="connsiteX195" fmla="*/ 182113 w 198727"/>
                <a:gd name="connsiteY195" fmla="*/ 84269 h 107889"/>
                <a:gd name="connsiteX196" fmla="*/ 180196 w 198727"/>
                <a:gd name="connsiteY196" fmla="*/ 88737 h 107889"/>
                <a:gd name="connsiteX197" fmla="*/ 180196 w 198727"/>
                <a:gd name="connsiteY197" fmla="*/ 88737 h 107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198727" h="107889">
                  <a:moveTo>
                    <a:pt x="177001" y="15960"/>
                  </a:moveTo>
                  <a:lnTo>
                    <a:pt x="177001" y="0"/>
                  </a:lnTo>
                  <a:lnTo>
                    <a:pt x="23004" y="0"/>
                  </a:lnTo>
                  <a:lnTo>
                    <a:pt x="23004" y="15960"/>
                  </a:lnTo>
                  <a:cubicBezTo>
                    <a:pt x="23004" y="19790"/>
                    <a:pt x="20448" y="22344"/>
                    <a:pt x="16614" y="22344"/>
                  </a:cubicBezTo>
                  <a:lnTo>
                    <a:pt x="0" y="22344"/>
                  </a:lnTo>
                  <a:lnTo>
                    <a:pt x="0" y="107889"/>
                  </a:lnTo>
                  <a:lnTo>
                    <a:pt x="17253" y="107889"/>
                  </a:lnTo>
                  <a:lnTo>
                    <a:pt x="17253" y="84269"/>
                  </a:lnTo>
                  <a:cubicBezTo>
                    <a:pt x="17253" y="80438"/>
                    <a:pt x="19809" y="77885"/>
                    <a:pt x="23643" y="77885"/>
                  </a:cubicBezTo>
                  <a:cubicBezTo>
                    <a:pt x="27477" y="77885"/>
                    <a:pt x="30033" y="80438"/>
                    <a:pt x="30033" y="84269"/>
                  </a:cubicBezTo>
                  <a:lnTo>
                    <a:pt x="30033" y="107889"/>
                  </a:lnTo>
                  <a:lnTo>
                    <a:pt x="198727" y="107889"/>
                  </a:lnTo>
                  <a:lnTo>
                    <a:pt x="198727" y="22344"/>
                  </a:lnTo>
                  <a:lnTo>
                    <a:pt x="182113" y="22344"/>
                  </a:lnTo>
                  <a:cubicBezTo>
                    <a:pt x="179557" y="22344"/>
                    <a:pt x="177001" y="19790"/>
                    <a:pt x="177001" y="15960"/>
                  </a:cubicBezTo>
                  <a:close/>
                  <a:moveTo>
                    <a:pt x="28755" y="58094"/>
                  </a:moveTo>
                  <a:cubicBezTo>
                    <a:pt x="27477" y="59371"/>
                    <a:pt x="26199" y="60009"/>
                    <a:pt x="24282" y="60009"/>
                  </a:cubicBezTo>
                  <a:cubicBezTo>
                    <a:pt x="22365" y="60009"/>
                    <a:pt x="21087" y="59371"/>
                    <a:pt x="19809" y="58094"/>
                  </a:cubicBezTo>
                  <a:cubicBezTo>
                    <a:pt x="18531" y="56817"/>
                    <a:pt x="17892" y="55541"/>
                    <a:pt x="17892" y="53625"/>
                  </a:cubicBezTo>
                  <a:cubicBezTo>
                    <a:pt x="17892" y="52987"/>
                    <a:pt x="17892" y="51710"/>
                    <a:pt x="18531" y="51072"/>
                  </a:cubicBezTo>
                  <a:cubicBezTo>
                    <a:pt x="19170" y="49795"/>
                    <a:pt x="20448" y="48518"/>
                    <a:pt x="21726" y="47880"/>
                  </a:cubicBezTo>
                  <a:cubicBezTo>
                    <a:pt x="23004" y="47241"/>
                    <a:pt x="24921" y="47241"/>
                    <a:pt x="26838" y="47880"/>
                  </a:cubicBezTo>
                  <a:cubicBezTo>
                    <a:pt x="27477" y="47880"/>
                    <a:pt x="28116" y="48518"/>
                    <a:pt x="28755" y="49157"/>
                  </a:cubicBezTo>
                  <a:cubicBezTo>
                    <a:pt x="30033" y="50433"/>
                    <a:pt x="30672" y="51710"/>
                    <a:pt x="30672" y="53625"/>
                  </a:cubicBezTo>
                  <a:cubicBezTo>
                    <a:pt x="30672" y="55541"/>
                    <a:pt x="30033" y="57456"/>
                    <a:pt x="28755" y="58094"/>
                  </a:cubicBezTo>
                  <a:close/>
                  <a:moveTo>
                    <a:pt x="58788" y="88737"/>
                  </a:moveTo>
                  <a:cubicBezTo>
                    <a:pt x="57509" y="90014"/>
                    <a:pt x="56231" y="90653"/>
                    <a:pt x="54314" y="90653"/>
                  </a:cubicBezTo>
                  <a:cubicBezTo>
                    <a:pt x="52398" y="90653"/>
                    <a:pt x="51119" y="90014"/>
                    <a:pt x="49842" y="88737"/>
                  </a:cubicBezTo>
                  <a:cubicBezTo>
                    <a:pt x="48564" y="87461"/>
                    <a:pt x="47925" y="86184"/>
                    <a:pt x="47925" y="84269"/>
                  </a:cubicBezTo>
                  <a:cubicBezTo>
                    <a:pt x="47925" y="83630"/>
                    <a:pt x="47925" y="82353"/>
                    <a:pt x="48564" y="81715"/>
                  </a:cubicBezTo>
                  <a:cubicBezTo>
                    <a:pt x="48564" y="81077"/>
                    <a:pt x="49203" y="80438"/>
                    <a:pt x="49842" y="79800"/>
                  </a:cubicBezTo>
                  <a:cubicBezTo>
                    <a:pt x="49842" y="79161"/>
                    <a:pt x="50481" y="79161"/>
                    <a:pt x="50481" y="79161"/>
                  </a:cubicBezTo>
                  <a:cubicBezTo>
                    <a:pt x="51119" y="79161"/>
                    <a:pt x="51119" y="78523"/>
                    <a:pt x="51759" y="78523"/>
                  </a:cubicBezTo>
                  <a:cubicBezTo>
                    <a:pt x="52398" y="78523"/>
                    <a:pt x="52398" y="78523"/>
                    <a:pt x="53036" y="77885"/>
                  </a:cubicBezTo>
                  <a:cubicBezTo>
                    <a:pt x="54314" y="77885"/>
                    <a:pt x="55593" y="77885"/>
                    <a:pt x="56871" y="78523"/>
                  </a:cubicBezTo>
                  <a:cubicBezTo>
                    <a:pt x="57509" y="79161"/>
                    <a:pt x="58148" y="79161"/>
                    <a:pt x="58788" y="79800"/>
                  </a:cubicBezTo>
                  <a:cubicBezTo>
                    <a:pt x="60065" y="81077"/>
                    <a:pt x="60704" y="82353"/>
                    <a:pt x="60704" y="84269"/>
                  </a:cubicBezTo>
                  <a:cubicBezTo>
                    <a:pt x="60704" y="85545"/>
                    <a:pt x="60065" y="87461"/>
                    <a:pt x="58788" y="88737"/>
                  </a:cubicBezTo>
                  <a:close/>
                  <a:moveTo>
                    <a:pt x="58788" y="58094"/>
                  </a:moveTo>
                  <a:cubicBezTo>
                    <a:pt x="57509" y="59371"/>
                    <a:pt x="56231" y="60009"/>
                    <a:pt x="54314" y="60009"/>
                  </a:cubicBezTo>
                  <a:cubicBezTo>
                    <a:pt x="50481" y="60009"/>
                    <a:pt x="47925" y="57456"/>
                    <a:pt x="47925" y="53625"/>
                  </a:cubicBezTo>
                  <a:cubicBezTo>
                    <a:pt x="47925" y="52987"/>
                    <a:pt x="47925" y="51710"/>
                    <a:pt x="48564" y="51072"/>
                  </a:cubicBezTo>
                  <a:cubicBezTo>
                    <a:pt x="48564" y="50433"/>
                    <a:pt x="49203" y="49795"/>
                    <a:pt x="49842" y="49157"/>
                  </a:cubicBezTo>
                  <a:cubicBezTo>
                    <a:pt x="49842" y="48518"/>
                    <a:pt x="50481" y="48518"/>
                    <a:pt x="50481" y="48518"/>
                  </a:cubicBezTo>
                  <a:lnTo>
                    <a:pt x="51759" y="47880"/>
                  </a:lnTo>
                  <a:cubicBezTo>
                    <a:pt x="52398" y="47880"/>
                    <a:pt x="52398" y="47880"/>
                    <a:pt x="53036" y="47880"/>
                  </a:cubicBezTo>
                  <a:cubicBezTo>
                    <a:pt x="54314" y="47880"/>
                    <a:pt x="55593" y="47880"/>
                    <a:pt x="56871" y="47880"/>
                  </a:cubicBezTo>
                  <a:cubicBezTo>
                    <a:pt x="57509" y="47880"/>
                    <a:pt x="58148" y="48518"/>
                    <a:pt x="58788" y="49157"/>
                  </a:cubicBezTo>
                  <a:cubicBezTo>
                    <a:pt x="59426" y="49795"/>
                    <a:pt x="60065" y="50433"/>
                    <a:pt x="60065" y="51072"/>
                  </a:cubicBezTo>
                  <a:cubicBezTo>
                    <a:pt x="60065" y="51710"/>
                    <a:pt x="60704" y="52349"/>
                    <a:pt x="60704" y="53625"/>
                  </a:cubicBezTo>
                  <a:cubicBezTo>
                    <a:pt x="60704" y="55541"/>
                    <a:pt x="60065" y="57456"/>
                    <a:pt x="58788" y="58094"/>
                  </a:cubicBezTo>
                  <a:close/>
                  <a:moveTo>
                    <a:pt x="58788" y="28089"/>
                  </a:moveTo>
                  <a:cubicBezTo>
                    <a:pt x="57509" y="29366"/>
                    <a:pt x="56231" y="30005"/>
                    <a:pt x="54314" y="30005"/>
                  </a:cubicBezTo>
                  <a:cubicBezTo>
                    <a:pt x="50481" y="30005"/>
                    <a:pt x="47925" y="26813"/>
                    <a:pt x="47925" y="23621"/>
                  </a:cubicBezTo>
                  <a:cubicBezTo>
                    <a:pt x="47925" y="22982"/>
                    <a:pt x="47925" y="21706"/>
                    <a:pt x="48564" y="21067"/>
                  </a:cubicBezTo>
                  <a:cubicBezTo>
                    <a:pt x="49203" y="20429"/>
                    <a:pt x="49203" y="19790"/>
                    <a:pt x="49842" y="19152"/>
                  </a:cubicBezTo>
                  <a:cubicBezTo>
                    <a:pt x="49842" y="19152"/>
                    <a:pt x="50481" y="18514"/>
                    <a:pt x="50481" y="18514"/>
                  </a:cubicBezTo>
                  <a:cubicBezTo>
                    <a:pt x="51119" y="18514"/>
                    <a:pt x="51119" y="17875"/>
                    <a:pt x="51759" y="17875"/>
                  </a:cubicBezTo>
                  <a:cubicBezTo>
                    <a:pt x="52398" y="17875"/>
                    <a:pt x="52398" y="17875"/>
                    <a:pt x="53036" y="17237"/>
                  </a:cubicBezTo>
                  <a:cubicBezTo>
                    <a:pt x="54954" y="16598"/>
                    <a:pt x="57509" y="17237"/>
                    <a:pt x="58788" y="19152"/>
                  </a:cubicBezTo>
                  <a:cubicBezTo>
                    <a:pt x="59426" y="19790"/>
                    <a:pt x="60065" y="20429"/>
                    <a:pt x="60065" y="21067"/>
                  </a:cubicBezTo>
                  <a:cubicBezTo>
                    <a:pt x="61343" y="23621"/>
                    <a:pt x="60704" y="26174"/>
                    <a:pt x="58788" y="28089"/>
                  </a:cubicBezTo>
                  <a:lnTo>
                    <a:pt x="58788" y="28089"/>
                  </a:lnTo>
                  <a:close/>
                  <a:moveTo>
                    <a:pt x="89459" y="88737"/>
                  </a:moveTo>
                  <a:cubicBezTo>
                    <a:pt x="88820" y="89376"/>
                    <a:pt x="88181" y="90014"/>
                    <a:pt x="87542" y="90014"/>
                  </a:cubicBezTo>
                  <a:cubicBezTo>
                    <a:pt x="86903" y="90014"/>
                    <a:pt x="85625" y="90653"/>
                    <a:pt x="84986" y="90653"/>
                  </a:cubicBezTo>
                  <a:cubicBezTo>
                    <a:pt x="81152" y="90653"/>
                    <a:pt x="78596" y="88099"/>
                    <a:pt x="78596" y="84269"/>
                  </a:cubicBezTo>
                  <a:cubicBezTo>
                    <a:pt x="78596" y="82353"/>
                    <a:pt x="79235" y="81077"/>
                    <a:pt x="80513" y="79800"/>
                  </a:cubicBezTo>
                  <a:cubicBezTo>
                    <a:pt x="81152" y="79161"/>
                    <a:pt x="81791" y="78523"/>
                    <a:pt x="82430" y="78523"/>
                  </a:cubicBezTo>
                  <a:cubicBezTo>
                    <a:pt x="83708" y="77885"/>
                    <a:pt x="85625" y="77885"/>
                    <a:pt x="87542" y="78523"/>
                  </a:cubicBezTo>
                  <a:cubicBezTo>
                    <a:pt x="88181" y="78523"/>
                    <a:pt x="88181" y="79161"/>
                    <a:pt x="88820" y="79161"/>
                  </a:cubicBezTo>
                  <a:lnTo>
                    <a:pt x="89459" y="79800"/>
                  </a:lnTo>
                  <a:cubicBezTo>
                    <a:pt x="90737" y="81077"/>
                    <a:pt x="91376" y="82353"/>
                    <a:pt x="91376" y="84269"/>
                  </a:cubicBezTo>
                  <a:cubicBezTo>
                    <a:pt x="91376" y="85545"/>
                    <a:pt x="90737" y="87461"/>
                    <a:pt x="89459" y="88737"/>
                  </a:cubicBezTo>
                  <a:lnTo>
                    <a:pt x="89459" y="88737"/>
                  </a:lnTo>
                  <a:close/>
                  <a:moveTo>
                    <a:pt x="89459" y="58094"/>
                  </a:moveTo>
                  <a:cubicBezTo>
                    <a:pt x="88820" y="58733"/>
                    <a:pt x="88181" y="59371"/>
                    <a:pt x="87542" y="59371"/>
                  </a:cubicBezTo>
                  <a:cubicBezTo>
                    <a:pt x="86903" y="60009"/>
                    <a:pt x="85625" y="60009"/>
                    <a:pt x="84986" y="60009"/>
                  </a:cubicBezTo>
                  <a:cubicBezTo>
                    <a:pt x="84347" y="60009"/>
                    <a:pt x="83069" y="60009"/>
                    <a:pt x="82430" y="59371"/>
                  </a:cubicBezTo>
                  <a:cubicBezTo>
                    <a:pt x="81791" y="58733"/>
                    <a:pt x="81152" y="58733"/>
                    <a:pt x="80513" y="58094"/>
                  </a:cubicBezTo>
                  <a:cubicBezTo>
                    <a:pt x="79235" y="56817"/>
                    <a:pt x="78596" y="55541"/>
                    <a:pt x="78596" y="53625"/>
                  </a:cubicBezTo>
                  <a:cubicBezTo>
                    <a:pt x="78596" y="52987"/>
                    <a:pt x="78596" y="51710"/>
                    <a:pt x="79235" y="51072"/>
                  </a:cubicBezTo>
                  <a:cubicBezTo>
                    <a:pt x="79235" y="50433"/>
                    <a:pt x="79874" y="49795"/>
                    <a:pt x="80513" y="49157"/>
                  </a:cubicBezTo>
                  <a:cubicBezTo>
                    <a:pt x="80513" y="48518"/>
                    <a:pt x="81152" y="48518"/>
                    <a:pt x="81152" y="48518"/>
                  </a:cubicBezTo>
                  <a:lnTo>
                    <a:pt x="82430" y="47880"/>
                  </a:lnTo>
                  <a:cubicBezTo>
                    <a:pt x="83069" y="47880"/>
                    <a:pt x="83069" y="47880"/>
                    <a:pt x="83708" y="47880"/>
                  </a:cubicBezTo>
                  <a:cubicBezTo>
                    <a:pt x="84347" y="47880"/>
                    <a:pt x="85625" y="47880"/>
                    <a:pt x="86264" y="47880"/>
                  </a:cubicBezTo>
                  <a:cubicBezTo>
                    <a:pt x="86903" y="47880"/>
                    <a:pt x="86903" y="47880"/>
                    <a:pt x="87542" y="47880"/>
                  </a:cubicBezTo>
                  <a:lnTo>
                    <a:pt x="88820" y="48518"/>
                  </a:lnTo>
                  <a:lnTo>
                    <a:pt x="89459" y="49157"/>
                  </a:lnTo>
                  <a:cubicBezTo>
                    <a:pt x="90098" y="49795"/>
                    <a:pt x="90737" y="50433"/>
                    <a:pt x="90737" y="51072"/>
                  </a:cubicBezTo>
                  <a:cubicBezTo>
                    <a:pt x="90737" y="51710"/>
                    <a:pt x="91376" y="52349"/>
                    <a:pt x="91376" y="53625"/>
                  </a:cubicBezTo>
                  <a:cubicBezTo>
                    <a:pt x="91376" y="55541"/>
                    <a:pt x="90737" y="57456"/>
                    <a:pt x="89459" y="58094"/>
                  </a:cubicBezTo>
                  <a:lnTo>
                    <a:pt x="89459" y="58094"/>
                  </a:lnTo>
                  <a:close/>
                  <a:moveTo>
                    <a:pt x="89459" y="28089"/>
                  </a:moveTo>
                  <a:cubicBezTo>
                    <a:pt x="88181" y="29366"/>
                    <a:pt x="86903" y="30005"/>
                    <a:pt x="84986" y="30005"/>
                  </a:cubicBezTo>
                  <a:cubicBezTo>
                    <a:pt x="84347" y="30005"/>
                    <a:pt x="83069" y="30005"/>
                    <a:pt x="82430" y="29366"/>
                  </a:cubicBezTo>
                  <a:cubicBezTo>
                    <a:pt x="81791" y="29366"/>
                    <a:pt x="81152" y="28728"/>
                    <a:pt x="80513" y="28089"/>
                  </a:cubicBezTo>
                  <a:cubicBezTo>
                    <a:pt x="77957" y="25536"/>
                    <a:pt x="77957" y="21706"/>
                    <a:pt x="80513" y="19152"/>
                  </a:cubicBezTo>
                  <a:cubicBezTo>
                    <a:pt x="80513" y="19152"/>
                    <a:pt x="80513" y="19152"/>
                    <a:pt x="80513" y="19152"/>
                  </a:cubicBezTo>
                  <a:cubicBezTo>
                    <a:pt x="81152" y="18514"/>
                    <a:pt x="81791" y="17875"/>
                    <a:pt x="82430" y="17875"/>
                  </a:cubicBezTo>
                  <a:cubicBezTo>
                    <a:pt x="83708" y="17237"/>
                    <a:pt x="85625" y="17237"/>
                    <a:pt x="87542" y="17875"/>
                  </a:cubicBezTo>
                  <a:cubicBezTo>
                    <a:pt x="88181" y="17875"/>
                    <a:pt x="88820" y="18514"/>
                    <a:pt x="89459" y="19152"/>
                  </a:cubicBezTo>
                  <a:cubicBezTo>
                    <a:pt x="90098" y="19790"/>
                    <a:pt x="90737" y="20429"/>
                    <a:pt x="90737" y="21067"/>
                  </a:cubicBezTo>
                  <a:cubicBezTo>
                    <a:pt x="92015" y="23621"/>
                    <a:pt x="91376" y="26174"/>
                    <a:pt x="89459" y="28089"/>
                  </a:cubicBezTo>
                  <a:close/>
                  <a:moveTo>
                    <a:pt x="171250" y="49157"/>
                  </a:moveTo>
                  <a:cubicBezTo>
                    <a:pt x="171889" y="48518"/>
                    <a:pt x="172528" y="47880"/>
                    <a:pt x="173167" y="47880"/>
                  </a:cubicBezTo>
                  <a:cubicBezTo>
                    <a:pt x="175723" y="46603"/>
                    <a:pt x="178279" y="47241"/>
                    <a:pt x="180196" y="49157"/>
                  </a:cubicBezTo>
                  <a:cubicBezTo>
                    <a:pt x="180835" y="49795"/>
                    <a:pt x="181474" y="50433"/>
                    <a:pt x="181474" y="51072"/>
                  </a:cubicBezTo>
                  <a:cubicBezTo>
                    <a:pt x="181474" y="51710"/>
                    <a:pt x="182113" y="52349"/>
                    <a:pt x="182113" y="53625"/>
                  </a:cubicBezTo>
                  <a:cubicBezTo>
                    <a:pt x="182113" y="55541"/>
                    <a:pt x="181474" y="56817"/>
                    <a:pt x="180196" y="58094"/>
                  </a:cubicBezTo>
                  <a:cubicBezTo>
                    <a:pt x="179557" y="58733"/>
                    <a:pt x="178918" y="59371"/>
                    <a:pt x="178279" y="59371"/>
                  </a:cubicBezTo>
                  <a:cubicBezTo>
                    <a:pt x="177640" y="60009"/>
                    <a:pt x="177001" y="60009"/>
                    <a:pt x="175723" y="60009"/>
                  </a:cubicBezTo>
                  <a:cubicBezTo>
                    <a:pt x="173806" y="60009"/>
                    <a:pt x="172528" y="59371"/>
                    <a:pt x="171250" y="58094"/>
                  </a:cubicBezTo>
                  <a:cubicBezTo>
                    <a:pt x="169972" y="56817"/>
                    <a:pt x="169333" y="55541"/>
                    <a:pt x="169333" y="53625"/>
                  </a:cubicBezTo>
                  <a:cubicBezTo>
                    <a:pt x="169333" y="52349"/>
                    <a:pt x="169972" y="50433"/>
                    <a:pt x="171250" y="49157"/>
                  </a:cubicBezTo>
                  <a:lnTo>
                    <a:pt x="171250" y="49157"/>
                  </a:lnTo>
                  <a:close/>
                  <a:moveTo>
                    <a:pt x="119492" y="88737"/>
                  </a:moveTo>
                  <a:cubicBezTo>
                    <a:pt x="117575" y="90653"/>
                    <a:pt x="115019" y="91291"/>
                    <a:pt x="112463" y="90014"/>
                  </a:cubicBezTo>
                  <a:cubicBezTo>
                    <a:pt x="111824" y="89376"/>
                    <a:pt x="111185" y="89376"/>
                    <a:pt x="110546" y="88737"/>
                  </a:cubicBezTo>
                  <a:cubicBezTo>
                    <a:pt x="109268" y="87461"/>
                    <a:pt x="108629" y="86184"/>
                    <a:pt x="108629" y="84269"/>
                  </a:cubicBezTo>
                  <a:cubicBezTo>
                    <a:pt x="108629" y="83630"/>
                    <a:pt x="108629" y="82353"/>
                    <a:pt x="109268" y="81715"/>
                  </a:cubicBezTo>
                  <a:cubicBezTo>
                    <a:pt x="109268" y="81077"/>
                    <a:pt x="109907" y="80438"/>
                    <a:pt x="110546" y="79800"/>
                  </a:cubicBezTo>
                  <a:cubicBezTo>
                    <a:pt x="113102" y="77246"/>
                    <a:pt x="116936" y="77246"/>
                    <a:pt x="119492" y="79800"/>
                  </a:cubicBezTo>
                  <a:cubicBezTo>
                    <a:pt x="120131" y="80438"/>
                    <a:pt x="120770" y="81077"/>
                    <a:pt x="120770" y="81715"/>
                  </a:cubicBezTo>
                  <a:cubicBezTo>
                    <a:pt x="121409" y="82353"/>
                    <a:pt x="121409" y="82992"/>
                    <a:pt x="121409" y="84269"/>
                  </a:cubicBezTo>
                  <a:cubicBezTo>
                    <a:pt x="121409" y="85545"/>
                    <a:pt x="120770" y="87461"/>
                    <a:pt x="119492" y="88737"/>
                  </a:cubicBezTo>
                  <a:lnTo>
                    <a:pt x="119492" y="88737"/>
                  </a:lnTo>
                  <a:close/>
                  <a:moveTo>
                    <a:pt x="108629" y="53625"/>
                  </a:moveTo>
                  <a:cubicBezTo>
                    <a:pt x="108629" y="52987"/>
                    <a:pt x="108629" y="51710"/>
                    <a:pt x="109268" y="51072"/>
                  </a:cubicBezTo>
                  <a:cubicBezTo>
                    <a:pt x="109907" y="49795"/>
                    <a:pt x="111185" y="48518"/>
                    <a:pt x="112463" y="47880"/>
                  </a:cubicBezTo>
                  <a:cubicBezTo>
                    <a:pt x="113741" y="47241"/>
                    <a:pt x="115019" y="47241"/>
                    <a:pt x="116297" y="47880"/>
                  </a:cubicBezTo>
                  <a:cubicBezTo>
                    <a:pt x="116936" y="47880"/>
                    <a:pt x="116936" y="47880"/>
                    <a:pt x="117575" y="47880"/>
                  </a:cubicBezTo>
                  <a:lnTo>
                    <a:pt x="118853" y="48518"/>
                  </a:lnTo>
                  <a:cubicBezTo>
                    <a:pt x="119492" y="48518"/>
                    <a:pt x="119492" y="49157"/>
                    <a:pt x="119492" y="49157"/>
                  </a:cubicBezTo>
                  <a:cubicBezTo>
                    <a:pt x="120131" y="49795"/>
                    <a:pt x="120770" y="50433"/>
                    <a:pt x="120770" y="51072"/>
                  </a:cubicBezTo>
                  <a:cubicBezTo>
                    <a:pt x="120770" y="51710"/>
                    <a:pt x="121409" y="52349"/>
                    <a:pt x="121409" y="53625"/>
                  </a:cubicBezTo>
                  <a:cubicBezTo>
                    <a:pt x="121409" y="55541"/>
                    <a:pt x="120770" y="56817"/>
                    <a:pt x="119492" y="58094"/>
                  </a:cubicBezTo>
                  <a:cubicBezTo>
                    <a:pt x="116936" y="60648"/>
                    <a:pt x="113102" y="60648"/>
                    <a:pt x="110546" y="58094"/>
                  </a:cubicBezTo>
                  <a:cubicBezTo>
                    <a:pt x="109268" y="57456"/>
                    <a:pt x="108629" y="55541"/>
                    <a:pt x="108629" y="53625"/>
                  </a:cubicBezTo>
                  <a:lnTo>
                    <a:pt x="108629" y="53625"/>
                  </a:lnTo>
                  <a:close/>
                  <a:moveTo>
                    <a:pt x="120770" y="26174"/>
                  </a:moveTo>
                  <a:cubicBezTo>
                    <a:pt x="120131" y="26813"/>
                    <a:pt x="120131" y="27451"/>
                    <a:pt x="119492" y="28089"/>
                  </a:cubicBezTo>
                  <a:cubicBezTo>
                    <a:pt x="118853" y="28728"/>
                    <a:pt x="118214" y="29366"/>
                    <a:pt x="117575" y="29366"/>
                  </a:cubicBezTo>
                  <a:cubicBezTo>
                    <a:pt x="116936" y="30005"/>
                    <a:pt x="116297" y="30005"/>
                    <a:pt x="115019" y="30005"/>
                  </a:cubicBezTo>
                  <a:cubicBezTo>
                    <a:pt x="113102" y="30005"/>
                    <a:pt x="111824" y="29366"/>
                    <a:pt x="110546" y="28089"/>
                  </a:cubicBezTo>
                  <a:cubicBezTo>
                    <a:pt x="109907" y="27451"/>
                    <a:pt x="109268" y="26813"/>
                    <a:pt x="109268" y="26174"/>
                  </a:cubicBezTo>
                  <a:cubicBezTo>
                    <a:pt x="108629" y="25536"/>
                    <a:pt x="108629" y="24897"/>
                    <a:pt x="108629" y="23621"/>
                  </a:cubicBezTo>
                  <a:cubicBezTo>
                    <a:pt x="108629" y="21706"/>
                    <a:pt x="109268" y="20429"/>
                    <a:pt x="110546" y="19152"/>
                  </a:cubicBezTo>
                  <a:cubicBezTo>
                    <a:pt x="111185" y="18514"/>
                    <a:pt x="111824" y="17875"/>
                    <a:pt x="112463" y="17875"/>
                  </a:cubicBezTo>
                  <a:cubicBezTo>
                    <a:pt x="113741" y="17237"/>
                    <a:pt x="115658" y="17237"/>
                    <a:pt x="117575" y="17875"/>
                  </a:cubicBezTo>
                  <a:cubicBezTo>
                    <a:pt x="118214" y="17875"/>
                    <a:pt x="118853" y="18514"/>
                    <a:pt x="119492" y="19152"/>
                  </a:cubicBezTo>
                  <a:cubicBezTo>
                    <a:pt x="120770" y="20429"/>
                    <a:pt x="121409" y="21706"/>
                    <a:pt x="121409" y="23621"/>
                  </a:cubicBezTo>
                  <a:cubicBezTo>
                    <a:pt x="121409" y="24259"/>
                    <a:pt x="121409" y="24897"/>
                    <a:pt x="120770" y="26174"/>
                  </a:cubicBezTo>
                  <a:lnTo>
                    <a:pt x="120770" y="26174"/>
                  </a:lnTo>
                  <a:close/>
                  <a:moveTo>
                    <a:pt x="150164" y="88737"/>
                  </a:moveTo>
                  <a:cubicBezTo>
                    <a:pt x="147608" y="91291"/>
                    <a:pt x="143774" y="91291"/>
                    <a:pt x="141218" y="88737"/>
                  </a:cubicBezTo>
                  <a:cubicBezTo>
                    <a:pt x="139940" y="87461"/>
                    <a:pt x="139301" y="86184"/>
                    <a:pt x="139301" y="84269"/>
                  </a:cubicBezTo>
                  <a:cubicBezTo>
                    <a:pt x="139301" y="80438"/>
                    <a:pt x="141857" y="77885"/>
                    <a:pt x="145691" y="77885"/>
                  </a:cubicBezTo>
                  <a:cubicBezTo>
                    <a:pt x="149525" y="77885"/>
                    <a:pt x="152081" y="80438"/>
                    <a:pt x="152081" y="84269"/>
                  </a:cubicBezTo>
                  <a:cubicBezTo>
                    <a:pt x="152081" y="85545"/>
                    <a:pt x="151442" y="87461"/>
                    <a:pt x="150164" y="88737"/>
                  </a:cubicBezTo>
                  <a:lnTo>
                    <a:pt x="150164" y="88737"/>
                  </a:lnTo>
                  <a:close/>
                  <a:moveTo>
                    <a:pt x="150164" y="58094"/>
                  </a:moveTo>
                  <a:cubicBezTo>
                    <a:pt x="147608" y="60648"/>
                    <a:pt x="143774" y="60648"/>
                    <a:pt x="141218" y="58094"/>
                  </a:cubicBezTo>
                  <a:cubicBezTo>
                    <a:pt x="139940" y="56817"/>
                    <a:pt x="139301" y="55541"/>
                    <a:pt x="139301" y="53625"/>
                  </a:cubicBezTo>
                  <a:cubicBezTo>
                    <a:pt x="139301" y="52987"/>
                    <a:pt x="139301" y="51710"/>
                    <a:pt x="139940" y="51072"/>
                  </a:cubicBezTo>
                  <a:cubicBezTo>
                    <a:pt x="140579" y="50433"/>
                    <a:pt x="140579" y="49795"/>
                    <a:pt x="141218" y="49157"/>
                  </a:cubicBezTo>
                  <a:cubicBezTo>
                    <a:pt x="141857" y="48518"/>
                    <a:pt x="142496" y="47880"/>
                    <a:pt x="143135" y="47880"/>
                  </a:cubicBezTo>
                  <a:cubicBezTo>
                    <a:pt x="144413" y="47241"/>
                    <a:pt x="146330" y="47241"/>
                    <a:pt x="148247" y="47880"/>
                  </a:cubicBezTo>
                  <a:cubicBezTo>
                    <a:pt x="148886" y="47880"/>
                    <a:pt x="149525" y="48518"/>
                    <a:pt x="150164" y="49157"/>
                  </a:cubicBezTo>
                  <a:cubicBezTo>
                    <a:pt x="151442" y="50433"/>
                    <a:pt x="152081" y="51710"/>
                    <a:pt x="152081" y="53625"/>
                  </a:cubicBezTo>
                  <a:cubicBezTo>
                    <a:pt x="152081" y="55541"/>
                    <a:pt x="151442" y="57456"/>
                    <a:pt x="150164" y="58094"/>
                  </a:cubicBezTo>
                  <a:lnTo>
                    <a:pt x="150164" y="58094"/>
                  </a:lnTo>
                  <a:close/>
                  <a:moveTo>
                    <a:pt x="150164" y="28089"/>
                  </a:moveTo>
                  <a:cubicBezTo>
                    <a:pt x="148886" y="29366"/>
                    <a:pt x="147608" y="30005"/>
                    <a:pt x="145691" y="30005"/>
                  </a:cubicBezTo>
                  <a:cubicBezTo>
                    <a:pt x="143774" y="30005"/>
                    <a:pt x="142496" y="29366"/>
                    <a:pt x="141218" y="28089"/>
                  </a:cubicBezTo>
                  <a:cubicBezTo>
                    <a:pt x="138662" y="25536"/>
                    <a:pt x="138662" y="21706"/>
                    <a:pt x="141218" y="19152"/>
                  </a:cubicBezTo>
                  <a:cubicBezTo>
                    <a:pt x="141218" y="19152"/>
                    <a:pt x="141218" y="19152"/>
                    <a:pt x="141218" y="19152"/>
                  </a:cubicBezTo>
                  <a:cubicBezTo>
                    <a:pt x="141857" y="18514"/>
                    <a:pt x="142496" y="17875"/>
                    <a:pt x="143135" y="17875"/>
                  </a:cubicBezTo>
                  <a:cubicBezTo>
                    <a:pt x="145691" y="16598"/>
                    <a:pt x="148247" y="17237"/>
                    <a:pt x="150164" y="19152"/>
                  </a:cubicBezTo>
                  <a:cubicBezTo>
                    <a:pt x="150803" y="19790"/>
                    <a:pt x="151442" y="20429"/>
                    <a:pt x="151442" y="21067"/>
                  </a:cubicBezTo>
                  <a:cubicBezTo>
                    <a:pt x="152081" y="23621"/>
                    <a:pt x="151442" y="26174"/>
                    <a:pt x="150164" y="28089"/>
                  </a:cubicBezTo>
                  <a:lnTo>
                    <a:pt x="150164" y="28089"/>
                  </a:lnTo>
                  <a:close/>
                  <a:moveTo>
                    <a:pt x="180196" y="88737"/>
                  </a:moveTo>
                  <a:cubicBezTo>
                    <a:pt x="177640" y="91291"/>
                    <a:pt x="173806" y="91291"/>
                    <a:pt x="171250" y="88737"/>
                  </a:cubicBezTo>
                  <a:cubicBezTo>
                    <a:pt x="169972" y="87461"/>
                    <a:pt x="169333" y="86184"/>
                    <a:pt x="169333" y="84269"/>
                  </a:cubicBezTo>
                  <a:cubicBezTo>
                    <a:pt x="169333" y="83630"/>
                    <a:pt x="169333" y="82353"/>
                    <a:pt x="169972" y="81715"/>
                  </a:cubicBezTo>
                  <a:cubicBezTo>
                    <a:pt x="170611" y="81077"/>
                    <a:pt x="170611" y="80438"/>
                    <a:pt x="171250" y="79800"/>
                  </a:cubicBezTo>
                  <a:cubicBezTo>
                    <a:pt x="171250" y="79800"/>
                    <a:pt x="171889" y="79161"/>
                    <a:pt x="171889" y="79161"/>
                  </a:cubicBezTo>
                  <a:cubicBezTo>
                    <a:pt x="172528" y="79161"/>
                    <a:pt x="172528" y="78523"/>
                    <a:pt x="173167" y="78523"/>
                  </a:cubicBezTo>
                  <a:cubicBezTo>
                    <a:pt x="173806" y="78523"/>
                    <a:pt x="173806" y="78523"/>
                    <a:pt x="174445" y="77885"/>
                  </a:cubicBezTo>
                  <a:cubicBezTo>
                    <a:pt x="175723" y="77885"/>
                    <a:pt x="177001" y="77885"/>
                    <a:pt x="178279" y="78523"/>
                  </a:cubicBezTo>
                  <a:cubicBezTo>
                    <a:pt x="178918" y="79161"/>
                    <a:pt x="179557" y="79161"/>
                    <a:pt x="180196" y="79800"/>
                  </a:cubicBezTo>
                  <a:cubicBezTo>
                    <a:pt x="180835" y="80438"/>
                    <a:pt x="181474" y="81077"/>
                    <a:pt x="181474" y="81715"/>
                  </a:cubicBezTo>
                  <a:cubicBezTo>
                    <a:pt x="182113" y="82353"/>
                    <a:pt x="182113" y="82992"/>
                    <a:pt x="182113" y="84269"/>
                  </a:cubicBezTo>
                  <a:cubicBezTo>
                    <a:pt x="182113" y="85545"/>
                    <a:pt x="181474" y="87461"/>
                    <a:pt x="180196" y="88737"/>
                  </a:cubicBezTo>
                  <a:lnTo>
                    <a:pt x="180196" y="88737"/>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43" name="Graphic 4">
              <a:extLst>
                <a:ext uri="{FF2B5EF4-FFF2-40B4-BE49-F238E27FC236}">
                  <a16:creationId xmlns:a16="http://schemas.microsoft.com/office/drawing/2014/main" id="{F3504590-E150-43C5-81F5-5335FEE5725A}"/>
                </a:ext>
              </a:extLst>
            </p:cNvPr>
            <p:cNvSpPr/>
            <p:nvPr/>
          </p:nvSpPr>
          <p:spPr>
            <a:xfrm>
              <a:off x="1092679" y="1969621"/>
              <a:ext cx="32588" cy="17236"/>
            </a:xfrm>
            <a:custGeom>
              <a:avLst/>
              <a:gdLst>
                <a:gd name="connsiteX0" fmla="*/ 0 w 32588"/>
                <a:gd name="connsiteY0" fmla="*/ 0 h 17236"/>
                <a:gd name="connsiteX1" fmla="*/ 32589 w 32588"/>
                <a:gd name="connsiteY1" fmla="*/ 0 h 17236"/>
                <a:gd name="connsiteX2" fmla="*/ 32589 w 32588"/>
                <a:gd name="connsiteY2" fmla="*/ 17237 h 17236"/>
                <a:gd name="connsiteX3" fmla="*/ 0 w 32588"/>
                <a:gd name="connsiteY3" fmla="*/ 17237 h 17236"/>
              </a:gdLst>
              <a:ahLst/>
              <a:cxnLst>
                <a:cxn ang="0">
                  <a:pos x="connsiteX0" y="connsiteY0"/>
                </a:cxn>
                <a:cxn ang="0">
                  <a:pos x="connsiteX1" y="connsiteY1"/>
                </a:cxn>
                <a:cxn ang="0">
                  <a:pos x="connsiteX2" y="connsiteY2"/>
                </a:cxn>
                <a:cxn ang="0">
                  <a:pos x="connsiteX3" y="connsiteY3"/>
                </a:cxn>
              </a:cxnLst>
              <a:rect l="l" t="t" r="r" b="b"/>
              <a:pathLst>
                <a:path w="32588" h="17236">
                  <a:moveTo>
                    <a:pt x="0" y="0"/>
                  </a:moveTo>
                  <a:lnTo>
                    <a:pt x="32589" y="0"/>
                  </a:lnTo>
                  <a:lnTo>
                    <a:pt x="32589" y="17237"/>
                  </a:lnTo>
                  <a:lnTo>
                    <a:pt x="0" y="17237"/>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44" name="Graphic 4">
              <a:extLst>
                <a:ext uri="{FF2B5EF4-FFF2-40B4-BE49-F238E27FC236}">
                  <a16:creationId xmlns:a16="http://schemas.microsoft.com/office/drawing/2014/main" id="{702B5540-7FB1-4DCF-BCFC-AE43EB4DBE7B}"/>
                </a:ext>
              </a:extLst>
            </p:cNvPr>
            <p:cNvSpPr/>
            <p:nvPr/>
          </p:nvSpPr>
          <p:spPr>
            <a:xfrm>
              <a:off x="905454" y="1885990"/>
              <a:ext cx="362309" cy="362610"/>
            </a:xfrm>
            <a:custGeom>
              <a:avLst/>
              <a:gdLst>
                <a:gd name="connsiteX0" fmla="*/ 180835 w 362309"/>
                <a:gd name="connsiteY0" fmla="*/ 0 h 362610"/>
                <a:gd name="connsiteX1" fmla="*/ 0 w 362309"/>
                <a:gd name="connsiteY1" fmla="*/ 181305 h 362610"/>
                <a:gd name="connsiteX2" fmla="*/ 180835 w 362309"/>
                <a:gd name="connsiteY2" fmla="*/ 362610 h 362610"/>
                <a:gd name="connsiteX3" fmla="*/ 362309 w 362309"/>
                <a:gd name="connsiteY3" fmla="*/ 181305 h 362610"/>
                <a:gd name="connsiteX4" fmla="*/ 180835 w 362309"/>
                <a:gd name="connsiteY4" fmla="*/ 0 h 362610"/>
                <a:gd name="connsiteX5" fmla="*/ 180835 w 362309"/>
                <a:gd name="connsiteY5" fmla="*/ 0 h 362610"/>
                <a:gd name="connsiteX6" fmla="*/ 293298 w 362309"/>
                <a:gd name="connsiteY6" fmla="*/ 258551 h 362610"/>
                <a:gd name="connsiteX7" fmla="*/ 286908 w 362309"/>
                <a:gd name="connsiteY7" fmla="*/ 264935 h 362610"/>
                <a:gd name="connsiteX8" fmla="*/ 75401 w 362309"/>
                <a:gd name="connsiteY8" fmla="*/ 264935 h 362610"/>
                <a:gd name="connsiteX9" fmla="*/ 69011 w 362309"/>
                <a:gd name="connsiteY9" fmla="*/ 258551 h 362610"/>
                <a:gd name="connsiteX10" fmla="*/ 69011 w 362309"/>
                <a:gd name="connsiteY10" fmla="*/ 160238 h 362610"/>
                <a:gd name="connsiteX11" fmla="*/ 75401 w 362309"/>
                <a:gd name="connsiteY11" fmla="*/ 153854 h 362610"/>
                <a:gd name="connsiteX12" fmla="*/ 92015 w 362309"/>
                <a:gd name="connsiteY12" fmla="*/ 153854 h 362610"/>
                <a:gd name="connsiteX13" fmla="*/ 92015 w 362309"/>
                <a:gd name="connsiteY13" fmla="*/ 137894 h 362610"/>
                <a:gd name="connsiteX14" fmla="*/ 98405 w 362309"/>
                <a:gd name="connsiteY14" fmla="*/ 131510 h 362610"/>
                <a:gd name="connsiteX15" fmla="*/ 175084 w 362309"/>
                <a:gd name="connsiteY15" fmla="*/ 131510 h 362610"/>
                <a:gd name="connsiteX16" fmla="*/ 175084 w 362309"/>
                <a:gd name="connsiteY16" fmla="*/ 77246 h 362610"/>
                <a:gd name="connsiteX17" fmla="*/ 181474 w 362309"/>
                <a:gd name="connsiteY17" fmla="*/ 70862 h 362610"/>
                <a:gd name="connsiteX18" fmla="*/ 226843 w 362309"/>
                <a:gd name="connsiteY18" fmla="*/ 70862 h 362610"/>
                <a:gd name="connsiteX19" fmla="*/ 233233 w 362309"/>
                <a:gd name="connsiteY19" fmla="*/ 77246 h 362610"/>
                <a:gd name="connsiteX20" fmla="*/ 233233 w 362309"/>
                <a:gd name="connsiteY20" fmla="*/ 107251 h 362610"/>
                <a:gd name="connsiteX21" fmla="*/ 226843 w 362309"/>
                <a:gd name="connsiteY21" fmla="*/ 113635 h 362610"/>
                <a:gd name="connsiteX22" fmla="*/ 187225 w 362309"/>
                <a:gd name="connsiteY22" fmla="*/ 113635 h 362610"/>
                <a:gd name="connsiteX23" fmla="*/ 187225 w 362309"/>
                <a:gd name="connsiteY23" fmla="*/ 131510 h 362610"/>
                <a:gd name="connsiteX24" fmla="*/ 263904 w 362309"/>
                <a:gd name="connsiteY24" fmla="*/ 131510 h 362610"/>
                <a:gd name="connsiteX25" fmla="*/ 270294 w 362309"/>
                <a:gd name="connsiteY25" fmla="*/ 137894 h 362610"/>
                <a:gd name="connsiteX26" fmla="*/ 270294 w 362309"/>
                <a:gd name="connsiteY26" fmla="*/ 153854 h 362610"/>
                <a:gd name="connsiteX27" fmla="*/ 286908 w 362309"/>
                <a:gd name="connsiteY27" fmla="*/ 153854 h 362610"/>
                <a:gd name="connsiteX28" fmla="*/ 293298 w 362309"/>
                <a:gd name="connsiteY28" fmla="*/ 160238 h 362610"/>
                <a:gd name="connsiteX29" fmla="*/ 293298 w 362309"/>
                <a:gd name="connsiteY29" fmla="*/ 258551 h 362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62309" h="362610">
                  <a:moveTo>
                    <a:pt x="180835" y="0"/>
                  </a:moveTo>
                  <a:cubicBezTo>
                    <a:pt x="80513" y="0"/>
                    <a:pt x="0" y="81077"/>
                    <a:pt x="0" y="181305"/>
                  </a:cubicBezTo>
                  <a:cubicBezTo>
                    <a:pt x="0" y="281534"/>
                    <a:pt x="81152" y="362610"/>
                    <a:pt x="180835" y="362610"/>
                  </a:cubicBezTo>
                  <a:cubicBezTo>
                    <a:pt x="280518" y="362610"/>
                    <a:pt x="362309" y="281534"/>
                    <a:pt x="362309" y="181305"/>
                  </a:cubicBezTo>
                  <a:cubicBezTo>
                    <a:pt x="362309" y="80438"/>
                    <a:pt x="281157" y="0"/>
                    <a:pt x="180835" y="0"/>
                  </a:cubicBezTo>
                  <a:cubicBezTo>
                    <a:pt x="180835" y="0"/>
                    <a:pt x="180835" y="0"/>
                    <a:pt x="180835" y="0"/>
                  </a:cubicBezTo>
                  <a:close/>
                  <a:moveTo>
                    <a:pt x="293298" y="258551"/>
                  </a:moveTo>
                  <a:cubicBezTo>
                    <a:pt x="293298" y="262382"/>
                    <a:pt x="290742" y="264935"/>
                    <a:pt x="286908" y="264935"/>
                  </a:cubicBezTo>
                  <a:lnTo>
                    <a:pt x="75401" y="264935"/>
                  </a:lnTo>
                  <a:cubicBezTo>
                    <a:pt x="71567" y="264935"/>
                    <a:pt x="69011" y="262382"/>
                    <a:pt x="69011" y="258551"/>
                  </a:cubicBezTo>
                  <a:lnTo>
                    <a:pt x="69011" y="160238"/>
                  </a:lnTo>
                  <a:cubicBezTo>
                    <a:pt x="69011" y="156408"/>
                    <a:pt x="71567" y="153854"/>
                    <a:pt x="75401" y="153854"/>
                  </a:cubicBezTo>
                  <a:lnTo>
                    <a:pt x="92015" y="153854"/>
                  </a:lnTo>
                  <a:lnTo>
                    <a:pt x="92015" y="137894"/>
                  </a:lnTo>
                  <a:cubicBezTo>
                    <a:pt x="92015" y="134064"/>
                    <a:pt x="94571" y="131510"/>
                    <a:pt x="98405" y="131510"/>
                  </a:cubicBezTo>
                  <a:lnTo>
                    <a:pt x="175084" y="131510"/>
                  </a:lnTo>
                  <a:lnTo>
                    <a:pt x="175084" y="77246"/>
                  </a:lnTo>
                  <a:cubicBezTo>
                    <a:pt x="175084" y="73416"/>
                    <a:pt x="177640" y="70862"/>
                    <a:pt x="181474" y="70862"/>
                  </a:cubicBezTo>
                  <a:lnTo>
                    <a:pt x="226843" y="70862"/>
                  </a:lnTo>
                  <a:cubicBezTo>
                    <a:pt x="230677" y="70862"/>
                    <a:pt x="233233" y="73416"/>
                    <a:pt x="233233" y="77246"/>
                  </a:cubicBezTo>
                  <a:lnTo>
                    <a:pt x="233233" y="107251"/>
                  </a:lnTo>
                  <a:cubicBezTo>
                    <a:pt x="233233" y="111081"/>
                    <a:pt x="230677" y="113635"/>
                    <a:pt x="226843" y="113635"/>
                  </a:cubicBezTo>
                  <a:lnTo>
                    <a:pt x="187225" y="113635"/>
                  </a:lnTo>
                  <a:lnTo>
                    <a:pt x="187225" y="131510"/>
                  </a:lnTo>
                  <a:lnTo>
                    <a:pt x="263904" y="131510"/>
                  </a:lnTo>
                  <a:cubicBezTo>
                    <a:pt x="267738" y="131510"/>
                    <a:pt x="270294" y="134064"/>
                    <a:pt x="270294" y="137894"/>
                  </a:cubicBezTo>
                  <a:lnTo>
                    <a:pt x="270294" y="153854"/>
                  </a:lnTo>
                  <a:lnTo>
                    <a:pt x="286908" y="153854"/>
                  </a:lnTo>
                  <a:cubicBezTo>
                    <a:pt x="290742" y="153854"/>
                    <a:pt x="293298" y="156408"/>
                    <a:pt x="293298" y="160238"/>
                  </a:cubicBezTo>
                  <a:lnTo>
                    <a:pt x="293298" y="258551"/>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grpSp>
        <p:nvGrpSpPr>
          <p:cNvPr id="127" name="Group 126">
            <a:extLst>
              <a:ext uri="{FF2B5EF4-FFF2-40B4-BE49-F238E27FC236}">
                <a16:creationId xmlns:a16="http://schemas.microsoft.com/office/drawing/2014/main" id="{CF1545D6-B645-471C-B343-F375F106D9DF}"/>
              </a:ext>
            </a:extLst>
          </p:cNvPr>
          <p:cNvGrpSpPr/>
          <p:nvPr/>
        </p:nvGrpSpPr>
        <p:grpSpPr>
          <a:xfrm>
            <a:off x="3296605" y="6357711"/>
            <a:ext cx="5871063" cy="365760"/>
            <a:chOff x="2789942" y="6324600"/>
            <a:chExt cx="5871063" cy="365760"/>
          </a:xfrm>
        </p:grpSpPr>
        <p:sp>
          <p:nvSpPr>
            <p:cNvPr id="129" name="Oval 128">
              <a:extLst>
                <a:ext uri="{FF2B5EF4-FFF2-40B4-BE49-F238E27FC236}">
                  <a16:creationId xmlns:a16="http://schemas.microsoft.com/office/drawing/2014/main" id="{30DFAD90-F331-4302-80FB-9C52DB70EB98}"/>
                </a:ext>
              </a:extLst>
            </p:cNvPr>
            <p:cNvSpPr/>
            <p:nvPr/>
          </p:nvSpPr>
          <p:spPr bwMode="gray">
            <a:xfrm>
              <a:off x="4811486" y="6324600"/>
              <a:ext cx="365760" cy="365760"/>
            </a:xfrm>
            <a:prstGeom prst="ellipse">
              <a:avLst/>
            </a:prstGeom>
            <a:solidFill>
              <a:schemeClr val="accent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145" name="Oval 144">
              <a:extLst>
                <a:ext uri="{FF2B5EF4-FFF2-40B4-BE49-F238E27FC236}">
                  <a16:creationId xmlns:a16="http://schemas.microsoft.com/office/drawing/2014/main" id="{DD07D2C7-6B3C-474B-99C1-174B0DD6D0E6}"/>
                </a:ext>
              </a:extLst>
            </p:cNvPr>
            <p:cNvSpPr/>
            <p:nvPr/>
          </p:nvSpPr>
          <p:spPr bwMode="gray">
            <a:xfrm>
              <a:off x="6072053" y="6324600"/>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146" name="Oval 145">
              <a:extLst>
                <a:ext uri="{FF2B5EF4-FFF2-40B4-BE49-F238E27FC236}">
                  <a16:creationId xmlns:a16="http://schemas.microsoft.com/office/drawing/2014/main" id="{FF013D25-2DF3-431F-A7A6-181295E37B4A}"/>
                </a:ext>
              </a:extLst>
            </p:cNvPr>
            <p:cNvSpPr/>
            <p:nvPr/>
          </p:nvSpPr>
          <p:spPr bwMode="gray">
            <a:xfrm>
              <a:off x="7405717" y="6324600"/>
              <a:ext cx="365760" cy="365760"/>
            </a:xfrm>
            <a:prstGeom prst="ellipse">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147" name="TextBox 146">
              <a:extLst>
                <a:ext uri="{FF2B5EF4-FFF2-40B4-BE49-F238E27FC236}">
                  <a16:creationId xmlns:a16="http://schemas.microsoft.com/office/drawing/2014/main" id="{5386AF95-5DF4-48BF-A4C2-A3D92E25CEE9}"/>
                </a:ext>
              </a:extLst>
            </p:cNvPr>
            <p:cNvSpPr txBox="1"/>
            <p:nvPr/>
          </p:nvSpPr>
          <p:spPr>
            <a:xfrm>
              <a:off x="2789942" y="6442322"/>
              <a:ext cx="1698925"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1" u="none" strike="noStrike" kern="1200" cap="none" spc="0" normalizeH="0" baseline="0" noProof="0">
                  <a:ln>
                    <a:noFill/>
                  </a:ln>
                  <a:solidFill>
                    <a:srgbClr val="313131"/>
                  </a:solidFill>
                  <a:effectLst/>
                  <a:uLnTx/>
                  <a:uFillTx/>
                  <a:latin typeface="Verdana"/>
                  <a:ea typeface="+mn-ea"/>
                  <a:cs typeface="+mn-cs"/>
                </a:rPr>
                <a:t>Impact on Business</a:t>
              </a:r>
            </a:p>
          </p:txBody>
        </p:sp>
        <p:sp>
          <p:nvSpPr>
            <p:cNvPr id="155" name="TextBox 154">
              <a:extLst>
                <a:ext uri="{FF2B5EF4-FFF2-40B4-BE49-F238E27FC236}">
                  <a16:creationId xmlns:a16="http://schemas.microsoft.com/office/drawing/2014/main" id="{5DE4CB39-526A-4180-BEF8-C172185E64E4}"/>
                </a:ext>
              </a:extLst>
            </p:cNvPr>
            <p:cNvSpPr txBox="1"/>
            <p:nvPr/>
          </p:nvSpPr>
          <p:spPr>
            <a:xfrm>
              <a:off x="5247379" y="6420550"/>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Verdana"/>
                  <a:ea typeface="+mn-ea"/>
                  <a:cs typeface="+mn-cs"/>
                </a:rPr>
                <a:t>High</a:t>
              </a:r>
            </a:p>
          </p:txBody>
        </p:sp>
        <p:sp>
          <p:nvSpPr>
            <p:cNvPr id="156" name="TextBox 155">
              <a:extLst>
                <a:ext uri="{FF2B5EF4-FFF2-40B4-BE49-F238E27FC236}">
                  <a16:creationId xmlns:a16="http://schemas.microsoft.com/office/drawing/2014/main" id="{6084CD1E-FA8F-48E3-AA94-7DCEAC1B0453}"/>
                </a:ext>
              </a:extLst>
            </p:cNvPr>
            <p:cNvSpPr txBox="1"/>
            <p:nvPr/>
          </p:nvSpPr>
          <p:spPr>
            <a:xfrm>
              <a:off x="6537499" y="6412891"/>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Verdana"/>
                  <a:ea typeface="+mn-ea"/>
                  <a:cs typeface="+mn-cs"/>
                </a:rPr>
                <a:t>Medium</a:t>
              </a:r>
            </a:p>
          </p:txBody>
        </p:sp>
        <p:sp>
          <p:nvSpPr>
            <p:cNvPr id="158" name="TextBox 157">
              <a:extLst>
                <a:ext uri="{FF2B5EF4-FFF2-40B4-BE49-F238E27FC236}">
                  <a16:creationId xmlns:a16="http://schemas.microsoft.com/office/drawing/2014/main" id="{1A405A86-0D74-4423-BAFF-CB378C1F3884}"/>
                </a:ext>
              </a:extLst>
            </p:cNvPr>
            <p:cNvSpPr txBox="1"/>
            <p:nvPr/>
          </p:nvSpPr>
          <p:spPr>
            <a:xfrm>
              <a:off x="7899005" y="6412891"/>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Verdana"/>
                  <a:ea typeface="+mn-ea"/>
                  <a:cs typeface="+mn-cs"/>
                </a:rPr>
                <a:t>Low</a:t>
              </a:r>
            </a:p>
          </p:txBody>
        </p:sp>
      </p:grpSp>
      <p:sp>
        <p:nvSpPr>
          <p:cNvPr id="90" name="TextBox 89">
            <a:extLst>
              <a:ext uri="{FF2B5EF4-FFF2-40B4-BE49-F238E27FC236}">
                <a16:creationId xmlns:a16="http://schemas.microsoft.com/office/drawing/2014/main" id="{249DD98C-1D5C-4AB0-ABDB-5BAC1CDE4A42}"/>
              </a:ext>
            </a:extLst>
          </p:cNvPr>
          <p:cNvSpPr txBox="1"/>
          <p:nvPr/>
        </p:nvSpPr>
        <p:spPr>
          <a:xfrm>
            <a:off x="4951723" y="2501495"/>
            <a:ext cx="4888979" cy="646331"/>
          </a:xfrm>
          <a:prstGeom prst="rect">
            <a:avLst/>
          </a:prstGeom>
          <a:noFill/>
        </p:spPr>
        <p:txBody>
          <a:bodyPr wrap="square" lIns="0" tIns="0" rIns="0" bIns="0" rtlCol="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46A38"/>
                </a:solidFill>
                <a:effectLst/>
                <a:uLnTx/>
                <a:uFillTx/>
                <a:latin typeface="Verdana"/>
                <a:ea typeface="+mn-ea"/>
                <a:cs typeface="+mn-cs"/>
              </a:rPr>
              <a:t>Digitalization of Transmission System: </a:t>
            </a:r>
            <a:r>
              <a:rPr kumimoji="0" lang="en-US" sz="1400" b="0" i="0" u="none" strike="noStrike" kern="1200" cap="none" spc="0" normalizeH="0" baseline="0" noProof="0" dirty="0">
                <a:ln>
                  <a:noFill/>
                </a:ln>
                <a:solidFill>
                  <a:prstClr val="black"/>
                </a:solidFill>
                <a:effectLst/>
                <a:uLnTx/>
                <a:uFillTx/>
                <a:latin typeface="Verdana"/>
                <a:ea typeface="+mn-ea"/>
                <a:cs typeface="+mn-cs"/>
              </a:rPr>
              <a:t>Implementation of IOT, SCADA, OMS e</a:t>
            </a:r>
            <a:r>
              <a:rPr lang="en-US" sz="1400" dirty="0" err="1">
                <a:solidFill>
                  <a:prstClr val="black"/>
                </a:solidFill>
                <a:latin typeface="Verdana"/>
              </a:rPr>
              <a:t>tc</a:t>
            </a:r>
            <a:r>
              <a:rPr lang="en-US" sz="1400" dirty="0">
                <a:solidFill>
                  <a:prstClr val="black"/>
                </a:solidFill>
                <a:latin typeface="Verdana"/>
              </a:rPr>
              <a:t>.</a:t>
            </a:r>
            <a:r>
              <a:rPr kumimoji="0" lang="en-US" sz="1400" b="0" i="0" u="none" strike="noStrike" kern="1200" cap="none" spc="0" normalizeH="0" baseline="0" noProof="0" dirty="0">
                <a:ln>
                  <a:noFill/>
                </a:ln>
                <a:solidFill>
                  <a:prstClr val="black"/>
                </a:solidFill>
                <a:effectLst/>
                <a:uLnTx/>
                <a:uFillTx/>
                <a:latin typeface="Verdana"/>
                <a:ea typeface="+mn-ea"/>
                <a:cs typeface="+mn-cs"/>
              </a:rPr>
              <a:t> will further improve technical and operational parameters.</a:t>
            </a:r>
          </a:p>
        </p:txBody>
      </p:sp>
      <p:sp>
        <p:nvSpPr>
          <p:cNvPr id="91" name="TextBox 90">
            <a:extLst>
              <a:ext uri="{FF2B5EF4-FFF2-40B4-BE49-F238E27FC236}">
                <a16:creationId xmlns:a16="http://schemas.microsoft.com/office/drawing/2014/main" id="{4BAE351A-F934-48A8-BEFD-27A0F7FBA389}"/>
              </a:ext>
            </a:extLst>
          </p:cNvPr>
          <p:cNvSpPr txBox="1"/>
          <p:nvPr/>
        </p:nvSpPr>
        <p:spPr>
          <a:xfrm>
            <a:off x="4971022" y="1423728"/>
            <a:ext cx="4888979" cy="861774"/>
          </a:xfrm>
          <a:prstGeom prst="rect">
            <a:avLst/>
          </a:prstGeom>
          <a:noFill/>
        </p:spPr>
        <p:txBody>
          <a:bodyPr wrap="square" lIns="0" tIns="0" rIns="0" bIns="0" rtlCol="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12169"/>
                </a:solidFill>
                <a:effectLst/>
                <a:uLnTx/>
                <a:uFillTx/>
                <a:latin typeface="Verdana"/>
                <a:ea typeface="+mn-ea"/>
                <a:cs typeface="+mn-cs"/>
              </a:rPr>
              <a:t>Capacity Planning of Transmission Network Corridor: </a:t>
            </a:r>
            <a:r>
              <a:rPr kumimoji="0" lang="en-US" sz="1400" b="0" i="0" u="none" strike="noStrike" kern="1200" cap="none" spc="0" normalizeH="0" baseline="0" noProof="0" dirty="0">
                <a:ln>
                  <a:noFill/>
                </a:ln>
                <a:solidFill>
                  <a:prstClr val="black"/>
                </a:solidFill>
                <a:effectLst/>
                <a:uLnTx/>
                <a:uFillTx/>
                <a:latin typeface="Verdana"/>
                <a:ea typeface="+mn-ea"/>
                <a:cs typeface="+mn-cs"/>
              </a:rPr>
              <a:t>In order to cater to the increasing demand of energy, the company plans to expand its Transmission Network Corridors.</a:t>
            </a:r>
          </a:p>
        </p:txBody>
      </p:sp>
      <p:sp>
        <p:nvSpPr>
          <p:cNvPr id="80" name="TextBox 79">
            <a:extLst>
              <a:ext uri="{FF2B5EF4-FFF2-40B4-BE49-F238E27FC236}">
                <a16:creationId xmlns:a16="http://schemas.microsoft.com/office/drawing/2014/main" id="{55FE2722-DB80-4CC4-B961-8D9E56A4AA1E}"/>
              </a:ext>
            </a:extLst>
          </p:cNvPr>
          <p:cNvSpPr txBox="1"/>
          <p:nvPr/>
        </p:nvSpPr>
        <p:spPr>
          <a:xfrm>
            <a:off x="4961374" y="3372845"/>
            <a:ext cx="4888979" cy="1077218"/>
          </a:xfrm>
          <a:prstGeom prst="rect">
            <a:avLst/>
          </a:prstGeom>
          <a:noFill/>
        </p:spPr>
        <p:txBody>
          <a:bodyPr wrap="square" lIns="0" tIns="0" rIns="0" bIns="0" rtlCol="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86BC25"/>
                </a:solidFill>
                <a:effectLst/>
                <a:uLnTx/>
                <a:uFillTx/>
                <a:latin typeface="Verdana"/>
                <a:ea typeface="+mn-ea"/>
                <a:cs typeface="+mn-cs"/>
              </a:rPr>
              <a:t>Utilization of Transmission Network for Telecommunication and Data Transmission: </a:t>
            </a:r>
            <a:r>
              <a:rPr kumimoji="0" lang="en-US" sz="1400" b="0" i="0" u="none" strike="noStrike" kern="1200" cap="none" spc="0" normalizeH="0" baseline="0" noProof="0" dirty="0">
                <a:ln>
                  <a:noFill/>
                </a:ln>
                <a:solidFill>
                  <a:prstClr val="black"/>
                </a:solidFill>
                <a:effectLst/>
                <a:uLnTx/>
                <a:uFillTx/>
                <a:latin typeface="Verdana"/>
                <a:ea typeface="+mn-ea"/>
                <a:cs typeface="+mn-cs"/>
              </a:rPr>
              <a:t>Considering the high bandwidth available, existing network can be leveraged to provide voice and data communication facilities.</a:t>
            </a:r>
          </a:p>
        </p:txBody>
      </p:sp>
      <p:grpSp>
        <p:nvGrpSpPr>
          <p:cNvPr id="82" name="Group 81">
            <a:extLst>
              <a:ext uri="{FF2B5EF4-FFF2-40B4-BE49-F238E27FC236}">
                <a16:creationId xmlns:a16="http://schemas.microsoft.com/office/drawing/2014/main" id="{83EDD52A-7F4B-4D30-987F-73FB07431760}"/>
              </a:ext>
            </a:extLst>
          </p:cNvPr>
          <p:cNvGrpSpPr/>
          <p:nvPr/>
        </p:nvGrpSpPr>
        <p:grpSpPr>
          <a:xfrm flipV="1">
            <a:off x="2839357" y="3123768"/>
            <a:ext cx="1122765" cy="325041"/>
            <a:chOff x="4487991" y="4634811"/>
            <a:chExt cx="1056606" cy="391402"/>
          </a:xfrm>
        </p:grpSpPr>
        <p:cxnSp>
          <p:nvCxnSpPr>
            <p:cNvPr id="83" name="Straight Connector 82">
              <a:extLst>
                <a:ext uri="{FF2B5EF4-FFF2-40B4-BE49-F238E27FC236}">
                  <a16:creationId xmlns:a16="http://schemas.microsoft.com/office/drawing/2014/main" id="{D00C5FC1-921C-4D91-B83F-F19A42FABC64}"/>
                </a:ext>
              </a:extLst>
            </p:cNvPr>
            <p:cNvCxnSpPr>
              <a:cxnSpLocks/>
            </p:cNvCxnSpPr>
            <p:nvPr/>
          </p:nvCxnSpPr>
          <p:spPr>
            <a:xfrm>
              <a:off x="4922598" y="5026213"/>
              <a:ext cx="621999" cy="0"/>
            </a:xfrm>
            <a:prstGeom prst="line">
              <a:avLst/>
            </a:prstGeom>
            <a:ln w="15875" cap="rnd">
              <a:solidFill>
                <a:schemeClr val="accent2"/>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E9E66DC3-C82C-47DF-B9A4-F53E84501C54}"/>
                </a:ext>
              </a:extLst>
            </p:cNvPr>
            <p:cNvCxnSpPr>
              <a:cxnSpLocks/>
            </p:cNvCxnSpPr>
            <p:nvPr/>
          </p:nvCxnSpPr>
          <p:spPr>
            <a:xfrm flipH="1" flipV="1">
              <a:off x="4487991" y="4634811"/>
              <a:ext cx="419702" cy="391183"/>
            </a:xfrm>
            <a:prstGeom prst="line">
              <a:avLst/>
            </a:prstGeom>
            <a:ln w="15875" cap="rnd">
              <a:solidFill>
                <a:schemeClr val="accent2"/>
              </a:solidFill>
              <a:prstDash val="sysDot"/>
              <a:tailEnd type="ova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14083230"/>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8E525C8-5B83-4553-B7A8-F5F66115ADBA}"/>
              </a:ext>
            </a:extLst>
          </p:cNvPr>
          <p:cNvGraphicFramePr>
            <a:graphicFrameLocks noChangeAspect="1"/>
          </p:cNvGraphicFramePr>
          <p:nvPr>
            <p:custDataLst>
              <p:tags r:id="rId2"/>
            </p:custDataLst>
          </p:nvPr>
        </p:nvGraphicFramePr>
        <p:xfrm>
          <a:off x="1680" y="1440"/>
          <a:ext cx="1440" cy="1440"/>
        </p:xfrm>
        <a:graphic>
          <a:graphicData uri="http://schemas.openxmlformats.org/presentationml/2006/ole">
            <mc:AlternateContent xmlns:mc="http://schemas.openxmlformats.org/markup-compatibility/2006">
              <mc:Choice xmlns:v="urn:schemas-microsoft-com:vml" Requires="v">
                <p:oleObj spid="_x0000_s54326" name="think-cell Slide" r:id="rId5" imgW="498" imgH="499" progId="TCLayout.ActiveDocument.1">
                  <p:embed/>
                </p:oleObj>
              </mc:Choice>
              <mc:Fallback>
                <p:oleObj name="think-cell Slide" r:id="rId5" imgW="498" imgH="499" progId="TCLayout.ActiveDocument.1">
                  <p:embed/>
                  <p:pic>
                    <p:nvPicPr>
                      <p:cNvPr id="5" name="Object 4" hidden="1">
                        <a:extLst>
                          <a:ext uri="{FF2B5EF4-FFF2-40B4-BE49-F238E27FC236}">
                            <a16:creationId xmlns:a16="http://schemas.microsoft.com/office/drawing/2014/main" id="{D8E525C8-5B83-4553-B7A8-F5F66115ADBA}"/>
                          </a:ext>
                        </a:extLst>
                      </p:cNvPr>
                      <p:cNvPicPr/>
                      <p:nvPr/>
                    </p:nvPicPr>
                    <p:blipFill>
                      <a:blip r:embed="rId6"/>
                      <a:stretch>
                        <a:fillRect/>
                      </a:stretch>
                    </p:blipFill>
                    <p:spPr>
                      <a:xfrm>
                        <a:off x="1680" y="1440"/>
                        <a:ext cx="1440" cy="1440"/>
                      </a:xfrm>
                      <a:prstGeom prst="rect">
                        <a:avLst/>
                      </a:prstGeom>
                    </p:spPr>
                  </p:pic>
                </p:oleObj>
              </mc:Fallback>
            </mc:AlternateContent>
          </a:graphicData>
        </a:graphic>
      </p:graphicFrame>
      <p:sp>
        <p:nvSpPr>
          <p:cNvPr id="88" name="Rectangle 87" hidden="1">
            <a:extLst>
              <a:ext uri="{FF2B5EF4-FFF2-40B4-BE49-F238E27FC236}">
                <a16:creationId xmlns:a16="http://schemas.microsoft.com/office/drawing/2014/main" id="{E8660C98-62A0-423C-8A5A-044FD3662E7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088" b="0" i="0" u="none" strike="noStrike" kern="1200" cap="none" spc="0" normalizeH="0" baseline="0" noProof="0">
              <a:ln>
                <a:noFill/>
              </a:ln>
              <a:solidFill>
                <a:prstClr val="white"/>
              </a:solidFill>
              <a:effectLst/>
              <a:uLnTx/>
              <a:uFillTx/>
              <a:latin typeface="Verdana"/>
              <a:ea typeface="+mn-ea"/>
              <a:cs typeface="+mn-cs"/>
            </a:endParaRPr>
          </a:p>
        </p:txBody>
      </p:sp>
      <p:sp>
        <p:nvSpPr>
          <p:cNvPr id="2" name="Rectangle 1" hidden="1">
            <a:extLst>
              <a:ext uri="{FF2B5EF4-FFF2-40B4-BE49-F238E27FC236}">
                <a16:creationId xmlns:a16="http://schemas.microsoft.com/office/drawing/2014/main" id="{2A521930-E564-4B05-B60F-B4D4B607A7F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Avenir Next LT Pro Light" panose="020B0304020202020204" pitchFamily="34" charset="0"/>
              <a:ea typeface="+mn-ea"/>
              <a:cs typeface="+mn-cs"/>
            </a:endParaRPr>
          </a:p>
        </p:txBody>
      </p:sp>
      <p:sp>
        <p:nvSpPr>
          <p:cNvPr id="33" name="Rectangle 32" hidden="1">
            <a:extLst>
              <a:ext uri="{FF2B5EF4-FFF2-40B4-BE49-F238E27FC236}">
                <a16:creationId xmlns:a16="http://schemas.microsoft.com/office/drawing/2014/main" id="{5CEEA709-822B-4D97-95B5-1E93A1A05919}"/>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54" name="Rectangle 53" hidden="1">
            <a:extLst>
              <a:ext uri="{FF2B5EF4-FFF2-40B4-BE49-F238E27FC236}">
                <a16:creationId xmlns:a16="http://schemas.microsoft.com/office/drawing/2014/main" id="{225F56F8-8BC1-48B6-BEFF-20E4914FDA4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58" name="Rectangle 57" hidden="1">
            <a:extLst>
              <a:ext uri="{FF2B5EF4-FFF2-40B4-BE49-F238E27FC236}">
                <a16:creationId xmlns:a16="http://schemas.microsoft.com/office/drawing/2014/main" id="{50C0A6EC-D618-4045-A144-16336B53AEFE}"/>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62" name="Rectangle 61" hidden="1">
            <a:extLst>
              <a:ext uri="{FF2B5EF4-FFF2-40B4-BE49-F238E27FC236}">
                <a16:creationId xmlns:a16="http://schemas.microsoft.com/office/drawing/2014/main" id="{8AC4DE8A-A90A-45C4-A128-6D6EC2EA41AF}"/>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123" name="Rectangle 122" hidden="1">
            <a:extLst>
              <a:ext uri="{FF2B5EF4-FFF2-40B4-BE49-F238E27FC236}">
                <a16:creationId xmlns:a16="http://schemas.microsoft.com/office/drawing/2014/main" id="{891D9B62-8447-4BF2-AAD5-EE8A0DC6CA59}"/>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154" name="Rectangle 153" hidden="1">
            <a:extLst>
              <a:ext uri="{FF2B5EF4-FFF2-40B4-BE49-F238E27FC236}">
                <a16:creationId xmlns:a16="http://schemas.microsoft.com/office/drawing/2014/main" id="{E6055FF4-59BE-4A31-A244-49C2AAC1E7B4}"/>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157" name="Rectangle 156" hidden="1">
            <a:extLst>
              <a:ext uri="{FF2B5EF4-FFF2-40B4-BE49-F238E27FC236}">
                <a16:creationId xmlns:a16="http://schemas.microsoft.com/office/drawing/2014/main" id="{79987C92-84CE-44DC-A97C-59F767A61EC1}"/>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361" name="Rectangle 360" hidden="1">
            <a:extLst>
              <a:ext uri="{FF2B5EF4-FFF2-40B4-BE49-F238E27FC236}">
                <a16:creationId xmlns:a16="http://schemas.microsoft.com/office/drawing/2014/main" id="{58D700BD-6F8F-4F7C-8892-9034C7A065B1}"/>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05" name="Rectangle 404" hidden="1">
            <a:extLst>
              <a:ext uri="{FF2B5EF4-FFF2-40B4-BE49-F238E27FC236}">
                <a16:creationId xmlns:a16="http://schemas.microsoft.com/office/drawing/2014/main" id="{0CEE0670-BDA8-4520-8F9D-5C046A637342}"/>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5" name="Rectangle 44" hidden="1">
            <a:extLst>
              <a:ext uri="{FF2B5EF4-FFF2-40B4-BE49-F238E27FC236}">
                <a16:creationId xmlns:a16="http://schemas.microsoft.com/office/drawing/2014/main" id="{767854C1-3E6E-4F2E-98B4-2A1F7DB28D5C}"/>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725"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219" name="Rectangle 218" hidden="1">
            <a:extLst>
              <a:ext uri="{FF2B5EF4-FFF2-40B4-BE49-F238E27FC236}">
                <a16:creationId xmlns:a16="http://schemas.microsoft.com/office/drawing/2014/main" id="{847846C5-C801-4BEE-9506-A16841F90D4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725" b="0" i="0" u="none" strike="noStrike" kern="1200" cap="none" spc="0" normalizeH="0" baseline="0" noProof="0">
              <a:ln>
                <a:noFill/>
              </a:ln>
              <a:solidFill>
                <a:prstClr val="white"/>
              </a:solidFill>
              <a:effectLst/>
              <a:uLnTx/>
              <a:uFillTx/>
              <a:latin typeface="Verdana"/>
              <a:ea typeface="+mn-ea"/>
              <a:cs typeface="+mn-cs"/>
            </a:endParaRPr>
          </a:p>
        </p:txBody>
      </p:sp>
      <p:sp>
        <p:nvSpPr>
          <p:cNvPr id="332" name="Rectangle 331" hidden="1">
            <a:extLst>
              <a:ext uri="{FF2B5EF4-FFF2-40B4-BE49-F238E27FC236}">
                <a16:creationId xmlns:a16="http://schemas.microsoft.com/office/drawing/2014/main" id="{B1BAC627-2155-4A3C-960D-101193C2287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088" b="0" i="0" u="none" strike="noStrike" kern="1200" cap="none" spc="0" normalizeH="0" baseline="0" noProof="0">
              <a:ln>
                <a:noFill/>
              </a:ln>
              <a:solidFill>
                <a:prstClr val="white"/>
              </a:solidFill>
              <a:effectLst/>
              <a:uLnTx/>
              <a:uFillTx/>
              <a:latin typeface="Verdana"/>
              <a:ea typeface="+mn-ea"/>
              <a:cs typeface="+mn-cs"/>
            </a:endParaRPr>
          </a:p>
        </p:txBody>
      </p:sp>
      <p:sp>
        <p:nvSpPr>
          <p:cNvPr id="532" name="Rectangle 531" hidden="1">
            <a:extLst>
              <a:ext uri="{FF2B5EF4-FFF2-40B4-BE49-F238E27FC236}">
                <a16:creationId xmlns:a16="http://schemas.microsoft.com/office/drawing/2014/main" id="{25F5028C-BFCA-4679-826B-D8FEBFE44C90}"/>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Avenir Next LT Pro Light" panose="020B0304020202020204" pitchFamily="34" charset="0"/>
              <a:ea typeface="+mn-ea"/>
              <a:cs typeface="+mn-cs"/>
            </a:endParaRPr>
          </a:p>
        </p:txBody>
      </p:sp>
      <p:sp>
        <p:nvSpPr>
          <p:cNvPr id="645" name="Rectangle 644" hidden="1">
            <a:extLst>
              <a:ext uri="{FF2B5EF4-FFF2-40B4-BE49-F238E27FC236}">
                <a16:creationId xmlns:a16="http://schemas.microsoft.com/office/drawing/2014/main" id="{E3C87C7A-307E-4E40-BF24-596ACA913F2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660" name="Rectangle 659" hidden="1">
            <a:extLst>
              <a:ext uri="{FF2B5EF4-FFF2-40B4-BE49-F238E27FC236}">
                <a16:creationId xmlns:a16="http://schemas.microsoft.com/office/drawing/2014/main" id="{2ECBF87A-E661-4272-A3A4-31486CCA0A14}"/>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0" name="Title 2">
            <a:extLst>
              <a:ext uri="{FF2B5EF4-FFF2-40B4-BE49-F238E27FC236}">
                <a16:creationId xmlns:a16="http://schemas.microsoft.com/office/drawing/2014/main" id="{4B8DEF8B-01E9-42C6-8321-05FF6A851792}"/>
              </a:ext>
            </a:extLst>
          </p:cNvPr>
          <p:cNvSpPr>
            <a:spLocks noGrp="1"/>
          </p:cNvSpPr>
          <p:nvPr>
            <p:ph type="title"/>
          </p:nvPr>
        </p:nvSpPr>
        <p:spPr>
          <a:xfrm>
            <a:off x="501652" y="317503"/>
            <a:ext cx="11162350" cy="334101"/>
          </a:xfrm>
        </p:spPr>
        <p:txBody>
          <a:bodyPr vert="horz"/>
          <a:lstStyle/>
          <a:p>
            <a:r>
              <a:rPr lang="en-US" sz="1814" b="1" dirty="0"/>
              <a:t>WBSETCL’s Threat Analysis</a:t>
            </a:r>
          </a:p>
        </p:txBody>
      </p:sp>
      <p:sp>
        <p:nvSpPr>
          <p:cNvPr id="165" name="TextBox 164">
            <a:extLst>
              <a:ext uri="{FF2B5EF4-FFF2-40B4-BE49-F238E27FC236}">
                <a16:creationId xmlns:a16="http://schemas.microsoft.com/office/drawing/2014/main" id="{0FE5E898-E938-410C-AB01-9185110C4C13}"/>
              </a:ext>
            </a:extLst>
          </p:cNvPr>
          <p:cNvSpPr txBox="1"/>
          <p:nvPr/>
        </p:nvSpPr>
        <p:spPr>
          <a:xfrm>
            <a:off x="4980457" y="4142898"/>
            <a:ext cx="4908277" cy="646331"/>
          </a:xfrm>
          <a:prstGeom prst="rect">
            <a:avLst/>
          </a:prstGeom>
          <a:noFill/>
        </p:spPr>
        <p:txBody>
          <a:bodyPr wrap="square" lIns="0" tIns="0" rIns="0" bIns="0" rtlCol="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46A38"/>
                </a:solidFill>
                <a:effectLst/>
                <a:uLnTx/>
                <a:uFillTx/>
                <a:latin typeface="Verdana"/>
                <a:ea typeface="+mn-ea"/>
                <a:cs typeface="+mn-cs"/>
              </a:rPr>
              <a:t>Delay in Issuance of Tariff Order: </a:t>
            </a:r>
            <a:r>
              <a:rPr kumimoji="0" lang="en-US" sz="1400" b="0" i="0" u="none" strike="noStrike" kern="1200" cap="none" spc="0" normalizeH="0" baseline="0" noProof="0" dirty="0">
                <a:ln>
                  <a:noFill/>
                </a:ln>
                <a:solidFill>
                  <a:prstClr val="black"/>
                </a:solidFill>
                <a:effectLst/>
                <a:uLnTx/>
                <a:uFillTx/>
                <a:latin typeface="Verdana"/>
                <a:ea typeface="+mn-ea"/>
                <a:cs typeface="+mn-cs"/>
              </a:rPr>
              <a:t>WBERC Tariff Order issuance delays has resulted in billing by WBSETCL at old lower Tariff rates.</a:t>
            </a:r>
          </a:p>
        </p:txBody>
      </p:sp>
      <p:sp>
        <p:nvSpPr>
          <p:cNvPr id="211" name="Oval 210">
            <a:extLst>
              <a:ext uri="{FF2B5EF4-FFF2-40B4-BE49-F238E27FC236}">
                <a16:creationId xmlns:a16="http://schemas.microsoft.com/office/drawing/2014/main" id="{A72EE3C8-ABD1-453A-A4B9-A8604DC00F9E}"/>
              </a:ext>
            </a:extLst>
          </p:cNvPr>
          <p:cNvSpPr/>
          <p:nvPr/>
        </p:nvSpPr>
        <p:spPr bwMode="gray">
          <a:xfrm>
            <a:off x="2635120" y="3045356"/>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212" name="Oval 211">
            <a:extLst>
              <a:ext uri="{FF2B5EF4-FFF2-40B4-BE49-F238E27FC236}">
                <a16:creationId xmlns:a16="http://schemas.microsoft.com/office/drawing/2014/main" id="{F49F2C48-CEF5-45B7-A974-0C48AE060C1E}"/>
              </a:ext>
            </a:extLst>
          </p:cNvPr>
          <p:cNvSpPr/>
          <p:nvPr/>
        </p:nvSpPr>
        <p:spPr bwMode="gray">
          <a:xfrm>
            <a:off x="2761823" y="3698116"/>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dirty="0">
              <a:ln>
                <a:noFill/>
              </a:ln>
              <a:solidFill>
                <a:prstClr val="white"/>
              </a:solidFill>
              <a:effectLst/>
              <a:uLnTx/>
              <a:uFillTx/>
              <a:latin typeface="Verdana"/>
              <a:ea typeface="+mn-ea"/>
              <a:cs typeface="+mn-cs"/>
            </a:endParaRPr>
          </a:p>
        </p:txBody>
      </p:sp>
      <p:sp>
        <p:nvSpPr>
          <p:cNvPr id="213" name="Oval 212">
            <a:extLst>
              <a:ext uri="{FF2B5EF4-FFF2-40B4-BE49-F238E27FC236}">
                <a16:creationId xmlns:a16="http://schemas.microsoft.com/office/drawing/2014/main" id="{1E8A13D5-FB97-4E8E-A1EB-ED3EAA0C93FE}"/>
              </a:ext>
            </a:extLst>
          </p:cNvPr>
          <p:cNvSpPr/>
          <p:nvPr/>
        </p:nvSpPr>
        <p:spPr bwMode="gray">
          <a:xfrm>
            <a:off x="2585338" y="4286789"/>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dirty="0">
              <a:ln>
                <a:noFill/>
              </a:ln>
              <a:solidFill>
                <a:prstClr val="white"/>
              </a:solidFill>
              <a:effectLst/>
              <a:uLnTx/>
              <a:uFillTx/>
              <a:latin typeface="Verdana"/>
              <a:ea typeface="+mn-ea"/>
              <a:cs typeface="+mn-cs"/>
            </a:endParaRPr>
          </a:p>
        </p:txBody>
      </p:sp>
      <p:grpSp>
        <p:nvGrpSpPr>
          <p:cNvPr id="220" name="Group 219">
            <a:extLst>
              <a:ext uri="{FF2B5EF4-FFF2-40B4-BE49-F238E27FC236}">
                <a16:creationId xmlns:a16="http://schemas.microsoft.com/office/drawing/2014/main" id="{C0EEC686-E52E-4F51-8BE8-BB17E9FE906A}"/>
              </a:ext>
            </a:extLst>
          </p:cNvPr>
          <p:cNvGrpSpPr/>
          <p:nvPr/>
        </p:nvGrpSpPr>
        <p:grpSpPr>
          <a:xfrm>
            <a:off x="2757979" y="3042779"/>
            <a:ext cx="1301995" cy="116286"/>
            <a:chOff x="4523386" y="3151206"/>
            <a:chExt cx="1021211" cy="300631"/>
          </a:xfrm>
        </p:grpSpPr>
        <p:cxnSp>
          <p:nvCxnSpPr>
            <p:cNvPr id="221" name="Straight Connector 220">
              <a:extLst>
                <a:ext uri="{FF2B5EF4-FFF2-40B4-BE49-F238E27FC236}">
                  <a16:creationId xmlns:a16="http://schemas.microsoft.com/office/drawing/2014/main" id="{3305C77B-B2A8-47D2-9760-3D4C289B712F}"/>
                </a:ext>
              </a:extLst>
            </p:cNvPr>
            <p:cNvCxnSpPr>
              <a:cxnSpLocks/>
            </p:cNvCxnSpPr>
            <p:nvPr/>
          </p:nvCxnSpPr>
          <p:spPr>
            <a:xfrm>
              <a:off x="4922598" y="3151712"/>
              <a:ext cx="621999" cy="0"/>
            </a:xfrm>
            <a:prstGeom prst="line">
              <a:avLst/>
            </a:prstGeom>
            <a:ln w="15875" cap="rnd">
              <a:solidFill>
                <a:schemeClr val="accent4"/>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0248B095-4C28-4536-B7F9-3B128686F64B}"/>
                </a:ext>
              </a:extLst>
            </p:cNvPr>
            <p:cNvCxnSpPr>
              <a:cxnSpLocks/>
            </p:cNvCxnSpPr>
            <p:nvPr/>
          </p:nvCxnSpPr>
          <p:spPr>
            <a:xfrm flipH="1">
              <a:off x="4523386" y="3151206"/>
              <a:ext cx="371734" cy="300631"/>
            </a:xfrm>
            <a:prstGeom prst="line">
              <a:avLst/>
            </a:prstGeom>
            <a:ln w="15875" cap="rnd">
              <a:solidFill>
                <a:schemeClr val="accent4"/>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223" name="Group 222">
            <a:extLst>
              <a:ext uri="{FF2B5EF4-FFF2-40B4-BE49-F238E27FC236}">
                <a16:creationId xmlns:a16="http://schemas.microsoft.com/office/drawing/2014/main" id="{BC7C90C5-4E59-46B4-A49C-AE827652D5F0}"/>
              </a:ext>
            </a:extLst>
          </p:cNvPr>
          <p:cNvGrpSpPr/>
          <p:nvPr/>
        </p:nvGrpSpPr>
        <p:grpSpPr>
          <a:xfrm>
            <a:off x="2713495" y="4444750"/>
            <a:ext cx="1366453" cy="689345"/>
            <a:chOff x="4487991" y="4634811"/>
            <a:chExt cx="1056606" cy="391402"/>
          </a:xfrm>
        </p:grpSpPr>
        <p:cxnSp>
          <p:nvCxnSpPr>
            <p:cNvPr id="224" name="Straight Connector 223">
              <a:extLst>
                <a:ext uri="{FF2B5EF4-FFF2-40B4-BE49-F238E27FC236}">
                  <a16:creationId xmlns:a16="http://schemas.microsoft.com/office/drawing/2014/main" id="{D8B81160-2574-41F3-A5E3-4CC8302998AF}"/>
                </a:ext>
              </a:extLst>
            </p:cNvPr>
            <p:cNvCxnSpPr>
              <a:cxnSpLocks/>
            </p:cNvCxnSpPr>
            <p:nvPr/>
          </p:nvCxnSpPr>
          <p:spPr>
            <a:xfrm>
              <a:off x="4922598" y="5026213"/>
              <a:ext cx="621999" cy="0"/>
            </a:xfrm>
            <a:prstGeom prst="line">
              <a:avLst/>
            </a:prstGeom>
            <a:ln w="15875" cap="rnd">
              <a:solidFill>
                <a:schemeClr val="accent3"/>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09DABC1F-4D41-4EB7-A4DC-C117FE57BFB2}"/>
                </a:ext>
              </a:extLst>
            </p:cNvPr>
            <p:cNvCxnSpPr>
              <a:cxnSpLocks/>
            </p:cNvCxnSpPr>
            <p:nvPr/>
          </p:nvCxnSpPr>
          <p:spPr>
            <a:xfrm flipH="1" flipV="1">
              <a:off x="4487991" y="4634811"/>
              <a:ext cx="419702" cy="391183"/>
            </a:xfrm>
            <a:prstGeom prst="line">
              <a:avLst/>
            </a:prstGeom>
            <a:ln w="15875" cap="rnd">
              <a:solidFill>
                <a:schemeClr val="accent3"/>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4" name="Group 3">
            <a:extLst>
              <a:ext uri="{FF2B5EF4-FFF2-40B4-BE49-F238E27FC236}">
                <a16:creationId xmlns:a16="http://schemas.microsoft.com/office/drawing/2014/main" id="{0EFB063A-9A57-4FB2-B73C-7AD4E791F4D6}"/>
              </a:ext>
            </a:extLst>
          </p:cNvPr>
          <p:cNvGrpSpPr/>
          <p:nvPr/>
        </p:nvGrpSpPr>
        <p:grpSpPr>
          <a:xfrm>
            <a:off x="393341" y="2529881"/>
            <a:ext cx="2286000" cy="2286000"/>
            <a:chOff x="380600" y="1693103"/>
            <a:chExt cx="4113462" cy="4088045"/>
          </a:xfrm>
        </p:grpSpPr>
        <p:sp>
          <p:nvSpPr>
            <p:cNvPr id="148" name="Arc 147">
              <a:extLst>
                <a:ext uri="{FF2B5EF4-FFF2-40B4-BE49-F238E27FC236}">
                  <a16:creationId xmlns:a16="http://schemas.microsoft.com/office/drawing/2014/main" id="{9030AAFA-ACEB-4A54-9A08-B4B7652A851A}"/>
                </a:ext>
              </a:extLst>
            </p:cNvPr>
            <p:cNvSpPr/>
            <p:nvPr/>
          </p:nvSpPr>
          <p:spPr>
            <a:xfrm>
              <a:off x="380600" y="1693103"/>
              <a:ext cx="4088045" cy="4088045"/>
            </a:xfrm>
            <a:prstGeom prst="arc">
              <a:avLst>
                <a:gd name="adj1" fmla="val 16812435"/>
                <a:gd name="adj2" fmla="val 4781030"/>
              </a:avLst>
            </a:prstGeom>
            <a:ln w="25400" cap="rnd">
              <a:solidFill>
                <a:schemeClr val="accent6">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prstClr val="black"/>
                </a:solidFill>
                <a:effectLst/>
                <a:uLnTx/>
                <a:uFillTx/>
                <a:latin typeface="Verdana"/>
                <a:ea typeface="+mn-ea"/>
                <a:cs typeface="+mn-cs"/>
              </a:endParaRPr>
            </a:p>
          </p:txBody>
        </p:sp>
        <p:sp>
          <p:nvSpPr>
            <p:cNvPr id="149" name="Arc 148">
              <a:extLst>
                <a:ext uri="{FF2B5EF4-FFF2-40B4-BE49-F238E27FC236}">
                  <a16:creationId xmlns:a16="http://schemas.microsoft.com/office/drawing/2014/main" id="{0C94EEA9-9C98-4B91-A554-AA252EFFBB8F}"/>
                </a:ext>
              </a:extLst>
            </p:cNvPr>
            <p:cNvSpPr/>
            <p:nvPr/>
          </p:nvSpPr>
          <p:spPr>
            <a:xfrm flipH="1">
              <a:off x="406017" y="1693103"/>
              <a:ext cx="4088045" cy="4088045"/>
            </a:xfrm>
            <a:prstGeom prst="arc">
              <a:avLst>
                <a:gd name="adj1" fmla="val 16812435"/>
                <a:gd name="adj2" fmla="val 4781841"/>
              </a:avLst>
            </a:prstGeom>
            <a:ln w="25400" cap="rnd">
              <a:solidFill>
                <a:schemeClr val="accent6">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prstClr val="black"/>
                </a:solidFill>
                <a:effectLst/>
                <a:uLnTx/>
                <a:uFillTx/>
                <a:latin typeface="Verdana"/>
                <a:ea typeface="+mn-ea"/>
                <a:cs typeface="+mn-cs"/>
              </a:endParaRPr>
            </a:p>
          </p:txBody>
        </p:sp>
        <p:sp>
          <p:nvSpPr>
            <p:cNvPr id="150" name="Oval 149">
              <a:extLst>
                <a:ext uri="{FF2B5EF4-FFF2-40B4-BE49-F238E27FC236}">
                  <a16:creationId xmlns:a16="http://schemas.microsoft.com/office/drawing/2014/main" id="{E6483AB2-DD13-4C35-A67B-1076C768B46B}"/>
                </a:ext>
              </a:extLst>
            </p:cNvPr>
            <p:cNvSpPr/>
            <p:nvPr/>
          </p:nvSpPr>
          <p:spPr bwMode="gray">
            <a:xfrm>
              <a:off x="618308" y="1899909"/>
              <a:ext cx="3674434" cy="3674434"/>
            </a:xfrm>
            <a:prstGeom prst="ellipse">
              <a:avLst/>
            </a:prstGeom>
            <a:noFill/>
            <a:ln w="19050" algn="ctr">
              <a:solidFill>
                <a:srgbClr val="046A38"/>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151" name="Oval 150">
              <a:extLst>
                <a:ext uri="{FF2B5EF4-FFF2-40B4-BE49-F238E27FC236}">
                  <a16:creationId xmlns:a16="http://schemas.microsoft.com/office/drawing/2014/main" id="{DFBA97AC-3179-45F9-9E3B-EE4E3166898D}"/>
                </a:ext>
              </a:extLst>
            </p:cNvPr>
            <p:cNvSpPr/>
            <p:nvPr/>
          </p:nvSpPr>
          <p:spPr bwMode="gray">
            <a:xfrm>
              <a:off x="785328" y="2066929"/>
              <a:ext cx="3340395" cy="3340395"/>
            </a:xfrm>
            <a:prstGeom prst="ellipse">
              <a:avLst/>
            </a:prstGeom>
            <a:noFill/>
            <a:ln w="19050" algn="ctr">
              <a:solidFill>
                <a:srgbClr val="009A44"/>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152" name="Oval 151">
              <a:extLst>
                <a:ext uri="{FF2B5EF4-FFF2-40B4-BE49-F238E27FC236}">
                  <a16:creationId xmlns:a16="http://schemas.microsoft.com/office/drawing/2014/main" id="{8EB1C895-CF38-49A2-8FC8-970CDCA274F6}"/>
                </a:ext>
              </a:extLst>
            </p:cNvPr>
            <p:cNvSpPr/>
            <p:nvPr/>
          </p:nvSpPr>
          <p:spPr bwMode="gray">
            <a:xfrm>
              <a:off x="937164" y="2218765"/>
              <a:ext cx="3036722" cy="3036722"/>
            </a:xfrm>
            <a:prstGeom prst="ellipse">
              <a:avLst/>
            </a:prstGeom>
            <a:noFill/>
            <a:ln w="19050" algn="ctr">
              <a:solidFill>
                <a:srgbClr val="009A44"/>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153" name="Oval 152">
              <a:extLst>
                <a:ext uri="{FF2B5EF4-FFF2-40B4-BE49-F238E27FC236}">
                  <a16:creationId xmlns:a16="http://schemas.microsoft.com/office/drawing/2014/main" id="{A0D73A2E-4EA5-4CB9-8C5B-3037EA65E517}"/>
                </a:ext>
              </a:extLst>
            </p:cNvPr>
            <p:cNvSpPr/>
            <p:nvPr/>
          </p:nvSpPr>
          <p:spPr bwMode="gray">
            <a:xfrm>
              <a:off x="1075197" y="2356798"/>
              <a:ext cx="2760657" cy="2760657"/>
            </a:xfrm>
            <a:prstGeom prst="ellipse">
              <a:avLst/>
            </a:prstGeom>
            <a:noFill/>
            <a:ln w="19050" algn="ctr">
              <a:solidFill>
                <a:srgbClr val="43B02A"/>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grpSp>
      <p:sp>
        <p:nvSpPr>
          <p:cNvPr id="94" name="Oval 93">
            <a:extLst>
              <a:ext uri="{FF2B5EF4-FFF2-40B4-BE49-F238E27FC236}">
                <a16:creationId xmlns:a16="http://schemas.microsoft.com/office/drawing/2014/main" id="{46124630-B178-4450-9E98-83B7D98D09DA}"/>
              </a:ext>
            </a:extLst>
          </p:cNvPr>
          <p:cNvSpPr/>
          <p:nvPr/>
        </p:nvSpPr>
        <p:spPr bwMode="gray">
          <a:xfrm>
            <a:off x="10782224" y="4899087"/>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98" name="Graphic 4">
            <a:extLst>
              <a:ext uri="{FF2B5EF4-FFF2-40B4-BE49-F238E27FC236}">
                <a16:creationId xmlns:a16="http://schemas.microsoft.com/office/drawing/2014/main" id="{A908D87B-0D4C-4D8C-AFCF-CA139002B576}"/>
              </a:ext>
            </a:extLst>
          </p:cNvPr>
          <p:cNvSpPr/>
          <p:nvPr/>
        </p:nvSpPr>
        <p:spPr>
          <a:xfrm>
            <a:off x="1226896" y="3349521"/>
            <a:ext cx="640080" cy="640080"/>
          </a:xfrm>
          <a:custGeom>
            <a:avLst/>
            <a:gdLst>
              <a:gd name="connsiteX0" fmla="*/ 180835 w 361674"/>
              <a:gd name="connsiteY0" fmla="*/ 0 h 361333"/>
              <a:gd name="connsiteX1" fmla="*/ 0 w 361674"/>
              <a:gd name="connsiteY1" fmla="*/ 180667 h 361333"/>
              <a:gd name="connsiteX2" fmla="*/ 180835 w 361674"/>
              <a:gd name="connsiteY2" fmla="*/ 361333 h 361333"/>
              <a:gd name="connsiteX3" fmla="*/ 361670 w 361674"/>
              <a:gd name="connsiteY3" fmla="*/ 180667 h 361333"/>
              <a:gd name="connsiteX4" fmla="*/ 180835 w 361674"/>
              <a:gd name="connsiteY4" fmla="*/ 0 h 361333"/>
              <a:gd name="connsiteX5" fmla="*/ 261987 w 361674"/>
              <a:gd name="connsiteY5" fmla="*/ 252806 h 361333"/>
              <a:gd name="connsiteX6" fmla="*/ 261987 w 361674"/>
              <a:gd name="connsiteY6" fmla="*/ 261743 h 361333"/>
              <a:gd name="connsiteX7" fmla="*/ 257514 w 361674"/>
              <a:gd name="connsiteY7" fmla="*/ 263659 h 361333"/>
              <a:gd name="connsiteX8" fmla="*/ 253042 w 361674"/>
              <a:gd name="connsiteY8" fmla="*/ 261743 h 361333"/>
              <a:gd name="connsiteX9" fmla="*/ 181474 w 361674"/>
              <a:gd name="connsiteY9" fmla="*/ 190243 h 361333"/>
              <a:gd name="connsiteX10" fmla="*/ 109907 w 361674"/>
              <a:gd name="connsiteY10" fmla="*/ 261743 h 361333"/>
              <a:gd name="connsiteX11" fmla="*/ 105434 w 361674"/>
              <a:gd name="connsiteY11" fmla="*/ 263659 h 361333"/>
              <a:gd name="connsiteX12" fmla="*/ 100961 w 361674"/>
              <a:gd name="connsiteY12" fmla="*/ 261743 h 361333"/>
              <a:gd name="connsiteX13" fmla="*/ 100961 w 361674"/>
              <a:gd name="connsiteY13" fmla="*/ 252806 h 361333"/>
              <a:gd name="connsiteX14" fmla="*/ 172528 w 361674"/>
              <a:gd name="connsiteY14" fmla="*/ 181305 h 361333"/>
              <a:gd name="connsiteX15" fmla="*/ 100961 w 361674"/>
              <a:gd name="connsiteY15" fmla="*/ 109805 h 361333"/>
              <a:gd name="connsiteX16" fmla="*/ 100961 w 361674"/>
              <a:gd name="connsiteY16" fmla="*/ 100867 h 361333"/>
              <a:gd name="connsiteX17" fmla="*/ 109907 w 361674"/>
              <a:gd name="connsiteY17" fmla="*/ 100867 h 361333"/>
              <a:gd name="connsiteX18" fmla="*/ 181474 w 361674"/>
              <a:gd name="connsiteY18" fmla="*/ 172368 h 361333"/>
              <a:gd name="connsiteX19" fmla="*/ 253042 w 361674"/>
              <a:gd name="connsiteY19" fmla="*/ 100867 h 361333"/>
              <a:gd name="connsiteX20" fmla="*/ 261987 w 361674"/>
              <a:gd name="connsiteY20" fmla="*/ 100867 h 361333"/>
              <a:gd name="connsiteX21" fmla="*/ 261987 w 361674"/>
              <a:gd name="connsiteY21" fmla="*/ 109805 h 361333"/>
              <a:gd name="connsiteX22" fmla="*/ 190420 w 361674"/>
              <a:gd name="connsiteY22" fmla="*/ 181305 h 361333"/>
              <a:gd name="connsiteX23" fmla="*/ 261987 w 361674"/>
              <a:gd name="connsiteY23" fmla="*/ 252806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1674" h="361333">
                <a:moveTo>
                  <a:pt x="180835" y="0"/>
                </a:moveTo>
                <a:cubicBezTo>
                  <a:pt x="80513" y="0"/>
                  <a:pt x="0" y="81077"/>
                  <a:pt x="0" y="180667"/>
                </a:cubicBezTo>
                <a:cubicBezTo>
                  <a:pt x="0" y="280895"/>
                  <a:pt x="81152" y="361333"/>
                  <a:pt x="180835" y="361333"/>
                </a:cubicBezTo>
                <a:cubicBezTo>
                  <a:pt x="281157" y="361333"/>
                  <a:pt x="361670" y="280257"/>
                  <a:pt x="361670" y="180667"/>
                </a:cubicBezTo>
                <a:cubicBezTo>
                  <a:pt x="362309" y="81077"/>
                  <a:pt x="281157" y="0"/>
                  <a:pt x="180835" y="0"/>
                </a:cubicBezTo>
                <a:close/>
                <a:moveTo>
                  <a:pt x="261987" y="252806"/>
                </a:moveTo>
                <a:cubicBezTo>
                  <a:pt x="264543" y="255359"/>
                  <a:pt x="264543" y="259190"/>
                  <a:pt x="261987" y="261743"/>
                </a:cubicBezTo>
                <a:cubicBezTo>
                  <a:pt x="260709" y="263020"/>
                  <a:pt x="258792" y="263659"/>
                  <a:pt x="257514" y="263659"/>
                </a:cubicBezTo>
                <a:cubicBezTo>
                  <a:pt x="256237" y="263659"/>
                  <a:pt x="254319" y="263020"/>
                  <a:pt x="253042" y="261743"/>
                </a:cubicBezTo>
                <a:lnTo>
                  <a:pt x="181474" y="190243"/>
                </a:lnTo>
                <a:lnTo>
                  <a:pt x="109907" y="261743"/>
                </a:lnTo>
                <a:cubicBezTo>
                  <a:pt x="108629" y="263020"/>
                  <a:pt x="106712" y="263659"/>
                  <a:pt x="105434" y="263659"/>
                </a:cubicBezTo>
                <a:cubicBezTo>
                  <a:pt x="104156" y="263659"/>
                  <a:pt x="102239" y="263020"/>
                  <a:pt x="100961" y="261743"/>
                </a:cubicBezTo>
                <a:cubicBezTo>
                  <a:pt x="98405" y="259190"/>
                  <a:pt x="98405" y="255359"/>
                  <a:pt x="100961" y="252806"/>
                </a:cubicBezTo>
                <a:lnTo>
                  <a:pt x="172528" y="181305"/>
                </a:lnTo>
                <a:lnTo>
                  <a:pt x="100961" y="109805"/>
                </a:lnTo>
                <a:cubicBezTo>
                  <a:pt x="98405" y="107251"/>
                  <a:pt x="98405" y="103421"/>
                  <a:pt x="100961" y="100867"/>
                </a:cubicBezTo>
                <a:cubicBezTo>
                  <a:pt x="103517" y="98313"/>
                  <a:pt x="107351" y="98313"/>
                  <a:pt x="109907" y="100867"/>
                </a:cubicBezTo>
                <a:lnTo>
                  <a:pt x="181474" y="172368"/>
                </a:lnTo>
                <a:lnTo>
                  <a:pt x="253042" y="100867"/>
                </a:lnTo>
                <a:cubicBezTo>
                  <a:pt x="255597" y="98313"/>
                  <a:pt x="259431" y="98313"/>
                  <a:pt x="261987" y="100867"/>
                </a:cubicBezTo>
                <a:cubicBezTo>
                  <a:pt x="264543" y="103421"/>
                  <a:pt x="264543" y="107251"/>
                  <a:pt x="261987" y="109805"/>
                </a:cubicBezTo>
                <a:lnTo>
                  <a:pt x="190420" y="181305"/>
                </a:lnTo>
                <a:lnTo>
                  <a:pt x="261987" y="252806"/>
                </a:lnTo>
                <a:close/>
              </a:path>
            </a:pathLst>
          </a:custGeom>
          <a:solidFill>
            <a:schemeClr val="accent3">
              <a:lumMod val="75000"/>
            </a:schemeClr>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99" name="Rectangle 5">
            <a:extLst>
              <a:ext uri="{FF2B5EF4-FFF2-40B4-BE49-F238E27FC236}">
                <a16:creationId xmlns:a16="http://schemas.microsoft.com/office/drawing/2014/main" id="{D6AB1BC1-312F-4557-BBBF-C6F919BA5F07}"/>
              </a:ext>
            </a:extLst>
          </p:cNvPr>
          <p:cNvSpPr/>
          <p:nvPr/>
        </p:nvSpPr>
        <p:spPr bwMode="gray">
          <a:xfrm flipV="1">
            <a:off x="501652" y="749093"/>
            <a:ext cx="11134484" cy="27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829178" rtl="0" eaLnBrk="1" fontAlgn="auto" latinLnBrk="0" hangingPunct="1">
              <a:lnSpc>
                <a:spcPct val="100000"/>
              </a:lnSpc>
              <a:spcBef>
                <a:spcPts val="0"/>
              </a:spcBef>
              <a:spcAft>
                <a:spcPts val="0"/>
              </a:spcAft>
              <a:buClrTx/>
              <a:buSzTx/>
              <a:buFontTx/>
              <a:buNone/>
              <a:tabLst/>
              <a:defRPr/>
            </a:pPr>
            <a:endParaRPr kumimoji="0" lang="en-US" sz="1451" b="0" i="0" u="none" strike="noStrike" kern="1200" cap="none" spc="0" normalizeH="0" baseline="0" noProof="0">
              <a:ln>
                <a:noFill/>
              </a:ln>
              <a:solidFill>
                <a:prstClr val="white"/>
              </a:solidFill>
              <a:effectLst/>
              <a:uLnTx/>
              <a:uFillTx/>
              <a:latin typeface="Verdana"/>
              <a:ea typeface="+mn-ea"/>
              <a:cs typeface="+mn-cs"/>
            </a:endParaRPr>
          </a:p>
        </p:txBody>
      </p:sp>
      <p:sp>
        <p:nvSpPr>
          <p:cNvPr id="128" name="TextBox 127">
            <a:extLst>
              <a:ext uri="{FF2B5EF4-FFF2-40B4-BE49-F238E27FC236}">
                <a16:creationId xmlns:a16="http://schemas.microsoft.com/office/drawing/2014/main" id="{274CAC2F-5F29-40C3-BF7D-1526E4AF6514}"/>
              </a:ext>
            </a:extLst>
          </p:cNvPr>
          <p:cNvSpPr txBox="1"/>
          <p:nvPr/>
        </p:nvSpPr>
        <p:spPr>
          <a:xfrm>
            <a:off x="10200640" y="263311"/>
            <a:ext cx="1435496" cy="43088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2800" b="0" i="0" u="none" strike="noStrike" kern="1200" cap="none" spc="0" normalizeH="0" baseline="0" noProof="0">
                <a:ln>
                  <a:noFill/>
                </a:ln>
                <a:solidFill>
                  <a:srgbClr val="D0D0CE"/>
                </a:solidFill>
                <a:effectLst/>
                <a:uLnTx/>
                <a:uFillTx/>
                <a:latin typeface="Verdana"/>
                <a:ea typeface="+mn-ea"/>
                <a:cs typeface="+mn-cs"/>
              </a:rPr>
              <a:t>SWO</a:t>
            </a:r>
            <a:r>
              <a:rPr kumimoji="0" lang="en-US" sz="2800" b="0" i="0" u="none" strike="noStrike" kern="1200" cap="none" spc="0" normalizeH="0" baseline="0" noProof="0">
                <a:ln>
                  <a:noFill/>
                </a:ln>
                <a:solidFill>
                  <a:srgbClr val="86BC25"/>
                </a:solidFill>
                <a:effectLst/>
                <a:uLnTx/>
                <a:uFillTx/>
                <a:latin typeface="Verdana"/>
                <a:ea typeface="+mn-ea"/>
                <a:cs typeface="+mn-cs"/>
              </a:rPr>
              <a:t>T</a:t>
            </a:r>
          </a:p>
        </p:txBody>
      </p:sp>
      <p:grpSp>
        <p:nvGrpSpPr>
          <p:cNvPr id="137" name="Group 136">
            <a:extLst>
              <a:ext uri="{FF2B5EF4-FFF2-40B4-BE49-F238E27FC236}">
                <a16:creationId xmlns:a16="http://schemas.microsoft.com/office/drawing/2014/main" id="{6906D7BD-E98A-4071-B894-5A2FA8E9C7DE}"/>
              </a:ext>
            </a:extLst>
          </p:cNvPr>
          <p:cNvGrpSpPr/>
          <p:nvPr/>
        </p:nvGrpSpPr>
        <p:grpSpPr>
          <a:xfrm>
            <a:off x="3296605" y="6357711"/>
            <a:ext cx="5871063" cy="365760"/>
            <a:chOff x="2789942" y="6324600"/>
            <a:chExt cx="5871063" cy="365760"/>
          </a:xfrm>
        </p:grpSpPr>
        <p:sp>
          <p:nvSpPr>
            <p:cNvPr id="138" name="Oval 137">
              <a:extLst>
                <a:ext uri="{FF2B5EF4-FFF2-40B4-BE49-F238E27FC236}">
                  <a16:creationId xmlns:a16="http://schemas.microsoft.com/office/drawing/2014/main" id="{604550A6-A949-4E79-AE40-81CB1133C0F8}"/>
                </a:ext>
              </a:extLst>
            </p:cNvPr>
            <p:cNvSpPr/>
            <p:nvPr/>
          </p:nvSpPr>
          <p:spPr bwMode="gray">
            <a:xfrm>
              <a:off x="4811486" y="6324600"/>
              <a:ext cx="365760" cy="365760"/>
            </a:xfrm>
            <a:prstGeom prst="ellipse">
              <a:avLst/>
            </a:prstGeom>
            <a:solidFill>
              <a:schemeClr val="accent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139" name="Oval 138">
              <a:extLst>
                <a:ext uri="{FF2B5EF4-FFF2-40B4-BE49-F238E27FC236}">
                  <a16:creationId xmlns:a16="http://schemas.microsoft.com/office/drawing/2014/main" id="{887A844D-BA9B-4B0E-9771-6410A6292D07}"/>
                </a:ext>
              </a:extLst>
            </p:cNvPr>
            <p:cNvSpPr/>
            <p:nvPr/>
          </p:nvSpPr>
          <p:spPr bwMode="gray">
            <a:xfrm>
              <a:off x="6072053" y="6324600"/>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140" name="Oval 139">
              <a:extLst>
                <a:ext uri="{FF2B5EF4-FFF2-40B4-BE49-F238E27FC236}">
                  <a16:creationId xmlns:a16="http://schemas.microsoft.com/office/drawing/2014/main" id="{8A1C12BA-022D-4C17-B9EC-4B3F4B09BDDD}"/>
                </a:ext>
              </a:extLst>
            </p:cNvPr>
            <p:cNvSpPr/>
            <p:nvPr/>
          </p:nvSpPr>
          <p:spPr bwMode="gray">
            <a:xfrm>
              <a:off x="7405717" y="6324600"/>
              <a:ext cx="365760" cy="365760"/>
            </a:xfrm>
            <a:prstGeom prst="ellipse">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141" name="TextBox 140">
              <a:extLst>
                <a:ext uri="{FF2B5EF4-FFF2-40B4-BE49-F238E27FC236}">
                  <a16:creationId xmlns:a16="http://schemas.microsoft.com/office/drawing/2014/main" id="{5B8B4530-C8A8-4DDF-8C25-9626B0A002DB}"/>
                </a:ext>
              </a:extLst>
            </p:cNvPr>
            <p:cNvSpPr txBox="1"/>
            <p:nvPr/>
          </p:nvSpPr>
          <p:spPr>
            <a:xfrm>
              <a:off x="2789942" y="6442322"/>
              <a:ext cx="1698925"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1" u="none" strike="noStrike" kern="1200" cap="none" spc="0" normalizeH="0" baseline="0" noProof="0" dirty="0">
                  <a:ln>
                    <a:noFill/>
                  </a:ln>
                  <a:solidFill>
                    <a:srgbClr val="313131"/>
                  </a:solidFill>
                  <a:effectLst/>
                  <a:uLnTx/>
                  <a:uFillTx/>
                  <a:latin typeface="Verdana"/>
                  <a:ea typeface="+mn-ea"/>
                  <a:cs typeface="+mn-cs"/>
                </a:rPr>
                <a:t>Impact on Business</a:t>
              </a:r>
            </a:p>
          </p:txBody>
        </p:sp>
        <p:sp>
          <p:nvSpPr>
            <p:cNvPr id="142" name="TextBox 141">
              <a:extLst>
                <a:ext uri="{FF2B5EF4-FFF2-40B4-BE49-F238E27FC236}">
                  <a16:creationId xmlns:a16="http://schemas.microsoft.com/office/drawing/2014/main" id="{67E73959-67D1-4836-9C9D-52390257C87F}"/>
                </a:ext>
              </a:extLst>
            </p:cNvPr>
            <p:cNvSpPr txBox="1"/>
            <p:nvPr/>
          </p:nvSpPr>
          <p:spPr>
            <a:xfrm>
              <a:off x="5247379" y="6420550"/>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dirty="0">
                  <a:ln>
                    <a:noFill/>
                  </a:ln>
                  <a:solidFill>
                    <a:srgbClr val="313131"/>
                  </a:solidFill>
                  <a:effectLst/>
                  <a:uLnTx/>
                  <a:uFillTx/>
                  <a:latin typeface="Verdana"/>
                  <a:ea typeface="+mn-ea"/>
                  <a:cs typeface="+mn-cs"/>
                </a:rPr>
                <a:t>Low</a:t>
              </a:r>
            </a:p>
          </p:txBody>
        </p:sp>
        <p:sp>
          <p:nvSpPr>
            <p:cNvPr id="143" name="TextBox 142">
              <a:extLst>
                <a:ext uri="{FF2B5EF4-FFF2-40B4-BE49-F238E27FC236}">
                  <a16:creationId xmlns:a16="http://schemas.microsoft.com/office/drawing/2014/main" id="{BED68828-2BD7-4467-B391-2C3FB356E526}"/>
                </a:ext>
              </a:extLst>
            </p:cNvPr>
            <p:cNvSpPr txBox="1"/>
            <p:nvPr/>
          </p:nvSpPr>
          <p:spPr>
            <a:xfrm>
              <a:off x="6537499" y="6412891"/>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Verdana"/>
                  <a:ea typeface="+mn-ea"/>
                  <a:cs typeface="+mn-cs"/>
                </a:rPr>
                <a:t>Medium</a:t>
              </a:r>
            </a:p>
          </p:txBody>
        </p:sp>
        <p:sp>
          <p:nvSpPr>
            <p:cNvPr id="144" name="TextBox 143">
              <a:extLst>
                <a:ext uri="{FF2B5EF4-FFF2-40B4-BE49-F238E27FC236}">
                  <a16:creationId xmlns:a16="http://schemas.microsoft.com/office/drawing/2014/main" id="{28D46E5D-D529-4A50-AFD6-66639F505752}"/>
                </a:ext>
              </a:extLst>
            </p:cNvPr>
            <p:cNvSpPr txBox="1"/>
            <p:nvPr/>
          </p:nvSpPr>
          <p:spPr>
            <a:xfrm>
              <a:off x="7899005" y="6412891"/>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dirty="0">
                  <a:ln>
                    <a:noFill/>
                  </a:ln>
                  <a:solidFill>
                    <a:srgbClr val="313131"/>
                  </a:solidFill>
                  <a:effectLst/>
                  <a:uLnTx/>
                  <a:uFillTx/>
                  <a:latin typeface="Verdana"/>
                  <a:ea typeface="+mn-ea"/>
                  <a:cs typeface="+mn-cs"/>
                </a:rPr>
                <a:t>High</a:t>
              </a:r>
            </a:p>
          </p:txBody>
        </p:sp>
      </p:grpSp>
      <p:sp>
        <p:nvSpPr>
          <p:cNvPr id="166" name="Graphic 4">
            <a:extLst>
              <a:ext uri="{FF2B5EF4-FFF2-40B4-BE49-F238E27FC236}">
                <a16:creationId xmlns:a16="http://schemas.microsoft.com/office/drawing/2014/main" id="{23498A96-01C6-448F-A7EF-A1945AC6A9B3}"/>
              </a:ext>
            </a:extLst>
          </p:cNvPr>
          <p:cNvSpPr/>
          <p:nvPr/>
        </p:nvSpPr>
        <p:spPr>
          <a:xfrm>
            <a:off x="4112415" y="2761168"/>
            <a:ext cx="545290" cy="547219"/>
          </a:xfrm>
          <a:custGeom>
            <a:avLst/>
            <a:gdLst>
              <a:gd name="connsiteX0" fmla="*/ 180835 w 361670"/>
              <a:gd name="connsiteY0" fmla="*/ 0 h 361333"/>
              <a:gd name="connsiteX1" fmla="*/ 0 w 361670"/>
              <a:gd name="connsiteY1" fmla="*/ 180667 h 361333"/>
              <a:gd name="connsiteX2" fmla="*/ 180835 w 361670"/>
              <a:gd name="connsiteY2" fmla="*/ 361333 h 361333"/>
              <a:gd name="connsiteX3" fmla="*/ 361670 w 361670"/>
              <a:gd name="connsiteY3" fmla="*/ 180667 h 361333"/>
              <a:gd name="connsiteX4" fmla="*/ 180835 w 361670"/>
              <a:gd name="connsiteY4" fmla="*/ 0 h 361333"/>
              <a:gd name="connsiteX5" fmla="*/ 146969 w 361670"/>
              <a:gd name="connsiteY5" fmla="*/ 250252 h 361333"/>
              <a:gd name="connsiteX6" fmla="*/ 124604 w 361670"/>
              <a:gd name="connsiteY6" fmla="*/ 272596 h 361333"/>
              <a:gd name="connsiteX7" fmla="*/ 122687 w 361670"/>
              <a:gd name="connsiteY7" fmla="*/ 273873 h 361333"/>
              <a:gd name="connsiteX8" fmla="*/ 120131 w 361670"/>
              <a:gd name="connsiteY8" fmla="*/ 274511 h 361333"/>
              <a:gd name="connsiteX9" fmla="*/ 117575 w 361670"/>
              <a:gd name="connsiteY9" fmla="*/ 273873 h 361333"/>
              <a:gd name="connsiteX10" fmla="*/ 115658 w 361670"/>
              <a:gd name="connsiteY10" fmla="*/ 272596 h 361333"/>
              <a:gd name="connsiteX11" fmla="*/ 93293 w 361670"/>
              <a:gd name="connsiteY11" fmla="*/ 250252 h 361333"/>
              <a:gd name="connsiteX12" fmla="*/ 93293 w 361670"/>
              <a:gd name="connsiteY12" fmla="*/ 241314 h 361333"/>
              <a:gd name="connsiteX13" fmla="*/ 102239 w 361670"/>
              <a:gd name="connsiteY13" fmla="*/ 241314 h 361333"/>
              <a:gd name="connsiteX14" fmla="*/ 113741 w 361670"/>
              <a:gd name="connsiteY14" fmla="*/ 252806 h 361333"/>
              <a:gd name="connsiteX15" fmla="*/ 113741 w 361670"/>
              <a:gd name="connsiteY15" fmla="*/ 94483 h 361333"/>
              <a:gd name="connsiteX16" fmla="*/ 120131 w 361670"/>
              <a:gd name="connsiteY16" fmla="*/ 88099 h 361333"/>
              <a:gd name="connsiteX17" fmla="*/ 126521 w 361670"/>
              <a:gd name="connsiteY17" fmla="*/ 94483 h 361333"/>
              <a:gd name="connsiteX18" fmla="*/ 126521 w 361670"/>
              <a:gd name="connsiteY18" fmla="*/ 252806 h 361333"/>
              <a:gd name="connsiteX19" fmla="*/ 138022 w 361670"/>
              <a:gd name="connsiteY19" fmla="*/ 241314 h 361333"/>
              <a:gd name="connsiteX20" fmla="*/ 146969 w 361670"/>
              <a:gd name="connsiteY20" fmla="*/ 241314 h 361333"/>
              <a:gd name="connsiteX21" fmla="*/ 146969 w 361670"/>
              <a:gd name="connsiteY21" fmla="*/ 250252 h 361333"/>
              <a:gd name="connsiteX22" fmla="*/ 180835 w 361670"/>
              <a:gd name="connsiteY22" fmla="*/ 274511 h 361333"/>
              <a:gd name="connsiteX23" fmla="*/ 171889 w 361670"/>
              <a:gd name="connsiteY23" fmla="*/ 274511 h 361333"/>
              <a:gd name="connsiteX24" fmla="*/ 165500 w 361670"/>
              <a:gd name="connsiteY24" fmla="*/ 268127 h 361333"/>
              <a:gd name="connsiteX25" fmla="*/ 171889 w 361670"/>
              <a:gd name="connsiteY25" fmla="*/ 261743 h 361333"/>
              <a:gd name="connsiteX26" fmla="*/ 180835 w 361670"/>
              <a:gd name="connsiteY26" fmla="*/ 261743 h 361333"/>
              <a:gd name="connsiteX27" fmla="*/ 187225 w 361670"/>
              <a:gd name="connsiteY27" fmla="*/ 268127 h 361333"/>
              <a:gd name="connsiteX28" fmla="*/ 180835 w 361670"/>
              <a:gd name="connsiteY28" fmla="*/ 274511 h 361333"/>
              <a:gd name="connsiteX29" fmla="*/ 198088 w 361670"/>
              <a:gd name="connsiteY29" fmla="*/ 240038 h 361333"/>
              <a:gd name="connsiteX30" fmla="*/ 171889 w 361670"/>
              <a:gd name="connsiteY30" fmla="*/ 240038 h 361333"/>
              <a:gd name="connsiteX31" fmla="*/ 165500 w 361670"/>
              <a:gd name="connsiteY31" fmla="*/ 233654 h 361333"/>
              <a:gd name="connsiteX32" fmla="*/ 171889 w 361670"/>
              <a:gd name="connsiteY32" fmla="*/ 227270 h 361333"/>
              <a:gd name="connsiteX33" fmla="*/ 198088 w 361670"/>
              <a:gd name="connsiteY33" fmla="*/ 227270 h 361333"/>
              <a:gd name="connsiteX34" fmla="*/ 204478 w 361670"/>
              <a:gd name="connsiteY34" fmla="*/ 233654 h 361333"/>
              <a:gd name="connsiteX35" fmla="*/ 198088 w 361670"/>
              <a:gd name="connsiteY35" fmla="*/ 240038 h 361333"/>
              <a:gd name="connsiteX36" fmla="*/ 215980 w 361670"/>
              <a:gd name="connsiteY36" fmla="*/ 204926 h 361333"/>
              <a:gd name="connsiteX37" fmla="*/ 172528 w 361670"/>
              <a:gd name="connsiteY37" fmla="*/ 204926 h 361333"/>
              <a:gd name="connsiteX38" fmla="*/ 166138 w 361670"/>
              <a:gd name="connsiteY38" fmla="*/ 198542 h 361333"/>
              <a:gd name="connsiteX39" fmla="*/ 172528 w 361670"/>
              <a:gd name="connsiteY39" fmla="*/ 192158 h 361333"/>
              <a:gd name="connsiteX40" fmla="*/ 215980 w 361670"/>
              <a:gd name="connsiteY40" fmla="*/ 192158 h 361333"/>
              <a:gd name="connsiteX41" fmla="*/ 222370 w 361670"/>
              <a:gd name="connsiteY41" fmla="*/ 198542 h 361333"/>
              <a:gd name="connsiteX42" fmla="*/ 215980 w 361670"/>
              <a:gd name="connsiteY42" fmla="*/ 204926 h 361333"/>
              <a:gd name="connsiteX43" fmla="*/ 233233 w 361670"/>
              <a:gd name="connsiteY43" fmla="*/ 170452 h 361333"/>
              <a:gd name="connsiteX44" fmla="*/ 172528 w 361670"/>
              <a:gd name="connsiteY44" fmla="*/ 170452 h 361333"/>
              <a:gd name="connsiteX45" fmla="*/ 166138 w 361670"/>
              <a:gd name="connsiteY45" fmla="*/ 164068 h 361333"/>
              <a:gd name="connsiteX46" fmla="*/ 172528 w 361670"/>
              <a:gd name="connsiteY46" fmla="*/ 157684 h 361333"/>
              <a:gd name="connsiteX47" fmla="*/ 233233 w 361670"/>
              <a:gd name="connsiteY47" fmla="*/ 157684 h 361333"/>
              <a:gd name="connsiteX48" fmla="*/ 239623 w 361670"/>
              <a:gd name="connsiteY48" fmla="*/ 164068 h 361333"/>
              <a:gd name="connsiteX49" fmla="*/ 233233 w 361670"/>
              <a:gd name="connsiteY49" fmla="*/ 170452 h 361333"/>
              <a:gd name="connsiteX50" fmla="*/ 250486 w 361670"/>
              <a:gd name="connsiteY50" fmla="*/ 135340 h 361333"/>
              <a:gd name="connsiteX51" fmla="*/ 171889 w 361670"/>
              <a:gd name="connsiteY51" fmla="*/ 135340 h 361333"/>
              <a:gd name="connsiteX52" fmla="*/ 165500 w 361670"/>
              <a:gd name="connsiteY52" fmla="*/ 128956 h 361333"/>
              <a:gd name="connsiteX53" fmla="*/ 171889 w 361670"/>
              <a:gd name="connsiteY53" fmla="*/ 122572 h 361333"/>
              <a:gd name="connsiteX54" fmla="*/ 250486 w 361670"/>
              <a:gd name="connsiteY54" fmla="*/ 122572 h 361333"/>
              <a:gd name="connsiteX55" fmla="*/ 256876 w 361670"/>
              <a:gd name="connsiteY55" fmla="*/ 128956 h 361333"/>
              <a:gd name="connsiteX56" fmla="*/ 250486 w 361670"/>
              <a:gd name="connsiteY56" fmla="*/ 135340 h 361333"/>
              <a:gd name="connsiteX57" fmla="*/ 263904 w 361670"/>
              <a:gd name="connsiteY57" fmla="*/ 100867 h 361333"/>
              <a:gd name="connsiteX58" fmla="*/ 172528 w 361670"/>
              <a:gd name="connsiteY58" fmla="*/ 100867 h 361333"/>
              <a:gd name="connsiteX59" fmla="*/ 166138 w 361670"/>
              <a:gd name="connsiteY59" fmla="*/ 94483 h 361333"/>
              <a:gd name="connsiteX60" fmla="*/ 172528 w 361670"/>
              <a:gd name="connsiteY60" fmla="*/ 88099 h 361333"/>
              <a:gd name="connsiteX61" fmla="*/ 263904 w 361670"/>
              <a:gd name="connsiteY61" fmla="*/ 88099 h 361333"/>
              <a:gd name="connsiteX62" fmla="*/ 270294 w 361670"/>
              <a:gd name="connsiteY62" fmla="*/ 94483 h 361333"/>
              <a:gd name="connsiteX63" fmla="*/ 263904 w 361670"/>
              <a:gd name="connsiteY63" fmla="*/ 100867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361670" h="361333">
                <a:moveTo>
                  <a:pt x="180835" y="0"/>
                </a:moveTo>
                <a:cubicBezTo>
                  <a:pt x="80513" y="0"/>
                  <a:pt x="0" y="81077"/>
                  <a:pt x="0" y="180667"/>
                </a:cubicBezTo>
                <a:cubicBezTo>
                  <a:pt x="0" y="280895"/>
                  <a:pt x="81152" y="361333"/>
                  <a:pt x="180835" y="361333"/>
                </a:cubicBezTo>
                <a:cubicBezTo>
                  <a:pt x="280518" y="361333"/>
                  <a:pt x="361670" y="280257"/>
                  <a:pt x="361670" y="180667"/>
                </a:cubicBezTo>
                <a:cubicBezTo>
                  <a:pt x="361670" y="81077"/>
                  <a:pt x="280518" y="0"/>
                  <a:pt x="180835" y="0"/>
                </a:cubicBezTo>
                <a:close/>
                <a:moveTo>
                  <a:pt x="146969" y="250252"/>
                </a:moveTo>
                <a:lnTo>
                  <a:pt x="124604" y="272596"/>
                </a:lnTo>
                <a:cubicBezTo>
                  <a:pt x="123965" y="273234"/>
                  <a:pt x="123326" y="273873"/>
                  <a:pt x="122687" y="273873"/>
                </a:cubicBezTo>
                <a:cubicBezTo>
                  <a:pt x="122048" y="274511"/>
                  <a:pt x="120770" y="274511"/>
                  <a:pt x="120131" y="274511"/>
                </a:cubicBezTo>
                <a:cubicBezTo>
                  <a:pt x="119492" y="274511"/>
                  <a:pt x="118214" y="274511"/>
                  <a:pt x="117575" y="273873"/>
                </a:cubicBezTo>
                <a:cubicBezTo>
                  <a:pt x="116936" y="273234"/>
                  <a:pt x="116297" y="273234"/>
                  <a:pt x="115658" y="272596"/>
                </a:cubicBezTo>
                <a:lnTo>
                  <a:pt x="93293" y="250252"/>
                </a:lnTo>
                <a:cubicBezTo>
                  <a:pt x="90737" y="247698"/>
                  <a:pt x="90737" y="243868"/>
                  <a:pt x="93293" y="241314"/>
                </a:cubicBezTo>
                <a:cubicBezTo>
                  <a:pt x="95849" y="238761"/>
                  <a:pt x="99683" y="238761"/>
                  <a:pt x="102239" y="241314"/>
                </a:cubicBezTo>
                <a:lnTo>
                  <a:pt x="113741" y="252806"/>
                </a:lnTo>
                <a:lnTo>
                  <a:pt x="113741" y="94483"/>
                </a:lnTo>
                <a:cubicBezTo>
                  <a:pt x="113741" y="90653"/>
                  <a:pt x="116297" y="88099"/>
                  <a:pt x="120131" y="88099"/>
                </a:cubicBezTo>
                <a:cubicBezTo>
                  <a:pt x="123965" y="88099"/>
                  <a:pt x="126521" y="90653"/>
                  <a:pt x="126521" y="94483"/>
                </a:cubicBezTo>
                <a:lnTo>
                  <a:pt x="126521" y="252806"/>
                </a:lnTo>
                <a:lnTo>
                  <a:pt x="138022" y="241314"/>
                </a:lnTo>
                <a:cubicBezTo>
                  <a:pt x="140579" y="238761"/>
                  <a:pt x="144412" y="238761"/>
                  <a:pt x="146969" y="241314"/>
                </a:cubicBezTo>
                <a:cubicBezTo>
                  <a:pt x="149525" y="243868"/>
                  <a:pt x="149525" y="247698"/>
                  <a:pt x="146969" y="250252"/>
                </a:cubicBezTo>
                <a:close/>
                <a:moveTo>
                  <a:pt x="180835" y="274511"/>
                </a:moveTo>
                <a:lnTo>
                  <a:pt x="171889" y="274511"/>
                </a:lnTo>
                <a:cubicBezTo>
                  <a:pt x="168055" y="274511"/>
                  <a:pt x="165500" y="271958"/>
                  <a:pt x="165500" y="268127"/>
                </a:cubicBezTo>
                <a:cubicBezTo>
                  <a:pt x="165500" y="264297"/>
                  <a:pt x="168055" y="261743"/>
                  <a:pt x="171889" y="261743"/>
                </a:cubicBezTo>
                <a:lnTo>
                  <a:pt x="180835" y="261743"/>
                </a:lnTo>
                <a:cubicBezTo>
                  <a:pt x="184669" y="261743"/>
                  <a:pt x="187225" y="264297"/>
                  <a:pt x="187225" y="268127"/>
                </a:cubicBezTo>
                <a:cubicBezTo>
                  <a:pt x="187225" y="271958"/>
                  <a:pt x="184669" y="274511"/>
                  <a:pt x="180835" y="274511"/>
                </a:cubicBezTo>
                <a:close/>
                <a:moveTo>
                  <a:pt x="198088" y="240038"/>
                </a:moveTo>
                <a:lnTo>
                  <a:pt x="171889" y="240038"/>
                </a:lnTo>
                <a:cubicBezTo>
                  <a:pt x="168055" y="240038"/>
                  <a:pt x="165500" y="237484"/>
                  <a:pt x="165500" y="233654"/>
                </a:cubicBezTo>
                <a:cubicBezTo>
                  <a:pt x="165500" y="229823"/>
                  <a:pt x="168055" y="227270"/>
                  <a:pt x="171889" y="227270"/>
                </a:cubicBezTo>
                <a:lnTo>
                  <a:pt x="198088" y="227270"/>
                </a:lnTo>
                <a:cubicBezTo>
                  <a:pt x="201922" y="227270"/>
                  <a:pt x="204478" y="229823"/>
                  <a:pt x="204478" y="233654"/>
                </a:cubicBezTo>
                <a:cubicBezTo>
                  <a:pt x="204478" y="236846"/>
                  <a:pt x="201922" y="240038"/>
                  <a:pt x="198088" y="240038"/>
                </a:cubicBezTo>
                <a:close/>
                <a:moveTo>
                  <a:pt x="215980" y="204926"/>
                </a:moveTo>
                <a:lnTo>
                  <a:pt x="172528" y="204926"/>
                </a:lnTo>
                <a:cubicBezTo>
                  <a:pt x="168695" y="204926"/>
                  <a:pt x="166138" y="202372"/>
                  <a:pt x="166138" y="198542"/>
                </a:cubicBezTo>
                <a:cubicBezTo>
                  <a:pt x="166138" y="194711"/>
                  <a:pt x="168695" y="192158"/>
                  <a:pt x="172528" y="192158"/>
                </a:cubicBezTo>
                <a:lnTo>
                  <a:pt x="215980" y="192158"/>
                </a:lnTo>
                <a:cubicBezTo>
                  <a:pt x="219814" y="192158"/>
                  <a:pt x="222370" y="194711"/>
                  <a:pt x="222370" y="198542"/>
                </a:cubicBezTo>
                <a:cubicBezTo>
                  <a:pt x="222370" y="202372"/>
                  <a:pt x="219175" y="204926"/>
                  <a:pt x="215980" y="204926"/>
                </a:cubicBezTo>
                <a:close/>
                <a:moveTo>
                  <a:pt x="233233" y="170452"/>
                </a:moveTo>
                <a:lnTo>
                  <a:pt x="172528" y="170452"/>
                </a:lnTo>
                <a:cubicBezTo>
                  <a:pt x="168695" y="170452"/>
                  <a:pt x="166138" y="167899"/>
                  <a:pt x="166138" y="164068"/>
                </a:cubicBezTo>
                <a:cubicBezTo>
                  <a:pt x="166138" y="160238"/>
                  <a:pt x="168695" y="157684"/>
                  <a:pt x="172528" y="157684"/>
                </a:cubicBezTo>
                <a:lnTo>
                  <a:pt x="233233" y="157684"/>
                </a:lnTo>
                <a:cubicBezTo>
                  <a:pt x="237067" y="157684"/>
                  <a:pt x="239623" y="160238"/>
                  <a:pt x="239623" y="164068"/>
                </a:cubicBezTo>
                <a:cubicBezTo>
                  <a:pt x="239623" y="167899"/>
                  <a:pt x="236428" y="170452"/>
                  <a:pt x="233233" y="170452"/>
                </a:cubicBezTo>
                <a:close/>
                <a:moveTo>
                  <a:pt x="250486" y="135340"/>
                </a:moveTo>
                <a:lnTo>
                  <a:pt x="171889" y="135340"/>
                </a:lnTo>
                <a:cubicBezTo>
                  <a:pt x="168055" y="135340"/>
                  <a:pt x="165500" y="132787"/>
                  <a:pt x="165500" y="128956"/>
                </a:cubicBezTo>
                <a:cubicBezTo>
                  <a:pt x="165500" y="125126"/>
                  <a:pt x="168055" y="122572"/>
                  <a:pt x="171889" y="122572"/>
                </a:cubicBezTo>
                <a:lnTo>
                  <a:pt x="250486" y="122572"/>
                </a:lnTo>
                <a:cubicBezTo>
                  <a:pt x="254319" y="122572"/>
                  <a:pt x="256876" y="125126"/>
                  <a:pt x="256876" y="128956"/>
                </a:cubicBezTo>
                <a:cubicBezTo>
                  <a:pt x="256876" y="132787"/>
                  <a:pt x="254319" y="135340"/>
                  <a:pt x="250486" y="135340"/>
                </a:cubicBezTo>
                <a:close/>
                <a:moveTo>
                  <a:pt x="263904" y="100867"/>
                </a:moveTo>
                <a:lnTo>
                  <a:pt x="172528" y="100867"/>
                </a:lnTo>
                <a:cubicBezTo>
                  <a:pt x="168695" y="100867"/>
                  <a:pt x="166138" y="98313"/>
                  <a:pt x="166138" y="94483"/>
                </a:cubicBezTo>
                <a:cubicBezTo>
                  <a:pt x="166138" y="90653"/>
                  <a:pt x="168695" y="88099"/>
                  <a:pt x="172528" y="88099"/>
                </a:cubicBezTo>
                <a:lnTo>
                  <a:pt x="263904" y="88099"/>
                </a:lnTo>
                <a:cubicBezTo>
                  <a:pt x="267739" y="88099"/>
                  <a:pt x="270294" y="90653"/>
                  <a:pt x="270294" y="94483"/>
                </a:cubicBezTo>
                <a:cubicBezTo>
                  <a:pt x="270294" y="98313"/>
                  <a:pt x="267099" y="100867"/>
                  <a:pt x="263904" y="100867"/>
                </a:cubicBezTo>
                <a:close/>
              </a:path>
            </a:pathLst>
          </a:custGeom>
          <a:solidFill>
            <a:schemeClr val="accent4"/>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nvGrpSpPr>
          <p:cNvPr id="167" name="Graphic 4">
            <a:extLst>
              <a:ext uri="{FF2B5EF4-FFF2-40B4-BE49-F238E27FC236}">
                <a16:creationId xmlns:a16="http://schemas.microsoft.com/office/drawing/2014/main" id="{339B2C86-2EFB-4E62-A2AD-9D2F24119F42}"/>
              </a:ext>
            </a:extLst>
          </p:cNvPr>
          <p:cNvGrpSpPr/>
          <p:nvPr/>
        </p:nvGrpSpPr>
        <p:grpSpPr>
          <a:xfrm>
            <a:off x="4121851" y="3925532"/>
            <a:ext cx="545289" cy="554513"/>
            <a:chOff x="10324860" y="2855717"/>
            <a:chExt cx="361674" cy="361333"/>
          </a:xfrm>
          <a:solidFill>
            <a:schemeClr val="accent2"/>
          </a:solidFill>
        </p:grpSpPr>
        <p:sp>
          <p:nvSpPr>
            <p:cNvPr id="168" name="Graphic 4">
              <a:extLst>
                <a:ext uri="{FF2B5EF4-FFF2-40B4-BE49-F238E27FC236}">
                  <a16:creationId xmlns:a16="http://schemas.microsoft.com/office/drawing/2014/main" id="{C3B4DBD0-CF85-4DAF-8F59-B3DD0E2654BF}"/>
                </a:ext>
              </a:extLst>
            </p:cNvPr>
            <p:cNvSpPr/>
            <p:nvPr/>
          </p:nvSpPr>
          <p:spPr>
            <a:xfrm>
              <a:off x="10407290" y="3008933"/>
              <a:ext cx="23643" cy="23620"/>
            </a:xfrm>
            <a:custGeom>
              <a:avLst/>
              <a:gdLst>
                <a:gd name="connsiteX0" fmla="*/ 23643 w 23643"/>
                <a:gd name="connsiteY0" fmla="*/ 0 h 23620"/>
                <a:gd name="connsiteX1" fmla="*/ 0 w 23643"/>
                <a:gd name="connsiteY1" fmla="*/ 0 h 23620"/>
                <a:gd name="connsiteX2" fmla="*/ 0 w 23643"/>
                <a:gd name="connsiteY2" fmla="*/ 23621 h 23620"/>
                <a:gd name="connsiteX3" fmla="*/ 23643 w 23643"/>
                <a:gd name="connsiteY3" fmla="*/ 0 h 23620"/>
              </a:gdLst>
              <a:ahLst/>
              <a:cxnLst>
                <a:cxn ang="0">
                  <a:pos x="connsiteX0" y="connsiteY0"/>
                </a:cxn>
                <a:cxn ang="0">
                  <a:pos x="connsiteX1" y="connsiteY1"/>
                </a:cxn>
                <a:cxn ang="0">
                  <a:pos x="connsiteX2" y="connsiteY2"/>
                </a:cxn>
                <a:cxn ang="0">
                  <a:pos x="connsiteX3" y="connsiteY3"/>
                </a:cxn>
              </a:cxnLst>
              <a:rect l="l" t="t" r="r" b="b"/>
              <a:pathLst>
                <a:path w="23643" h="23620">
                  <a:moveTo>
                    <a:pt x="23643" y="0"/>
                  </a:moveTo>
                  <a:lnTo>
                    <a:pt x="0" y="0"/>
                  </a:lnTo>
                  <a:lnTo>
                    <a:pt x="0" y="23621"/>
                  </a:lnTo>
                  <a:cubicBezTo>
                    <a:pt x="11502" y="21067"/>
                    <a:pt x="21087" y="12130"/>
                    <a:pt x="23643" y="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69" name="Graphic 4">
              <a:extLst>
                <a:ext uri="{FF2B5EF4-FFF2-40B4-BE49-F238E27FC236}">
                  <a16:creationId xmlns:a16="http://schemas.microsoft.com/office/drawing/2014/main" id="{7D52161B-E7B4-41EF-A5D4-1D84596E4F4A}"/>
                </a:ext>
              </a:extLst>
            </p:cNvPr>
            <p:cNvSpPr/>
            <p:nvPr/>
          </p:nvSpPr>
          <p:spPr>
            <a:xfrm>
              <a:off x="10550425" y="3009571"/>
              <a:ext cx="23003" cy="22982"/>
            </a:xfrm>
            <a:custGeom>
              <a:avLst/>
              <a:gdLst>
                <a:gd name="connsiteX0" fmla="*/ 23004 w 23003"/>
                <a:gd name="connsiteY0" fmla="*/ 22982 h 22982"/>
                <a:gd name="connsiteX1" fmla="*/ 23004 w 23003"/>
                <a:gd name="connsiteY1" fmla="*/ 0 h 22982"/>
                <a:gd name="connsiteX2" fmla="*/ 0 w 23003"/>
                <a:gd name="connsiteY2" fmla="*/ 0 h 22982"/>
                <a:gd name="connsiteX3" fmla="*/ 23004 w 23003"/>
                <a:gd name="connsiteY3" fmla="*/ 22982 h 22982"/>
              </a:gdLst>
              <a:ahLst/>
              <a:cxnLst>
                <a:cxn ang="0">
                  <a:pos x="connsiteX0" y="connsiteY0"/>
                </a:cxn>
                <a:cxn ang="0">
                  <a:pos x="connsiteX1" y="connsiteY1"/>
                </a:cxn>
                <a:cxn ang="0">
                  <a:pos x="connsiteX2" y="connsiteY2"/>
                </a:cxn>
                <a:cxn ang="0">
                  <a:pos x="connsiteX3" y="connsiteY3"/>
                </a:cxn>
              </a:cxnLst>
              <a:rect l="l" t="t" r="r" b="b"/>
              <a:pathLst>
                <a:path w="23003" h="22982">
                  <a:moveTo>
                    <a:pt x="23004" y="22982"/>
                  </a:moveTo>
                  <a:lnTo>
                    <a:pt x="23004" y="0"/>
                  </a:lnTo>
                  <a:lnTo>
                    <a:pt x="0" y="0"/>
                  </a:lnTo>
                  <a:cubicBezTo>
                    <a:pt x="2556" y="11491"/>
                    <a:pt x="11502" y="20429"/>
                    <a:pt x="23004" y="229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70" name="Graphic 4">
              <a:extLst>
                <a:ext uri="{FF2B5EF4-FFF2-40B4-BE49-F238E27FC236}">
                  <a16:creationId xmlns:a16="http://schemas.microsoft.com/office/drawing/2014/main" id="{119946FB-7255-48BD-99FE-142C655F5F2C}"/>
                </a:ext>
              </a:extLst>
            </p:cNvPr>
            <p:cNvSpPr/>
            <p:nvPr/>
          </p:nvSpPr>
          <p:spPr>
            <a:xfrm>
              <a:off x="10406651" y="3008933"/>
              <a:ext cx="166777" cy="86183"/>
            </a:xfrm>
            <a:custGeom>
              <a:avLst/>
              <a:gdLst>
                <a:gd name="connsiteX0" fmla="*/ 0 w 166777"/>
                <a:gd name="connsiteY0" fmla="*/ 36389 h 86183"/>
                <a:gd name="connsiteX1" fmla="*/ 0 w 166777"/>
                <a:gd name="connsiteY1" fmla="*/ 49795 h 86183"/>
                <a:gd name="connsiteX2" fmla="*/ 36423 w 166777"/>
                <a:gd name="connsiteY2" fmla="*/ 86184 h 86183"/>
                <a:gd name="connsiteX3" fmla="*/ 129716 w 166777"/>
                <a:gd name="connsiteY3" fmla="*/ 86184 h 86183"/>
                <a:gd name="connsiteX4" fmla="*/ 166777 w 166777"/>
                <a:gd name="connsiteY4" fmla="*/ 49795 h 86183"/>
                <a:gd name="connsiteX5" fmla="*/ 166777 w 166777"/>
                <a:gd name="connsiteY5" fmla="*/ 36389 h 86183"/>
                <a:gd name="connsiteX6" fmla="*/ 130355 w 166777"/>
                <a:gd name="connsiteY6" fmla="*/ 0 h 86183"/>
                <a:gd name="connsiteX7" fmla="*/ 36423 w 166777"/>
                <a:gd name="connsiteY7" fmla="*/ 0 h 86183"/>
                <a:gd name="connsiteX8" fmla="*/ 0 w 166777"/>
                <a:gd name="connsiteY8" fmla="*/ 36389 h 86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777" h="86183">
                  <a:moveTo>
                    <a:pt x="0" y="36389"/>
                  </a:moveTo>
                  <a:lnTo>
                    <a:pt x="0" y="49795"/>
                  </a:lnTo>
                  <a:cubicBezTo>
                    <a:pt x="18531" y="52349"/>
                    <a:pt x="33228" y="67032"/>
                    <a:pt x="36423" y="86184"/>
                  </a:cubicBezTo>
                  <a:lnTo>
                    <a:pt x="129716" y="86184"/>
                  </a:lnTo>
                  <a:cubicBezTo>
                    <a:pt x="132272" y="67032"/>
                    <a:pt x="147607" y="52349"/>
                    <a:pt x="166777" y="49795"/>
                  </a:cubicBezTo>
                  <a:lnTo>
                    <a:pt x="166777" y="36389"/>
                  </a:lnTo>
                  <a:cubicBezTo>
                    <a:pt x="148247" y="33835"/>
                    <a:pt x="133550" y="19152"/>
                    <a:pt x="130355" y="0"/>
                  </a:cubicBezTo>
                  <a:lnTo>
                    <a:pt x="36423" y="0"/>
                  </a:lnTo>
                  <a:cubicBezTo>
                    <a:pt x="34506" y="19152"/>
                    <a:pt x="19170" y="33835"/>
                    <a:pt x="0" y="36389"/>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71" name="Graphic 4">
              <a:extLst>
                <a:ext uri="{FF2B5EF4-FFF2-40B4-BE49-F238E27FC236}">
                  <a16:creationId xmlns:a16="http://schemas.microsoft.com/office/drawing/2014/main" id="{AF380E4E-FC07-4EF8-8059-1AA73BECAC29}"/>
                </a:ext>
              </a:extLst>
            </p:cNvPr>
            <p:cNvSpPr/>
            <p:nvPr/>
          </p:nvSpPr>
          <p:spPr>
            <a:xfrm>
              <a:off x="10406651" y="3072134"/>
              <a:ext cx="23003" cy="22982"/>
            </a:xfrm>
            <a:custGeom>
              <a:avLst/>
              <a:gdLst>
                <a:gd name="connsiteX0" fmla="*/ 0 w 23003"/>
                <a:gd name="connsiteY0" fmla="*/ 0 h 22982"/>
                <a:gd name="connsiteX1" fmla="*/ 0 w 23003"/>
                <a:gd name="connsiteY1" fmla="*/ 22982 h 22982"/>
                <a:gd name="connsiteX2" fmla="*/ 23004 w 23003"/>
                <a:gd name="connsiteY2" fmla="*/ 22982 h 22982"/>
                <a:gd name="connsiteX3" fmla="*/ 0 w 23003"/>
                <a:gd name="connsiteY3" fmla="*/ 0 h 22982"/>
              </a:gdLst>
              <a:ahLst/>
              <a:cxnLst>
                <a:cxn ang="0">
                  <a:pos x="connsiteX0" y="connsiteY0"/>
                </a:cxn>
                <a:cxn ang="0">
                  <a:pos x="connsiteX1" y="connsiteY1"/>
                </a:cxn>
                <a:cxn ang="0">
                  <a:pos x="connsiteX2" y="connsiteY2"/>
                </a:cxn>
                <a:cxn ang="0">
                  <a:pos x="connsiteX3" y="connsiteY3"/>
                </a:cxn>
              </a:cxnLst>
              <a:rect l="l" t="t" r="r" b="b"/>
              <a:pathLst>
                <a:path w="23003" h="22982">
                  <a:moveTo>
                    <a:pt x="0" y="0"/>
                  </a:moveTo>
                  <a:lnTo>
                    <a:pt x="0" y="22982"/>
                  </a:lnTo>
                  <a:lnTo>
                    <a:pt x="23004" y="22982"/>
                  </a:lnTo>
                  <a:cubicBezTo>
                    <a:pt x="21087" y="11491"/>
                    <a:pt x="12141" y="1915"/>
                    <a:pt x="0" y="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72" name="Graphic 4">
              <a:extLst>
                <a:ext uri="{FF2B5EF4-FFF2-40B4-BE49-F238E27FC236}">
                  <a16:creationId xmlns:a16="http://schemas.microsoft.com/office/drawing/2014/main" id="{281AF469-3431-4976-9FCB-7181095EF425}"/>
                </a:ext>
              </a:extLst>
            </p:cNvPr>
            <p:cNvSpPr/>
            <p:nvPr/>
          </p:nvSpPr>
          <p:spPr>
            <a:xfrm>
              <a:off x="10549786" y="3071496"/>
              <a:ext cx="23642" cy="23620"/>
            </a:xfrm>
            <a:custGeom>
              <a:avLst/>
              <a:gdLst>
                <a:gd name="connsiteX0" fmla="*/ 0 w 23642"/>
                <a:gd name="connsiteY0" fmla="*/ 23621 h 23620"/>
                <a:gd name="connsiteX1" fmla="*/ 23642 w 23642"/>
                <a:gd name="connsiteY1" fmla="*/ 23621 h 23620"/>
                <a:gd name="connsiteX2" fmla="*/ 23642 w 23642"/>
                <a:gd name="connsiteY2" fmla="*/ 0 h 23620"/>
                <a:gd name="connsiteX3" fmla="*/ 0 w 23642"/>
                <a:gd name="connsiteY3" fmla="*/ 23621 h 23620"/>
              </a:gdLst>
              <a:ahLst/>
              <a:cxnLst>
                <a:cxn ang="0">
                  <a:pos x="connsiteX0" y="connsiteY0"/>
                </a:cxn>
                <a:cxn ang="0">
                  <a:pos x="connsiteX1" y="connsiteY1"/>
                </a:cxn>
                <a:cxn ang="0">
                  <a:pos x="connsiteX2" y="connsiteY2"/>
                </a:cxn>
                <a:cxn ang="0">
                  <a:pos x="connsiteX3" y="connsiteY3"/>
                </a:cxn>
              </a:cxnLst>
              <a:rect l="l" t="t" r="r" b="b"/>
              <a:pathLst>
                <a:path w="23642" h="23620">
                  <a:moveTo>
                    <a:pt x="0" y="23621"/>
                  </a:moveTo>
                  <a:lnTo>
                    <a:pt x="23642" y="23621"/>
                  </a:lnTo>
                  <a:lnTo>
                    <a:pt x="23642" y="0"/>
                  </a:lnTo>
                  <a:cubicBezTo>
                    <a:pt x="12141" y="2554"/>
                    <a:pt x="2556" y="11491"/>
                    <a:pt x="0" y="23621"/>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73" name="Graphic 4">
              <a:extLst>
                <a:ext uri="{FF2B5EF4-FFF2-40B4-BE49-F238E27FC236}">
                  <a16:creationId xmlns:a16="http://schemas.microsoft.com/office/drawing/2014/main" id="{BF3B0747-9979-4D19-B70F-BCD28DF5D18E}"/>
                </a:ext>
              </a:extLst>
            </p:cNvPr>
            <p:cNvSpPr/>
            <p:nvPr/>
          </p:nvSpPr>
          <p:spPr>
            <a:xfrm>
              <a:off x="10438601" y="2977013"/>
              <a:ext cx="166777" cy="86183"/>
            </a:xfrm>
            <a:custGeom>
              <a:avLst/>
              <a:gdLst>
                <a:gd name="connsiteX0" fmla="*/ 0 w 166777"/>
                <a:gd name="connsiteY0" fmla="*/ 19152 h 86183"/>
                <a:gd name="connsiteX1" fmla="*/ 141857 w 166777"/>
                <a:gd name="connsiteY1" fmla="*/ 19152 h 86183"/>
                <a:gd name="connsiteX2" fmla="*/ 148247 w 166777"/>
                <a:gd name="connsiteY2" fmla="*/ 25536 h 86183"/>
                <a:gd name="connsiteX3" fmla="*/ 148247 w 166777"/>
                <a:gd name="connsiteY3" fmla="*/ 86184 h 86183"/>
                <a:gd name="connsiteX4" fmla="*/ 166777 w 166777"/>
                <a:gd name="connsiteY4" fmla="*/ 86184 h 86183"/>
                <a:gd name="connsiteX5" fmla="*/ 166777 w 166777"/>
                <a:gd name="connsiteY5" fmla="*/ 0 h 86183"/>
                <a:gd name="connsiteX6" fmla="*/ 0 w 166777"/>
                <a:gd name="connsiteY6" fmla="*/ 0 h 86183"/>
                <a:gd name="connsiteX7" fmla="*/ 0 w 166777"/>
                <a:gd name="connsiteY7" fmla="*/ 19152 h 86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777" h="86183">
                  <a:moveTo>
                    <a:pt x="0" y="19152"/>
                  </a:moveTo>
                  <a:lnTo>
                    <a:pt x="141857" y="19152"/>
                  </a:lnTo>
                  <a:cubicBezTo>
                    <a:pt x="145691" y="19152"/>
                    <a:pt x="148247" y="21706"/>
                    <a:pt x="148247" y="25536"/>
                  </a:cubicBezTo>
                  <a:lnTo>
                    <a:pt x="148247" y="86184"/>
                  </a:lnTo>
                  <a:lnTo>
                    <a:pt x="166777" y="86184"/>
                  </a:lnTo>
                  <a:lnTo>
                    <a:pt x="166777" y="0"/>
                  </a:lnTo>
                  <a:lnTo>
                    <a:pt x="0" y="0"/>
                  </a:lnTo>
                  <a:lnTo>
                    <a:pt x="0" y="19152"/>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74" name="Graphic 4">
              <a:extLst>
                <a:ext uri="{FF2B5EF4-FFF2-40B4-BE49-F238E27FC236}">
                  <a16:creationId xmlns:a16="http://schemas.microsoft.com/office/drawing/2014/main" id="{8E4244ED-6D3C-44CB-9682-93F0E3F46286}"/>
                </a:ext>
              </a:extLst>
            </p:cNvPr>
            <p:cNvSpPr/>
            <p:nvPr/>
          </p:nvSpPr>
          <p:spPr>
            <a:xfrm>
              <a:off x="10324860" y="2855717"/>
              <a:ext cx="361674" cy="361333"/>
            </a:xfrm>
            <a:custGeom>
              <a:avLst/>
              <a:gdLst>
                <a:gd name="connsiteX0" fmla="*/ 180835 w 361674"/>
                <a:gd name="connsiteY0" fmla="*/ 0 h 361333"/>
                <a:gd name="connsiteX1" fmla="*/ 0 w 361674"/>
                <a:gd name="connsiteY1" fmla="*/ 180667 h 361333"/>
                <a:gd name="connsiteX2" fmla="*/ 180835 w 361674"/>
                <a:gd name="connsiteY2" fmla="*/ 361333 h 361333"/>
                <a:gd name="connsiteX3" fmla="*/ 361670 w 361674"/>
                <a:gd name="connsiteY3" fmla="*/ 180667 h 361333"/>
                <a:gd name="connsiteX4" fmla="*/ 180835 w 361674"/>
                <a:gd name="connsiteY4" fmla="*/ 0 h 361333"/>
                <a:gd name="connsiteX5" fmla="*/ 293298 w 361674"/>
                <a:gd name="connsiteY5" fmla="*/ 214502 h 361333"/>
                <a:gd name="connsiteX6" fmla="*/ 286908 w 361674"/>
                <a:gd name="connsiteY6" fmla="*/ 220886 h 361333"/>
                <a:gd name="connsiteX7" fmla="*/ 261987 w 361674"/>
                <a:gd name="connsiteY7" fmla="*/ 220886 h 361333"/>
                <a:gd name="connsiteX8" fmla="*/ 261987 w 361674"/>
                <a:gd name="connsiteY8" fmla="*/ 245783 h 361333"/>
                <a:gd name="connsiteX9" fmla="*/ 255597 w 361674"/>
                <a:gd name="connsiteY9" fmla="*/ 252167 h 361333"/>
                <a:gd name="connsiteX10" fmla="*/ 76040 w 361674"/>
                <a:gd name="connsiteY10" fmla="*/ 252167 h 361333"/>
                <a:gd name="connsiteX11" fmla="*/ 69650 w 361674"/>
                <a:gd name="connsiteY11" fmla="*/ 245783 h 361333"/>
                <a:gd name="connsiteX12" fmla="*/ 69650 w 361674"/>
                <a:gd name="connsiteY12" fmla="*/ 146832 h 361333"/>
                <a:gd name="connsiteX13" fmla="*/ 76040 w 361674"/>
                <a:gd name="connsiteY13" fmla="*/ 140448 h 361333"/>
                <a:gd name="connsiteX14" fmla="*/ 100961 w 361674"/>
                <a:gd name="connsiteY14" fmla="*/ 140448 h 361333"/>
                <a:gd name="connsiteX15" fmla="*/ 100961 w 361674"/>
                <a:gd name="connsiteY15" fmla="*/ 115550 h 361333"/>
                <a:gd name="connsiteX16" fmla="*/ 107350 w 361674"/>
                <a:gd name="connsiteY16" fmla="*/ 109166 h 361333"/>
                <a:gd name="connsiteX17" fmla="*/ 286908 w 361674"/>
                <a:gd name="connsiteY17" fmla="*/ 109166 h 361333"/>
                <a:gd name="connsiteX18" fmla="*/ 293298 w 361674"/>
                <a:gd name="connsiteY18" fmla="*/ 115550 h 361333"/>
                <a:gd name="connsiteX19" fmla="*/ 293298 w 361674"/>
                <a:gd name="connsiteY19" fmla="*/ 214502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61674" h="361333">
                  <a:moveTo>
                    <a:pt x="180835" y="0"/>
                  </a:moveTo>
                  <a:cubicBezTo>
                    <a:pt x="80513" y="0"/>
                    <a:pt x="0" y="81076"/>
                    <a:pt x="0" y="180667"/>
                  </a:cubicBezTo>
                  <a:cubicBezTo>
                    <a:pt x="0" y="280895"/>
                    <a:pt x="81152" y="361333"/>
                    <a:pt x="180835" y="361333"/>
                  </a:cubicBezTo>
                  <a:cubicBezTo>
                    <a:pt x="280518" y="361333"/>
                    <a:pt x="361670" y="280257"/>
                    <a:pt x="361670" y="180667"/>
                  </a:cubicBezTo>
                  <a:cubicBezTo>
                    <a:pt x="362309" y="80438"/>
                    <a:pt x="281157" y="0"/>
                    <a:pt x="180835" y="0"/>
                  </a:cubicBezTo>
                  <a:close/>
                  <a:moveTo>
                    <a:pt x="293298" y="214502"/>
                  </a:moveTo>
                  <a:cubicBezTo>
                    <a:pt x="293298" y="218332"/>
                    <a:pt x="290742" y="220886"/>
                    <a:pt x="286908" y="220886"/>
                  </a:cubicBezTo>
                  <a:lnTo>
                    <a:pt x="261987" y="220886"/>
                  </a:lnTo>
                  <a:lnTo>
                    <a:pt x="261987" y="245783"/>
                  </a:lnTo>
                  <a:cubicBezTo>
                    <a:pt x="261987" y="249614"/>
                    <a:pt x="259431" y="252167"/>
                    <a:pt x="255597" y="252167"/>
                  </a:cubicBezTo>
                  <a:lnTo>
                    <a:pt x="76040" y="252167"/>
                  </a:lnTo>
                  <a:cubicBezTo>
                    <a:pt x="72206" y="252167"/>
                    <a:pt x="69650" y="249614"/>
                    <a:pt x="69650" y="245783"/>
                  </a:cubicBezTo>
                  <a:lnTo>
                    <a:pt x="69650" y="146832"/>
                  </a:lnTo>
                  <a:cubicBezTo>
                    <a:pt x="69650" y="143001"/>
                    <a:pt x="72206" y="140448"/>
                    <a:pt x="76040" y="140448"/>
                  </a:cubicBezTo>
                  <a:lnTo>
                    <a:pt x="100961" y="140448"/>
                  </a:lnTo>
                  <a:lnTo>
                    <a:pt x="100961" y="115550"/>
                  </a:lnTo>
                  <a:cubicBezTo>
                    <a:pt x="100961" y="111720"/>
                    <a:pt x="103517" y="109166"/>
                    <a:pt x="107350" y="109166"/>
                  </a:cubicBezTo>
                  <a:lnTo>
                    <a:pt x="286908" y="109166"/>
                  </a:lnTo>
                  <a:cubicBezTo>
                    <a:pt x="290742" y="109166"/>
                    <a:pt x="293298" y="111720"/>
                    <a:pt x="293298" y="115550"/>
                  </a:cubicBezTo>
                  <a:lnTo>
                    <a:pt x="293298" y="214502"/>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grpSp>
      <p:sp>
        <p:nvSpPr>
          <p:cNvPr id="175" name="Oval 174">
            <a:extLst>
              <a:ext uri="{FF2B5EF4-FFF2-40B4-BE49-F238E27FC236}">
                <a16:creationId xmlns:a16="http://schemas.microsoft.com/office/drawing/2014/main" id="{EF8799D4-7366-424C-9D21-E7DA3ED6C634}"/>
              </a:ext>
            </a:extLst>
          </p:cNvPr>
          <p:cNvSpPr/>
          <p:nvPr/>
        </p:nvSpPr>
        <p:spPr bwMode="gray">
          <a:xfrm>
            <a:off x="10782224" y="2726808"/>
            <a:ext cx="365760" cy="365760"/>
          </a:xfrm>
          <a:prstGeom prst="ellipse">
            <a:avLst/>
          </a:prstGeom>
          <a:solidFill>
            <a:srgbClr val="FF00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176" name="Oval 175">
            <a:extLst>
              <a:ext uri="{FF2B5EF4-FFF2-40B4-BE49-F238E27FC236}">
                <a16:creationId xmlns:a16="http://schemas.microsoft.com/office/drawing/2014/main" id="{6284047F-FBA7-4451-B085-88FF0354D718}"/>
              </a:ext>
            </a:extLst>
          </p:cNvPr>
          <p:cNvSpPr/>
          <p:nvPr/>
        </p:nvSpPr>
        <p:spPr bwMode="gray">
          <a:xfrm>
            <a:off x="10788014" y="3707187"/>
            <a:ext cx="365760" cy="365760"/>
          </a:xfrm>
          <a:prstGeom prst="ellipse">
            <a:avLst/>
          </a:prstGeom>
          <a:solidFill>
            <a:srgbClr val="FF00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grpSp>
        <p:nvGrpSpPr>
          <p:cNvPr id="177" name="Graphic 4">
            <a:extLst>
              <a:ext uri="{FF2B5EF4-FFF2-40B4-BE49-F238E27FC236}">
                <a16:creationId xmlns:a16="http://schemas.microsoft.com/office/drawing/2014/main" id="{FCCA074C-DFA7-4206-BEFF-B88A9F48FE20}"/>
              </a:ext>
            </a:extLst>
          </p:cNvPr>
          <p:cNvGrpSpPr/>
          <p:nvPr/>
        </p:nvGrpSpPr>
        <p:grpSpPr>
          <a:xfrm>
            <a:off x="4134207" y="4877129"/>
            <a:ext cx="548639" cy="521405"/>
            <a:chOff x="4045469" y="4308712"/>
            <a:chExt cx="362309" cy="361971"/>
          </a:xfrm>
          <a:solidFill>
            <a:schemeClr val="accent3"/>
          </a:solidFill>
        </p:grpSpPr>
        <p:sp>
          <p:nvSpPr>
            <p:cNvPr id="178" name="Graphic 4">
              <a:extLst>
                <a:ext uri="{FF2B5EF4-FFF2-40B4-BE49-F238E27FC236}">
                  <a16:creationId xmlns:a16="http://schemas.microsoft.com/office/drawing/2014/main" id="{FFC88B02-6CFF-4E10-A9CE-F127F8D4CA48}"/>
                </a:ext>
              </a:extLst>
            </p:cNvPr>
            <p:cNvSpPr/>
            <p:nvPr/>
          </p:nvSpPr>
          <p:spPr>
            <a:xfrm>
              <a:off x="4209690" y="4384681"/>
              <a:ext cx="34505" cy="146192"/>
            </a:xfrm>
            <a:custGeom>
              <a:avLst/>
              <a:gdLst>
                <a:gd name="connsiteX0" fmla="*/ 7668 w 34505"/>
                <a:gd name="connsiteY0" fmla="*/ 146193 h 146192"/>
                <a:gd name="connsiteX1" fmla="*/ 26838 w 34505"/>
                <a:gd name="connsiteY1" fmla="*/ 146193 h 146192"/>
                <a:gd name="connsiteX2" fmla="*/ 34506 w 34505"/>
                <a:gd name="connsiteY2" fmla="*/ 0 h 146192"/>
                <a:gd name="connsiteX3" fmla="*/ 0 w 34505"/>
                <a:gd name="connsiteY3" fmla="*/ 0 h 146192"/>
              </a:gdLst>
              <a:ahLst/>
              <a:cxnLst>
                <a:cxn ang="0">
                  <a:pos x="connsiteX0" y="connsiteY0"/>
                </a:cxn>
                <a:cxn ang="0">
                  <a:pos x="connsiteX1" y="connsiteY1"/>
                </a:cxn>
                <a:cxn ang="0">
                  <a:pos x="connsiteX2" y="connsiteY2"/>
                </a:cxn>
                <a:cxn ang="0">
                  <a:pos x="connsiteX3" y="connsiteY3"/>
                </a:cxn>
              </a:cxnLst>
              <a:rect l="l" t="t" r="r" b="b"/>
              <a:pathLst>
                <a:path w="34505" h="146192">
                  <a:moveTo>
                    <a:pt x="7668" y="146193"/>
                  </a:moveTo>
                  <a:lnTo>
                    <a:pt x="26838" y="146193"/>
                  </a:lnTo>
                  <a:lnTo>
                    <a:pt x="34506" y="0"/>
                  </a:lnTo>
                  <a:lnTo>
                    <a:pt x="0" y="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79" name="Graphic 4">
              <a:extLst>
                <a:ext uri="{FF2B5EF4-FFF2-40B4-BE49-F238E27FC236}">
                  <a16:creationId xmlns:a16="http://schemas.microsoft.com/office/drawing/2014/main" id="{61322295-9012-4B96-817C-653DC220959D}"/>
                </a:ext>
              </a:extLst>
            </p:cNvPr>
            <p:cNvSpPr/>
            <p:nvPr/>
          </p:nvSpPr>
          <p:spPr>
            <a:xfrm>
              <a:off x="4217358" y="4574924"/>
              <a:ext cx="19169" cy="19151"/>
            </a:xfrm>
            <a:custGeom>
              <a:avLst/>
              <a:gdLst>
                <a:gd name="connsiteX0" fmla="*/ 9585 w 19169"/>
                <a:gd name="connsiteY0" fmla="*/ 0 h 19151"/>
                <a:gd name="connsiteX1" fmla="*/ 0 w 19169"/>
                <a:gd name="connsiteY1" fmla="*/ 9576 h 19151"/>
                <a:gd name="connsiteX2" fmla="*/ 9585 w 19169"/>
                <a:gd name="connsiteY2" fmla="*/ 19152 h 19151"/>
                <a:gd name="connsiteX3" fmla="*/ 19170 w 19169"/>
                <a:gd name="connsiteY3" fmla="*/ 9576 h 19151"/>
                <a:gd name="connsiteX4" fmla="*/ 19170 w 19169"/>
                <a:gd name="connsiteY4" fmla="*/ 9576 h 19151"/>
                <a:gd name="connsiteX5" fmla="*/ 9585 w 19169"/>
                <a:gd name="connsiteY5" fmla="*/ 0 h 19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169" h="19151">
                  <a:moveTo>
                    <a:pt x="9585" y="0"/>
                  </a:moveTo>
                  <a:cubicBezTo>
                    <a:pt x="4473" y="0"/>
                    <a:pt x="0" y="4469"/>
                    <a:pt x="0" y="9576"/>
                  </a:cubicBezTo>
                  <a:cubicBezTo>
                    <a:pt x="0" y="14683"/>
                    <a:pt x="4473" y="19152"/>
                    <a:pt x="9585" y="19152"/>
                  </a:cubicBezTo>
                  <a:cubicBezTo>
                    <a:pt x="14697" y="19152"/>
                    <a:pt x="19170" y="14683"/>
                    <a:pt x="19170" y="9576"/>
                  </a:cubicBezTo>
                  <a:lnTo>
                    <a:pt x="19170" y="9576"/>
                  </a:lnTo>
                  <a:cubicBezTo>
                    <a:pt x="19170" y="4469"/>
                    <a:pt x="14697" y="0"/>
                    <a:pt x="9585" y="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80" name="Graphic 4">
              <a:extLst>
                <a:ext uri="{FF2B5EF4-FFF2-40B4-BE49-F238E27FC236}">
                  <a16:creationId xmlns:a16="http://schemas.microsoft.com/office/drawing/2014/main" id="{7A0B3BCA-45E3-473F-8E63-076CE45C0F19}"/>
                </a:ext>
              </a:extLst>
            </p:cNvPr>
            <p:cNvSpPr/>
            <p:nvPr/>
          </p:nvSpPr>
          <p:spPr>
            <a:xfrm>
              <a:off x="4045469" y="4308712"/>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298132 h 361971"/>
                <a:gd name="connsiteX8" fmla="*/ 159110 w 362309"/>
                <a:gd name="connsiteY8" fmla="*/ 275788 h 361971"/>
                <a:gd name="connsiteX9" fmla="*/ 181474 w 362309"/>
                <a:gd name="connsiteY9" fmla="*/ 253444 h 361971"/>
                <a:gd name="connsiteX10" fmla="*/ 203839 w 362309"/>
                <a:gd name="connsiteY10" fmla="*/ 275788 h 361971"/>
                <a:gd name="connsiteX11" fmla="*/ 203839 w 362309"/>
                <a:gd name="connsiteY11" fmla="*/ 275788 h 361971"/>
                <a:gd name="connsiteX12" fmla="*/ 181474 w 362309"/>
                <a:gd name="connsiteY12" fmla="*/ 298132 h 361971"/>
                <a:gd name="connsiteX13" fmla="*/ 181474 w 362309"/>
                <a:gd name="connsiteY13" fmla="*/ 298132 h 361971"/>
                <a:gd name="connsiteX14" fmla="*/ 203839 w 362309"/>
                <a:gd name="connsiteY14" fmla="*/ 228546 h 361971"/>
                <a:gd name="connsiteX15" fmla="*/ 197449 w 362309"/>
                <a:gd name="connsiteY15" fmla="*/ 234930 h 361971"/>
                <a:gd name="connsiteX16" fmla="*/ 165500 w 362309"/>
                <a:gd name="connsiteY16" fmla="*/ 234930 h 361971"/>
                <a:gd name="connsiteX17" fmla="*/ 159110 w 362309"/>
                <a:gd name="connsiteY17" fmla="*/ 228546 h 361971"/>
                <a:gd name="connsiteX18" fmla="*/ 151442 w 362309"/>
                <a:gd name="connsiteY18" fmla="*/ 69586 h 361971"/>
                <a:gd name="connsiteX19" fmla="*/ 153358 w 362309"/>
                <a:gd name="connsiteY19" fmla="*/ 65117 h 361971"/>
                <a:gd name="connsiteX20" fmla="*/ 157832 w 362309"/>
                <a:gd name="connsiteY20" fmla="*/ 63202 h 361971"/>
                <a:gd name="connsiteX21" fmla="*/ 205756 w 362309"/>
                <a:gd name="connsiteY21" fmla="*/ 63202 h 361971"/>
                <a:gd name="connsiteX22" fmla="*/ 210229 w 362309"/>
                <a:gd name="connsiteY22" fmla="*/ 65117 h 361971"/>
                <a:gd name="connsiteX23" fmla="*/ 212146 w 362309"/>
                <a:gd name="connsiteY23" fmla="*/ 69586 h 361971"/>
                <a:gd name="connsiteX24" fmla="*/ 203839 w 362309"/>
                <a:gd name="connsiteY24" fmla="*/ 228546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62309" h="361971">
                  <a:moveTo>
                    <a:pt x="181474" y="0"/>
                  </a:moveTo>
                  <a:cubicBezTo>
                    <a:pt x="81152" y="0"/>
                    <a:pt x="0" y="81077"/>
                    <a:pt x="0" y="180667"/>
                  </a:cubicBezTo>
                  <a:cubicBezTo>
                    <a:pt x="0" y="280257"/>
                    <a:pt x="81152" y="361972"/>
                    <a:pt x="180836" y="361972"/>
                  </a:cubicBezTo>
                  <a:cubicBezTo>
                    <a:pt x="280518" y="361972"/>
                    <a:pt x="362310" y="280895"/>
                    <a:pt x="362310" y="181305"/>
                  </a:cubicBezTo>
                  <a:cubicBezTo>
                    <a:pt x="362310" y="181305"/>
                    <a:pt x="362310" y="181305"/>
                    <a:pt x="362310" y="181305"/>
                  </a:cubicBezTo>
                  <a:cubicBezTo>
                    <a:pt x="362310" y="81077"/>
                    <a:pt x="281796" y="0"/>
                    <a:pt x="181474" y="0"/>
                  </a:cubicBezTo>
                  <a:cubicBezTo>
                    <a:pt x="181474" y="0"/>
                    <a:pt x="181474" y="0"/>
                    <a:pt x="181474" y="0"/>
                  </a:cubicBezTo>
                  <a:close/>
                  <a:moveTo>
                    <a:pt x="181474" y="298132"/>
                  </a:moveTo>
                  <a:cubicBezTo>
                    <a:pt x="169333" y="298132"/>
                    <a:pt x="159110" y="287918"/>
                    <a:pt x="159110" y="275788"/>
                  </a:cubicBezTo>
                  <a:cubicBezTo>
                    <a:pt x="159110" y="263658"/>
                    <a:pt x="169333" y="253444"/>
                    <a:pt x="181474" y="253444"/>
                  </a:cubicBezTo>
                  <a:cubicBezTo>
                    <a:pt x="193615" y="253444"/>
                    <a:pt x="203839" y="263658"/>
                    <a:pt x="203839" y="275788"/>
                  </a:cubicBezTo>
                  <a:cubicBezTo>
                    <a:pt x="203839" y="275788"/>
                    <a:pt x="203839" y="275788"/>
                    <a:pt x="203839" y="275788"/>
                  </a:cubicBezTo>
                  <a:cubicBezTo>
                    <a:pt x="203839" y="288556"/>
                    <a:pt x="193615" y="298132"/>
                    <a:pt x="181474" y="298132"/>
                  </a:cubicBezTo>
                  <a:lnTo>
                    <a:pt x="181474" y="298132"/>
                  </a:lnTo>
                  <a:close/>
                  <a:moveTo>
                    <a:pt x="203839" y="228546"/>
                  </a:moveTo>
                  <a:cubicBezTo>
                    <a:pt x="203839" y="232377"/>
                    <a:pt x="201283" y="234930"/>
                    <a:pt x="197449" y="234930"/>
                  </a:cubicBezTo>
                  <a:lnTo>
                    <a:pt x="165500" y="234930"/>
                  </a:lnTo>
                  <a:cubicBezTo>
                    <a:pt x="161666" y="234930"/>
                    <a:pt x="159110" y="232377"/>
                    <a:pt x="159110" y="228546"/>
                  </a:cubicBezTo>
                  <a:lnTo>
                    <a:pt x="151442" y="69586"/>
                  </a:lnTo>
                  <a:cubicBezTo>
                    <a:pt x="151442" y="67670"/>
                    <a:pt x="152081" y="66394"/>
                    <a:pt x="153358" y="65117"/>
                  </a:cubicBezTo>
                  <a:cubicBezTo>
                    <a:pt x="154637" y="63840"/>
                    <a:pt x="155915" y="63202"/>
                    <a:pt x="157832" y="63202"/>
                  </a:cubicBezTo>
                  <a:lnTo>
                    <a:pt x="205756" y="63202"/>
                  </a:lnTo>
                  <a:cubicBezTo>
                    <a:pt x="207673" y="63202"/>
                    <a:pt x="208951" y="63840"/>
                    <a:pt x="210229" y="65117"/>
                  </a:cubicBezTo>
                  <a:cubicBezTo>
                    <a:pt x="211507" y="66394"/>
                    <a:pt x="212146" y="68309"/>
                    <a:pt x="212146" y="69586"/>
                  </a:cubicBezTo>
                  <a:lnTo>
                    <a:pt x="203839" y="228546"/>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sp>
        <p:nvSpPr>
          <p:cNvPr id="77" name="TextBox 76">
            <a:extLst>
              <a:ext uri="{FF2B5EF4-FFF2-40B4-BE49-F238E27FC236}">
                <a16:creationId xmlns:a16="http://schemas.microsoft.com/office/drawing/2014/main" id="{9FE97D64-CE7F-439D-8934-1DF0CC91883A}"/>
              </a:ext>
            </a:extLst>
          </p:cNvPr>
          <p:cNvSpPr txBox="1"/>
          <p:nvPr/>
        </p:nvSpPr>
        <p:spPr>
          <a:xfrm>
            <a:off x="4971022" y="2654472"/>
            <a:ext cx="4908277" cy="1508105"/>
          </a:xfrm>
          <a:prstGeom prst="rect">
            <a:avLst/>
          </a:prstGeom>
          <a:noFill/>
        </p:spPr>
        <p:txBody>
          <a:bodyPr wrap="square" lIns="0" tIns="0" rIns="0" bIns="0" rtlCol="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12169"/>
                </a:solidFill>
                <a:effectLst/>
                <a:uLnTx/>
                <a:uFillTx/>
                <a:latin typeface="Verdana"/>
                <a:ea typeface="+mn-ea"/>
                <a:cs typeface="+mn-cs"/>
              </a:rPr>
              <a:t>Challenges in Load Balancing due to RPO Obligation: </a:t>
            </a:r>
            <a:r>
              <a:rPr kumimoji="0" lang="en-US" sz="1400" b="0" i="0" u="none" strike="noStrike" kern="1200" cap="none" spc="0" normalizeH="0" baseline="0" noProof="0" dirty="0">
                <a:ln>
                  <a:noFill/>
                </a:ln>
                <a:solidFill>
                  <a:prstClr val="black"/>
                </a:solidFill>
                <a:effectLst/>
                <a:uLnTx/>
                <a:uFillTx/>
                <a:latin typeface="Verdana"/>
                <a:ea typeface="+mn-ea"/>
                <a:cs typeface="+mn-cs"/>
              </a:rPr>
              <a:t>The enhanced scale of RPO Obligation scheme being mandated on a national basis will lead to significant real time operation management challenges for the grid in terms of load balancing, power management</a:t>
            </a:r>
            <a:r>
              <a:rPr lang="en-US" sz="1400" dirty="0">
                <a:solidFill>
                  <a:prstClr val="black"/>
                </a:solidFill>
                <a:latin typeface="Verdana"/>
              </a:rPr>
              <a:t> etc.</a:t>
            </a:r>
            <a:endParaRPr kumimoji="0" lang="en-US" sz="1400" b="0" i="0" u="none" strike="noStrike" kern="1200" cap="none" spc="0" normalizeH="0" baseline="0" noProof="0" dirty="0">
              <a:ln>
                <a:noFill/>
              </a:ln>
              <a:solidFill>
                <a:prstClr val="black"/>
              </a:solidFill>
              <a:effectLst/>
              <a:uLnTx/>
              <a:uFillTx/>
              <a:latin typeface="Verdana"/>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12169"/>
              </a:solidFill>
              <a:effectLst/>
              <a:uLnTx/>
              <a:uFillTx/>
              <a:latin typeface="Verdana"/>
              <a:ea typeface="+mn-ea"/>
              <a:cs typeface="+mn-cs"/>
            </a:endParaRPr>
          </a:p>
        </p:txBody>
      </p:sp>
      <p:sp>
        <p:nvSpPr>
          <p:cNvPr id="78" name="TextBox 77">
            <a:extLst>
              <a:ext uri="{FF2B5EF4-FFF2-40B4-BE49-F238E27FC236}">
                <a16:creationId xmlns:a16="http://schemas.microsoft.com/office/drawing/2014/main" id="{84B13536-5A19-44BB-92BB-5494438A2CE8}"/>
              </a:ext>
            </a:extLst>
          </p:cNvPr>
          <p:cNvSpPr txBox="1"/>
          <p:nvPr/>
        </p:nvSpPr>
        <p:spPr>
          <a:xfrm>
            <a:off x="4957881" y="4964228"/>
            <a:ext cx="4908277" cy="646331"/>
          </a:xfrm>
          <a:prstGeom prst="rect">
            <a:avLst/>
          </a:prstGeom>
          <a:noFill/>
        </p:spPr>
        <p:txBody>
          <a:bodyPr wrap="square" lIns="0" tIns="0" rIns="0" bIns="0" rtlCol="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62B5E5"/>
                </a:solidFill>
                <a:effectLst/>
                <a:uLnTx/>
                <a:uFillTx/>
                <a:latin typeface="Verdana"/>
                <a:ea typeface="+mn-ea"/>
                <a:cs typeface="+mn-cs"/>
              </a:rPr>
              <a:t>Challenges in ROW: </a:t>
            </a:r>
            <a:r>
              <a:rPr kumimoji="0" lang="en-US" sz="1400" b="0" i="0" u="none" strike="noStrike" kern="1200" cap="none" spc="0" normalizeH="0" baseline="0" noProof="0" dirty="0">
                <a:ln>
                  <a:noFill/>
                </a:ln>
                <a:solidFill>
                  <a:prstClr val="black"/>
                </a:solidFill>
                <a:effectLst/>
                <a:uLnTx/>
                <a:uFillTx/>
                <a:latin typeface="Verdana"/>
                <a:ea typeface="+mn-ea"/>
                <a:cs typeface="+mn-cs"/>
              </a:rPr>
              <a:t>Right of Way remains a threat for WBSETCL since it has still affected few ongoing projects. </a:t>
            </a:r>
          </a:p>
        </p:txBody>
      </p:sp>
      <p:sp>
        <p:nvSpPr>
          <p:cNvPr id="68" name="TextBox 67">
            <a:extLst>
              <a:ext uri="{FF2B5EF4-FFF2-40B4-BE49-F238E27FC236}">
                <a16:creationId xmlns:a16="http://schemas.microsoft.com/office/drawing/2014/main" id="{72E17F5E-5E59-4E28-950F-EE3836DB0068}"/>
              </a:ext>
            </a:extLst>
          </p:cNvPr>
          <p:cNvSpPr txBox="1"/>
          <p:nvPr/>
        </p:nvSpPr>
        <p:spPr>
          <a:xfrm>
            <a:off x="4971023" y="1561878"/>
            <a:ext cx="4908277" cy="861774"/>
          </a:xfrm>
          <a:prstGeom prst="rect">
            <a:avLst/>
          </a:prstGeom>
          <a:noFill/>
        </p:spPr>
        <p:txBody>
          <a:bodyPr wrap="square" lIns="0" tIns="0" rIns="0" bIns="0" rtlCol="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97A9"/>
                </a:solidFill>
                <a:effectLst/>
                <a:uLnTx/>
                <a:uFillTx/>
                <a:latin typeface="Verdana"/>
                <a:ea typeface="+mn-ea"/>
                <a:cs typeface="+mn-cs"/>
              </a:rPr>
              <a:t>Challenges in Network Management: </a:t>
            </a:r>
            <a:r>
              <a:rPr kumimoji="0" lang="en-US" sz="1400" b="0" i="0" u="none" strike="noStrike" kern="1200" cap="none" spc="0" normalizeH="0" baseline="0" noProof="0" dirty="0">
                <a:ln>
                  <a:noFill/>
                </a:ln>
                <a:solidFill>
                  <a:prstClr val="black"/>
                </a:solidFill>
                <a:effectLst/>
                <a:uLnTx/>
                <a:uFillTx/>
                <a:latin typeface="Verdana"/>
                <a:ea typeface="+mn-ea"/>
                <a:cs typeface="+mn-cs"/>
              </a:rPr>
              <a:t>Future market operation models such as MBED, SCED, RTM, GTAM, ancillary services will pose challenges in network management and operation.</a:t>
            </a:r>
          </a:p>
        </p:txBody>
      </p:sp>
      <p:grpSp>
        <p:nvGrpSpPr>
          <p:cNvPr id="70" name="Graphic 4">
            <a:extLst>
              <a:ext uri="{FF2B5EF4-FFF2-40B4-BE49-F238E27FC236}">
                <a16:creationId xmlns:a16="http://schemas.microsoft.com/office/drawing/2014/main" id="{772BDB83-7BC3-47E7-95B1-BFA60527ACBE}"/>
              </a:ext>
            </a:extLst>
          </p:cNvPr>
          <p:cNvGrpSpPr/>
          <p:nvPr/>
        </p:nvGrpSpPr>
        <p:grpSpPr>
          <a:xfrm>
            <a:off x="4103298" y="1720047"/>
            <a:ext cx="548641" cy="548640"/>
            <a:chOff x="905454" y="2855717"/>
            <a:chExt cx="361674" cy="361333"/>
          </a:xfrm>
          <a:solidFill>
            <a:schemeClr val="accent5"/>
          </a:solidFill>
        </p:grpSpPr>
        <p:sp>
          <p:nvSpPr>
            <p:cNvPr id="71" name="Graphic 4">
              <a:extLst>
                <a:ext uri="{FF2B5EF4-FFF2-40B4-BE49-F238E27FC236}">
                  <a16:creationId xmlns:a16="http://schemas.microsoft.com/office/drawing/2014/main" id="{5645BF33-8BF3-485C-8EF4-35E5840FA93A}"/>
                </a:ext>
              </a:extLst>
            </p:cNvPr>
            <p:cNvSpPr/>
            <p:nvPr/>
          </p:nvSpPr>
          <p:spPr>
            <a:xfrm>
              <a:off x="1149549" y="2979567"/>
              <a:ext cx="35783" cy="35750"/>
            </a:xfrm>
            <a:custGeom>
              <a:avLst/>
              <a:gdLst>
                <a:gd name="connsiteX0" fmla="*/ 35784 w 35783"/>
                <a:gd name="connsiteY0" fmla="*/ 17875 h 35750"/>
                <a:gd name="connsiteX1" fmla="*/ 17892 w 35783"/>
                <a:gd name="connsiteY1" fmla="*/ 35750 h 35750"/>
                <a:gd name="connsiteX2" fmla="*/ 0 w 35783"/>
                <a:gd name="connsiteY2" fmla="*/ 17875 h 35750"/>
                <a:gd name="connsiteX3" fmla="*/ 17892 w 35783"/>
                <a:gd name="connsiteY3" fmla="*/ 0 h 35750"/>
                <a:gd name="connsiteX4" fmla="*/ 35784 w 35783"/>
                <a:gd name="connsiteY4" fmla="*/ 17875 h 3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83" h="35750">
                  <a:moveTo>
                    <a:pt x="35784" y="17875"/>
                  </a:moveTo>
                  <a:cubicBezTo>
                    <a:pt x="35784" y="27747"/>
                    <a:pt x="27773" y="35750"/>
                    <a:pt x="17892" y="35750"/>
                  </a:cubicBezTo>
                  <a:cubicBezTo>
                    <a:pt x="8010" y="35750"/>
                    <a:pt x="0" y="27747"/>
                    <a:pt x="0" y="17875"/>
                  </a:cubicBezTo>
                  <a:cubicBezTo>
                    <a:pt x="0" y="8003"/>
                    <a:pt x="8010" y="0"/>
                    <a:pt x="17892" y="0"/>
                  </a:cubicBezTo>
                  <a:cubicBezTo>
                    <a:pt x="27773" y="0"/>
                    <a:pt x="35784" y="8003"/>
                    <a:pt x="35784" y="1787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72" name="Graphic 4">
              <a:extLst>
                <a:ext uri="{FF2B5EF4-FFF2-40B4-BE49-F238E27FC236}">
                  <a16:creationId xmlns:a16="http://schemas.microsoft.com/office/drawing/2014/main" id="{CB51C7E3-8A06-4E91-B09C-9920BB93FE90}"/>
                </a:ext>
              </a:extLst>
            </p:cNvPr>
            <p:cNvSpPr/>
            <p:nvPr/>
          </p:nvSpPr>
          <p:spPr>
            <a:xfrm>
              <a:off x="991079" y="2979567"/>
              <a:ext cx="35783" cy="35750"/>
            </a:xfrm>
            <a:custGeom>
              <a:avLst/>
              <a:gdLst>
                <a:gd name="connsiteX0" fmla="*/ 35784 w 35783"/>
                <a:gd name="connsiteY0" fmla="*/ 17875 h 35750"/>
                <a:gd name="connsiteX1" fmla="*/ 17892 w 35783"/>
                <a:gd name="connsiteY1" fmla="*/ 35750 h 35750"/>
                <a:gd name="connsiteX2" fmla="*/ 0 w 35783"/>
                <a:gd name="connsiteY2" fmla="*/ 17875 h 35750"/>
                <a:gd name="connsiteX3" fmla="*/ 17892 w 35783"/>
                <a:gd name="connsiteY3" fmla="*/ 0 h 35750"/>
                <a:gd name="connsiteX4" fmla="*/ 35784 w 35783"/>
                <a:gd name="connsiteY4" fmla="*/ 17875 h 3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83" h="35750">
                  <a:moveTo>
                    <a:pt x="35784" y="17875"/>
                  </a:moveTo>
                  <a:cubicBezTo>
                    <a:pt x="35784" y="27747"/>
                    <a:pt x="27773" y="35750"/>
                    <a:pt x="17892" y="35750"/>
                  </a:cubicBezTo>
                  <a:cubicBezTo>
                    <a:pt x="8010" y="35750"/>
                    <a:pt x="0" y="27747"/>
                    <a:pt x="0" y="17875"/>
                  </a:cubicBezTo>
                  <a:cubicBezTo>
                    <a:pt x="0" y="8003"/>
                    <a:pt x="8010" y="0"/>
                    <a:pt x="17892" y="0"/>
                  </a:cubicBezTo>
                  <a:cubicBezTo>
                    <a:pt x="27773" y="0"/>
                    <a:pt x="35784" y="8003"/>
                    <a:pt x="35784" y="1787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73" name="Graphic 4">
              <a:extLst>
                <a:ext uri="{FF2B5EF4-FFF2-40B4-BE49-F238E27FC236}">
                  <a16:creationId xmlns:a16="http://schemas.microsoft.com/office/drawing/2014/main" id="{28682A1A-F668-4DD9-A472-B9266BE632EE}"/>
                </a:ext>
              </a:extLst>
            </p:cNvPr>
            <p:cNvSpPr/>
            <p:nvPr/>
          </p:nvSpPr>
          <p:spPr>
            <a:xfrm>
              <a:off x="905454" y="2855717"/>
              <a:ext cx="361674" cy="361333"/>
            </a:xfrm>
            <a:custGeom>
              <a:avLst/>
              <a:gdLst>
                <a:gd name="connsiteX0" fmla="*/ 180835 w 361674"/>
                <a:gd name="connsiteY0" fmla="*/ 0 h 361333"/>
                <a:gd name="connsiteX1" fmla="*/ 0 w 361674"/>
                <a:gd name="connsiteY1" fmla="*/ 180667 h 361333"/>
                <a:gd name="connsiteX2" fmla="*/ 180835 w 361674"/>
                <a:gd name="connsiteY2" fmla="*/ 361333 h 361333"/>
                <a:gd name="connsiteX3" fmla="*/ 361670 w 361674"/>
                <a:gd name="connsiteY3" fmla="*/ 180667 h 361333"/>
                <a:gd name="connsiteX4" fmla="*/ 180835 w 361674"/>
                <a:gd name="connsiteY4" fmla="*/ 0 h 361333"/>
                <a:gd name="connsiteX5" fmla="*/ 261987 w 361674"/>
                <a:gd name="connsiteY5" fmla="*/ 111081 h 361333"/>
                <a:gd name="connsiteX6" fmla="*/ 292659 w 361674"/>
                <a:gd name="connsiteY6" fmla="*/ 141724 h 361333"/>
                <a:gd name="connsiteX7" fmla="*/ 261987 w 361674"/>
                <a:gd name="connsiteY7" fmla="*/ 172368 h 361333"/>
                <a:gd name="connsiteX8" fmla="*/ 231316 w 361674"/>
                <a:gd name="connsiteY8" fmla="*/ 141724 h 361333"/>
                <a:gd name="connsiteX9" fmla="*/ 261987 w 361674"/>
                <a:gd name="connsiteY9" fmla="*/ 111081 h 361333"/>
                <a:gd name="connsiteX10" fmla="*/ 182752 w 361674"/>
                <a:gd name="connsiteY10" fmla="*/ 95760 h 361333"/>
                <a:gd name="connsiteX11" fmla="*/ 223648 w 361674"/>
                <a:gd name="connsiteY11" fmla="*/ 136617 h 361333"/>
                <a:gd name="connsiteX12" fmla="*/ 182752 w 361674"/>
                <a:gd name="connsiteY12" fmla="*/ 177475 h 361333"/>
                <a:gd name="connsiteX13" fmla="*/ 141857 w 361674"/>
                <a:gd name="connsiteY13" fmla="*/ 136617 h 361333"/>
                <a:gd name="connsiteX14" fmla="*/ 182752 w 361674"/>
                <a:gd name="connsiteY14" fmla="*/ 95760 h 361333"/>
                <a:gd name="connsiteX15" fmla="*/ 103517 w 361674"/>
                <a:gd name="connsiteY15" fmla="*/ 111081 h 361333"/>
                <a:gd name="connsiteX16" fmla="*/ 134189 w 361674"/>
                <a:gd name="connsiteY16" fmla="*/ 141724 h 361333"/>
                <a:gd name="connsiteX17" fmla="*/ 103517 w 361674"/>
                <a:gd name="connsiteY17" fmla="*/ 172368 h 361333"/>
                <a:gd name="connsiteX18" fmla="*/ 72845 w 361674"/>
                <a:gd name="connsiteY18" fmla="*/ 141724 h 361333"/>
                <a:gd name="connsiteX19" fmla="*/ 103517 w 361674"/>
                <a:gd name="connsiteY19" fmla="*/ 111081 h 361333"/>
                <a:gd name="connsiteX20" fmla="*/ 93293 w 361674"/>
                <a:gd name="connsiteY20" fmla="*/ 246422 h 361333"/>
                <a:gd name="connsiteX21" fmla="*/ 48564 w 361674"/>
                <a:gd name="connsiteY21" fmla="*/ 246422 h 361333"/>
                <a:gd name="connsiteX22" fmla="*/ 42174 w 361674"/>
                <a:gd name="connsiteY22" fmla="*/ 240038 h 361333"/>
                <a:gd name="connsiteX23" fmla="*/ 42174 w 361674"/>
                <a:gd name="connsiteY23" fmla="*/ 231100 h 361333"/>
                <a:gd name="connsiteX24" fmla="*/ 87542 w 361674"/>
                <a:gd name="connsiteY24" fmla="*/ 182582 h 361333"/>
                <a:gd name="connsiteX25" fmla="*/ 111824 w 361674"/>
                <a:gd name="connsiteY25" fmla="*/ 182582 h 361333"/>
                <a:gd name="connsiteX26" fmla="*/ 118214 w 361674"/>
                <a:gd name="connsiteY26" fmla="*/ 188966 h 361333"/>
                <a:gd name="connsiteX27" fmla="*/ 111824 w 361674"/>
                <a:gd name="connsiteY27" fmla="*/ 195350 h 361333"/>
                <a:gd name="connsiteX28" fmla="*/ 87542 w 361674"/>
                <a:gd name="connsiteY28" fmla="*/ 195350 h 361333"/>
                <a:gd name="connsiteX29" fmla="*/ 54954 w 361674"/>
                <a:gd name="connsiteY29" fmla="*/ 231100 h 361333"/>
                <a:gd name="connsiteX30" fmla="*/ 54954 w 361674"/>
                <a:gd name="connsiteY30" fmla="*/ 233654 h 361333"/>
                <a:gd name="connsiteX31" fmla="*/ 93293 w 361674"/>
                <a:gd name="connsiteY31" fmla="*/ 233654 h 361333"/>
                <a:gd name="connsiteX32" fmla="*/ 99683 w 361674"/>
                <a:gd name="connsiteY32" fmla="*/ 240038 h 361333"/>
                <a:gd name="connsiteX33" fmla="*/ 93293 w 361674"/>
                <a:gd name="connsiteY33" fmla="*/ 246422 h 361333"/>
                <a:gd name="connsiteX34" fmla="*/ 254320 w 361674"/>
                <a:gd name="connsiteY34" fmla="*/ 251529 h 361333"/>
                <a:gd name="connsiteX35" fmla="*/ 247930 w 361674"/>
                <a:gd name="connsiteY35" fmla="*/ 257913 h 361333"/>
                <a:gd name="connsiteX36" fmla="*/ 118214 w 361674"/>
                <a:gd name="connsiteY36" fmla="*/ 257913 h 361333"/>
                <a:gd name="connsiteX37" fmla="*/ 111824 w 361674"/>
                <a:gd name="connsiteY37" fmla="*/ 251529 h 361333"/>
                <a:gd name="connsiteX38" fmla="*/ 111824 w 361674"/>
                <a:gd name="connsiteY38" fmla="*/ 240676 h 361333"/>
                <a:gd name="connsiteX39" fmla="*/ 164860 w 361674"/>
                <a:gd name="connsiteY39" fmla="*/ 183859 h 361333"/>
                <a:gd name="connsiteX40" fmla="*/ 200644 w 361674"/>
                <a:gd name="connsiteY40" fmla="*/ 183859 h 361333"/>
                <a:gd name="connsiteX41" fmla="*/ 253680 w 361674"/>
                <a:gd name="connsiteY41" fmla="*/ 240676 h 361333"/>
                <a:gd name="connsiteX42" fmla="*/ 253680 w 361674"/>
                <a:gd name="connsiteY42" fmla="*/ 251529 h 361333"/>
                <a:gd name="connsiteX43" fmla="*/ 313746 w 361674"/>
                <a:gd name="connsiteY43" fmla="*/ 246422 h 361333"/>
                <a:gd name="connsiteX44" fmla="*/ 269016 w 361674"/>
                <a:gd name="connsiteY44" fmla="*/ 246422 h 361333"/>
                <a:gd name="connsiteX45" fmla="*/ 262626 w 361674"/>
                <a:gd name="connsiteY45" fmla="*/ 240038 h 361333"/>
                <a:gd name="connsiteX46" fmla="*/ 269016 w 361674"/>
                <a:gd name="connsiteY46" fmla="*/ 233654 h 361333"/>
                <a:gd name="connsiteX47" fmla="*/ 307356 w 361674"/>
                <a:gd name="connsiteY47" fmla="*/ 233654 h 361333"/>
                <a:gd name="connsiteX48" fmla="*/ 307356 w 361674"/>
                <a:gd name="connsiteY48" fmla="*/ 231100 h 361333"/>
                <a:gd name="connsiteX49" fmla="*/ 274767 w 361674"/>
                <a:gd name="connsiteY49" fmla="*/ 195350 h 361333"/>
                <a:gd name="connsiteX50" fmla="*/ 250486 w 361674"/>
                <a:gd name="connsiteY50" fmla="*/ 195350 h 361333"/>
                <a:gd name="connsiteX51" fmla="*/ 244096 w 361674"/>
                <a:gd name="connsiteY51" fmla="*/ 188966 h 361333"/>
                <a:gd name="connsiteX52" fmla="*/ 250486 w 361674"/>
                <a:gd name="connsiteY52" fmla="*/ 182582 h 361333"/>
                <a:gd name="connsiteX53" fmla="*/ 274767 w 361674"/>
                <a:gd name="connsiteY53" fmla="*/ 182582 h 361333"/>
                <a:gd name="connsiteX54" fmla="*/ 320136 w 361674"/>
                <a:gd name="connsiteY54" fmla="*/ 231100 h 361333"/>
                <a:gd name="connsiteX55" fmla="*/ 320136 w 361674"/>
                <a:gd name="connsiteY55" fmla="*/ 240038 h 361333"/>
                <a:gd name="connsiteX56" fmla="*/ 313746 w 361674"/>
                <a:gd name="connsiteY56" fmla="*/ 246422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61674" h="361333">
                  <a:moveTo>
                    <a:pt x="180835" y="0"/>
                  </a:moveTo>
                  <a:cubicBezTo>
                    <a:pt x="80513" y="0"/>
                    <a:pt x="0" y="81076"/>
                    <a:pt x="0" y="180667"/>
                  </a:cubicBezTo>
                  <a:cubicBezTo>
                    <a:pt x="0" y="280895"/>
                    <a:pt x="81152" y="361333"/>
                    <a:pt x="180835" y="361333"/>
                  </a:cubicBezTo>
                  <a:cubicBezTo>
                    <a:pt x="281157" y="361333"/>
                    <a:pt x="361670" y="280257"/>
                    <a:pt x="361670" y="180667"/>
                  </a:cubicBezTo>
                  <a:cubicBezTo>
                    <a:pt x="362309" y="80438"/>
                    <a:pt x="281157" y="0"/>
                    <a:pt x="180835" y="0"/>
                  </a:cubicBezTo>
                  <a:close/>
                  <a:moveTo>
                    <a:pt x="261987" y="111081"/>
                  </a:moveTo>
                  <a:cubicBezTo>
                    <a:pt x="279240" y="111081"/>
                    <a:pt x="292659" y="125126"/>
                    <a:pt x="292659" y="141724"/>
                  </a:cubicBezTo>
                  <a:cubicBezTo>
                    <a:pt x="292659" y="158323"/>
                    <a:pt x="278601" y="172368"/>
                    <a:pt x="261987" y="172368"/>
                  </a:cubicBezTo>
                  <a:cubicBezTo>
                    <a:pt x="245374" y="172368"/>
                    <a:pt x="231316" y="158323"/>
                    <a:pt x="231316" y="141724"/>
                  </a:cubicBezTo>
                  <a:cubicBezTo>
                    <a:pt x="231316" y="125126"/>
                    <a:pt x="244735" y="111081"/>
                    <a:pt x="261987" y="111081"/>
                  </a:cubicBezTo>
                  <a:close/>
                  <a:moveTo>
                    <a:pt x="182752" y="95760"/>
                  </a:moveTo>
                  <a:cubicBezTo>
                    <a:pt x="205117" y="95760"/>
                    <a:pt x="223648" y="114273"/>
                    <a:pt x="223648" y="136617"/>
                  </a:cubicBezTo>
                  <a:cubicBezTo>
                    <a:pt x="223648" y="158961"/>
                    <a:pt x="205117" y="177475"/>
                    <a:pt x="182752" y="177475"/>
                  </a:cubicBezTo>
                  <a:cubicBezTo>
                    <a:pt x="160387" y="177475"/>
                    <a:pt x="141857" y="158961"/>
                    <a:pt x="141857" y="136617"/>
                  </a:cubicBezTo>
                  <a:cubicBezTo>
                    <a:pt x="141857" y="114273"/>
                    <a:pt x="160387" y="95760"/>
                    <a:pt x="182752" y="95760"/>
                  </a:cubicBezTo>
                  <a:close/>
                  <a:moveTo>
                    <a:pt x="103517" y="111081"/>
                  </a:moveTo>
                  <a:cubicBezTo>
                    <a:pt x="120770" y="111081"/>
                    <a:pt x="134189" y="125126"/>
                    <a:pt x="134189" y="141724"/>
                  </a:cubicBezTo>
                  <a:cubicBezTo>
                    <a:pt x="134189" y="158323"/>
                    <a:pt x="120131" y="172368"/>
                    <a:pt x="103517" y="172368"/>
                  </a:cubicBezTo>
                  <a:cubicBezTo>
                    <a:pt x="86903" y="172368"/>
                    <a:pt x="72845" y="158323"/>
                    <a:pt x="72845" y="141724"/>
                  </a:cubicBezTo>
                  <a:cubicBezTo>
                    <a:pt x="72845" y="125126"/>
                    <a:pt x="86264" y="111081"/>
                    <a:pt x="103517" y="111081"/>
                  </a:cubicBezTo>
                  <a:close/>
                  <a:moveTo>
                    <a:pt x="93293" y="246422"/>
                  </a:moveTo>
                  <a:lnTo>
                    <a:pt x="48564" y="246422"/>
                  </a:lnTo>
                  <a:cubicBezTo>
                    <a:pt x="44730" y="246422"/>
                    <a:pt x="42174" y="243868"/>
                    <a:pt x="42174" y="240038"/>
                  </a:cubicBezTo>
                  <a:lnTo>
                    <a:pt x="42174" y="231100"/>
                  </a:lnTo>
                  <a:cubicBezTo>
                    <a:pt x="42174" y="204287"/>
                    <a:pt x="62621" y="182582"/>
                    <a:pt x="87542" y="182582"/>
                  </a:cubicBezTo>
                  <a:lnTo>
                    <a:pt x="111824" y="182582"/>
                  </a:lnTo>
                  <a:cubicBezTo>
                    <a:pt x="115658" y="182582"/>
                    <a:pt x="118214" y="185135"/>
                    <a:pt x="118214" y="188966"/>
                  </a:cubicBezTo>
                  <a:cubicBezTo>
                    <a:pt x="118214" y="192796"/>
                    <a:pt x="115658" y="195350"/>
                    <a:pt x="111824" y="195350"/>
                  </a:cubicBezTo>
                  <a:lnTo>
                    <a:pt x="87542" y="195350"/>
                  </a:lnTo>
                  <a:cubicBezTo>
                    <a:pt x="69650" y="195350"/>
                    <a:pt x="54954" y="211310"/>
                    <a:pt x="54954" y="231100"/>
                  </a:cubicBezTo>
                  <a:lnTo>
                    <a:pt x="54954" y="233654"/>
                  </a:lnTo>
                  <a:lnTo>
                    <a:pt x="93293" y="233654"/>
                  </a:lnTo>
                  <a:cubicBezTo>
                    <a:pt x="97127" y="233654"/>
                    <a:pt x="99683" y="236207"/>
                    <a:pt x="99683" y="240038"/>
                  </a:cubicBezTo>
                  <a:cubicBezTo>
                    <a:pt x="99683" y="243868"/>
                    <a:pt x="97127" y="246422"/>
                    <a:pt x="93293" y="246422"/>
                  </a:cubicBezTo>
                  <a:close/>
                  <a:moveTo>
                    <a:pt x="254320" y="251529"/>
                  </a:moveTo>
                  <a:cubicBezTo>
                    <a:pt x="254320" y="255359"/>
                    <a:pt x="251764" y="257913"/>
                    <a:pt x="247930" y="257913"/>
                  </a:cubicBezTo>
                  <a:lnTo>
                    <a:pt x="118214" y="257913"/>
                  </a:lnTo>
                  <a:cubicBezTo>
                    <a:pt x="114380" y="257913"/>
                    <a:pt x="111824" y="255359"/>
                    <a:pt x="111824" y="251529"/>
                  </a:cubicBezTo>
                  <a:lnTo>
                    <a:pt x="111824" y="240676"/>
                  </a:lnTo>
                  <a:cubicBezTo>
                    <a:pt x="111824" y="209395"/>
                    <a:pt x="135467" y="183859"/>
                    <a:pt x="164860" y="183859"/>
                  </a:cubicBezTo>
                  <a:lnTo>
                    <a:pt x="200644" y="183859"/>
                  </a:lnTo>
                  <a:cubicBezTo>
                    <a:pt x="230038" y="183859"/>
                    <a:pt x="253680" y="209395"/>
                    <a:pt x="253680" y="240676"/>
                  </a:cubicBezTo>
                  <a:lnTo>
                    <a:pt x="253680" y="251529"/>
                  </a:lnTo>
                  <a:close/>
                  <a:moveTo>
                    <a:pt x="313746" y="246422"/>
                  </a:moveTo>
                  <a:lnTo>
                    <a:pt x="269016" y="246422"/>
                  </a:lnTo>
                  <a:cubicBezTo>
                    <a:pt x="265182" y="246422"/>
                    <a:pt x="262626" y="243868"/>
                    <a:pt x="262626" y="240038"/>
                  </a:cubicBezTo>
                  <a:cubicBezTo>
                    <a:pt x="262626" y="236207"/>
                    <a:pt x="265182" y="233654"/>
                    <a:pt x="269016" y="233654"/>
                  </a:cubicBezTo>
                  <a:lnTo>
                    <a:pt x="307356" y="233654"/>
                  </a:lnTo>
                  <a:lnTo>
                    <a:pt x="307356" y="231100"/>
                  </a:lnTo>
                  <a:cubicBezTo>
                    <a:pt x="307356" y="211310"/>
                    <a:pt x="292659" y="195350"/>
                    <a:pt x="274767" y="195350"/>
                  </a:cubicBezTo>
                  <a:lnTo>
                    <a:pt x="250486" y="195350"/>
                  </a:lnTo>
                  <a:cubicBezTo>
                    <a:pt x="246652" y="195350"/>
                    <a:pt x="244096" y="192796"/>
                    <a:pt x="244096" y="188966"/>
                  </a:cubicBezTo>
                  <a:cubicBezTo>
                    <a:pt x="244096" y="185135"/>
                    <a:pt x="246652" y="182582"/>
                    <a:pt x="250486" y="182582"/>
                  </a:cubicBezTo>
                  <a:lnTo>
                    <a:pt x="274767" y="182582"/>
                  </a:lnTo>
                  <a:cubicBezTo>
                    <a:pt x="299688" y="182582"/>
                    <a:pt x="320136" y="204287"/>
                    <a:pt x="320136" y="231100"/>
                  </a:cubicBezTo>
                  <a:lnTo>
                    <a:pt x="320136" y="240038"/>
                  </a:lnTo>
                  <a:cubicBezTo>
                    <a:pt x="320136" y="243868"/>
                    <a:pt x="317580" y="246422"/>
                    <a:pt x="313746" y="24642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sp>
        <p:nvSpPr>
          <p:cNvPr id="74" name="Oval 73">
            <a:extLst>
              <a:ext uri="{FF2B5EF4-FFF2-40B4-BE49-F238E27FC236}">
                <a16:creationId xmlns:a16="http://schemas.microsoft.com/office/drawing/2014/main" id="{237441BC-924C-452E-BE27-41E28F838790}"/>
              </a:ext>
            </a:extLst>
          </p:cNvPr>
          <p:cNvSpPr/>
          <p:nvPr/>
        </p:nvSpPr>
        <p:spPr bwMode="gray">
          <a:xfrm>
            <a:off x="2233399" y="2444055"/>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dirty="0">
              <a:ln>
                <a:noFill/>
              </a:ln>
              <a:solidFill>
                <a:prstClr val="white"/>
              </a:solidFill>
              <a:effectLst/>
              <a:uLnTx/>
              <a:uFillTx/>
              <a:latin typeface="Verdana"/>
              <a:ea typeface="+mn-ea"/>
              <a:cs typeface="+mn-cs"/>
            </a:endParaRPr>
          </a:p>
        </p:txBody>
      </p:sp>
      <p:grpSp>
        <p:nvGrpSpPr>
          <p:cNvPr id="75" name="Group 74">
            <a:extLst>
              <a:ext uri="{FF2B5EF4-FFF2-40B4-BE49-F238E27FC236}">
                <a16:creationId xmlns:a16="http://schemas.microsoft.com/office/drawing/2014/main" id="{A3C32537-57F6-47B7-8D45-3E2200685AB8}"/>
              </a:ext>
            </a:extLst>
          </p:cNvPr>
          <p:cNvGrpSpPr/>
          <p:nvPr/>
        </p:nvGrpSpPr>
        <p:grpSpPr>
          <a:xfrm>
            <a:off x="2359172" y="1968055"/>
            <a:ext cx="1687905" cy="579674"/>
            <a:chOff x="4523386" y="3151206"/>
            <a:chExt cx="1021211" cy="300631"/>
          </a:xfrm>
        </p:grpSpPr>
        <p:cxnSp>
          <p:nvCxnSpPr>
            <p:cNvPr id="76" name="Straight Connector 75">
              <a:extLst>
                <a:ext uri="{FF2B5EF4-FFF2-40B4-BE49-F238E27FC236}">
                  <a16:creationId xmlns:a16="http://schemas.microsoft.com/office/drawing/2014/main" id="{1C386DE8-AB79-475A-B350-E2261B68491E}"/>
                </a:ext>
              </a:extLst>
            </p:cNvPr>
            <p:cNvCxnSpPr>
              <a:cxnSpLocks/>
            </p:cNvCxnSpPr>
            <p:nvPr/>
          </p:nvCxnSpPr>
          <p:spPr>
            <a:xfrm>
              <a:off x="4922598" y="3151712"/>
              <a:ext cx="621999" cy="0"/>
            </a:xfrm>
            <a:prstGeom prst="line">
              <a:avLst/>
            </a:prstGeom>
            <a:ln w="15875" cap="rnd">
              <a:solidFill>
                <a:schemeClr val="accent4"/>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06BD427-E6D3-4F31-B8FC-BAF8FAD95A32}"/>
                </a:ext>
              </a:extLst>
            </p:cNvPr>
            <p:cNvCxnSpPr>
              <a:cxnSpLocks/>
            </p:cNvCxnSpPr>
            <p:nvPr/>
          </p:nvCxnSpPr>
          <p:spPr>
            <a:xfrm flipH="1">
              <a:off x="4523386" y="3151206"/>
              <a:ext cx="371734" cy="300631"/>
            </a:xfrm>
            <a:prstGeom prst="line">
              <a:avLst/>
            </a:prstGeom>
            <a:ln w="15875" cap="rnd">
              <a:solidFill>
                <a:schemeClr val="accent4"/>
              </a:solidFill>
              <a:prstDash val="sysDot"/>
              <a:tailEnd type="oval"/>
            </a:ln>
          </p:spPr>
          <p:style>
            <a:lnRef idx="1">
              <a:schemeClr val="accent1"/>
            </a:lnRef>
            <a:fillRef idx="0">
              <a:schemeClr val="accent1"/>
            </a:fillRef>
            <a:effectRef idx="0">
              <a:schemeClr val="accent1"/>
            </a:effectRef>
            <a:fontRef idx="minor">
              <a:schemeClr val="tx1"/>
            </a:fontRef>
          </p:style>
        </p:cxnSp>
      </p:grpSp>
      <p:sp>
        <p:nvSpPr>
          <p:cNvPr id="80" name="Oval 79">
            <a:extLst>
              <a:ext uri="{FF2B5EF4-FFF2-40B4-BE49-F238E27FC236}">
                <a16:creationId xmlns:a16="http://schemas.microsoft.com/office/drawing/2014/main" id="{8D7A0441-AA25-4471-A1D8-73698E0A0FB9}"/>
              </a:ext>
            </a:extLst>
          </p:cNvPr>
          <p:cNvSpPr/>
          <p:nvPr/>
        </p:nvSpPr>
        <p:spPr bwMode="gray">
          <a:xfrm>
            <a:off x="10782224" y="1593153"/>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grpSp>
        <p:nvGrpSpPr>
          <p:cNvPr id="82" name="Group 81">
            <a:extLst>
              <a:ext uri="{FF2B5EF4-FFF2-40B4-BE49-F238E27FC236}">
                <a16:creationId xmlns:a16="http://schemas.microsoft.com/office/drawing/2014/main" id="{F2D0C757-55A9-47A2-8128-6F186BF3E5DE}"/>
              </a:ext>
            </a:extLst>
          </p:cNvPr>
          <p:cNvGrpSpPr/>
          <p:nvPr/>
        </p:nvGrpSpPr>
        <p:grpSpPr>
          <a:xfrm flipV="1">
            <a:off x="2880163" y="3833414"/>
            <a:ext cx="1156957" cy="402550"/>
            <a:chOff x="4523386" y="3151206"/>
            <a:chExt cx="1021211" cy="300631"/>
          </a:xfrm>
        </p:grpSpPr>
        <p:cxnSp>
          <p:nvCxnSpPr>
            <p:cNvPr id="83" name="Straight Connector 82">
              <a:extLst>
                <a:ext uri="{FF2B5EF4-FFF2-40B4-BE49-F238E27FC236}">
                  <a16:creationId xmlns:a16="http://schemas.microsoft.com/office/drawing/2014/main" id="{33AD14DD-984A-4C31-956C-98455D10ED09}"/>
                </a:ext>
              </a:extLst>
            </p:cNvPr>
            <p:cNvCxnSpPr>
              <a:cxnSpLocks/>
            </p:cNvCxnSpPr>
            <p:nvPr/>
          </p:nvCxnSpPr>
          <p:spPr>
            <a:xfrm>
              <a:off x="4922598" y="3151712"/>
              <a:ext cx="621999" cy="0"/>
            </a:xfrm>
            <a:prstGeom prst="line">
              <a:avLst/>
            </a:prstGeom>
            <a:ln w="15875" cap="rnd">
              <a:solidFill>
                <a:srgbClr val="046A38"/>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97367CE7-1093-496A-8535-5E9D0EBFCD1E}"/>
                </a:ext>
              </a:extLst>
            </p:cNvPr>
            <p:cNvCxnSpPr>
              <a:cxnSpLocks/>
            </p:cNvCxnSpPr>
            <p:nvPr/>
          </p:nvCxnSpPr>
          <p:spPr>
            <a:xfrm flipH="1">
              <a:off x="4523386" y="3151206"/>
              <a:ext cx="371734" cy="300631"/>
            </a:xfrm>
            <a:prstGeom prst="line">
              <a:avLst/>
            </a:prstGeom>
            <a:ln w="15875" cap="rnd">
              <a:solidFill>
                <a:srgbClr val="046A38"/>
              </a:solidFill>
              <a:prstDash val="sysDot"/>
              <a:tailEnd type="ova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91826115"/>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2">
            <a:lumMod val="75000"/>
          </a:schemeClr>
        </a:solidFill>
        <a:effectLst/>
      </p:bgPr>
    </p:bg>
    <p:spTree>
      <p:nvGrpSpPr>
        <p:cNvPr id="1" name=""/>
        <p:cNvGrpSpPr/>
        <p:nvPr/>
      </p:nvGrpSpPr>
      <p:grpSpPr>
        <a:xfrm>
          <a:off x="0" y="0"/>
          <a:ext cx="0" cy="0"/>
          <a:chOff x="0" y="0"/>
          <a:chExt cx="0" cy="0"/>
        </a:xfrm>
      </p:grpSpPr>
      <p:pic>
        <p:nvPicPr>
          <p:cNvPr id="236" name="Picture 235">
            <a:extLst>
              <a:ext uri="{FF2B5EF4-FFF2-40B4-BE49-F238E27FC236}">
                <a16:creationId xmlns:a16="http://schemas.microsoft.com/office/drawing/2014/main" id="{17DFCE1A-DD97-4B9A-A969-53DF79A768C4}"/>
              </a:ext>
            </a:extLst>
          </p:cNvPr>
          <p:cNvPicPr>
            <a:picLocks noChangeAspect="1"/>
          </p:cNvPicPr>
          <p:nvPr/>
        </p:nvPicPr>
        <p:blipFill rotWithShape="1">
          <a:blip r:embed="rId2"/>
          <a:srcRect r="20468" b="10390"/>
          <a:stretch/>
        </p:blipFill>
        <p:spPr>
          <a:xfrm>
            <a:off x="6470533" y="2678756"/>
            <a:ext cx="5721228" cy="4179109"/>
          </a:xfrm>
          <a:prstGeom prst="rect">
            <a:avLst/>
          </a:prstGeom>
        </p:spPr>
      </p:pic>
      <p:sp>
        <p:nvSpPr>
          <p:cNvPr id="12" name="TextBox 11">
            <a:extLst>
              <a:ext uri="{FF2B5EF4-FFF2-40B4-BE49-F238E27FC236}">
                <a16:creationId xmlns:a16="http://schemas.microsoft.com/office/drawing/2014/main" id="{B8C85EC7-BD8A-47BA-BF81-9B0AFF4B4472}"/>
              </a:ext>
            </a:extLst>
          </p:cNvPr>
          <p:cNvSpPr txBox="1"/>
          <p:nvPr/>
        </p:nvSpPr>
        <p:spPr>
          <a:xfrm>
            <a:off x="895876" y="3131675"/>
            <a:ext cx="4688178" cy="594650"/>
          </a:xfrm>
          <a:prstGeom prst="rect">
            <a:avLst/>
          </a:prstGeom>
          <a:noFill/>
        </p:spPr>
        <p:txBody>
          <a:bodyPr wrap="square">
            <a:spAutoFit/>
          </a:bodyPr>
          <a:lstStyle/>
          <a:p>
            <a:pPr marL="0" marR="0" lvl="0" indent="0" algn="l" defTabSz="945677" rtl="0" eaLnBrk="1" fontAlgn="auto" latinLnBrk="0" hangingPunct="1">
              <a:lnSpc>
                <a:spcPct val="100000"/>
              </a:lnSpc>
              <a:spcBef>
                <a:spcPts val="0"/>
              </a:spcBef>
              <a:spcAft>
                <a:spcPts val="0"/>
              </a:spcAft>
              <a:buClrTx/>
              <a:buSzTx/>
              <a:buFontTx/>
              <a:buNone/>
              <a:tabLst/>
              <a:defRPr/>
            </a:pPr>
            <a:r>
              <a:rPr kumimoji="0" lang="en-US" sz="3264" b="0" i="0" u="none" strike="noStrike" kern="1200" cap="none" spc="0" normalizeH="0" baseline="0" noProof="0" dirty="0">
                <a:ln>
                  <a:noFill/>
                </a:ln>
                <a:solidFill>
                  <a:prstClr val="white"/>
                </a:solidFill>
                <a:effectLst/>
                <a:uLnTx/>
                <a:uFillTx/>
                <a:latin typeface="Abadi Extra Light" panose="020B0204020104020204" pitchFamily="34" charset="0"/>
                <a:ea typeface="+mn-ea"/>
                <a:cs typeface="+mn-cs"/>
              </a:rPr>
              <a:t>WBSEDCL’s S</a:t>
            </a:r>
            <a:r>
              <a:rPr kumimoji="0" lang="en-US" sz="2400" b="0" i="0" u="none" strike="noStrike" kern="1200" cap="none" spc="0" normalizeH="0" baseline="0" noProof="0" dirty="0">
                <a:ln>
                  <a:noFill/>
                </a:ln>
                <a:solidFill>
                  <a:prstClr val="white"/>
                </a:solidFill>
                <a:effectLst/>
                <a:uLnTx/>
                <a:uFillTx/>
                <a:latin typeface="Abadi Extra Light" panose="020B0204020104020204" pitchFamily="34" charset="0"/>
                <a:ea typeface="+mn-ea"/>
                <a:cs typeface="+mn-cs"/>
              </a:rPr>
              <a:t>WOT</a:t>
            </a:r>
            <a:r>
              <a:rPr kumimoji="0" lang="en-US" sz="3264" b="0" i="0" u="none" strike="noStrike" kern="1200" cap="none" spc="0" normalizeH="0" baseline="0" noProof="0" dirty="0">
                <a:ln>
                  <a:noFill/>
                </a:ln>
                <a:solidFill>
                  <a:prstClr val="white"/>
                </a:solidFill>
                <a:effectLst/>
                <a:uLnTx/>
                <a:uFillTx/>
                <a:latin typeface="Abadi Extra Light" panose="020B0204020104020204" pitchFamily="34" charset="0"/>
                <a:ea typeface="+mn-ea"/>
                <a:cs typeface="+mn-cs"/>
              </a:rPr>
              <a:t> A</a:t>
            </a:r>
            <a:r>
              <a:rPr kumimoji="0" lang="en-US" sz="2400" b="0" i="0" u="none" strike="noStrike" kern="1200" cap="none" spc="0" normalizeH="0" baseline="0" noProof="0" dirty="0">
                <a:ln>
                  <a:noFill/>
                </a:ln>
                <a:solidFill>
                  <a:prstClr val="white"/>
                </a:solidFill>
                <a:effectLst/>
                <a:uLnTx/>
                <a:uFillTx/>
                <a:latin typeface="Abadi Extra Light" panose="020B0204020104020204" pitchFamily="34" charset="0"/>
                <a:ea typeface="+mn-ea"/>
                <a:cs typeface="+mn-cs"/>
              </a:rPr>
              <a:t>NALYSIS</a:t>
            </a:r>
          </a:p>
        </p:txBody>
      </p:sp>
    </p:spTree>
    <p:extLst>
      <p:ext uri="{BB962C8B-B14F-4D97-AF65-F5344CB8AC3E}">
        <p14:creationId xmlns:p14="http://schemas.microsoft.com/office/powerpoint/2010/main" val="1777364663"/>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E7B607DE-6144-4493-B7AA-DA0841710B57}"/>
              </a:ext>
            </a:extLst>
          </p:cNvPr>
          <p:cNvSpPr/>
          <p:nvPr/>
        </p:nvSpPr>
        <p:spPr bwMode="gray">
          <a:xfrm>
            <a:off x="3834726" y="1190762"/>
            <a:ext cx="621999" cy="631251"/>
          </a:xfrm>
          <a:prstGeom prst="ellipse">
            <a:avLst/>
          </a:prstGeom>
          <a:solidFill>
            <a:srgbClr val="86BC25"/>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Verdana"/>
              <a:ea typeface="+mn-ea"/>
              <a:cs typeface="+mn-cs"/>
            </a:endParaRPr>
          </a:p>
        </p:txBody>
      </p:sp>
      <p:graphicFrame>
        <p:nvGraphicFramePr>
          <p:cNvPr id="5" name="Object 4" hidden="1">
            <a:extLst>
              <a:ext uri="{FF2B5EF4-FFF2-40B4-BE49-F238E27FC236}">
                <a16:creationId xmlns:a16="http://schemas.microsoft.com/office/drawing/2014/main" id="{D8E525C8-5B83-4553-B7A8-F5F66115ADBA}"/>
              </a:ext>
            </a:extLst>
          </p:cNvPr>
          <p:cNvGraphicFramePr>
            <a:graphicFrameLocks noChangeAspect="1"/>
          </p:cNvGraphicFramePr>
          <p:nvPr>
            <p:custDataLst>
              <p:tags r:id="rId2"/>
            </p:custDataLst>
          </p:nvPr>
        </p:nvGraphicFramePr>
        <p:xfrm>
          <a:off x="1680" y="1440"/>
          <a:ext cx="1440" cy="1440"/>
        </p:xfrm>
        <a:graphic>
          <a:graphicData uri="http://schemas.openxmlformats.org/presentationml/2006/ole">
            <mc:AlternateContent xmlns:mc="http://schemas.openxmlformats.org/markup-compatibility/2006">
              <mc:Choice xmlns:v="urn:schemas-microsoft-com:vml" Requires="v">
                <p:oleObj spid="_x0000_s38971" name="think-cell Slide" r:id="rId5" imgW="498" imgH="499" progId="TCLayout.ActiveDocument.1">
                  <p:embed/>
                </p:oleObj>
              </mc:Choice>
              <mc:Fallback>
                <p:oleObj name="think-cell Slide" r:id="rId5" imgW="498" imgH="499" progId="TCLayout.ActiveDocument.1">
                  <p:embed/>
                  <p:pic>
                    <p:nvPicPr>
                      <p:cNvPr id="5" name="Object 4" hidden="1">
                        <a:extLst>
                          <a:ext uri="{FF2B5EF4-FFF2-40B4-BE49-F238E27FC236}">
                            <a16:creationId xmlns:a16="http://schemas.microsoft.com/office/drawing/2014/main" id="{D8E525C8-5B83-4553-B7A8-F5F66115ADBA}"/>
                          </a:ext>
                        </a:extLst>
                      </p:cNvPr>
                      <p:cNvPicPr/>
                      <p:nvPr/>
                    </p:nvPicPr>
                    <p:blipFill>
                      <a:blip r:embed="rId6"/>
                      <a:stretch>
                        <a:fillRect/>
                      </a:stretch>
                    </p:blipFill>
                    <p:spPr>
                      <a:xfrm>
                        <a:off x="1680" y="1440"/>
                        <a:ext cx="1440" cy="1440"/>
                      </a:xfrm>
                      <a:prstGeom prst="rect">
                        <a:avLst/>
                      </a:prstGeom>
                    </p:spPr>
                  </p:pic>
                </p:oleObj>
              </mc:Fallback>
            </mc:AlternateContent>
          </a:graphicData>
        </a:graphic>
      </p:graphicFrame>
      <p:sp>
        <p:nvSpPr>
          <p:cNvPr id="88" name="Rectangle 87" hidden="1">
            <a:extLst>
              <a:ext uri="{FF2B5EF4-FFF2-40B4-BE49-F238E27FC236}">
                <a16:creationId xmlns:a16="http://schemas.microsoft.com/office/drawing/2014/main" id="{E8660C98-62A0-423C-8A5A-044FD3662E7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088" b="0" i="0" u="none" strike="noStrike" kern="1200" cap="none" spc="0" normalizeH="0" baseline="0" noProof="0">
              <a:ln>
                <a:noFill/>
              </a:ln>
              <a:solidFill>
                <a:prstClr val="white"/>
              </a:solidFill>
              <a:effectLst/>
              <a:uLnTx/>
              <a:uFillTx/>
              <a:latin typeface="Verdana"/>
              <a:ea typeface="+mn-ea"/>
              <a:cs typeface="+mn-cs"/>
            </a:endParaRPr>
          </a:p>
        </p:txBody>
      </p:sp>
      <p:sp>
        <p:nvSpPr>
          <p:cNvPr id="2" name="Rectangle 1" hidden="1">
            <a:extLst>
              <a:ext uri="{FF2B5EF4-FFF2-40B4-BE49-F238E27FC236}">
                <a16:creationId xmlns:a16="http://schemas.microsoft.com/office/drawing/2014/main" id="{2A521930-E564-4B05-B60F-B4D4B607A7F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Avenir Next LT Pro Light" panose="020B0304020202020204" pitchFamily="34" charset="0"/>
              <a:ea typeface="+mn-ea"/>
              <a:cs typeface="+mn-cs"/>
            </a:endParaRPr>
          </a:p>
        </p:txBody>
      </p:sp>
      <p:sp>
        <p:nvSpPr>
          <p:cNvPr id="33" name="Rectangle 32" hidden="1">
            <a:extLst>
              <a:ext uri="{FF2B5EF4-FFF2-40B4-BE49-F238E27FC236}">
                <a16:creationId xmlns:a16="http://schemas.microsoft.com/office/drawing/2014/main" id="{5CEEA709-822B-4D97-95B5-1E93A1A05919}"/>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54" name="Rectangle 53" hidden="1">
            <a:extLst>
              <a:ext uri="{FF2B5EF4-FFF2-40B4-BE49-F238E27FC236}">
                <a16:creationId xmlns:a16="http://schemas.microsoft.com/office/drawing/2014/main" id="{225F56F8-8BC1-48B6-BEFF-20E4914FDA4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58" name="Rectangle 57" hidden="1">
            <a:extLst>
              <a:ext uri="{FF2B5EF4-FFF2-40B4-BE49-F238E27FC236}">
                <a16:creationId xmlns:a16="http://schemas.microsoft.com/office/drawing/2014/main" id="{50C0A6EC-D618-4045-A144-16336B53AEFE}"/>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62" name="Rectangle 61" hidden="1">
            <a:extLst>
              <a:ext uri="{FF2B5EF4-FFF2-40B4-BE49-F238E27FC236}">
                <a16:creationId xmlns:a16="http://schemas.microsoft.com/office/drawing/2014/main" id="{8AC4DE8A-A90A-45C4-A128-6D6EC2EA41AF}"/>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123" name="Rectangle 122" hidden="1">
            <a:extLst>
              <a:ext uri="{FF2B5EF4-FFF2-40B4-BE49-F238E27FC236}">
                <a16:creationId xmlns:a16="http://schemas.microsoft.com/office/drawing/2014/main" id="{891D9B62-8447-4BF2-AAD5-EE8A0DC6CA59}"/>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154" name="Rectangle 153" hidden="1">
            <a:extLst>
              <a:ext uri="{FF2B5EF4-FFF2-40B4-BE49-F238E27FC236}">
                <a16:creationId xmlns:a16="http://schemas.microsoft.com/office/drawing/2014/main" id="{E6055FF4-59BE-4A31-A244-49C2AAC1E7B4}"/>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157" name="Rectangle 156" hidden="1">
            <a:extLst>
              <a:ext uri="{FF2B5EF4-FFF2-40B4-BE49-F238E27FC236}">
                <a16:creationId xmlns:a16="http://schemas.microsoft.com/office/drawing/2014/main" id="{79987C92-84CE-44DC-A97C-59F767A61EC1}"/>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361" name="Rectangle 360" hidden="1">
            <a:extLst>
              <a:ext uri="{FF2B5EF4-FFF2-40B4-BE49-F238E27FC236}">
                <a16:creationId xmlns:a16="http://schemas.microsoft.com/office/drawing/2014/main" id="{58D700BD-6F8F-4F7C-8892-9034C7A065B1}"/>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05" name="Rectangle 404" hidden="1">
            <a:extLst>
              <a:ext uri="{FF2B5EF4-FFF2-40B4-BE49-F238E27FC236}">
                <a16:creationId xmlns:a16="http://schemas.microsoft.com/office/drawing/2014/main" id="{0CEE0670-BDA8-4520-8F9D-5C046A637342}"/>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5" name="Rectangle 44" hidden="1">
            <a:extLst>
              <a:ext uri="{FF2B5EF4-FFF2-40B4-BE49-F238E27FC236}">
                <a16:creationId xmlns:a16="http://schemas.microsoft.com/office/drawing/2014/main" id="{767854C1-3E6E-4F2E-98B4-2A1F7DB28D5C}"/>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725"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219" name="Rectangle 218" hidden="1">
            <a:extLst>
              <a:ext uri="{FF2B5EF4-FFF2-40B4-BE49-F238E27FC236}">
                <a16:creationId xmlns:a16="http://schemas.microsoft.com/office/drawing/2014/main" id="{847846C5-C801-4BEE-9506-A16841F90D4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725" b="0" i="0" u="none" strike="noStrike" kern="1200" cap="none" spc="0" normalizeH="0" baseline="0" noProof="0">
              <a:ln>
                <a:noFill/>
              </a:ln>
              <a:solidFill>
                <a:prstClr val="white"/>
              </a:solidFill>
              <a:effectLst/>
              <a:uLnTx/>
              <a:uFillTx/>
              <a:latin typeface="Verdana"/>
              <a:ea typeface="+mn-ea"/>
              <a:cs typeface="+mn-cs"/>
            </a:endParaRPr>
          </a:p>
        </p:txBody>
      </p:sp>
      <p:sp>
        <p:nvSpPr>
          <p:cNvPr id="332" name="Rectangle 331" hidden="1">
            <a:extLst>
              <a:ext uri="{FF2B5EF4-FFF2-40B4-BE49-F238E27FC236}">
                <a16:creationId xmlns:a16="http://schemas.microsoft.com/office/drawing/2014/main" id="{B1BAC627-2155-4A3C-960D-101193C2287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088" b="0" i="0" u="none" strike="noStrike" kern="1200" cap="none" spc="0" normalizeH="0" baseline="0" noProof="0">
              <a:ln>
                <a:noFill/>
              </a:ln>
              <a:solidFill>
                <a:prstClr val="white"/>
              </a:solidFill>
              <a:effectLst/>
              <a:uLnTx/>
              <a:uFillTx/>
              <a:latin typeface="Verdana"/>
              <a:ea typeface="+mn-ea"/>
              <a:cs typeface="+mn-cs"/>
            </a:endParaRPr>
          </a:p>
        </p:txBody>
      </p:sp>
      <p:sp>
        <p:nvSpPr>
          <p:cNvPr id="532" name="Rectangle 531" hidden="1">
            <a:extLst>
              <a:ext uri="{FF2B5EF4-FFF2-40B4-BE49-F238E27FC236}">
                <a16:creationId xmlns:a16="http://schemas.microsoft.com/office/drawing/2014/main" id="{25F5028C-BFCA-4679-826B-D8FEBFE44C90}"/>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Avenir Next LT Pro Light" panose="020B0304020202020204" pitchFamily="34" charset="0"/>
              <a:ea typeface="+mn-ea"/>
              <a:cs typeface="+mn-cs"/>
            </a:endParaRPr>
          </a:p>
        </p:txBody>
      </p:sp>
      <p:sp>
        <p:nvSpPr>
          <p:cNvPr id="645" name="Rectangle 644" hidden="1">
            <a:extLst>
              <a:ext uri="{FF2B5EF4-FFF2-40B4-BE49-F238E27FC236}">
                <a16:creationId xmlns:a16="http://schemas.microsoft.com/office/drawing/2014/main" id="{E3C87C7A-307E-4E40-BF24-596ACA913F2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660" name="Rectangle 659" hidden="1">
            <a:extLst>
              <a:ext uri="{FF2B5EF4-FFF2-40B4-BE49-F238E27FC236}">
                <a16:creationId xmlns:a16="http://schemas.microsoft.com/office/drawing/2014/main" id="{2ECBF87A-E661-4272-A3A4-31486CCA0A14}"/>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0" name="Title 2">
            <a:extLst>
              <a:ext uri="{FF2B5EF4-FFF2-40B4-BE49-F238E27FC236}">
                <a16:creationId xmlns:a16="http://schemas.microsoft.com/office/drawing/2014/main" id="{4B8DEF8B-01E9-42C6-8321-05FF6A851792}"/>
              </a:ext>
            </a:extLst>
          </p:cNvPr>
          <p:cNvSpPr>
            <a:spLocks noGrp="1"/>
          </p:cNvSpPr>
          <p:nvPr>
            <p:ph type="title"/>
          </p:nvPr>
        </p:nvSpPr>
        <p:spPr>
          <a:xfrm>
            <a:off x="501652" y="317503"/>
            <a:ext cx="11162350" cy="334101"/>
          </a:xfrm>
        </p:spPr>
        <p:txBody>
          <a:bodyPr vert="horz"/>
          <a:lstStyle/>
          <a:p>
            <a:r>
              <a:rPr lang="en-US" sz="1814" b="1" dirty="0"/>
              <a:t>WBSEDCL’s Strength Analysis</a:t>
            </a:r>
          </a:p>
        </p:txBody>
      </p:sp>
      <p:sp>
        <p:nvSpPr>
          <p:cNvPr id="11" name="Rectangle 5">
            <a:extLst>
              <a:ext uri="{FF2B5EF4-FFF2-40B4-BE49-F238E27FC236}">
                <a16:creationId xmlns:a16="http://schemas.microsoft.com/office/drawing/2014/main" id="{17432CE0-A4B3-4621-942F-1953AA54CFB9}"/>
              </a:ext>
            </a:extLst>
          </p:cNvPr>
          <p:cNvSpPr/>
          <p:nvPr/>
        </p:nvSpPr>
        <p:spPr bwMode="gray">
          <a:xfrm flipV="1">
            <a:off x="501652" y="749093"/>
            <a:ext cx="11134484" cy="27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829178" rtl="0" eaLnBrk="1" fontAlgn="auto" latinLnBrk="0" hangingPunct="1">
              <a:lnSpc>
                <a:spcPct val="100000"/>
              </a:lnSpc>
              <a:spcBef>
                <a:spcPts val="0"/>
              </a:spcBef>
              <a:spcAft>
                <a:spcPts val="0"/>
              </a:spcAft>
              <a:buClrTx/>
              <a:buSzTx/>
              <a:buFontTx/>
              <a:buNone/>
              <a:tabLst/>
              <a:defRPr/>
            </a:pPr>
            <a:endParaRPr kumimoji="0" lang="en-US" sz="1451" b="0" i="0" u="none" strike="noStrike" kern="1200" cap="none" spc="0" normalizeH="0" baseline="0" noProof="0">
              <a:ln>
                <a:noFill/>
              </a:ln>
              <a:solidFill>
                <a:prstClr val="white"/>
              </a:solidFill>
              <a:effectLst/>
              <a:uLnTx/>
              <a:uFillTx/>
              <a:latin typeface="Verdana"/>
              <a:ea typeface="+mn-ea"/>
              <a:cs typeface="+mn-cs"/>
            </a:endParaRPr>
          </a:p>
        </p:txBody>
      </p:sp>
      <p:sp>
        <p:nvSpPr>
          <p:cNvPr id="161" name="Rectangle 160">
            <a:extLst>
              <a:ext uri="{FF2B5EF4-FFF2-40B4-BE49-F238E27FC236}">
                <a16:creationId xmlns:a16="http://schemas.microsoft.com/office/drawing/2014/main" id="{B05DE1FD-5D9A-4B53-AACE-651883A14C74}"/>
              </a:ext>
            </a:extLst>
          </p:cNvPr>
          <p:cNvSpPr/>
          <p:nvPr/>
        </p:nvSpPr>
        <p:spPr>
          <a:xfrm>
            <a:off x="4921568" y="886004"/>
            <a:ext cx="5279072" cy="1077218"/>
          </a:xfrm>
          <a:prstGeom prst="rect">
            <a:avLst/>
          </a:prstGeom>
        </p:spPr>
        <p:txBody>
          <a:bodyPr wrap="square" lIns="0" tIns="0" rIns="0" bIns="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86BC25"/>
                </a:solidFill>
                <a:effectLst/>
                <a:uLnTx/>
                <a:uFillTx/>
                <a:latin typeface="Verdana"/>
                <a:ea typeface="+mn-ea"/>
                <a:cs typeface="+mn-cs"/>
              </a:rPr>
              <a:t>Higher collection efficiency despite high rural consumer mix : </a:t>
            </a:r>
            <a:r>
              <a:rPr kumimoji="0" lang="en-US" sz="1400" b="0" i="0" u="none" strike="noStrike" kern="1200" cap="none" spc="0" normalizeH="0" baseline="0" noProof="0" dirty="0">
                <a:ln>
                  <a:noFill/>
                </a:ln>
                <a:solidFill>
                  <a:prstClr val="black"/>
                </a:solidFill>
                <a:effectLst/>
                <a:uLnTx/>
                <a:uFillTx/>
                <a:latin typeface="Verdana"/>
                <a:ea typeface="+mn-ea"/>
                <a:cs typeface="+mn-cs"/>
              </a:rPr>
              <a:t>Overall collection efficiency of WBSEDCL has improved during last few years thus indicating a significantly improving commercially sound portfolio of consumers </a:t>
            </a:r>
            <a:r>
              <a:rPr lang="en-US" sz="1400" dirty="0">
                <a:solidFill>
                  <a:prstClr val="black"/>
                </a:solidFill>
                <a:latin typeface="Verdana"/>
              </a:rPr>
              <a:t>and robust collection system</a:t>
            </a:r>
            <a:endParaRPr kumimoji="0" lang="en-US" sz="1400" b="0" i="0" u="none" strike="noStrike" kern="1200" cap="none" spc="0" normalizeH="0" baseline="0" noProof="0" dirty="0">
              <a:ln>
                <a:noFill/>
              </a:ln>
              <a:solidFill>
                <a:prstClr val="white"/>
              </a:solidFill>
              <a:effectLst/>
              <a:uLnTx/>
              <a:uFillTx/>
              <a:latin typeface="Verdana"/>
              <a:ea typeface="+mn-ea"/>
              <a:cs typeface="+mn-cs"/>
            </a:endParaRPr>
          </a:p>
        </p:txBody>
      </p:sp>
      <p:sp>
        <p:nvSpPr>
          <p:cNvPr id="162" name="TextBox 161">
            <a:extLst>
              <a:ext uri="{FF2B5EF4-FFF2-40B4-BE49-F238E27FC236}">
                <a16:creationId xmlns:a16="http://schemas.microsoft.com/office/drawing/2014/main" id="{D94E36FD-E4A9-4D1E-9EFD-1AFCAE215DE0}"/>
              </a:ext>
            </a:extLst>
          </p:cNvPr>
          <p:cNvSpPr txBox="1"/>
          <p:nvPr/>
        </p:nvSpPr>
        <p:spPr>
          <a:xfrm>
            <a:off x="4943294" y="5207844"/>
            <a:ext cx="5265866" cy="861774"/>
          </a:xfrm>
          <a:prstGeom prst="rect">
            <a:avLst/>
          </a:prstGeom>
          <a:noFill/>
        </p:spPr>
        <p:txBody>
          <a:bodyPr wrap="square" lIns="0" tIns="0" rIns="0" bIns="0" rtlCol="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12169">
                    <a:lumMod val="60000"/>
                    <a:lumOff val="40000"/>
                  </a:srgbClr>
                </a:solidFill>
                <a:effectLst/>
                <a:uLnTx/>
                <a:uFillTx/>
                <a:latin typeface="Verdana"/>
                <a:ea typeface="+mn-ea"/>
                <a:cs typeface="+mn-cs"/>
              </a:rPr>
              <a:t>Adoption of technology: </a:t>
            </a:r>
            <a:r>
              <a:rPr kumimoji="0" lang="en-US" sz="1400" b="0" i="0" u="none" strike="noStrike" kern="1200" cap="none" spc="0" normalizeH="0" baseline="0" noProof="0" dirty="0">
                <a:ln>
                  <a:noFill/>
                </a:ln>
                <a:solidFill>
                  <a:prstClr val="black"/>
                </a:solidFill>
                <a:effectLst/>
                <a:uLnTx/>
                <a:uFillTx/>
                <a:latin typeface="Verdana"/>
                <a:ea typeface="+mn-ea"/>
                <a:cs typeface="+mn-cs"/>
              </a:rPr>
              <a:t> WBSEDCL has adopted several digital/advanced technology like SCADA, ERP, consumer service management etc.  to improve its operational and commercial performance parameters.</a:t>
            </a:r>
          </a:p>
        </p:txBody>
      </p:sp>
      <p:sp>
        <p:nvSpPr>
          <p:cNvPr id="163" name="TextBox 162">
            <a:extLst>
              <a:ext uri="{FF2B5EF4-FFF2-40B4-BE49-F238E27FC236}">
                <a16:creationId xmlns:a16="http://schemas.microsoft.com/office/drawing/2014/main" id="{2E0890B0-9FBE-4964-84D5-558A96E9E2C0}"/>
              </a:ext>
            </a:extLst>
          </p:cNvPr>
          <p:cNvSpPr txBox="1"/>
          <p:nvPr/>
        </p:nvSpPr>
        <p:spPr>
          <a:xfrm>
            <a:off x="4934774" y="4165795"/>
            <a:ext cx="5274386" cy="861774"/>
          </a:xfrm>
          <a:prstGeom prst="rect">
            <a:avLst/>
          </a:prstGeom>
          <a:noFill/>
        </p:spPr>
        <p:txBody>
          <a:bodyPr wrap="square" lIns="0" tIns="0" rIns="0" bIns="0" rtlCol="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76A8"/>
                </a:solidFill>
                <a:effectLst/>
                <a:uLnTx/>
                <a:uFillTx/>
                <a:latin typeface="Verdana"/>
                <a:ea typeface="+mn-ea"/>
                <a:cs typeface="+mn-cs"/>
              </a:rPr>
              <a:t>Owns a fleet of generation projects</a:t>
            </a:r>
            <a:r>
              <a:rPr kumimoji="0" lang="en-US" sz="1400" b="1" i="0" u="none" strike="noStrike" kern="1200" cap="none" spc="0" normalizeH="0" baseline="0" noProof="0" dirty="0">
                <a:ln>
                  <a:noFill/>
                </a:ln>
                <a:solidFill>
                  <a:prstClr val="black"/>
                </a:solidFill>
                <a:effectLst/>
                <a:uLnTx/>
                <a:uFillTx/>
                <a:latin typeface="Verdana"/>
                <a:ea typeface="+mn-ea"/>
                <a:cs typeface="+mn-cs"/>
              </a:rPr>
              <a:t>: </a:t>
            </a:r>
            <a:r>
              <a:rPr kumimoji="0" lang="en-US" sz="1400" b="0" i="0" u="none" strike="noStrike" kern="1200" cap="none" spc="0" normalizeH="0" baseline="0" noProof="0" dirty="0">
                <a:ln>
                  <a:noFill/>
                </a:ln>
                <a:solidFill>
                  <a:prstClr val="black"/>
                </a:solidFill>
                <a:effectLst/>
                <a:uLnTx/>
                <a:uFillTx/>
                <a:latin typeface="Verdana"/>
                <a:ea typeface="+mn-ea"/>
                <a:cs typeface="+mn-cs"/>
              </a:rPr>
              <a:t>Along with the distribution operations WBSEDCL also has a portfolio of generation projects including 900 MW of Purulia pumped storage plant for effective load management</a:t>
            </a:r>
          </a:p>
        </p:txBody>
      </p:sp>
      <p:sp>
        <p:nvSpPr>
          <p:cNvPr id="164" name="TextBox 163">
            <a:extLst>
              <a:ext uri="{FF2B5EF4-FFF2-40B4-BE49-F238E27FC236}">
                <a16:creationId xmlns:a16="http://schemas.microsoft.com/office/drawing/2014/main" id="{7692A00F-7EB1-4BA3-8804-BA4629A178E2}"/>
              </a:ext>
            </a:extLst>
          </p:cNvPr>
          <p:cNvSpPr txBox="1"/>
          <p:nvPr/>
        </p:nvSpPr>
        <p:spPr>
          <a:xfrm>
            <a:off x="4921567" y="2024976"/>
            <a:ext cx="5283345" cy="861774"/>
          </a:xfrm>
          <a:prstGeom prst="rect">
            <a:avLst/>
          </a:prstGeom>
          <a:noFill/>
        </p:spPr>
        <p:txBody>
          <a:bodyPr wrap="square" lIns="0" tIns="0" rIns="0" bIns="0" rtlCol="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12169"/>
                </a:solidFill>
                <a:effectLst/>
                <a:uLnTx/>
                <a:uFillTx/>
                <a:latin typeface="Verdana"/>
                <a:ea typeface="+mn-ea"/>
                <a:cs typeface="+mn-cs"/>
              </a:rPr>
              <a:t>Demand Supply Management: </a:t>
            </a:r>
            <a:r>
              <a:rPr kumimoji="0" lang="en-US" sz="1400" b="0" i="0" u="none" strike="noStrike" kern="1200" cap="none" spc="0" normalizeH="0" baseline="0" noProof="0" dirty="0">
                <a:ln>
                  <a:noFill/>
                </a:ln>
                <a:solidFill>
                  <a:prstClr val="black"/>
                </a:solidFill>
                <a:effectLst/>
                <a:uLnTx/>
                <a:uFillTx/>
                <a:latin typeface="Verdana"/>
                <a:ea typeface="+mn-ea"/>
                <a:cs typeface="+mn-cs"/>
              </a:rPr>
              <a:t>WBSEDCL has been  able to manage its average and peak demand in it’s </a:t>
            </a:r>
            <a:r>
              <a:rPr lang="en-US" sz="1400" dirty="0">
                <a:solidFill>
                  <a:prstClr val="black"/>
                </a:solidFill>
                <a:latin typeface="Verdana"/>
              </a:rPr>
              <a:t>own network domain via </a:t>
            </a:r>
            <a:r>
              <a:rPr kumimoji="0" lang="en-US" sz="1400" b="0" i="0" u="none" strike="noStrike" kern="1200" cap="none" spc="0" normalizeH="0" baseline="0" noProof="0" dirty="0">
                <a:ln>
                  <a:noFill/>
                </a:ln>
                <a:solidFill>
                  <a:prstClr val="black"/>
                </a:solidFill>
                <a:effectLst/>
                <a:uLnTx/>
                <a:uFillTx/>
                <a:latin typeface="Verdana"/>
                <a:ea typeface="+mn-ea"/>
                <a:cs typeface="+mn-cs"/>
              </a:rPr>
              <a:t>its own supply and Power Purchase portfolio.</a:t>
            </a:r>
            <a:endParaRPr kumimoji="0" lang="en-US" sz="1400" b="0" i="1" u="none" strike="noStrike" kern="1200" cap="none" spc="0" normalizeH="0" baseline="0" noProof="0" dirty="0">
              <a:ln>
                <a:noFill/>
              </a:ln>
              <a:solidFill>
                <a:prstClr val="white"/>
              </a:solidFill>
              <a:effectLst/>
              <a:uLnTx/>
              <a:uFillTx/>
              <a:latin typeface="Verdana"/>
              <a:ea typeface="+mn-ea"/>
              <a:cs typeface="+mn-cs"/>
            </a:endParaRPr>
          </a:p>
        </p:txBody>
      </p:sp>
      <p:sp>
        <p:nvSpPr>
          <p:cNvPr id="165" name="TextBox 164">
            <a:extLst>
              <a:ext uri="{FF2B5EF4-FFF2-40B4-BE49-F238E27FC236}">
                <a16:creationId xmlns:a16="http://schemas.microsoft.com/office/drawing/2014/main" id="{0FE5E898-E938-410C-AB01-9185110C4C13}"/>
              </a:ext>
            </a:extLst>
          </p:cNvPr>
          <p:cNvSpPr txBox="1"/>
          <p:nvPr/>
        </p:nvSpPr>
        <p:spPr>
          <a:xfrm>
            <a:off x="4943294" y="2951409"/>
            <a:ext cx="5265866" cy="1077218"/>
          </a:xfrm>
          <a:prstGeom prst="rect">
            <a:avLst/>
          </a:prstGeom>
          <a:noFill/>
        </p:spPr>
        <p:txBody>
          <a:bodyPr wrap="square" lIns="0" tIns="0" rIns="0" bIns="0" rtlCol="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9A44"/>
                </a:solidFill>
                <a:effectLst/>
                <a:uLnTx/>
                <a:uFillTx/>
                <a:latin typeface="Verdana"/>
                <a:ea typeface="+mn-ea"/>
                <a:cs typeface="+mn-cs"/>
              </a:rPr>
              <a:t>Largest consumer share, Long Operating history : </a:t>
            </a:r>
            <a:r>
              <a:rPr kumimoji="0" lang="en-US" sz="1400" b="0" i="0" u="none" strike="noStrike" kern="1200" cap="none" spc="0" normalizeH="0" baseline="0" noProof="0" dirty="0">
                <a:ln>
                  <a:noFill/>
                </a:ln>
                <a:solidFill>
                  <a:prstClr val="black"/>
                </a:solidFill>
                <a:effectLst/>
                <a:uLnTx/>
                <a:uFillTx/>
                <a:latin typeface="Verdana"/>
                <a:ea typeface="+mn-ea"/>
                <a:cs typeface="+mn-cs"/>
              </a:rPr>
              <a:t>WBSEDCL has been operational in largest area of West Bengal with maximum share of consumers in the state. The entity has significant operational and management experience in West Bengal</a:t>
            </a:r>
            <a:endParaRPr kumimoji="0" lang="en-US" sz="1400" b="1" i="0" u="none" strike="noStrike" kern="1200" cap="none" spc="0" normalizeH="0" baseline="0" noProof="0" dirty="0">
              <a:ln>
                <a:noFill/>
              </a:ln>
              <a:solidFill>
                <a:prstClr val="black"/>
              </a:solidFill>
              <a:effectLst/>
              <a:uLnTx/>
              <a:uFillTx/>
              <a:latin typeface="Verdana"/>
              <a:ea typeface="+mn-ea"/>
              <a:cs typeface="+mn-cs"/>
            </a:endParaRPr>
          </a:p>
        </p:txBody>
      </p:sp>
      <p:grpSp>
        <p:nvGrpSpPr>
          <p:cNvPr id="208" name="Group 207">
            <a:extLst>
              <a:ext uri="{FF2B5EF4-FFF2-40B4-BE49-F238E27FC236}">
                <a16:creationId xmlns:a16="http://schemas.microsoft.com/office/drawing/2014/main" id="{A52B6A4B-EB9F-4FDB-B890-5426B6D7B060}"/>
              </a:ext>
            </a:extLst>
          </p:cNvPr>
          <p:cNvGrpSpPr/>
          <p:nvPr/>
        </p:nvGrpSpPr>
        <p:grpSpPr>
          <a:xfrm>
            <a:off x="2441642" y="1487277"/>
            <a:ext cx="1337549" cy="694394"/>
            <a:chOff x="4207048" y="2110398"/>
            <a:chExt cx="1337549" cy="694394"/>
          </a:xfrm>
        </p:grpSpPr>
        <p:cxnSp>
          <p:nvCxnSpPr>
            <p:cNvPr id="209" name="Straight Connector 208">
              <a:extLst>
                <a:ext uri="{FF2B5EF4-FFF2-40B4-BE49-F238E27FC236}">
                  <a16:creationId xmlns:a16="http://schemas.microsoft.com/office/drawing/2014/main" id="{17451F4A-F14E-4571-B270-9F82F1124D06}"/>
                </a:ext>
              </a:extLst>
            </p:cNvPr>
            <p:cNvCxnSpPr>
              <a:cxnSpLocks/>
            </p:cNvCxnSpPr>
            <p:nvPr/>
          </p:nvCxnSpPr>
          <p:spPr>
            <a:xfrm>
              <a:off x="4922598" y="2110398"/>
              <a:ext cx="621999" cy="0"/>
            </a:xfrm>
            <a:prstGeom prst="line">
              <a:avLst/>
            </a:prstGeom>
            <a:ln w="15875" cap="rnd">
              <a:solidFill>
                <a:schemeClr val="accent1"/>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5206FE82-69BE-43EB-8E6D-D374825BC645}"/>
                </a:ext>
              </a:extLst>
            </p:cNvPr>
            <p:cNvCxnSpPr>
              <a:cxnSpLocks/>
            </p:cNvCxnSpPr>
            <p:nvPr/>
          </p:nvCxnSpPr>
          <p:spPr>
            <a:xfrm flipH="1">
              <a:off x="4207048" y="2129350"/>
              <a:ext cx="696600" cy="675442"/>
            </a:xfrm>
            <a:prstGeom prst="line">
              <a:avLst/>
            </a:prstGeom>
            <a:ln w="15875" cap="rnd">
              <a:solidFill>
                <a:schemeClr val="accent1"/>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435EC7E7-EBBA-44E8-B633-175559ECC83D}"/>
              </a:ext>
            </a:extLst>
          </p:cNvPr>
          <p:cNvGrpSpPr/>
          <p:nvPr/>
        </p:nvGrpSpPr>
        <p:grpSpPr>
          <a:xfrm>
            <a:off x="2318598" y="2072701"/>
            <a:ext cx="608790" cy="2616293"/>
            <a:chOff x="3973224" y="2415815"/>
            <a:chExt cx="608790" cy="2616293"/>
          </a:xfrm>
        </p:grpSpPr>
        <p:sp>
          <p:nvSpPr>
            <p:cNvPr id="207" name="Oval 206">
              <a:extLst>
                <a:ext uri="{FF2B5EF4-FFF2-40B4-BE49-F238E27FC236}">
                  <a16:creationId xmlns:a16="http://schemas.microsoft.com/office/drawing/2014/main" id="{CC088920-D3E1-4D2E-87F2-40271683EF48}"/>
                </a:ext>
              </a:extLst>
            </p:cNvPr>
            <p:cNvSpPr/>
            <p:nvPr/>
          </p:nvSpPr>
          <p:spPr bwMode="gray">
            <a:xfrm>
              <a:off x="3973224" y="2415815"/>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211" name="Oval 210">
              <a:extLst>
                <a:ext uri="{FF2B5EF4-FFF2-40B4-BE49-F238E27FC236}">
                  <a16:creationId xmlns:a16="http://schemas.microsoft.com/office/drawing/2014/main" id="{A72EE3C8-ABD1-453A-A4B9-A8604DC00F9E}"/>
                </a:ext>
              </a:extLst>
            </p:cNvPr>
            <p:cNvSpPr/>
            <p:nvPr/>
          </p:nvSpPr>
          <p:spPr bwMode="gray">
            <a:xfrm>
              <a:off x="4289746" y="3058122"/>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212" name="Oval 211">
              <a:extLst>
                <a:ext uri="{FF2B5EF4-FFF2-40B4-BE49-F238E27FC236}">
                  <a16:creationId xmlns:a16="http://schemas.microsoft.com/office/drawing/2014/main" id="{F49F2C48-CEF5-45B7-A974-0C48AE060C1E}"/>
                </a:ext>
              </a:extLst>
            </p:cNvPr>
            <p:cNvSpPr/>
            <p:nvPr/>
          </p:nvSpPr>
          <p:spPr bwMode="gray">
            <a:xfrm>
              <a:off x="4354598" y="3694917"/>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213" name="Oval 212">
              <a:extLst>
                <a:ext uri="{FF2B5EF4-FFF2-40B4-BE49-F238E27FC236}">
                  <a16:creationId xmlns:a16="http://schemas.microsoft.com/office/drawing/2014/main" id="{1E8A13D5-FB97-4E8E-A1EB-ED3EAA0C93FE}"/>
                </a:ext>
              </a:extLst>
            </p:cNvPr>
            <p:cNvSpPr/>
            <p:nvPr/>
          </p:nvSpPr>
          <p:spPr bwMode="gray">
            <a:xfrm>
              <a:off x="4263503" y="4241855"/>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214" name="Oval 213">
              <a:extLst>
                <a:ext uri="{FF2B5EF4-FFF2-40B4-BE49-F238E27FC236}">
                  <a16:creationId xmlns:a16="http://schemas.microsoft.com/office/drawing/2014/main" id="{375B23E2-5BCE-437B-BA0D-A4E52C261EB2}"/>
                </a:ext>
              </a:extLst>
            </p:cNvPr>
            <p:cNvSpPr/>
            <p:nvPr/>
          </p:nvSpPr>
          <p:spPr bwMode="gray">
            <a:xfrm>
              <a:off x="3986624" y="4804692"/>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grpSp>
      <p:cxnSp>
        <p:nvCxnSpPr>
          <p:cNvPr id="215" name="Straight Connector 214">
            <a:extLst>
              <a:ext uri="{FF2B5EF4-FFF2-40B4-BE49-F238E27FC236}">
                <a16:creationId xmlns:a16="http://schemas.microsoft.com/office/drawing/2014/main" id="{6D961EF7-BB78-4A30-AD92-115825B35566}"/>
              </a:ext>
            </a:extLst>
          </p:cNvPr>
          <p:cNvCxnSpPr>
            <a:cxnSpLocks/>
          </p:cNvCxnSpPr>
          <p:nvPr/>
        </p:nvCxnSpPr>
        <p:spPr>
          <a:xfrm>
            <a:off x="2814019" y="3468647"/>
            <a:ext cx="965172" cy="0"/>
          </a:xfrm>
          <a:prstGeom prst="line">
            <a:avLst/>
          </a:prstGeom>
          <a:ln w="15875" cap="rnd">
            <a:solidFill>
              <a:schemeClr val="accent2"/>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grpSp>
        <p:nvGrpSpPr>
          <p:cNvPr id="216" name="Group 215">
            <a:extLst>
              <a:ext uri="{FF2B5EF4-FFF2-40B4-BE49-F238E27FC236}">
                <a16:creationId xmlns:a16="http://schemas.microsoft.com/office/drawing/2014/main" id="{EF600E48-D033-4A09-84DC-C0131509A413}"/>
              </a:ext>
            </a:extLst>
          </p:cNvPr>
          <p:cNvGrpSpPr/>
          <p:nvPr/>
        </p:nvGrpSpPr>
        <p:grpSpPr>
          <a:xfrm>
            <a:off x="2441643" y="4575286"/>
            <a:ext cx="1393083" cy="747346"/>
            <a:chOff x="4207049" y="5198407"/>
            <a:chExt cx="1393083" cy="747346"/>
          </a:xfrm>
        </p:grpSpPr>
        <p:cxnSp>
          <p:nvCxnSpPr>
            <p:cNvPr id="217" name="Straight Connector 216">
              <a:extLst>
                <a:ext uri="{FF2B5EF4-FFF2-40B4-BE49-F238E27FC236}">
                  <a16:creationId xmlns:a16="http://schemas.microsoft.com/office/drawing/2014/main" id="{1C7A8044-C3AD-4D3B-96EC-3B821E9D1AD7}"/>
                </a:ext>
              </a:extLst>
            </p:cNvPr>
            <p:cNvCxnSpPr>
              <a:cxnSpLocks/>
            </p:cNvCxnSpPr>
            <p:nvPr/>
          </p:nvCxnSpPr>
          <p:spPr>
            <a:xfrm>
              <a:off x="4978133" y="5945753"/>
              <a:ext cx="621999" cy="0"/>
            </a:xfrm>
            <a:prstGeom prst="line">
              <a:avLst/>
            </a:prstGeom>
            <a:ln w="15875" cap="rnd">
              <a:solidFill>
                <a:schemeClr val="accent4">
                  <a:lumMod val="60000"/>
                  <a:lumOff val="40000"/>
                </a:schemeClr>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44AE611F-7FB7-4543-B263-74D3DB20DDA6}"/>
                </a:ext>
              </a:extLst>
            </p:cNvPr>
            <p:cNvCxnSpPr>
              <a:cxnSpLocks/>
            </p:cNvCxnSpPr>
            <p:nvPr/>
          </p:nvCxnSpPr>
          <p:spPr>
            <a:xfrm flipH="1" flipV="1">
              <a:off x="4207049" y="5198407"/>
              <a:ext cx="741652" cy="747345"/>
            </a:xfrm>
            <a:prstGeom prst="line">
              <a:avLst/>
            </a:prstGeom>
            <a:ln w="15875" cap="rnd">
              <a:solidFill>
                <a:schemeClr val="accent4">
                  <a:lumMod val="60000"/>
                  <a:lumOff val="40000"/>
                </a:schemeClr>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220" name="Group 219">
            <a:extLst>
              <a:ext uri="{FF2B5EF4-FFF2-40B4-BE49-F238E27FC236}">
                <a16:creationId xmlns:a16="http://schemas.microsoft.com/office/drawing/2014/main" id="{C0EEC686-E52E-4F51-8BE8-BB17E9FE906A}"/>
              </a:ext>
            </a:extLst>
          </p:cNvPr>
          <p:cNvGrpSpPr/>
          <p:nvPr/>
        </p:nvGrpSpPr>
        <p:grpSpPr>
          <a:xfrm>
            <a:off x="2757980" y="2528085"/>
            <a:ext cx="1021211" cy="300631"/>
            <a:chOff x="4523386" y="3151206"/>
            <a:chExt cx="1021211" cy="300631"/>
          </a:xfrm>
        </p:grpSpPr>
        <p:cxnSp>
          <p:nvCxnSpPr>
            <p:cNvPr id="221" name="Straight Connector 220">
              <a:extLst>
                <a:ext uri="{FF2B5EF4-FFF2-40B4-BE49-F238E27FC236}">
                  <a16:creationId xmlns:a16="http://schemas.microsoft.com/office/drawing/2014/main" id="{3305C77B-B2A8-47D2-9760-3D4C289B712F}"/>
                </a:ext>
              </a:extLst>
            </p:cNvPr>
            <p:cNvCxnSpPr>
              <a:cxnSpLocks/>
            </p:cNvCxnSpPr>
            <p:nvPr/>
          </p:nvCxnSpPr>
          <p:spPr>
            <a:xfrm>
              <a:off x="4922598" y="3151712"/>
              <a:ext cx="621999" cy="0"/>
            </a:xfrm>
            <a:prstGeom prst="line">
              <a:avLst/>
            </a:prstGeom>
            <a:ln w="15875" cap="rnd">
              <a:solidFill>
                <a:schemeClr val="accent4"/>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0248B095-4C28-4536-B7F9-3B128686F64B}"/>
                </a:ext>
              </a:extLst>
            </p:cNvPr>
            <p:cNvCxnSpPr>
              <a:cxnSpLocks/>
            </p:cNvCxnSpPr>
            <p:nvPr/>
          </p:nvCxnSpPr>
          <p:spPr>
            <a:xfrm flipH="1">
              <a:off x="4523386" y="3151206"/>
              <a:ext cx="371734" cy="300631"/>
            </a:xfrm>
            <a:prstGeom prst="line">
              <a:avLst/>
            </a:prstGeom>
            <a:ln w="15875" cap="rnd">
              <a:solidFill>
                <a:schemeClr val="accent4"/>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223" name="Group 222">
            <a:extLst>
              <a:ext uri="{FF2B5EF4-FFF2-40B4-BE49-F238E27FC236}">
                <a16:creationId xmlns:a16="http://schemas.microsoft.com/office/drawing/2014/main" id="{BC7C90C5-4E59-46B4-A49C-AE827652D5F0}"/>
              </a:ext>
            </a:extLst>
          </p:cNvPr>
          <p:cNvGrpSpPr/>
          <p:nvPr/>
        </p:nvGrpSpPr>
        <p:grpSpPr>
          <a:xfrm>
            <a:off x="2722585" y="4011690"/>
            <a:ext cx="1056606" cy="391402"/>
            <a:chOff x="4487991" y="4634811"/>
            <a:chExt cx="1056606" cy="391402"/>
          </a:xfrm>
        </p:grpSpPr>
        <p:cxnSp>
          <p:nvCxnSpPr>
            <p:cNvPr id="224" name="Straight Connector 223">
              <a:extLst>
                <a:ext uri="{FF2B5EF4-FFF2-40B4-BE49-F238E27FC236}">
                  <a16:creationId xmlns:a16="http://schemas.microsoft.com/office/drawing/2014/main" id="{D8B81160-2574-41F3-A5E3-4CC8302998AF}"/>
                </a:ext>
              </a:extLst>
            </p:cNvPr>
            <p:cNvCxnSpPr>
              <a:cxnSpLocks/>
            </p:cNvCxnSpPr>
            <p:nvPr/>
          </p:nvCxnSpPr>
          <p:spPr>
            <a:xfrm>
              <a:off x="4922598" y="5026213"/>
              <a:ext cx="621999" cy="0"/>
            </a:xfrm>
            <a:prstGeom prst="line">
              <a:avLst/>
            </a:prstGeom>
            <a:ln w="15875" cap="rnd">
              <a:solidFill>
                <a:schemeClr val="accent3"/>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09DABC1F-4D41-4EB7-A4DC-C117FE57BFB2}"/>
                </a:ext>
              </a:extLst>
            </p:cNvPr>
            <p:cNvCxnSpPr>
              <a:cxnSpLocks/>
            </p:cNvCxnSpPr>
            <p:nvPr/>
          </p:nvCxnSpPr>
          <p:spPr>
            <a:xfrm flipH="1" flipV="1">
              <a:off x="4487991" y="4634811"/>
              <a:ext cx="419702" cy="391183"/>
            </a:xfrm>
            <a:prstGeom prst="line">
              <a:avLst/>
            </a:prstGeom>
            <a:ln w="15875" cap="rnd">
              <a:solidFill>
                <a:schemeClr val="accent3"/>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4" name="Group 3">
            <a:extLst>
              <a:ext uri="{FF2B5EF4-FFF2-40B4-BE49-F238E27FC236}">
                <a16:creationId xmlns:a16="http://schemas.microsoft.com/office/drawing/2014/main" id="{0EFB063A-9A57-4FB2-B73C-7AD4E791F4D6}"/>
              </a:ext>
            </a:extLst>
          </p:cNvPr>
          <p:cNvGrpSpPr/>
          <p:nvPr/>
        </p:nvGrpSpPr>
        <p:grpSpPr>
          <a:xfrm>
            <a:off x="393341" y="2252083"/>
            <a:ext cx="2286000" cy="2286000"/>
            <a:chOff x="380600" y="1693103"/>
            <a:chExt cx="4113462" cy="4088045"/>
          </a:xfrm>
        </p:grpSpPr>
        <p:sp>
          <p:nvSpPr>
            <p:cNvPr id="148" name="Arc 147">
              <a:extLst>
                <a:ext uri="{FF2B5EF4-FFF2-40B4-BE49-F238E27FC236}">
                  <a16:creationId xmlns:a16="http://schemas.microsoft.com/office/drawing/2014/main" id="{9030AAFA-ACEB-4A54-9A08-B4B7652A851A}"/>
                </a:ext>
              </a:extLst>
            </p:cNvPr>
            <p:cNvSpPr/>
            <p:nvPr/>
          </p:nvSpPr>
          <p:spPr>
            <a:xfrm>
              <a:off x="380600" y="1693103"/>
              <a:ext cx="4088045" cy="4088045"/>
            </a:xfrm>
            <a:prstGeom prst="arc">
              <a:avLst>
                <a:gd name="adj1" fmla="val 16812435"/>
                <a:gd name="adj2" fmla="val 4781030"/>
              </a:avLst>
            </a:prstGeom>
            <a:ln w="25400" cap="rnd">
              <a:solidFill>
                <a:schemeClr val="accent6">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prstClr val="black"/>
                </a:solidFill>
                <a:effectLst/>
                <a:uLnTx/>
                <a:uFillTx/>
                <a:latin typeface="Verdana"/>
                <a:ea typeface="+mn-ea"/>
                <a:cs typeface="+mn-cs"/>
              </a:endParaRPr>
            </a:p>
          </p:txBody>
        </p:sp>
        <p:sp>
          <p:nvSpPr>
            <p:cNvPr id="149" name="Arc 148">
              <a:extLst>
                <a:ext uri="{FF2B5EF4-FFF2-40B4-BE49-F238E27FC236}">
                  <a16:creationId xmlns:a16="http://schemas.microsoft.com/office/drawing/2014/main" id="{0C94EEA9-9C98-4B91-A554-AA252EFFBB8F}"/>
                </a:ext>
              </a:extLst>
            </p:cNvPr>
            <p:cNvSpPr/>
            <p:nvPr/>
          </p:nvSpPr>
          <p:spPr>
            <a:xfrm flipH="1">
              <a:off x="406017" y="1693103"/>
              <a:ext cx="4088045" cy="4088045"/>
            </a:xfrm>
            <a:prstGeom prst="arc">
              <a:avLst>
                <a:gd name="adj1" fmla="val 16812435"/>
                <a:gd name="adj2" fmla="val 4781841"/>
              </a:avLst>
            </a:prstGeom>
            <a:ln w="25400" cap="rnd">
              <a:solidFill>
                <a:schemeClr val="accent6">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prstClr val="black"/>
                </a:solidFill>
                <a:effectLst/>
                <a:uLnTx/>
                <a:uFillTx/>
                <a:latin typeface="Verdana"/>
                <a:ea typeface="+mn-ea"/>
                <a:cs typeface="+mn-cs"/>
              </a:endParaRPr>
            </a:p>
          </p:txBody>
        </p:sp>
        <p:sp>
          <p:nvSpPr>
            <p:cNvPr id="150" name="Oval 149">
              <a:extLst>
                <a:ext uri="{FF2B5EF4-FFF2-40B4-BE49-F238E27FC236}">
                  <a16:creationId xmlns:a16="http://schemas.microsoft.com/office/drawing/2014/main" id="{E6483AB2-DD13-4C35-A67B-1076C768B46B}"/>
                </a:ext>
              </a:extLst>
            </p:cNvPr>
            <p:cNvSpPr/>
            <p:nvPr/>
          </p:nvSpPr>
          <p:spPr bwMode="gray">
            <a:xfrm>
              <a:off x="618308" y="1899909"/>
              <a:ext cx="3674434" cy="3674434"/>
            </a:xfrm>
            <a:prstGeom prst="ellipse">
              <a:avLst/>
            </a:prstGeom>
            <a:noFill/>
            <a:ln w="19050" algn="ctr">
              <a:solidFill>
                <a:srgbClr val="046A38"/>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151" name="Oval 150">
              <a:extLst>
                <a:ext uri="{FF2B5EF4-FFF2-40B4-BE49-F238E27FC236}">
                  <a16:creationId xmlns:a16="http://schemas.microsoft.com/office/drawing/2014/main" id="{DFBA97AC-3179-45F9-9E3B-EE4E3166898D}"/>
                </a:ext>
              </a:extLst>
            </p:cNvPr>
            <p:cNvSpPr/>
            <p:nvPr/>
          </p:nvSpPr>
          <p:spPr bwMode="gray">
            <a:xfrm>
              <a:off x="785328" y="2066929"/>
              <a:ext cx="3340395" cy="3340395"/>
            </a:xfrm>
            <a:prstGeom prst="ellipse">
              <a:avLst/>
            </a:prstGeom>
            <a:noFill/>
            <a:ln w="19050" algn="ctr">
              <a:solidFill>
                <a:srgbClr val="009A44"/>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152" name="Oval 151">
              <a:extLst>
                <a:ext uri="{FF2B5EF4-FFF2-40B4-BE49-F238E27FC236}">
                  <a16:creationId xmlns:a16="http://schemas.microsoft.com/office/drawing/2014/main" id="{8EB1C895-CF38-49A2-8FC8-970CDCA274F6}"/>
                </a:ext>
              </a:extLst>
            </p:cNvPr>
            <p:cNvSpPr/>
            <p:nvPr/>
          </p:nvSpPr>
          <p:spPr bwMode="gray">
            <a:xfrm>
              <a:off x="937164" y="2218765"/>
              <a:ext cx="3036722" cy="3036722"/>
            </a:xfrm>
            <a:prstGeom prst="ellipse">
              <a:avLst/>
            </a:prstGeom>
            <a:noFill/>
            <a:ln w="19050" algn="ctr">
              <a:solidFill>
                <a:srgbClr val="009A44"/>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153" name="Oval 152">
              <a:extLst>
                <a:ext uri="{FF2B5EF4-FFF2-40B4-BE49-F238E27FC236}">
                  <a16:creationId xmlns:a16="http://schemas.microsoft.com/office/drawing/2014/main" id="{A0D73A2E-4EA5-4CB9-8C5B-3037EA65E517}"/>
                </a:ext>
              </a:extLst>
            </p:cNvPr>
            <p:cNvSpPr/>
            <p:nvPr/>
          </p:nvSpPr>
          <p:spPr bwMode="gray">
            <a:xfrm>
              <a:off x="1075197" y="2356798"/>
              <a:ext cx="2760657" cy="2760657"/>
            </a:xfrm>
            <a:prstGeom prst="ellipse">
              <a:avLst/>
            </a:prstGeom>
            <a:noFill/>
            <a:ln w="19050" algn="ctr">
              <a:solidFill>
                <a:srgbClr val="43B02A"/>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grpSp>
          <p:nvGrpSpPr>
            <p:cNvPr id="226" name="Graphic 4">
              <a:extLst>
                <a:ext uri="{FF2B5EF4-FFF2-40B4-BE49-F238E27FC236}">
                  <a16:creationId xmlns:a16="http://schemas.microsoft.com/office/drawing/2014/main" id="{A4E817E7-06ED-4B54-B1A9-88ACE6C6B2A2}"/>
                </a:ext>
              </a:extLst>
            </p:cNvPr>
            <p:cNvGrpSpPr/>
            <p:nvPr/>
          </p:nvGrpSpPr>
          <p:grpSpPr>
            <a:xfrm>
              <a:off x="1877653" y="3125046"/>
              <a:ext cx="1151770" cy="1144652"/>
              <a:chOff x="6157987" y="4292919"/>
              <a:chExt cx="324476" cy="386534"/>
            </a:xfrm>
            <a:solidFill>
              <a:srgbClr val="43B02A"/>
            </a:solidFill>
          </p:grpSpPr>
          <p:sp>
            <p:nvSpPr>
              <p:cNvPr id="227" name="Graphic 4">
                <a:extLst>
                  <a:ext uri="{FF2B5EF4-FFF2-40B4-BE49-F238E27FC236}">
                    <a16:creationId xmlns:a16="http://schemas.microsoft.com/office/drawing/2014/main" id="{6F413EB0-3E74-461E-9A47-8155223C62AE}"/>
                  </a:ext>
                </a:extLst>
              </p:cNvPr>
              <p:cNvSpPr/>
              <p:nvPr/>
            </p:nvSpPr>
            <p:spPr>
              <a:xfrm>
                <a:off x="6356070" y="4506615"/>
                <a:ext cx="48563" cy="16598"/>
              </a:xfrm>
              <a:custGeom>
                <a:avLst/>
                <a:gdLst>
                  <a:gd name="connsiteX0" fmla="*/ 7029 w 48563"/>
                  <a:gd name="connsiteY0" fmla="*/ 16599 h 16598"/>
                  <a:gd name="connsiteX1" fmla="*/ 35783 w 48563"/>
                  <a:gd name="connsiteY1" fmla="*/ 16599 h 16598"/>
                  <a:gd name="connsiteX2" fmla="*/ 36423 w 48563"/>
                  <a:gd name="connsiteY2" fmla="*/ 16599 h 16598"/>
                  <a:gd name="connsiteX3" fmla="*/ 40257 w 48563"/>
                  <a:gd name="connsiteY3" fmla="*/ 16599 h 16598"/>
                  <a:gd name="connsiteX4" fmla="*/ 46008 w 48563"/>
                  <a:gd name="connsiteY4" fmla="*/ 14045 h 16598"/>
                  <a:gd name="connsiteX5" fmla="*/ 48563 w 48563"/>
                  <a:gd name="connsiteY5" fmla="*/ 8299 h 16598"/>
                  <a:gd name="connsiteX6" fmla="*/ 40895 w 48563"/>
                  <a:gd name="connsiteY6" fmla="*/ 0 h 16598"/>
                  <a:gd name="connsiteX7" fmla="*/ 34505 w 48563"/>
                  <a:gd name="connsiteY7" fmla="*/ 0 h 16598"/>
                  <a:gd name="connsiteX8" fmla="*/ 33867 w 48563"/>
                  <a:gd name="connsiteY8" fmla="*/ 0 h 16598"/>
                  <a:gd name="connsiteX9" fmla="*/ 12141 w 48563"/>
                  <a:gd name="connsiteY9" fmla="*/ 0 h 16598"/>
                  <a:gd name="connsiteX10" fmla="*/ 11502 w 48563"/>
                  <a:gd name="connsiteY10" fmla="*/ 0 h 16598"/>
                  <a:gd name="connsiteX11" fmla="*/ 8307 w 48563"/>
                  <a:gd name="connsiteY11" fmla="*/ 0 h 16598"/>
                  <a:gd name="connsiteX12" fmla="*/ 0 w 48563"/>
                  <a:gd name="connsiteY12" fmla="*/ 8299 h 16598"/>
                  <a:gd name="connsiteX13" fmla="*/ 2556 w 48563"/>
                  <a:gd name="connsiteY13" fmla="*/ 14045 h 16598"/>
                  <a:gd name="connsiteX14" fmla="*/ 7029 w 48563"/>
                  <a:gd name="connsiteY14" fmla="*/ 16599 h 16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563" h="16598">
                    <a:moveTo>
                      <a:pt x="7029" y="16599"/>
                    </a:moveTo>
                    <a:lnTo>
                      <a:pt x="35783" y="16599"/>
                    </a:lnTo>
                    <a:cubicBezTo>
                      <a:pt x="35783" y="16599"/>
                      <a:pt x="35783" y="16599"/>
                      <a:pt x="36423" y="16599"/>
                    </a:cubicBezTo>
                    <a:lnTo>
                      <a:pt x="40257" y="16599"/>
                    </a:lnTo>
                    <a:cubicBezTo>
                      <a:pt x="42173" y="16599"/>
                      <a:pt x="44730" y="15960"/>
                      <a:pt x="46008" y="14045"/>
                    </a:cubicBezTo>
                    <a:cubicBezTo>
                      <a:pt x="47285" y="12768"/>
                      <a:pt x="48563" y="10215"/>
                      <a:pt x="48563" y="8299"/>
                    </a:cubicBezTo>
                    <a:cubicBezTo>
                      <a:pt x="48563" y="3831"/>
                      <a:pt x="45368" y="639"/>
                      <a:pt x="40895" y="0"/>
                    </a:cubicBezTo>
                    <a:lnTo>
                      <a:pt x="34505" y="0"/>
                    </a:lnTo>
                    <a:cubicBezTo>
                      <a:pt x="34505" y="0"/>
                      <a:pt x="33867" y="0"/>
                      <a:pt x="33867" y="0"/>
                    </a:cubicBezTo>
                    <a:lnTo>
                      <a:pt x="12141" y="0"/>
                    </a:lnTo>
                    <a:cubicBezTo>
                      <a:pt x="12141" y="0"/>
                      <a:pt x="11502" y="0"/>
                      <a:pt x="11502" y="0"/>
                    </a:cubicBezTo>
                    <a:lnTo>
                      <a:pt x="8307" y="0"/>
                    </a:lnTo>
                    <a:cubicBezTo>
                      <a:pt x="3834" y="0"/>
                      <a:pt x="0" y="3831"/>
                      <a:pt x="0" y="8299"/>
                    </a:cubicBezTo>
                    <a:cubicBezTo>
                      <a:pt x="0" y="10215"/>
                      <a:pt x="639" y="12768"/>
                      <a:pt x="2556" y="14045"/>
                    </a:cubicBezTo>
                    <a:cubicBezTo>
                      <a:pt x="3195" y="15960"/>
                      <a:pt x="5112" y="16599"/>
                      <a:pt x="7029" y="16599"/>
                    </a:cubicBezTo>
                    <a:close/>
                  </a:path>
                </a:pathLst>
              </a:custGeom>
              <a:solidFill>
                <a:schemeClr val="accent2"/>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228" name="Graphic 4">
                <a:extLst>
                  <a:ext uri="{FF2B5EF4-FFF2-40B4-BE49-F238E27FC236}">
                    <a16:creationId xmlns:a16="http://schemas.microsoft.com/office/drawing/2014/main" id="{906DB9BC-A4E7-4188-9AF2-62196B714AF2}"/>
                  </a:ext>
                </a:extLst>
              </p:cNvPr>
              <p:cNvSpPr/>
              <p:nvPr/>
            </p:nvSpPr>
            <p:spPr>
              <a:xfrm>
                <a:off x="6352236" y="4535982"/>
                <a:ext cx="47924" cy="16598"/>
              </a:xfrm>
              <a:custGeom>
                <a:avLst/>
                <a:gdLst>
                  <a:gd name="connsiteX0" fmla="*/ 40257 w 47924"/>
                  <a:gd name="connsiteY0" fmla="*/ 0 h 16598"/>
                  <a:gd name="connsiteX1" fmla="*/ 10863 w 47924"/>
                  <a:gd name="connsiteY1" fmla="*/ 0 h 16598"/>
                  <a:gd name="connsiteX2" fmla="*/ 10863 w 47924"/>
                  <a:gd name="connsiteY2" fmla="*/ 0 h 16598"/>
                  <a:gd name="connsiteX3" fmla="*/ 8307 w 47924"/>
                  <a:gd name="connsiteY3" fmla="*/ 0 h 16598"/>
                  <a:gd name="connsiteX4" fmla="*/ 2556 w 47924"/>
                  <a:gd name="connsiteY4" fmla="*/ 2553 h 16598"/>
                  <a:gd name="connsiteX5" fmla="*/ 0 w 47924"/>
                  <a:gd name="connsiteY5" fmla="*/ 8299 h 16598"/>
                  <a:gd name="connsiteX6" fmla="*/ 8307 w 47924"/>
                  <a:gd name="connsiteY6" fmla="*/ 16598 h 16598"/>
                  <a:gd name="connsiteX7" fmla="*/ 8946 w 47924"/>
                  <a:gd name="connsiteY7" fmla="*/ 16598 h 16598"/>
                  <a:gd name="connsiteX8" fmla="*/ 8946 w 47924"/>
                  <a:gd name="connsiteY8" fmla="*/ 16598 h 16598"/>
                  <a:gd name="connsiteX9" fmla="*/ 15336 w 47924"/>
                  <a:gd name="connsiteY9" fmla="*/ 16598 h 16598"/>
                  <a:gd name="connsiteX10" fmla="*/ 15336 w 47924"/>
                  <a:gd name="connsiteY10" fmla="*/ 16598 h 16598"/>
                  <a:gd name="connsiteX11" fmla="*/ 31311 w 47924"/>
                  <a:gd name="connsiteY11" fmla="*/ 16598 h 16598"/>
                  <a:gd name="connsiteX12" fmla="*/ 31311 w 47924"/>
                  <a:gd name="connsiteY12" fmla="*/ 16598 h 16598"/>
                  <a:gd name="connsiteX13" fmla="*/ 39618 w 47924"/>
                  <a:gd name="connsiteY13" fmla="*/ 16598 h 16598"/>
                  <a:gd name="connsiteX14" fmla="*/ 45369 w 47924"/>
                  <a:gd name="connsiteY14" fmla="*/ 14044 h 16598"/>
                  <a:gd name="connsiteX15" fmla="*/ 47925 w 47924"/>
                  <a:gd name="connsiteY15" fmla="*/ 8299 h 16598"/>
                  <a:gd name="connsiteX16" fmla="*/ 40257 w 47924"/>
                  <a:gd name="connsiteY16" fmla="*/ 0 h 16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924" h="16598">
                    <a:moveTo>
                      <a:pt x="40257" y="0"/>
                    </a:moveTo>
                    <a:lnTo>
                      <a:pt x="10863" y="0"/>
                    </a:lnTo>
                    <a:cubicBezTo>
                      <a:pt x="10863" y="0"/>
                      <a:pt x="10863" y="0"/>
                      <a:pt x="10863" y="0"/>
                    </a:cubicBezTo>
                    <a:lnTo>
                      <a:pt x="8307" y="0"/>
                    </a:lnTo>
                    <a:cubicBezTo>
                      <a:pt x="6390" y="0"/>
                      <a:pt x="3834" y="638"/>
                      <a:pt x="2556" y="2553"/>
                    </a:cubicBezTo>
                    <a:cubicBezTo>
                      <a:pt x="1278" y="3830"/>
                      <a:pt x="0" y="6384"/>
                      <a:pt x="0" y="8299"/>
                    </a:cubicBezTo>
                    <a:cubicBezTo>
                      <a:pt x="0" y="12768"/>
                      <a:pt x="3834" y="16598"/>
                      <a:pt x="8307" y="16598"/>
                    </a:cubicBezTo>
                    <a:lnTo>
                      <a:pt x="8946" y="16598"/>
                    </a:lnTo>
                    <a:cubicBezTo>
                      <a:pt x="8946" y="16598"/>
                      <a:pt x="8946" y="16598"/>
                      <a:pt x="8946" y="16598"/>
                    </a:cubicBezTo>
                    <a:lnTo>
                      <a:pt x="15336" y="16598"/>
                    </a:lnTo>
                    <a:cubicBezTo>
                      <a:pt x="15336" y="16598"/>
                      <a:pt x="15336" y="16598"/>
                      <a:pt x="15336" y="16598"/>
                    </a:cubicBezTo>
                    <a:lnTo>
                      <a:pt x="31311" y="16598"/>
                    </a:lnTo>
                    <a:cubicBezTo>
                      <a:pt x="31311" y="16598"/>
                      <a:pt x="31311" y="16598"/>
                      <a:pt x="31311" y="16598"/>
                    </a:cubicBezTo>
                    <a:lnTo>
                      <a:pt x="39618" y="16598"/>
                    </a:lnTo>
                    <a:cubicBezTo>
                      <a:pt x="41535" y="16598"/>
                      <a:pt x="44091" y="15960"/>
                      <a:pt x="45369" y="14044"/>
                    </a:cubicBezTo>
                    <a:cubicBezTo>
                      <a:pt x="46647" y="12768"/>
                      <a:pt x="47925" y="10214"/>
                      <a:pt x="47925" y="8299"/>
                    </a:cubicBezTo>
                    <a:cubicBezTo>
                      <a:pt x="47925" y="3830"/>
                      <a:pt x="44730" y="638"/>
                      <a:pt x="40257" y="0"/>
                    </a:cubicBezTo>
                    <a:close/>
                  </a:path>
                </a:pathLst>
              </a:custGeom>
              <a:solidFill>
                <a:schemeClr val="accent2"/>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229" name="Graphic 4">
                <a:extLst>
                  <a:ext uri="{FF2B5EF4-FFF2-40B4-BE49-F238E27FC236}">
                    <a16:creationId xmlns:a16="http://schemas.microsoft.com/office/drawing/2014/main" id="{38ED9A1A-34B6-4202-990B-A3EEBB9E6C38}"/>
                  </a:ext>
                </a:extLst>
              </p:cNvPr>
              <p:cNvSpPr/>
              <p:nvPr/>
            </p:nvSpPr>
            <p:spPr>
              <a:xfrm>
                <a:off x="6359265" y="4477887"/>
                <a:ext cx="38978" cy="16598"/>
              </a:xfrm>
              <a:custGeom>
                <a:avLst/>
                <a:gdLst>
                  <a:gd name="connsiteX0" fmla="*/ 0 w 38978"/>
                  <a:gd name="connsiteY0" fmla="*/ 8299 h 16598"/>
                  <a:gd name="connsiteX1" fmla="*/ 2556 w 38978"/>
                  <a:gd name="connsiteY1" fmla="*/ 14045 h 16598"/>
                  <a:gd name="connsiteX2" fmla="*/ 7668 w 38978"/>
                  <a:gd name="connsiteY2" fmla="*/ 16599 h 16598"/>
                  <a:gd name="connsiteX3" fmla="*/ 30672 w 38978"/>
                  <a:gd name="connsiteY3" fmla="*/ 16599 h 16598"/>
                  <a:gd name="connsiteX4" fmla="*/ 36423 w 38978"/>
                  <a:gd name="connsiteY4" fmla="*/ 14045 h 16598"/>
                  <a:gd name="connsiteX5" fmla="*/ 38978 w 38978"/>
                  <a:gd name="connsiteY5" fmla="*/ 8299 h 16598"/>
                  <a:gd name="connsiteX6" fmla="*/ 30672 w 38978"/>
                  <a:gd name="connsiteY6" fmla="*/ 0 h 16598"/>
                  <a:gd name="connsiteX7" fmla="*/ 8946 w 38978"/>
                  <a:gd name="connsiteY7" fmla="*/ 0 h 16598"/>
                  <a:gd name="connsiteX8" fmla="*/ 0 w 38978"/>
                  <a:gd name="connsiteY8" fmla="*/ 8299 h 16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978" h="16598">
                    <a:moveTo>
                      <a:pt x="0" y="8299"/>
                    </a:moveTo>
                    <a:cubicBezTo>
                      <a:pt x="0" y="10215"/>
                      <a:pt x="639" y="12768"/>
                      <a:pt x="2556" y="14045"/>
                    </a:cubicBezTo>
                    <a:cubicBezTo>
                      <a:pt x="3834" y="15322"/>
                      <a:pt x="5751" y="15960"/>
                      <a:pt x="7668" y="16599"/>
                    </a:cubicBezTo>
                    <a:lnTo>
                      <a:pt x="30672" y="16599"/>
                    </a:lnTo>
                    <a:cubicBezTo>
                      <a:pt x="33228" y="16599"/>
                      <a:pt x="35145" y="15322"/>
                      <a:pt x="36423" y="14045"/>
                    </a:cubicBezTo>
                    <a:cubicBezTo>
                      <a:pt x="37700" y="12768"/>
                      <a:pt x="38978" y="10215"/>
                      <a:pt x="38978" y="8299"/>
                    </a:cubicBezTo>
                    <a:cubicBezTo>
                      <a:pt x="38978" y="3831"/>
                      <a:pt x="35145" y="0"/>
                      <a:pt x="30672" y="0"/>
                    </a:cubicBezTo>
                    <a:lnTo>
                      <a:pt x="8946" y="0"/>
                    </a:lnTo>
                    <a:cubicBezTo>
                      <a:pt x="3834" y="0"/>
                      <a:pt x="0" y="3831"/>
                      <a:pt x="0" y="8299"/>
                    </a:cubicBezTo>
                    <a:close/>
                  </a:path>
                </a:pathLst>
              </a:custGeom>
              <a:solidFill>
                <a:schemeClr val="accent2"/>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230" name="Graphic 4">
                <a:extLst>
                  <a:ext uri="{FF2B5EF4-FFF2-40B4-BE49-F238E27FC236}">
                    <a16:creationId xmlns:a16="http://schemas.microsoft.com/office/drawing/2014/main" id="{D71F448F-2F4E-4521-9889-F824687B80D5}"/>
                  </a:ext>
                </a:extLst>
              </p:cNvPr>
              <p:cNvSpPr/>
              <p:nvPr/>
            </p:nvSpPr>
            <p:spPr>
              <a:xfrm>
                <a:off x="6157987" y="4292919"/>
                <a:ext cx="324476" cy="386534"/>
              </a:xfrm>
              <a:custGeom>
                <a:avLst/>
                <a:gdLst>
                  <a:gd name="connsiteX0" fmla="*/ 180835 w 361670"/>
                  <a:gd name="connsiteY0" fmla="*/ 0 h 361333"/>
                  <a:gd name="connsiteX1" fmla="*/ 0 w 361670"/>
                  <a:gd name="connsiteY1" fmla="*/ 180667 h 361333"/>
                  <a:gd name="connsiteX2" fmla="*/ 180835 w 361670"/>
                  <a:gd name="connsiteY2" fmla="*/ 361334 h 361333"/>
                  <a:gd name="connsiteX3" fmla="*/ 361670 w 361670"/>
                  <a:gd name="connsiteY3" fmla="*/ 180667 h 361333"/>
                  <a:gd name="connsiteX4" fmla="*/ 180835 w 361670"/>
                  <a:gd name="connsiteY4" fmla="*/ 0 h 361333"/>
                  <a:gd name="connsiteX5" fmla="*/ 265821 w 361670"/>
                  <a:gd name="connsiteY5" fmla="*/ 235569 h 361333"/>
                  <a:gd name="connsiteX6" fmla="*/ 259431 w 361670"/>
                  <a:gd name="connsiteY6" fmla="*/ 250252 h 361333"/>
                  <a:gd name="connsiteX7" fmla="*/ 254319 w 361670"/>
                  <a:gd name="connsiteY7" fmla="*/ 254082 h 361333"/>
                  <a:gd name="connsiteX8" fmla="*/ 257514 w 361670"/>
                  <a:gd name="connsiteY8" fmla="*/ 264935 h 361333"/>
                  <a:gd name="connsiteX9" fmla="*/ 251124 w 361670"/>
                  <a:gd name="connsiteY9" fmla="*/ 279618 h 361333"/>
                  <a:gd name="connsiteX10" fmla="*/ 236428 w 361670"/>
                  <a:gd name="connsiteY10" fmla="*/ 286002 h 361333"/>
                  <a:gd name="connsiteX11" fmla="*/ 220453 w 361670"/>
                  <a:gd name="connsiteY11" fmla="*/ 286002 h 361333"/>
                  <a:gd name="connsiteX12" fmla="*/ 213424 w 361670"/>
                  <a:gd name="connsiteY12" fmla="*/ 286002 h 361333"/>
                  <a:gd name="connsiteX13" fmla="*/ 168055 w 361670"/>
                  <a:gd name="connsiteY13" fmla="*/ 286002 h 361333"/>
                  <a:gd name="connsiteX14" fmla="*/ 128438 w 361670"/>
                  <a:gd name="connsiteY14" fmla="*/ 270042 h 361333"/>
                  <a:gd name="connsiteX15" fmla="*/ 122048 w 361670"/>
                  <a:gd name="connsiteY15" fmla="*/ 267489 h 361333"/>
                  <a:gd name="connsiteX16" fmla="*/ 97766 w 361670"/>
                  <a:gd name="connsiteY16" fmla="*/ 267489 h 361333"/>
                  <a:gd name="connsiteX17" fmla="*/ 91376 w 361670"/>
                  <a:gd name="connsiteY17" fmla="*/ 261105 h 361333"/>
                  <a:gd name="connsiteX18" fmla="*/ 97766 w 361670"/>
                  <a:gd name="connsiteY18" fmla="*/ 254721 h 361333"/>
                  <a:gd name="connsiteX19" fmla="*/ 122048 w 361670"/>
                  <a:gd name="connsiteY19" fmla="*/ 254721 h 361333"/>
                  <a:gd name="connsiteX20" fmla="*/ 137384 w 361670"/>
                  <a:gd name="connsiteY20" fmla="*/ 261105 h 361333"/>
                  <a:gd name="connsiteX21" fmla="*/ 168055 w 361670"/>
                  <a:gd name="connsiteY21" fmla="*/ 273234 h 361333"/>
                  <a:gd name="connsiteX22" fmla="*/ 194893 w 361670"/>
                  <a:gd name="connsiteY22" fmla="*/ 273234 h 361333"/>
                  <a:gd name="connsiteX23" fmla="*/ 192976 w 361670"/>
                  <a:gd name="connsiteY23" fmla="*/ 264935 h 361333"/>
                  <a:gd name="connsiteX24" fmla="*/ 198727 w 361670"/>
                  <a:gd name="connsiteY24" fmla="*/ 250890 h 361333"/>
                  <a:gd name="connsiteX25" fmla="*/ 192337 w 361670"/>
                  <a:gd name="connsiteY25" fmla="*/ 236207 h 361333"/>
                  <a:gd name="connsiteX26" fmla="*/ 198727 w 361670"/>
                  <a:gd name="connsiteY26" fmla="*/ 221524 h 361333"/>
                  <a:gd name="connsiteX27" fmla="*/ 200005 w 361670"/>
                  <a:gd name="connsiteY27" fmla="*/ 220247 h 361333"/>
                  <a:gd name="connsiteX28" fmla="*/ 194893 w 361670"/>
                  <a:gd name="connsiteY28" fmla="*/ 206841 h 361333"/>
                  <a:gd name="connsiteX29" fmla="*/ 203200 w 361670"/>
                  <a:gd name="connsiteY29" fmla="*/ 190243 h 361333"/>
                  <a:gd name="connsiteX30" fmla="*/ 199366 w 361670"/>
                  <a:gd name="connsiteY30" fmla="*/ 178113 h 361333"/>
                  <a:gd name="connsiteX31" fmla="*/ 201283 w 361670"/>
                  <a:gd name="connsiteY31" fmla="*/ 169814 h 361333"/>
                  <a:gd name="connsiteX32" fmla="*/ 195532 w 361670"/>
                  <a:gd name="connsiteY32" fmla="*/ 169814 h 361333"/>
                  <a:gd name="connsiteX33" fmla="*/ 195532 w 361670"/>
                  <a:gd name="connsiteY33" fmla="*/ 173644 h 361333"/>
                  <a:gd name="connsiteX34" fmla="*/ 161027 w 361670"/>
                  <a:gd name="connsiteY34" fmla="*/ 225993 h 361333"/>
                  <a:gd name="connsiteX35" fmla="*/ 158470 w 361670"/>
                  <a:gd name="connsiteY35" fmla="*/ 226631 h 361333"/>
                  <a:gd name="connsiteX36" fmla="*/ 152720 w 361670"/>
                  <a:gd name="connsiteY36" fmla="*/ 222801 h 361333"/>
                  <a:gd name="connsiteX37" fmla="*/ 155915 w 361670"/>
                  <a:gd name="connsiteY37" fmla="*/ 214502 h 361333"/>
                  <a:gd name="connsiteX38" fmla="*/ 182752 w 361670"/>
                  <a:gd name="connsiteY38" fmla="*/ 173644 h 361333"/>
                  <a:gd name="connsiteX39" fmla="*/ 182113 w 361670"/>
                  <a:gd name="connsiteY39" fmla="*/ 164707 h 361333"/>
                  <a:gd name="connsiteX40" fmla="*/ 182113 w 361670"/>
                  <a:gd name="connsiteY40" fmla="*/ 164068 h 361333"/>
                  <a:gd name="connsiteX41" fmla="*/ 182113 w 361670"/>
                  <a:gd name="connsiteY41" fmla="*/ 163430 h 361333"/>
                  <a:gd name="connsiteX42" fmla="*/ 182113 w 361670"/>
                  <a:gd name="connsiteY42" fmla="*/ 163430 h 361333"/>
                  <a:gd name="connsiteX43" fmla="*/ 182113 w 361670"/>
                  <a:gd name="connsiteY43" fmla="*/ 162792 h 361333"/>
                  <a:gd name="connsiteX44" fmla="*/ 182113 w 361670"/>
                  <a:gd name="connsiteY44" fmla="*/ 161515 h 361333"/>
                  <a:gd name="connsiteX45" fmla="*/ 182113 w 361670"/>
                  <a:gd name="connsiteY45" fmla="*/ 160876 h 361333"/>
                  <a:gd name="connsiteX46" fmla="*/ 192337 w 361670"/>
                  <a:gd name="connsiteY46" fmla="*/ 94483 h 361333"/>
                  <a:gd name="connsiteX47" fmla="*/ 184669 w 361670"/>
                  <a:gd name="connsiteY47" fmla="*/ 89376 h 361333"/>
                  <a:gd name="connsiteX48" fmla="*/ 177640 w 361670"/>
                  <a:gd name="connsiteY48" fmla="*/ 113635 h 361333"/>
                  <a:gd name="connsiteX49" fmla="*/ 164221 w 361670"/>
                  <a:gd name="connsiteY49" fmla="*/ 137256 h 361333"/>
                  <a:gd name="connsiteX50" fmla="*/ 138022 w 361670"/>
                  <a:gd name="connsiteY50" fmla="*/ 170452 h 361333"/>
                  <a:gd name="connsiteX51" fmla="*/ 118853 w 361670"/>
                  <a:gd name="connsiteY51" fmla="*/ 181944 h 361333"/>
                  <a:gd name="connsiteX52" fmla="*/ 98405 w 361670"/>
                  <a:gd name="connsiteY52" fmla="*/ 181944 h 361333"/>
                  <a:gd name="connsiteX53" fmla="*/ 92015 w 361670"/>
                  <a:gd name="connsiteY53" fmla="*/ 175560 h 361333"/>
                  <a:gd name="connsiteX54" fmla="*/ 98405 w 361670"/>
                  <a:gd name="connsiteY54" fmla="*/ 169176 h 361333"/>
                  <a:gd name="connsiteX55" fmla="*/ 118853 w 361670"/>
                  <a:gd name="connsiteY55" fmla="*/ 169176 h 361333"/>
                  <a:gd name="connsiteX56" fmla="*/ 127160 w 361670"/>
                  <a:gd name="connsiteY56" fmla="*/ 164068 h 361333"/>
                  <a:gd name="connsiteX57" fmla="*/ 155275 w 361670"/>
                  <a:gd name="connsiteY57" fmla="*/ 128318 h 361333"/>
                  <a:gd name="connsiteX58" fmla="*/ 165500 w 361670"/>
                  <a:gd name="connsiteY58" fmla="*/ 110443 h 361333"/>
                  <a:gd name="connsiteX59" fmla="*/ 172528 w 361670"/>
                  <a:gd name="connsiteY59" fmla="*/ 84907 h 361333"/>
                  <a:gd name="connsiteX60" fmla="*/ 185308 w 361670"/>
                  <a:gd name="connsiteY60" fmla="*/ 76608 h 361333"/>
                  <a:gd name="connsiteX61" fmla="*/ 203200 w 361670"/>
                  <a:gd name="connsiteY61" fmla="*/ 88099 h 361333"/>
                  <a:gd name="connsiteX62" fmla="*/ 196810 w 361670"/>
                  <a:gd name="connsiteY62" fmla="*/ 156408 h 361333"/>
                  <a:gd name="connsiteX63" fmla="*/ 219814 w 361670"/>
                  <a:gd name="connsiteY63" fmla="*/ 156408 h 361333"/>
                  <a:gd name="connsiteX64" fmla="*/ 241540 w 361670"/>
                  <a:gd name="connsiteY64" fmla="*/ 156408 h 361333"/>
                  <a:gd name="connsiteX65" fmla="*/ 262626 w 361670"/>
                  <a:gd name="connsiteY65" fmla="*/ 177475 h 361333"/>
                  <a:gd name="connsiteX66" fmla="*/ 259431 w 361670"/>
                  <a:gd name="connsiteY66" fmla="*/ 188966 h 361333"/>
                  <a:gd name="connsiteX67" fmla="*/ 269016 w 361670"/>
                  <a:gd name="connsiteY67" fmla="*/ 206841 h 361333"/>
                  <a:gd name="connsiteX68" fmla="*/ 262626 w 361670"/>
                  <a:gd name="connsiteY68" fmla="*/ 221524 h 361333"/>
                  <a:gd name="connsiteX69" fmla="*/ 260709 w 361670"/>
                  <a:gd name="connsiteY69" fmla="*/ 223439 h 361333"/>
                  <a:gd name="connsiteX70" fmla="*/ 265821 w 361670"/>
                  <a:gd name="connsiteY70" fmla="*/ 235569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61670" h="361333">
                    <a:moveTo>
                      <a:pt x="180835" y="0"/>
                    </a:moveTo>
                    <a:cubicBezTo>
                      <a:pt x="80513" y="0"/>
                      <a:pt x="0" y="81077"/>
                      <a:pt x="0" y="180667"/>
                    </a:cubicBezTo>
                    <a:cubicBezTo>
                      <a:pt x="0" y="280257"/>
                      <a:pt x="81152" y="361334"/>
                      <a:pt x="180835" y="361334"/>
                    </a:cubicBezTo>
                    <a:cubicBezTo>
                      <a:pt x="281157" y="361334"/>
                      <a:pt x="361670" y="280257"/>
                      <a:pt x="361670" y="180667"/>
                    </a:cubicBezTo>
                    <a:cubicBezTo>
                      <a:pt x="361670" y="81077"/>
                      <a:pt x="280518" y="0"/>
                      <a:pt x="180835" y="0"/>
                    </a:cubicBezTo>
                    <a:close/>
                    <a:moveTo>
                      <a:pt x="265821" y="235569"/>
                    </a:moveTo>
                    <a:cubicBezTo>
                      <a:pt x="265821" y="241314"/>
                      <a:pt x="263904" y="246422"/>
                      <a:pt x="259431" y="250252"/>
                    </a:cubicBezTo>
                    <a:cubicBezTo>
                      <a:pt x="258154" y="251529"/>
                      <a:pt x="256236" y="252806"/>
                      <a:pt x="254319" y="254082"/>
                    </a:cubicBezTo>
                    <a:cubicBezTo>
                      <a:pt x="256236" y="257274"/>
                      <a:pt x="257514" y="261105"/>
                      <a:pt x="257514" y="264935"/>
                    </a:cubicBezTo>
                    <a:cubicBezTo>
                      <a:pt x="257514" y="270681"/>
                      <a:pt x="255597" y="275788"/>
                      <a:pt x="251124" y="279618"/>
                    </a:cubicBezTo>
                    <a:cubicBezTo>
                      <a:pt x="247291" y="283449"/>
                      <a:pt x="242179" y="286002"/>
                      <a:pt x="236428" y="286002"/>
                    </a:cubicBezTo>
                    <a:lnTo>
                      <a:pt x="220453" y="286002"/>
                    </a:lnTo>
                    <a:lnTo>
                      <a:pt x="213424" y="286002"/>
                    </a:lnTo>
                    <a:lnTo>
                      <a:pt x="168055" y="286002"/>
                    </a:lnTo>
                    <a:cubicBezTo>
                      <a:pt x="153358" y="286002"/>
                      <a:pt x="139301" y="280257"/>
                      <a:pt x="128438" y="270042"/>
                    </a:cubicBezTo>
                    <a:cubicBezTo>
                      <a:pt x="126521" y="268127"/>
                      <a:pt x="123965" y="267489"/>
                      <a:pt x="122048" y="267489"/>
                    </a:cubicBezTo>
                    <a:lnTo>
                      <a:pt x="97766" y="267489"/>
                    </a:lnTo>
                    <a:cubicBezTo>
                      <a:pt x="93932" y="267489"/>
                      <a:pt x="91376" y="264935"/>
                      <a:pt x="91376" y="261105"/>
                    </a:cubicBezTo>
                    <a:cubicBezTo>
                      <a:pt x="91376" y="257274"/>
                      <a:pt x="93932" y="254721"/>
                      <a:pt x="97766" y="254721"/>
                    </a:cubicBezTo>
                    <a:lnTo>
                      <a:pt x="122048" y="254721"/>
                    </a:lnTo>
                    <a:cubicBezTo>
                      <a:pt x="127799" y="254721"/>
                      <a:pt x="132911" y="256636"/>
                      <a:pt x="137384" y="261105"/>
                    </a:cubicBezTo>
                    <a:cubicBezTo>
                      <a:pt x="145690" y="268766"/>
                      <a:pt x="156553" y="273234"/>
                      <a:pt x="168055" y="273234"/>
                    </a:cubicBezTo>
                    <a:lnTo>
                      <a:pt x="194893" y="273234"/>
                    </a:lnTo>
                    <a:cubicBezTo>
                      <a:pt x="193615" y="270681"/>
                      <a:pt x="192976" y="268127"/>
                      <a:pt x="192976" y="264935"/>
                    </a:cubicBezTo>
                    <a:cubicBezTo>
                      <a:pt x="192976" y="259190"/>
                      <a:pt x="194893" y="254721"/>
                      <a:pt x="198727" y="250890"/>
                    </a:cubicBezTo>
                    <a:cubicBezTo>
                      <a:pt x="194893" y="247060"/>
                      <a:pt x="192337" y="241953"/>
                      <a:pt x="192337" y="236207"/>
                    </a:cubicBezTo>
                    <a:cubicBezTo>
                      <a:pt x="192337" y="230462"/>
                      <a:pt x="194254" y="225355"/>
                      <a:pt x="198727" y="221524"/>
                    </a:cubicBezTo>
                    <a:cubicBezTo>
                      <a:pt x="199366" y="220886"/>
                      <a:pt x="199366" y="220886"/>
                      <a:pt x="200005" y="220247"/>
                    </a:cubicBezTo>
                    <a:cubicBezTo>
                      <a:pt x="196810" y="216417"/>
                      <a:pt x="194893" y="211948"/>
                      <a:pt x="194893" y="206841"/>
                    </a:cubicBezTo>
                    <a:cubicBezTo>
                      <a:pt x="194893" y="199819"/>
                      <a:pt x="198088" y="194073"/>
                      <a:pt x="203200" y="190243"/>
                    </a:cubicBezTo>
                    <a:cubicBezTo>
                      <a:pt x="200644" y="186412"/>
                      <a:pt x="199366" y="182582"/>
                      <a:pt x="199366" y="178113"/>
                    </a:cubicBezTo>
                    <a:cubicBezTo>
                      <a:pt x="199366" y="174921"/>
                      <a:pt x="200005" y="172368"/>
                      <a:pt x="201283" y="169814"/>
                    </a:cubicBezTo>
                    <a:lnTo>
                      <a:pt x="195532" y="169814"/>
                    </a:lnTo>
                    <a:cubicBezTo>
                      <a:pt x="195532" y="171091"/>
                      <a:pt x="195532" y="172368"/>
                      <a:pt x="195532" y="173644"/>
                    </a:cubicBezTo>
                    <a:cubicBezTo>
                      <a:pt x="195532" y="196627"/>
                      <a:pt x="182113" y="217055"/>
                      <a:pt x="161027" y="225993"/>
                    </a:cubicBezTo>
                    <a:cubicBezTo>
                      <a:pt x="160387" y="226631"/>
                      <a:pt x="159110" y="226631"/>
                      <a:pt x="158470" y="226631"/>
                    </a:cubicBezTo>
                    <a:cubicBezTo>
                      <a:pt x="155915" y="226631"/>
                      <a:pt x="153358" y="225355"/>
                      <a:pt x="152720" y="222801"/>
                    </a:cubicBezTo>
                    <a:cubicBezTo>
                      <a:pt x="151442" y="219609"/>
                      <a:pt x="152720" y="215779"/>
                      <a:pt x="155915" y="214502"/>
                    </a:cubicBezTo>
                    <a:cubicBezTo>
                      <a:pt x="172528" y="207479"/>
                      <a:pt x="182752" y="191519"/>
                      <a:pt x="182752" y="173644"/>
                    </a:cubicBezTo>
                    <a:cubicBezTo>
                      <a:pt x="182752" y="170452"/>
                      <a:pt x="182752" y="167260"/>
                      <a:pt x="182113" y="164707"/>
                    </a:cubicBezTo>
                    <a:cubicBezTo>
                      <a:pt x="182113" y="164707"/>
                      <a:pt x="182113" y="164068"/>
                      <a:pt x="182113" y="164068"/>
                    </a:cubicBezTo>
                    <a:cubicBezTo>
                      <a:pt x="182113" y="164068"/>
                      <a:pt x="182113" y="163430"/>
                      <a:pt x="182113" y="163430"/>
                    </a:cubicBezTo>
                    <a:cubicBezTo>
                      <a:pt x="182113" y="163430"/>
                      <a:pt x="182113" y="163430"/>
                      <a:pt x="182113" y="163430"/>
                    </a:cubicBezTo>
                    <a:cubicBezTo>
                      <a:pt x="182113" y="163430"/>
                      <a:pt x="182113" y="162792"/>
                      <a:pt x="182113" y="162792"/>
                    </a:cubicBezTo>
                    <a:cubicBezTo>
                      <a:pt x="182113" y="162153"/>
                      <a:pt x="182113" y="162153"/>
                      <a:pt x="182113" y="161515"/>
                    </a:cubicBezTo>
                    <a:cubicBezTo>
                      <a:pt x="182113" y="161515"/>
                      <a:pt x="182113" y="160876"/>
                      <a:pt x="182113" y="160876"/>
                    </a:cubicBezTo>
                    <a:cubicBezTo>
                      <a:pt x="198727" y="116827"/>
                      <a:pt x="195532" y="100229"/>
                      <a:pt x="192337" y="94483"/>
                    </a:cubicBezTo>
                    <a:cubicBezTo>
                      <a:pt x="190420" y="91930"/>
                      <a:pt x="188503" y="90014"/>
                      <a:pt x="184669" y="89376"/>
                    </a:cubicBezTo>
                    <a:lnTo>
                      <a:pt x="177640" y="113635"/>
                    </a:lnTo>
                    <a:cubicBezTo>
                      <a:pt x="175084" y="122573"/>
                      <a:pt x="170611" y="130233"/>
                      <a:pt x="164221" y="137256"/>
                    </a:cubicBezTo>
                    <a:cubicBezTo>
                      <a:pt x="157832" y="143640"/>
                      <a:pt x="146330" y="155769"/>
                      <a:pt x="138022" y="170452"/>
                    </a:cubicBezTo>
                    <a:cubicBezTo>
                      <a:pt x="134189" y="177475"/>
                      <a:pt x="126521" y="181944"/>
                      <a:pt x="118853" y="181944"/>
                    </a:cubicBezTo>
                    <a:lnTo>
                      <a:pt x="98405" y="181944"/>
                    </a:lnTo>
                    <a:cubicBezTo>
                      <a:pt x="94571" y="181944"/>
                      <a:pt x="92015" y="179390"/>
                      <a:pt x="92015" y="175560"/>
                    </a:cubicBezTo>
                    <a:cubicBezTo>
                      <a:pt x="92015" y="171729"/>
                      <a:pt x="94571" y="169176"/>
                      <a:pt x="98405" y="169176"/>
                    </a:cubicBezTo>
                    <a:lnTo>
                      <a:pt x="118853" y="169176"/>
                    </a:lnTo>
                    <a:cubicBezTo>
                      <a:pt x="122048" y="169176"/>
                      <a:pt x="125243" y="167260"/>
                      <a:pt x="127160" y="164068"/>
                    </a:cubicBezTo>
                    <a:cubicBezTo>
                      <a:pt x="136106" y="148108"/>
                      <a:pt x="148247" y="134702"/>
                      <a:pt x="155275" y="128318"/>
                    </a:cubicBezTo>
                    <a:cubicBezTo>
                      <a:pt x="160387" y="123211"/>
                      <a:pt x="164221" y="116827"/>
                      <a:pt x="165500" y="110443"/>
                    </a:cubicBezTo>
                    <a:lnTo>
                      <a:pt x="172528" y="84907"/>
                    </a:lnTo>
                    <a:cubicBezTo>
                      <a:pt x="173806" y="79162"/>
                      <a:pt x="179557" y="75331"/>
                      <a:pt x="185308" y="76608"/>
                    </a:cubicBezTo>
                    <a:cubicBezTo>
                      <a:pt x="192976" y="77885"/>
                      <a:pt x="199366" y="81715"/>
                      <a:pt x="203200" y="88099"/>
                    </a:cubicBezTo>
                    <a:cubicBezTo>
                      <a:pt x="210868" y="100867"/>
                      <a:pt x="208312" y="123849"/>
                      <a:pt x="196810" y="156408"/>
                    </a:cubicBezTo>
                    <a:lnTo>
                      <a:pt x="219814" y="156408"/>
                    </a:lnTo>
                    <a:lnTo>
                      <a:pt x="241540" y="156408"/>
                    </a:lnTo>
                    <a:cubicBezTo>
                      <a:pt x="253041" y="156408"/>
                      <a:pt x="262626" y="165984"/>
                      <a:pt x="262626" y="177475"/>
                    </a:cubicBezTo>
                    <a:cubicBezTo>
                      <a:pt x="262626" y="181305"/>
                      <a:pt x="261349" y="185774"/>
                      <a:pt x="259431" y="188966"/>
                    </a:cubicBezTo>
                    <a:cubicBezTo>
                      <a:pt x="265182" y="192796"/>
                      <a:pt x="269016" y="199180"/>
                      <a:pt x="269016" y="206841"/>
                    </a:cubicBezTo>
                    <a:cubicBezTo>
                      <a:pt x="269016" y="212587"/>
                      <a:pt x="267099" y="217694"/>
                      <a:pt x="262626" y="221524"/>
                    </a:cubicBezTo>
                    <a:cubicBezTo>
                      <a:pt x="261987" y="222163"/>
                      <a:pt x="261349" y="222801"/>
                      <a:pt x="260709" y="223439"/>
                    </a:cubicBezTo>
                    <a:cubicBezTo>
                      <a:pt x="263904" y="226631"/>
                      <a:pt x="265821" y="231100"/>
                      <a:pt x="265821" y="235569"/>
                    </a:cubicBezTo>
                    <a:close/>
                  </a:path>
                </a:pathLst>
              </a:cu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231" name="Graphic 4">
                <a:extLst>
                  <a:ext uri="{FF2B5EF4-FFF2-40B4-BE49-F238E27FC236}">
                    <a16:creationId xmlns:a16="http://schemas.microsoft.com/office/drawing/2014/main" id="{1F030B2A-A3FF-4A51-ABD5-121060E08EF1}"/>
                  </a:ext>
                </a:extLst>
              </p:cNvPr>
              <p:cNvSpPr/>
              <p:nvPr/>
            </p:nvSpPr>
            <p:spPr>
              <a:xfrm>
                <a:off x="6352875" y="4565348"/>
                <a:ext cx="38978" cy="16598"/>
              </a:xfrm>
              <a:custGeom>
                <a:avLst/>
                <a:gdLst>
                  <a:gd name="connsiteX0" fmla="*/ 30672 w 38978"/>
                  <a:gd name="connsiteY0" fmla="*/ 0 h 16598"/>
                  <a:gd name="connsiteX1" fmla="*/ 8307 w 38978"/>
                  <a:gd name="connsiteY1" fmla="*/ 0 h 16598"/>
                  <a:gd name="connsiteX2" fmla="*/ 0 w 38978"/>
                  <a:gd name="connsiteY2" fmla="*/ 8299 h 16598"/>
                  <a:gd name="connsiteX3" fmla="*/ 2556 w 38978"/>
                  <a:gd name="connsiteY3" fmla="*/ 14045 h 16598"/>
                  <a:gd name="connsiteX4" fmla="*/ 7668 w 38978"/>
                  <a:gd name="connsiteY4" fmla="*/ 16598 h 16598"/>
                  <a:gd name="connsiteX5" fmla="*/ 14697 w 38978"/>
                  <a:gd name="connsiteY5" fmla="*/ 16598 h 16598"/>
                  <a:gd name="connsiteX6" fmla="*/ 30672 w 38978"/>
                  <a:gd name="connsiteY6" fmla="*/ 16598 h 16598"/>
                  <a:gd name="connsiteX7" fmla="*/ 36423 w 38978"/>
                  <a:gd name="connsiteY7" fmla="*/ 14045 h 16598"/>
                  <a:gd name="connsiteX8" fmla="*/ 38978 w 38978"/>
                  <a:gd name="connsiteY8" fmla="*/ 8299 h 16598"/>
                  <a:gd name="connsiteX9" fmla="*/ 30672 w 38978"/>
                  <a:gd name="connsiteY9" fmla="*/ 0 h 16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78" h="16598">
                    <a:moveTo>
                      <a:pt x="30672" y="0"/>
                    </a:moveTo>
                    <a:lnTo>
                      <a:pt x="8307" y="0"/>
                    </a:lnTo>
                    <a:cubicBezTo>
                      <a:pt x="3834" y="0"/>
                      <a:pt x="0" y="3830"/>
                      <a:pt x="0" y="8299"/>
                    </a:cubicBezTo>
                    <a:cubicBezTo>
                      <a:pt x="0" y="10214"/>
                      <a:pt x="639" y="12768"/>
                      <a:pt x="2556" y="14045"/>
                    </a:cubicBezTo>
                    <a:cubicBezTo>
                      <a:pt x="3834" y="15322"/>
                      <a:pt x="5751" y="15960"/>
                      <a:pt x="7668" y="16598"/>
                    </a:cubicBezTo>
                    <a:lnTo>
                      <a:pt x="14697" y="16598"/>
                    </a:lnTo>
                    <a:lnTo>
                      <a:pt x="30672" y="16598"/>
                    </a:lnTo>
                    <a:cubicBezTo>
                      <a:pt x="32589" y="16598"/>
                      <a:pt x="35145" y="15960"/>
                      <a:pt x="36423" y="14045"/>
                    </a:cubicBezTo>
                    <a:cubicBezTo>
                      <a:pt x="37700" y="12768"/>
                      <a:pt x="38978" y="10214"/>
                      <a:pt x="38978" y="8299"/>
                    </a:cubicBezTo>
                    <a:cubicBezTo>
                      <a:pt x="38978" y="3192"/>
                      <a:pt x="35145" y="0"/>
                      <a:pt x="30672" y="0"/>
                    </a:cubicBezTo>
                    <a:close/>
                  </a:path>
                </a:pathLst>
              </a:custGeom>
              <a:solidFill>
                <a:schemeClr val="accent2"/>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grpSp>
      <p:grpSp>
        <p:nvGrpSpPr>
          <p:cNvPr id="106" name="Graphic 4">
            <a:extLst>
              <a:ext uri="{FF2B5EF4-FFF2-40B4-BE49-F238E27FC236}">
                <a16:creationId xmlns:a16="http://schemas.microsoft.com/office/drawing/2014/main" id="{7E3CE2F7-DE95-4730-B0B5-C79E597BFBBA}"/>
              </a:ext>
            </a:extLst>
          </p:cNvPr>
          <p:cNvGrpSpPr/>
          <p:nvPr/>
        </p:nvGrpSpPr>
        <p:grpSpPr>
          <a:xfrm>
            <a:off x="3936518" y="2246336"/>
            <a:ext cx="548639" cy="548643"/>
            <a:chOff x="905454" y="1402723"/>
            <a:chExt cx="362309" cy="361971"/>
          </a:xfrm>
          <a:solidFill>
            <a:schemeClr val="accent4"/>
          </a:solidFill>
        </p:grpSpPr>
        <p:sp>
          <p:nvSpPr>
            <p:cNvPr id="107" name="Graphic 4">
              <a:extLst>
                <a:ext uri="{FF2B5EF4-FFF2-40B4-BE49-F238E27FC236}">
                  <a16:creationId xmlns:a16="http://schemas.microsoft.com/office/drawing/2014/main" id="{D63DD56A-2C0D-4CEA-B76B-83422F11A60C}"/>
                </a:ext>
              </a:extLst>
            </p:cNvPr>
            <p:cNvSpPr/>
            <p:nvPr/>
          </p:nvSpPr>
          <p:spPr>
            <a:xfrm>
              <a:off x="983411" y="1599988"/>
              <a:ext cx="57509" cy="67670"/>
            </a:xfrm>
            <a:custGeom>
              <a:avLst/>
              <a:gdLst>
                <a:gd name="connsiteX0" fmla="*/ 57509 w 57509"/>
                <a:gd name="connsiteY0" fmla="*/ 67670 h 67670"/>
                <a:gd name="connsiteX1" fmla="*/ 57509 w 57509"/>
                <a:gd name="connsiteY1" fmla="*/ 38304 h 67670"/>
                <a:gd name="connsiteX2" fmla="*/ 0 w 57509"/>
                <a:gd name="connsiteY2" fmla="*/ 0 h 67670"/>
                <a:gd name="connsiteX3" fmla="*/ 0 w 57509"/>
                <a:gd name="connsiteY3" fmla="*/ 67670 h 67670"/>
              </a:gdLst>
              <a:ahLst/>
              <a:cxnLst>
                <a:cxn ang="0">
                  <a:pos x="connsiteX0" y="connsiteY0"/>
                </a:cxn>
                <a:cxn ang="0">
                  <a:pos x="connsiteX1" y="connsiteY1"/>
                </a:cxn>
                <a:cxn ang="0">
                  <a:pos x="connsiteX2" y="connsiteY2"/>
                </a:cxn>
                <a:cxn ang="0">
                  <a:pos x="connsiteX3" y="connsiteY3"/>
                </a:cxn>
              </a:cxnLst>
              <a:rect l="l" t="t" r="r" b="b"/>
              <a:pathLst>
                <a:path w="57509" h="67670">
                  <a:moveTo>
                    <a:pt x="57509" y="67670"/>
                  </a:moveTo>
                  <a:lnTo>
                    <a:pt x="57509" y="38304"/>
                  </a:lnTo>
                  <a:lnTo>
                    <a:pt x="0" y="0"/>
                  </a:lnTo>
                  <a:lnTo>
                    <a:pt x="0" y="6767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08" name="Graphic 4">
              <a:extLst>
                <a:ext uri="{FF2B5EF4-FFF2-40B4-BE49-F238E27FC236}">
                  <a16:creationId xmlns:a16="http://schemas.microsoft.com/office/drawing/2014/main" id="{9EFF1193-F9B1-49BA-A4FD-7A1FF754F357}"/>
                </a:ext>
              </a:extLst>
            </p:cNvPr>
            <p:cNvSpPr/>
            <p:nvPr/>
          </p:nvSpPr>
          <p:spPr>
            <a:xfrm>
              <a:off x="1117599" y="1555300"/>
              <a:ext cx="70928" cy="112358"/>
            </a:xfrm>
            <a:custGeom>
              <a:avLst/>
              <a:gdLst>
                <a:gd name="connsiteX0" fmla="*/ 14058 w 70928"/>
                <a:gd name="connsiteY0" fmla="*/ 0 h 112358"/>
                <a:gd name="connsiteX1" fmla="*/ 0 w 70928"/>
                <a:gd name="connsiteY1" fmla="*/ 112358 h 112358"/>
                <a:gd name="connsiteX2" fmla="*/ 0 w 70928"/>
                <a:gd name="connsiteY2" fmla="*/ 112358 h 112358"/>
                <a:gd name="connsiteX3" fmla="*/ 70928 w 70928"/>
                <a:gd name="connsiteY3" fmla="*/ 112358 h 112358"/>
                <a:gd name="connsiteX4" fmla="*/ 49842 w 70928"/>
                <a:gd name="connsiteY4" fmla="*/ 0 h 1123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928" h="112358">
                  <a:moveTo>
                    <a:pt x="14058" y="0"/>
                  </a:moveTo>
                  <a:lnTo>
                    <a:pt x="0" y="112358"/>
                  </a:lnTo>
                  <a:lnTo>
                    <a:pt x="0" y="112358"/>
                  </a:lnTo>
                  <a:lnTo>
                    <a:pt x="70928" y="112358"/>
                  </a:lnTo>
                  <a:lnTo>
                    <a:pt x="49842" y="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09" name="Graphic 4">
              <a:extLst>
                <a:ext uri="{FF2B5EF4-FFF2-40B4-BE49-F238E27FC236}">
                  <a16:creationId xmlns:a16="http://schemas.microsoft.com/office/drawing/2014/main" id="{E25B4691-A05F-4928-BA24-A37B39D4035D}"/>
                </a:ext>
              </a:extLst>
            </p:cNvPr>
            <p:cNvSpPr/>
            <p:nvPr/>
          </p:nvSpPr>
          <p:spPr>
            <a:xfrm>
              <a:off x="1053700" y="1599988"/>
              <a:ext cx="54314" cy="67670"/>
            </a:xfrm>
            <a:custGeom>
              <a:avLst/>
              <a:gdLst>
                <a:gd name="connsiteX0" fmla="*/ 50481 w 54314"/>
                <a:gd name="connsiteY0" fmla="*/ 67670 h 67670"/>
                <a:gd name="connsiteX1" fmla="*/ 54314 w 54314"/>
                <a:gd name="connsiteY1" fmla="*/ 36389 h 67670"/>
                <a:gd name="connsiteX2" fmla="*/ 0 w 54314"/>
                <a:gd name="connsiteY2" fmla="*/ 0 h 67670"/>
                <a:gd name="connsiteX3" fmla="*/ 0 w 54314"/>
                <a:gd name="connsiteY3" fmla="*/ 67670 h 67670"/>
              </a:gdLst>
              <a:ahLst/>
              <a:cxnLst>
                <a:cxn ang="0">
                  <a:pos x="connsiteX0" y="connsiteY0"/>
                </a:cxn>
                <a:cxn ang="0">
                  <a:pos x="connsiteX1" y="connsiteY1"/>
                </a:cxn>
                <a:cxn ang="0">
                  <a:pos x="connsiteX2" y="connsiteY2"/>
                </a:cxn>
                <a:cxn ang="0">
                  <a:pos x="connsiteX3" y="connsiteY3"/>
                </a:cxn>
              </a:cxnLst>
              <a:rect l="l" t="t" r="r" b="b"/>
              <a:pathLst>
                <a:path w="54314" h="67670">
                  <a:moveTo>
                    <a:pt x="50481" y="67670"/>
                  </a:moveTo>
                  <a:lnTo>
                    <a:pt x="54314" y="36389"/>
                  </a:lnTo>
                  <a:lnTo>
                    <a:pt x="0" y="0"/>
                  </a:lnTo>
                  <a:lnTo>
                    <a:pt x="0" y="6767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10" name="Graphic 4">
              <a:extLst>
                <a:ext uri="{FF2B5EF4-FFF2-40B4-BE49-F238E27FC236}">
                  <a16:creationId xmlns:a16="http://schemas.microsoft.com/office/drawing/2014/main" id="{4C574A0B-5554-423C-B012-CAB85CC96911}"/>
                </a:ext>
              </a:extLst>
            </p:cNvPr>
            <p:cNvSpPr/>
            <p:nvPr/>
          </p:nvSpPr>
          <p:spPr>
            <a:xfrm>
              <a:off x="905454" y="1402723"/>
              <a:ext cx="362309" cy="361971"/>
            </a:xfrm>
            <a:custGeom>
              <a:avLst/>
              <a:gdLst>
                <a:gd name="connsiteX0" fmla="*/ 180835 w 362309"/>
                <a:gd name="connsiteY0" fmla="*/ 0 h 361971"/>
                <a:gd name="connsiteX1" fmla="*/ 0 w 362309"/>
                <a:gd name="connsiteY1" fmla="*/ 181305 h 361971"/>
                <a:gd name="connsiteX2" fmla="*/ 180835 w 362309"/>
                <a:gd name="connsiteY2" fmla="*/ 361972 h 361971"/>
                <a:gd name="connsiteX3" fmla="*/ 362309 w 362309"/>
                <a:gd name="connsiteY3" fmla="*/ 181305 h 361971"/>
                <a:gd name="connsiteX4" fmla="*/ 362309 w 362309"/>
                <a:gd name="connsiteY4" fmla="*/ 181305 h 361971"/>
                <a:gd name="connsiteX5" fmla="*/ 180835 w 362309"/>
                <a:gd name="connsiteY5" fmla="*/ 0 h 361971"/>
                <a:gd name="connsiteX6" fmla="*/ 254959 w 362309"/>
                <a:gd name="connsiteY6" fmla="*/ 84907 h 361971"/>
                <a:gd name="connsiteX7" fmla="*/ 263904 w 362309"/>
                <a:gd name="connsiteY7" fmla="*/ 85545 h 361971"/>
                <a:gd name="connsiteX8" fmla="*/ 263904 w 362309"/>
                <a:gd name="connsiteY8" fmla="*/ 93845 h 361971"/>
                <a:gd name="connsiteX9" fmla="*/ 263265 w 362309"/>
                <a:gd name="connsiteY9" fmla="*/ 99590 h 361971"/>
                <a:gd name="connsiteX10" fmla="*/ 263904 w 362309"/>
                <a:gd name="connsiteY10" fmla="*/ 100229 h 361971"/>
                <a:gd name="connsiteX11" fmla="*/ 269016 w 362309"/>
                <a:gd name="connsiteY11" fmla="*/ 112358 h 361971"/>
                <a:gd name="connsiteX12" fmla="*/ 263265 w 362309"/>
                <a:gd name="connsiteY12" fmla="*/ 125126 h 361971"/>
                <a:gd name="connsiteX13" fmla="*/ 254320 w 362309"/>
                <a:gd name="connsiteY13" fmla="*/ 125126 h 361971"/>
                <a:gd name="connsiteX14" fmla="*/ 254320 w 362309"/>
                <a:gd name="connsiteY14" fmla="*/ 116188 h 361971"/>
                <a:gd name="connsiteX15" fmla="*/ 254320 w 362309"/>
                <a:gd name="connsiteY15" fmla="*/ 116188 h 361971"/>
                <a:gd name="connsiteX16" fmla="*/ 254959 w 362309"/>
                <a:gd name="connsiteY16" fmla="*/ 110443 h 361971"/>
                <a:gd name="connsiteX17" fmla="*/ 254320 w 362309"/>
                <a:gd name="connsiteY17" fmla="*/ 109804 h 361971"/>
                <a:gd name="connsiteX18" fmla="*/ 249208 w 362309"/>
                <a:gd name="connsiteY18" fmla="*/ 97675 h 361971"/>
                <a:gd name="connsiteX19" fmla="*/ 254959 w 362309"/>
                <a:gd name="connsiteY19" fmla="*/ 84907 h 361971"/>
                <a:gd name="connsiteX20" fmla="*/ 254959 w 362309"/>
                <a:gd name="connsiteY20" fmla="*/ 84907 h 361971"/>
                <a:gd name="connsiteX21" fmla="*/ 223009 w 362309"/>
                <a:gd name="connsiteY21" fmla="*/ 84907 h 361971"/>
                <a:gd name="connsiteX22" fmla="*/ 231955 w 362309"/>
                <a:gd name="connsiteY22" fmla="*/ 84907 h 361971"/>
                <a:gd name="connsiteX23" fmla="*/ 231955 w 362309"/>
                <a:gd name="connsiteY23" fmla="*/ 84907 h 361971"/>
                <a:gd name="connsiteX24" fmla="*/ 231955 w 362309"/>
                <a:gd name="connsiteY24" fmla="*/ 93845 h 361971"/>
                <a:gd name="connsiteX25" fmla="*/ 231316 w 362309"/>
                <a:gd name="connsiteY25" fmla="*/ 99590 h 361971"/>
                <a:gd name="connsiteX26" fmla="*/ 231955 w 362309"/>
                <a:gd name="connsiteY26" fmla="*/ 100229 h 361971"/>
                <a:gd name="connsiteX27" fmla="*/ 237067 w 362309"/>
                <a:gd name="connsiteY27" fmla="*/ 112358 h 361971"/>
                <a:gd name="connsiteX28" fmla="*/ 231316 w 362309"/>
                <a:gd name="connsiteY28" fmla="*/ 125126 h 361971"/>
                <a:gd name="connsiteX29" fmla="*/ 222370 w 362309"/>
                <a:gd name="connsiteY29" fmla="*/ 125126 h 361971"/>
                <a:gd name="connsiteX30" fmla="*/ 222370 w 362309"/>
                <a:gd name="connsiteY30" fmla="*/ 116188 h 361971"/>
                <a:gd name="connsiteX31" fmla="*/ 223009 w 362309"/>
                <a:gd name="connsiteY31" fmla="*/ 110443 h 361971"/>
                <a:gd name="connsiteX32" fmla="*/ 222370 w 362309"/>
                <a:gd name="connsiteY32" fmla="*/ 109804 h 361971"/>
                <a:gd name="connsiteX33" fmla="*/ 217258 w 362309"/>
                <a:gd name="connsiteY33" fmla="*/ 97675 h 361971"/>
                <a:gd name="connsiteX34" fmla="*/ 223009 w 362309"/>
                <a:gd name="connsiteY34" fmla="*/ 84907 h 361971"/>
                <a:gd name="connsiteX35" fmla="*/ 223009 w 362309"/>
                <a:gd name="connsiteY35" fmla="*/ 84907 h 361971"/>
                <a:gd name="connsiteX36" fmla="*/ 295854 w 362309"/>
                <a:gd name="connsiteY36" fmla="*/ 275788 h 361971"/>
                <a:gd name="connsiteX37" fmla="*/ 290742 w 362309"/>
                <a:gd name="connsiteY37" fmla="*/ 278342 h 361971"/>
                <a:gd name="connsiteX38" fmla="*/ 71567 w 362309"/>
                <a:gd name="connsiteY38" fmla="*/ 278342 h 361971"/>
                <a:gd name="connsiteX39" fmla="*/ 65177 w 362309"/>
                <a:gd name="connsiteY39" fmla="*/ 271958 h 361971"/>
                <a:gd name="connsiteX40" fmla="*/ 65177 w 362309"/>
                <a:gd name="connsiteY40" fmla="*/ 185774 h 361971"/>
                <a:gd name="connsiteX41" fmla="*/ 71567 w 362309"/>
                <a:gd name="connsiteY41" fmla="*/ 179390 h 361971"/>
                <a:gd name="connsiteX42" fmla="*/ 75401 w 362309"/>
                <a:gd name="connsiteY42" fmla="*/ 180667 h 361971"/>
                <a:gd name="connsiteX43" fmla="*/ 136106 w 362309"/>
                <a:gd name="connsiteY43" fmla="*/ 220886 h 361971"/>
                <a:gd name="connsiteX44" fmla="*/ 136106 w 362309"/>
                <a:gd name="connsiteY44" fmla="*/ 185774 h 361971"/>
                <a:gd name="connsiteX45" fmla="*/ 139301 w 362309"/>
                <a:gd name="connsiteY45" fmla="*/ 180028 h 361971"/>
                <a:gd name="connsiteX46" fmla="*/ 145691 w 362309"/>
                <a:gd name="connsiteY46" fmla="*/ 180667 h 361971"/>
                <a:gd name="connsiteX47" fmla="*/ 204478 w 362309"/>
                <a:gd name="connsiteY47" fmla="*/ 220247 h 361971"/>
                <a:gd name="connsiteX48" fmla="*/ 213424 w 362309"/>
                <a:gd name="connsiteY48" fmla="*/ 146193 h 361971"/>
                <a:gd name="connsiteX49" fmla="*/ 219814 w 362309"/>
                <a:gd name="connsiteY49" fmla="*/ 140448 h 361971"/>
                <a:gd name="connsiteX50" fmla="*/ 267099 w 362309"/>
                <a:gd name="connsiteY50" fmla="*/ 140448 h 361971"/>
                <a:gd name="connsiteX51" fmla="*/ 273489 w 362309"/>
                <a:gd name="connsiteY51" fmla="*/ 145555 h 361971"/>
                <a:gd name="connsiteX52" fmla="*/ 297132 w 362309"/>
                <a:gd name="connsiteY52" fmla="*/ 270681 h 361971"/>
                <a:gd name="connsiteX53" fmla="*/ 295854 w 362309"/>
                <a:gd name="connsiteY53" fmla="*/ 275788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62309" h="361971">
                  <a:moveTo>
                    <a:pt x="180835" y="0"/>
                  </a:moveTo>
                  <a:cubicBezTo>
                    <a:pt x="80513" y="0"/>
                    <a:pt x="0" y="81077"/>
                    <a:pt x="0" y="181305"/>
                  </a:cubicBezTo>
                  <a:cubicBezTo>
                    <a:pt x="0" y="281534"/>
                    <a:pt x="81152" y="361972"/>
                    <a:pt x="180835" y="361972"/>
                  </a:cubicBezTo>
                  <a:cubicBezTo>
                    <a:pt x="280518" y="361972"/>
                    <a:pt x="362309" y="280895"/>
                    <a:pt x="362309" y="181305"/>
                  </a:cubicBezTo>
                  <a:cubicBezTo>
                    <a:pt x="362309" y="181305"/>
                    <a:pt x="362309" y="181305"/>
                    <a:pt x="362309" y="181305"/>
                  </a:cubicBezTo>
                  <a:cubicBezTo>
                    <a:pt x="361670" y="80438"/>
                    <a:pt x="281157" y="0"/>
                    <a:pt x="180835" y="0"/>
                  </a:cubicBezTo>
                  <a:close/>
                  <a:moveTo>
                    <a:pt x="254959" y="84907"/>
                  </a:moveTo>
                  <a:cubicBezTo>
                    <a:pt x="257514" y="82353"/>
                    <a:pt x="261987" y="82992"/>
                    <a:pt x="263904" y="85545"/>
                  </a:cubicBezTo>
                  <a:cubicBezTo>
                    <a:pt x="265821" y="88099"/>
                    <a:pt x="265821" y="91291"/>
                    <a:pt x="263904" y="93845"/>
                  </a:cubicBezTo>
                  <a:cubicBezTo>
                    <a:pt x="261987" y="95121"/>
                    <a:pt x="261987" y="97675"/>
                    <a:pt x="263265" y="99590"/>
                  </a:cubicBezTo>
                  <a:cubicBezTo>
                    <a:pt x="263265" y="99590"/>
                    <a:pt x="263904" y="100229"/>
                    <a:pt x="263904" y="100229"/>
                  </a:cubicBezTo>
                  <a:cubicBezTo>
                    <a:pt x="267099" y="103420"/>
                    <a:pt x="269016" y="107889"/>
                    <a:pt x="269016" y="112358"/>
                  </a:cubicBezTo>
                  <a:cubicBezTo>
                    <a:pt x="269016" y="116827"/>
                    <a:pt x="267099" y="121934"/>
                    <a:pt x="263265" y="125126"/>
                  </a:cubicBezTo>
                  <a:cubicBezTo>
                    <a:pt x="260709" y="127680"/>
                    <a:pt x="256875" y="127680"/>
                    <a:pt x="254320" y="125126"/>
                  </a:cubicBezTo>
                  <a:cubicBezTo>
                    <a:pt x="251764" y="122572"/>
                    <a:pt x="251764" y="118742"/>
                    <a:pt x="254320" y="116188"/>
                  </a:cubicBezTo>
                  <a:lnTo>
                    <a:pt x="254320" y="116188"/>
                  </a:lnTo>
                  <a:cubicBezTo>
                    <a:pt x="256237" y="114912"/>
                    <a:pt x="256237" y="112358"/>
                    <a:pt x="254959" y="110443"/>
                  </a:cubicBezTo>
                  <a:cubicBezTo>
                    <a:pt x="254959" y="110443"/>
                    <a:pt x="254320" y="109804"/>
                    <a:pt x="254320" y="109804"/>
                  </a:cubicBezTo>
                  <a:cubicBezTo>
                    <a:pt x="251125" y="106612"/>
                    <a:pt x="249208" y="102144"/>
                    <a:pt x="249208" y="97675"/>
                  </a:cubicBezTo>
                  <a:cubicBezTo>
                    <a:pt x="249208" y="93206"/>
                    <a:pt x="251764" y="88099"/>
                    <a:pt x="254959" y="84907"/>
                  </a:cubicBezTo>
                  <a:lnTo>
                    <a:pt x="254959" y="84907"/>
                  </a:lnTo>
                  <a:close/>
                  <a:moveTo>
                    <a:pt x="223009" y="84907"/>
                  </a:moveTo>
                  <a:cubicBezTo>
                    <a:pt x="225565" y="82353"/>
                    <a:pt x="229399" y="82353"/>
                    <a:pt x="231955" y="84907"/>
                  </a:cubicBezTo>
                  <a:cubicBezTo>
                    <a:pt x="231955" y="84907"/>
                    <a:pt x="231955" y="84907"/>
                    <a:pt x="231955" y="84907"/>
                  </a:cubicBezTo>
                  <a:cubicBezTo>
                    <a:pt x="234511" y="87461"/>
                    <a:pt x="234511" y="91291"/>
                    <a:pt x="231955" y="93845"/>
                  </a:cubicBezTo>
                  <a:cubicBezTo>
                    <a:pt x="230038" y="95121"/>
                    <a:pt x="230038" y="97675"/>
                    <a:pt x="231316" y="99590"/>
                  </a:cubicBezTo>
                  <a:cubicBezTo>
                    <a:pt x="231316" y="99590"/>
                    <a:pt x="231955" y="100229"/>
                    <a:pt x="231955" y="100229"/>
                  </a:cubicBezTo>
                  <a:cubicBezTo>
                    <a:pt x="235150" y="103420"/>
                    <a:pt x="237067" y="107889"/>
                    <a:pt x="237067" y="112358"/>
                  </a:cubicBezTo>
                  <a:cubicBezTo>
                    <a:pt x="237067" y="116827"/>
                    <a:pt x="235150" y="121934"/>
                    <a:pt x="231316" y="125126"/>
                  </a:cubicBezTo>
                  <a:cubicBezTo>
                    <a:pt x="228760" y="127680"/>
                    <a:pt x="224926" y="127680"/>
                    <a:pt x="222370" y="125126"/>
                  </a:cubicBezTo>
                  <a:cubicBezTo>
                    <a:pt x="219814" y="122572"/>
                    <a:pt x="219814" y="118742"/>
                    <a:pt x="222370" y="116188"/>
                  </a:cubicBezTo>
                  <a:cubicBezTo>
                    <a:pt x="224287" y="114912"/>
                    <a:pt x="224287" y="112358"/>
                    <a:pt x="223009" y="110443"/>
                  </a:cubicBezTo>
                  <a:cubicBezTo>
                    <a:pt x="223009" y="110443"/>
                    <a:pt x="222370" y="109804"/>
                    <a:pt x="222370" y="109804"/>
                  </a:cubicBezTo>
                  <a:cubicBezTo>
                    <a:pt x="219175" y="106612"/>
                    <a:pt x="217258" y="102144"/>
                    <a:pt x="217258" y="97675"/>
                  </a:cubicBezTo>
                  <a:cubicBezTo>
                    <a:pt x="218536" y="92568"/>
                    <a:pt x="220453" y="88099"/>
                    <a:pt x="223009" y="84907"/>
                  </a:cubicBezTo>
                  <a:lnTo>
                    <a:pt x="223009" y="84907"/>
                  </a:lnTo>
                  <a:close/>
                  <a:moveTo>
                    <a:pt x="295854" y="275788"/>
                  </a:moveTo>
                  <a:cubicBezTo>
                    <a:pt x="294576" y="277065"/>
                    <a:pt x="292659" y="278342"/>
                    <a:pt x="290742" y="278342"/>
                  </a:cubicBezTo>
                  <a:lnTo>
                    <a:pt x="71567" y="278342"/>
                  </a:lnTo>
                  <a:cubicBezTo>
                    <a:pt x="67733" y="278342"/>
                    <a:pt x="65177" y="275788"/>
                    <a:pt x="65177" y="271958"/>
                  </a:cubicBezTo>
                  <a:lnTo>
                    <a:pt x="65177" y="185774"/>
                  </a:lnTo>
                  <a:cubicBezTo>
                    <a:pt x="65177" y="181944"/>
                    <a:pt x="67733" y="179390"/>
                    <a:pt x="71567" y="179390"/>
                  </a:cubicBezTo>
                  <a:cubicBezTo>
                    <a:pt x="72845" y="179390"/>
                    <a:pt x="74123" y="180028"/>
                    <a:pt x="75401" y="180667"/>
                  </a:cubicBezTo>
                  <a:lnTo>
                    <a:pt x="136106" y="220886"/>
                  </a:lnTo>
                  <a:lnTo>
                    <a:pt x="136106" y="185774"/>
                  </a:lnTo>
                  <a:cubicBezTo>
                    <a:pt x="136106" y="183220"/>
                    <a:pt x="137384" y="181305"/>
                    <a:pt x="139301" y="180028"/>
                  </a:cubicBezTo>
                  <a:cubicBezTo>
                    <a:pt x="141218" y="178752"/>
                    <a:pt x="143774" y="179390"/>
                    <a:pt x="145691" y="180667"/>
                  </a:cubicBezTo>
                  <a:lnTo>
                    <a:pt x="204478" y="220247"/>
                  </a:lnTo>
                  <a:lnTo>
                    <a:pt x="213424" y="146193"/>
                  </a:lnTo>
                  <a:cubicBezTo>
                    <a:pt x="214063" y="143001"/>
                    <a:pt x="216619" y="140448"/>
                    <a:pt x="219814" y="140448"/>
                  </a:cubicBezTo>
                  <a:lnTo>
                    <a:pt x="267099" y="140448"/>
                  </a:lnTo>
                  <a:cubicBezTo>
                    <a:pt x="270294" y="140448"/>
                    <a:pt x="272850" y="142363"/>
                    <a:pt x="273489" y="145555"/>
                  </a:cubicBezTo>
                  <a:lnTo>
                    <a:pt x="297132" y="270681"/>
                  </a:lnTo>
                  <a:cubicBezTo>
                    <a:pt x="297771" y="271958"/>
                    <a:pt x="297132" y="273873"/>
                    <a:pt x="295854" y="27578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grpSp>
        <p:nvGrpSpPr>
          <p:cNvPr id="111" name="Graphic 4">
            <a:extLst>
              <a:ext uri="{FF2B5EF4-FFF2-40B4-BE49-F238E27FC236}">
                <a16:creationId xmlns:a16="http://schemas.microsoft.com/office/drawing/2014/main" id="{0060189E-B148-48E4-9890-EBC86F554B98}"/>
              </a:ext>
            </a:extLst>
          </p:cNvPr>
          <p:cNvGrpSpPr/>
          <p:nvPr/>
        </p:nvGrpSpPr>
        <p:grpSpPr>
          <a:xfrm>
            <a:off x="3936523" y="3164139"/>
            <a:ext cx="548641" cy="548640"/>
            <a:chOff x="905454" y="2855717"/>
            <a:chExt cx="361674" cy="361333"/>
          </a:xfrm>
          <a:solidFill>
            <a:schemeClr val="accent2"/>
          </a:solidFill>
        </p:grpSpPr>
        <p:sp>
          <p:nvSpPr>
            <p:cNvPr id="112" name="Graphic 4">
              <a:extLst>
                <a:ext uri="{FF2B5EF4-FFF2-40B4-BE49-F238E27FC236}">
                  <a16:creationId xmlns:a16="http://schemas.microsoft.com/office/drawing/2014/main" id="{15BA1720-8A00-40EA-8F35-216B6505C185}"/>
                </a:ext>
              </a:extLst>
            </p:cNvPr>
            <p:cNvSpPr/>
            <p:nvPr/>
          </p:nvSpPr>
          <p:spPr>
            <a:xfrm>
              <a:off x="1149549" y="2979567"/>
              <a:ext cx="35783" cy="35750"/>
            </a:xfrm>
            <a:custGeom>
              <a:avLst/>
              <a:gdLst>
                <a:gd name="connsiteX0" fmla="*/ 35784 w 35783"/>
                <a:gd name="connsiteY0" fmla="*/ 17875 h 35750"/>
                <a:gd name="connsiteX1" fmla="*/ 17892 w 35783"/>
                <a:gd name="connsiteY1" fmla="*/ 35750 h 35750"/>
                <a:gd name="connsiteX2" fmla="*/ 0 w 35783"/>
                <a:gd name="connsiteY2" fmla="*/ 17875 h 35750"/>
                <a:gd name="connsiteX3" fmla="*/ 17892 w 35783"/>
                <a:gd name="connsiteY3" fmla="*/ 0 h 35750"/>
                <a:gd name="connsiteX4" fmla="*/ 35784 w 35783"/>
                <a:gd name="connsiteY4" fmla="*/ 17875 h 3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83" h="35750">
                  <a:moveTo>
                    <a:pt x="35784" y="17875"/>
                  </a:moveTo>
                  <a:cubicBezTo>
                    <a:pt x="35784" y="27747"/>
                    <a:pt x="27773" y="35750"/>
                    <a:pt x="17892" y="35750"/>
                  </a:cubicBezTo>
                  <a:cubicBezTo>
                    <a:pt x="8010" y="35750"/>
                    <a:pt x="0" y="27747"/>
                    <a:pt x="0" y="17875"/>
                  </a:cubicBezTo>
                  <a:cubicBezTo>
                    <a:pt x="0" y="8003"/>
                    <a:pt x="8010" y="0"/>
                    <a:pt x="17892" y="0"/>
                  </a:cubicBezTo>
                  <a:cubicBezTo>
                    <a:pt x="27773" y="0"/>
                    <a:pt x="35784" y="8003"/>
                    <a:pt x="35784" y="1787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13" name="Graphic 4">
              <a:extLst>
                <a:ext uri="{FF2B5EF4-FFF2-40B4-BE49-F238E27FC236}">
                  <a16:creationId xmlns:a16="http://schemas.microsoft.com/office/drawing/2014/main" id="{3FD48B95-140F-4E40-8941-67DA994C11EC}"/>
                </a:ext>
              </a:extLst>
            </p:cNvPr>
            <p:cNvSpPr/>
            <p:nvPr/>
          </p:nvSpPr>
          <p:spPr>
            <a:xfrm>
              <a:off x="991079" y="2979567"/>
              <a:ext cx="35783" cy="35750"/>
            </a:xfrm>
            <a:custGeom>
              <a:avLst/>
              <a:gdLst>
                <a:gd name="connsiteX0" fmla="*/ 35784 w 35783"/>
                <a:gd name="connsiteY0" fmla="*/ 17875 h 35750"/>
                <a:gd name="connsiteX1" fmla="*/ 17892 w 35783"/>
                <a:gd name="connsiteY1" fmla="*/ 35750 h 35750"/>
                <a:gd name="connsiteX2" fmla="*/ 0 w 35783"/>
                <a:gd name="connsiteY2" fmla="*/ 17875 h 35750"/>
                <a:gd name="connsiteX3" fmla="*/ 17892 w 35783"/>
                <a:gd name="connsiteY3" fmla="*/ 0 h 35750"/>
                <a:gd name="connsiteX4" fmla="*/ 35784 w 35783"/>
                <a:gd name="connsiteY4" fmla="*/ 17875 h 3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83" h="35750">
                  <a:moveTo>
                    <a:pt x="35784" y="17875"/>
                  </a:moveTo>
                  <a:cubicBezTo>
                    <a:pt x="35784" y="27747"/>
                    <a:pt x="27773" y="35750"/>
                    <a:pt x="17892" y="35750"/>
                  </a:cubicBezTo>
                  <a:cubicBezTo>
                    <a:pt x="8010" y="35750"/>
                    <a:pt x="0" y="27747"/>
                    <a:pt x="0" y="17875"/>
                  </a:cubicBezTo>
                  <a:cubicBezTo>
                    <a:pt x="0" y="8003"/>
                    <a:pt x="8010" y="0"/>
                    <a:pt x="17892" y="0"/>
                  </a:cubicBezTo>
                  <a:cubicBezTo>
                    <a:pt x="27773" y="0"/>
                    <a:pt x="35784" y="8003"/>
                    <a:pt x="35784" y="1787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14" name="Graphic 4">
              <a:extLst>
                <a:ext uri="{FF2B5EF4-FFF2-40B4-BE49-F238E27FC236}">
                  <a16:creationId xmlns:a16="http://schemas.microsoft.com/office/drawing/2014/main" id="{E9867195-13E5-4348-A218-FBE5F7CC43C5}"/>
                </a:ext>
              </a:extLst>
            </p:cNvPr>
            <p:cNvSpPr/>
            <p:nvPr/>
          </p:nvSpPr>
          <p:spPr>
            <a:xfrm>
              <a:off x="905454" y="2855717"/>
              <a:ext cx="361674" cy="361333"/>
            </a:xfrm>
            <a:custGeom>
              <a:avLst/>
              <a:gdLst>
                <a:gd name="connsiteX0" fmla="*/ 180835 w 361674"/>
                <a:gd name="connsiteY0" fmla="*/ 0 h 361333"/>
                <a:gd name="connsiteX1" fmla="*/ 0 w 361674"/>
                <a:gd name="connsiteY1" fmla="*/ 180667 h 361333"/>
                <a:gd name="connsiteX2" fmla="*/ 180835 w 361674"/>
                <a:gd name="connsiteY2" fmla="*/ 361333 h 361333"/>
                <a:gd name="connsiteX3" fmla="*/ 361670 w 361674"/>
                <a:gd name="connsiteY3" fmla="*/ 180667 h 361333"/>
                <a:gd name="connsiteX4" fmla="*/ 180835 w 361674"/>
                <a:gd name="connsiteY4" fmla="*/ 0 h 361333"/>
                <a:gd name="connsiteX5" fmla="*/ 261987 w 361674"/>
                <a:gd name="connsiteY5" fmla="*/ 111081 h 361333"/>
                <a:gd name="connsiteX6" fmla="*/ 292659 w 361674"/>
                <a:gd name="connsiteY6" fmla="*/ 141724 h 361333"/>
                <a:gd name="connsiteX7" fmla="*/ 261987 w 361674"/>
                <a:gd name="connsiteY7" fmla="*/ 172368 h 361333"/>
                <a:gd name="connsiteX8" fmla="*/ 231316 w 361674"/>
                <a:gd name="connsiteY8" fmla="*/ 141724 h 361333"/>
                <a:gd name="connsiteX9" fmla="*/ 261987 w 361674"/>
                <a:gd name="connsiteY9" fmla="*/ 111081 h 361333"/>
                <a:gd name="connsiteX10" fmla="*/ 182752 w 361674"/>
                <a:gd name="connsiteY10" fmla="*/ 95760 h 361333"/>
                <a:gd name="connsiteX11" fmla="*/ 223648 w 361674"/>
                <a:gd name="connsiteY11" fmla="*/ 136617 h 361333"/>
                <a:gd name="connsiteX12" fmla="*/ 182752 w 361674"/>
                <a:gd name="connsiteY12" fmla="*/ 177475 h 361333"/>
                <a:gd name="connsiteX13" fmla="*/ 141857 w 361674"/>
                <a:gd name="connsiteY13" fmla="*/ 136617 h 361333"/>
                <a:gd name="connsiteX14" fmla="*/ 182752 w 361674"/>
                <a:gd name="connsiteY14" fmla="*/ 95760 h 361333"/>
                <a:gd name="connsiteX15" fmla="*/ 103517 w 361674"/>
                <a:gd name="connsiteY15" fmla="*/ 111081 h 361333"/>
                <a:gd name="connsiteX16" fmla="*/ 134189 w 361674"/>
                <a:gd name="connsiteY16" fmla="*/ 141724 h 361333"/>
                <a:gd name="connsiteX17" fmla="*/ 103517 w 361674"/>
                <a:gd name="connsiteY17" fmla="*/ 172368 h 361333"/>
                <a:gd name="connsiteX18" fmla="*/ 72845 w 361674"/>
                <a:gd name="connsiteY18" fmla="*/ 141724 h 361333"/>
                <a:gd name="connsiteX19" fmla="*/ 103517 w 361674"/>
                <a:gd name="connsiteY19" fmla="*/ 111081 h 361333"/>
                <a:gd name="connsiteX20" fmla="*/ 93293 w 361674"/>
                <a:gd name="connsiteY20" fmla="*/ 246422 h 361333"/>
                <a:gd name="connsiteX21" fmla="*/ 48564 w 361674"/>
                <a:gd name="connsiteY21" fmla="*/ 246422 h 361333"/>
                <a:gd name="connsiteX22" fmla="*/ 42174 w 361674"/>
                <a:gd name="connsiteY22" fmla="*/ 240038 h 361333"/>
                <a:gd name="connsiteX23" fmla="*/ 42174 w 361674"/>
                <a:gd name="connsiteY23" fmla="*/ 231100 h 361333"/>
                <a:gd name="connsiteX24" fmla="*/ 87542 w 361674"/>
                <a:gd name="connsiteY24" fmla="*/ 182582 h 361333"/>
                <a:gd name="connsiteX25" fmla="*/ 111824 w 361674"/>
                <a:gd name="connsiteY25" fmla="*/ 182582 h 361333"/>
                <a:gd name="connsiteX26" fmla="*/ 118214 w 361674"/>
                <a:gd name="connsiteY26" fmla="*/ 188966 h 361333"/>
                <a:gd name="connsiteX27" fmla="*/ 111824 w 361674"/>
                <a:gd name="connsiteY27" fmla="*/ 195350 h 361333"/>
                <a:gd name="connsiteX28" fmla="*/ 87542 w 361674"/>
                <a:gd name="connsiteY28" fmla="*/ 195350 h 361333"/>
                <a:gd name="connsiteX29" fmla="*/ 54954 w 361674"/>
                <a:gd name="connsiteY29" fmla="*/ 231100 h 361333"/>
                <a:gd name="connsiteX30" fmla="*/ 54954 w 361674"/>
                <a:gd name="connsiteY30" fmla="*/ 233654 h 361333"/>
                <a:gd name="connsiteX31" fmla="*/ 93293 w 361674"/>
                <a:gd name="connsiteY31" fmla="*/ 233654 h 361333"/>
                <a:gd name="connsiteX32" fmla="*/ 99683 w 361674"/>
                <a:gd name="connsiteY32" fmla="*/ 240038 h 361333"/>
                <a:gd name="connsiteX33" fmla="*/ 93293 w 361674"/>
                <a:gd name="connsiteY33" fmla="*/ 246422 h 361333"/>
                <a:gd name="connsiteX34" fmla="*/ 254320 w 361674"/>
                <a:gd name="connsiteY34" fmla="*/ 251529 h 361333"/>
                <a:gd name="connsiteX35" fmla="*/ 247930 w 361674"/>
                <a:gd name="connsiteY35" fmla="*/ 257913 h 361333"/>
                <a:gd name="connsiteX36" fmla="*/ 118214 w 361674"/>
                <a:gd name="connsiteY36" fmla="*/ 257913 h 361333"/>
                <a:gd name="connsiteX37" fmla="*/ 111824 w 361674"/>
                <a:gd name="connsiteY37" fmla="*/ 251529 h 361333"/>
                <a:gd name="connsiteX38" fmla="*/ 111824 w 361674"/>
                <a:gd name="connsiteY38" fmla="*/ 240676 h 361333"/>
                <a:gd name="connsiteX39" fmla="*/ 164860 w 361674"/>
                <a:gd name="connsiteY39" fmla="*/ 183859 h 361333"/>
                <a:gd name="connsiteX40" fmla="*/ 200644 w 361674"/>
                <a:gd name="connsiteY40" fmla="*/ 183859 h 361333"/>
                <a:gd name="connsiteX41" fmla="*/ 253680 w 361674"/>
                <a:gd name="connsiteY41" fmla="*/ 240676 h 361333"/>
                <a:gd name="connsiteX42" fmla="*/ 253680 w 361674"/>
                <a:gd name="connsiteY42" fmla="*/ 251529 h 361333"/>
                <a:gd name="connsiteX43" fmla="*/ 313746 w 361674"/>
                <a:gd name="connsiteY43" fmla="*/ 246422 h 361333"/>
                <a:gd name="connsiteX44" fmla="*/ 269016 w 361674"/>
                <a:gd name="connsiteY44" fmla="*/ 246422 h 361333"/>
                <a:gd name="connsiteX45" fmla="*/ 262626 w 361674"/>
                <a:gd name="connsiteY45" fmla="*/ 240038 h 361333"/>
                <a:gd name="connsiteX46" fmla="*/ 269016 w 361674"/>
                <a:gd name="connsiteY46" fmla="*/ 233654 h 361333"/>
                <a:gd name="connsiteX47" fmla="*/ 307356 w 361674"/>
                <a:gd name="connsiteY47" fmla="*/ 233654 h 361333"/>
                <a:gd name="connsiteX48" fmla="*/ 307356 w 361674"/>
                <a:gd name="connsiteY48" fmla="*/ 231100 h 361333"/>
                <a:gd name="connsiteX49" fmla="*/ 274767 w 361674"/>
                <a:gd name="connsiteY49" fmla="*/ 195350 h 361333"/>
                <a:gd name="connsiteX50" fmla="*/ 250486 w 361674"/>
                <a:gd name="connsiteY50" fmla="*/ 195350 h 361333"/>
                <a:gd name="connsiteX51" fmla="*/ 244096 w 361674"/>
                <a:gd name="connsiteY51" fmla="*/ 188966 h 361333"/>
                <a:gd name="connsiteX52" fmla="*/ 250486 w 361674"/>
                <a:gd name="connsiteY52" fmla="*/ 182582 h 361333"/>
                <a:gd name="connsiteX53" fmla="*/ 274767 w 361674"/>
                <a:gd name="connsiteY53" fmla="*/ 182582 h 361333"/>
                <a:gd name="connsiteX54" fmla="*/ 320136 w 361674"/>
                <a:gd name="connsiteY54" fmla="*/ 231100 h 361333"/>
                <a:gd name="connsiteX55" fmla="*/ 320136 w 361674"/>
                <a:gd name="connsiteY55" fmla="*/ 240038 h 361333"/>
                <a:gd name="connsiteX56" fmla="*/ 313746 w 361674"/>
                <a:gd name="connsiteY56" fmla="*/ 246422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61674" h="361333">
                  <a:moveTo>
                    <a:pt x="180835" y="0"/>
                  </a:moveTo>
                  <a:cubicBezTo>
                    <a:pt x="80513" y="0"/>
                    <a:pt x="0" y="81076"/>
                    <a:pt x="0" y="180667"/>
                  </a:cubicBezTo>
                  <a:cubicBezTo>
                    <a:pt x="0" y="280895"/>
                    <a:pt x="81152" y="361333"/>
                    <a:pt x="180835" y="361333"/>
                  </a:cubicBezTo>
                  <a:cubicBezTo>
                    <a:pt x="281157" y="361333"/>
                    <a:pt x="361670" y="280257"/>
                    <a:pt x="361670" y="180667"/>
                  </a:cubicBezTo>
                  <a:cubicBezTo>
                    <a:pt x="362309" y="80438"/>
                    <a:pt x="281157" y="0"/>
                    <a:pt x="180835" y="0"/>
                  </a:cubicBezTo>
                  <a:close/>
                  <a:moveTo>
                    <a:pt x="261987" y="111081"/>
                  </a:moveTo>
                  <a:cubicBezTo>
                    <a:pt x="279240" y="111081"/>
                    <a:pt x="292659" y="125126"/>
                    <a:pt x="292659" y="141724"/>
                  </a:cubicBezTo>
                  <a:cubicBezTo>
                    <a:pt x="292659" y="158323"/>
                    <a:pt x="278601" y="172368"/>
                    <a:pt x="261987" y="172368"/>
                  </a:cubicBezTo>
                  <a:cubicBezTo>
                    <a:pt x="245374" y="172368"/>
                    <a:pt x="231316" y="158323"/>
                    <a:pt x="231316" y="141724"/>
                  </a:cubicBezTo>
                  <a:cubicBezTo>
                    <a:pt x="231316" y="125126"/>
                    <a:pt x="244735" y="111081"/>
                    <a:pt x="261987" y="111081"/>
                  </a:cubicBezTo>
                  <a:close/>
                  <a:moveTo>
                    <a:pt x="182752" y="95760"/>
                  </a:moveTo>
                  <a:cubicBezTo>
                    <a:pt x="205117" y="95760"/>
                    <a:pt x="223648" y="114273"/>
                    <a:pt x="223648" y="136617"/>
                  </a:cubicBezTo>
                  <a:cubicBezTo>
                    <a:pt x="223648" y="158961"/>
                    <a:pt x="205117" y="177475"/>
                    <a:pt x="182752" y="177475"/>
                  </a:cubicBezTo>
                  <a:cubicBezTo>
                    <a:pt x="160387" y="177475"/>
                    <a:pt x="141857" y="158961"/>
                    <a:pt x="141857" y="136617"/>
                  </a:cubicBezTo>
                  <a:cubicBezTo>
                    <a:pt x="141857" y="114273"/>
                    <a:pt x="160387" y="95760"/>
                    <a:pt x="182752" y="95760"/>
                  </a:cubicBezTo>
                  <a:close/>
                  <a:moveTo>
                    <a:pt x="103517" y="111081"/>
                  </a:moveTo>
                  <a:cubicBezTo>
                    <a:pt x="120770" y="111081"/>
                    <a:pt x="134189" y="125126"/>
                    <a:pt x="134189" y="141724"/>
                  </a:cubicBezTo>
                  <a:cubicBezTo>
                    <a:pt x="134189" y="158323"/>
                    <a:pt x="120131" y="172368"/>
                    <a:pt x="103517" y="172368"/>
                  </a:cubicBezTo>
                  <a:cubicBezTo>
                    <a:pt x="86903" y="172368"/>
                    <a:pt x="72845" y="158323"/>
                    <a:pt x="72845" y="141724"/>
                  </a:cubicBezTo>
                  <a:cubicBezTo>
                    <a:pt x="72845" y="125126"/>
                    <a:pt x="86264" y="111081"/>
                    <a:pt x="103517" y="111081"/>
                  </a:cubicBezTo>
                  <a:close/>
                  <a:moveTo>
                    <a:pt x="93293" y="246422"/>
                  </a:moveTo>
                  <a:lnTo>
                    <a:pt x="48564" y="246422"/>
                  </a:lnTo>
                  <a:cubicBezTo>
                    <a:pt x="44730" y="246422"/>
                    <a:pt x="42174" y="243868"/>
                    <a:pt x="42174" y="240038"/>
                  </a:cubicBezTo>
                  <a:lnTo>
                    <a:pt x="42174" y="231100"/>
                  </a:lnTo>
                  <a:cubicBezTo>
                    <a:pt x="42174" y="204287"/>
                    <a:pt x="62621" y="182582"/>
                    <a:pt x="87542" y="182582"/>
                  </a:cubicBezTo>
                  <a:lnTo>
                    <a:pt x="111824" y="182582"/>
                  </a:lnTo>
                  <a:cubicBezTo>
                    <a:pt x="115658" y="182582"/>
                    <a:pt x="118214" y="185135"/>
                    <a:pt x="118214" y="188966"/>
                  </a:cubicBezTo>
                  <a:cubicBezTo>
                    <a:pt x="118214" y="192796"/>
                    <a:pt x="115658" y="195350"/>
                    <a:pt x="111824" y="195350"/>
                  </a:cubicBezTo>
                  <a:lnTo>
                    <a:pt x="87542" y="195350"/>
                  </a:lnTo>
                  <a:cubicBezTo>
                    <a:pt x="69650" y="195350"/>
                    <a:pt x="54954" y="211310"/>
                    <a:pt x="54954" y="231100"/>
                  </a:cubicBezTo>
                  <a:lnTo>
                    <a:pt x="54954" y="233654"/>
                  </a:lnTo>
                  <a:lnTo>
                    <a:pt x="93293" y="233654"/>
                  </a:lnTo>
                  <a:cubicBezTo>
                    <a:pt x="97127" y="233654"/>
                    <a:pt x="99683" y="236207"/>
                    <a:pt x="99683" y="240038"/>
                  </a:cubicBezTo>
                  <a:cubicBezTo>
                    <a:pt x="99683" y="243868"/>
                    <a:pt x="97127" y="246422"/>
                    <a:pt x="93293" y="246422"/>
                  </a:cubicBezTo>
                  <a:close/>
                  <a:moveTo>
                    <a:pt x="254320" y="251529"/>
                  </a:moveTo>
                  <a:cubicBezTo>
                    <a:pt x="254320" y="255359"/>
                    <a:pt x="251764" y="257913"/>
                    <a:pt x="247930" y="257913"/>
                  </a:cubicBezTo>
                  <a:lnTo>
                    <a:pt x="118214" y="257913"/>
                  </a:lnTo>
                  <a:cubicBezTo>
                    <a:pt x="114380" y="257913"/>
                    <a:pt x="111824" y="255359"/>
                    <a:pt x="111824" y="251529"/>
                  </a:cubicBezTo>
                  <a:lnTo>
                    <a:pt x="111824" y="240676"/>
                  </a:lnTo>
                  <a:cubicBezTo>
                    <a:pt x="111824" y="209395"/>
                    <a:pt x="135467" y="183859"/>
                    <a:pt x="164860" y="183859"/>
                  </a:cubicBezTo>
                  <a:lnTo>
                    <a:pt x="200644" y="183859"/>
                  </a:lnTo>
                  <a:cubicBezTo>
                    <a:pt x="230038" y="183859"/>
                    <a:pt x="253680" y="209395"/>
                    <a:pt x="253680" y="240676"/>
                  </a:cubicBezTo>
                  <a:lnTo>
                    <a:pt x="253680" y="251529"/>
                  </a:lnTo>
                  <a:close/>
                  <a:moveTo>
                    <a:pt x="313746" y="246422"/>
                  </a:moveTo>
                  <a:lnTo>
                    <a:pt x="269016" y="246422"/>
                  </a:lnTo>
                  <a:cubicBezTo>
                    <a:pt x="265182" y="246422"/>
                    <a:pt x="262626" y="243868"/>
                    <a:pt x="262626" y="240038"/>
                  </a:cubicBezTo>
                  <a:cubicBezTo>
                    <a:pt x="262626" y="236207"/>
                    <a:pt x="265182" y="233654"/>
                    <a:pt x="269016" y="233654"/>
                  </a:cubicBezTo>
                  <a:lnTo>
                    <a:pt x="307356" y="233654"/>
                  </a:lnTo>
                  <a:lnTo>
                    <a:pt x="307356" y="231100"/>
                  </a:lnTo>
                  <a:cubicBezTo>
                    <a:pt x="307356" y="211310"/>
                    <a:pt x="292659" y="195350"/>
                    <a:pt x="274767" y="195350"/>
                  </a:cubicBezTo>
                  <a:lnTo>
                    <a:pt x="250486" y="195350"/>
                  </a:lnTo>
                  <a:cubicBezTo>
                    <a:pt x="246652" y="195350"/>
                    <a:pt x="244096" y="192796"/>
                    <a:pt x="244096" y="188966"/>
                  </a:cubicBezTo>
                  <a:cubicBezTo>
                    <a:pt x="244096" y="185135"/>
                    <a:pt x="246652" y="182582"/>
                    <a:pt x="250486" y="182582"/>
                  </a:cubicBezTo>
                  <a:lnTo>
                    <a:pt x="274767" y="182582"/>
                  </a:lnTo>
                  <a:cubicBezTo>
                    <a:pt x="299688" y="182582"/>
                    <a:pt x="320136" y="204287"/>
                    <a:pt x="320136" y="231100"/>
                  </a:cubicBezTo>
                  <a:lnTo>
                    <a:pt x="320136" y="240038"/>
                  </a:lnTo>
                  <a:cubicBezTo>
                    <a:pt x="320136" y="243868"/>
                    <a:pt x="317580" y="246422"/>
                    <a:pt x="313746" y="24642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grpSp>
        <p:nvGrpSpPr>
          <p:cNvPr id="115" name="Graphic 4">
            <a:extLst>
              <a:ext uri="{FF2B5EF4-FFF2-40B4-BE49-F238E27FC236}">
                <a16:creationId xmlns:a16="http://schemas.microsoft.com/office/drawing/2014/main" id="{BA9BBACA-DD4C-4D17-A24D-8AF73F2EED8E}"/>
              </a:ext>
            </a:extLst>
          </p:cNvPr>
          <p:cNvGrpSpPr/>
          <p:nvPr/>
        </p:nvGrpSpPr>
        <p:grpSpPr>
          <a:xfrm>
            <a:off x="3936529" y="4292422"/>
            <a:ext cx="548641" cy="548638"/>
            <a:chOff x="905454" y="2371173"/>
            <a:chExt cx="362309" cy="362610"/>
          </a:xfrm>
          <a:solidFill>
            <a:schemeClr val="accent3"/>
          </a:solidFill>
        </p:grpSpPr>
        <p:sp>
          <p:nvSpPr>
            <p:cNvPr id="116" name="Graphic 4">
              <a:extLst>
                <a:ext uri="{FF2B5EF4-FFF2-40B4-BE49-F238E27FC236}">
                  <a16:creationId xmlns:a16="http://schemas.microsoft.com/office/drawing/2014/main" id="{FE617102-05E1-4F8C-B2F3-3834BCAD3C54}"/>
                </a:ext>
              </a:extLst>
            </p:cNvPr>
            <p:cNvSpPr/>
            <p:nvPr/>
          </p:nvSpPr>
          <p:spPr>
            <a:xfrm>
              <a:off x="989801" y="2500130"/>
              <a:ext cx="46007" cy="134063"/>
            </a:xfrm>
            <a:custGeom>
              <a:avLst/>
              <a:gdLst>
                <a:gd name="connsiteX0" fmla="*/ 16614 w 46007"/>
                <a:gd name="connsiteY0" fmla="*/ 110443 h 134063"/>
                <a:gd name="connsiteX1" fmla="*/ 23004 w 46007"/>
                <a:gd name="connsiteY1" fmla="*/ 104059 h 134063"/>
                <a:gd name="connsiteX2" fmla="*/ 29394 w 46007"/>
                <a:gd name="connsiteY2" fmla="*/ 110443 h 134063"/>
                <a:gd name="connsiteX3" fmla="*/ 29394 w 46007"/>
                <a:gd name="connsiteY3" fmla="*/ 134064 h 134063"/>
                <a:gd name="connsiteX4" fmla="*/ 46008 w 46007"/>
                <a:gd name="connsiteY4" fmla="*/ 134064 h 134063"/>
                <a:gd name="connsiteX5" fmla="*/ 46008 w 46007"/>
                <a:gd name="connsiteY5" fmla="*/ 0 h 134063"/>
                <a:gd name="connsiteX6" fmla="*/ 0 w 46007"/>
                <a:gd name="connsiteY6" fmla="*/ 0 h 134063"/>
                <a:gd name="connsiteX7" fmla="*/ 0 w 46007"/>
                <a:gd name="connsiteY7" fmla="*/ 134064 h 134063"/>
                <a:gd name="connsiteX8" fmla="*/ 16614 w 46007"/>
                <a:gd name="connsiteY8" fmla="*/ 134064 h 134063"/>
                <a:gd name="connsiteX9" fmla="*/ 16614 w 46007"/>
                <a:gd name="connsiteY9" fmla="*/ 110443 h 134063"/>
                <a:gd name="connsiteX10" fmla="*/ 17253 w 46007"/>
                <a:gd name="connsiteY10" fmla="*/ 19790 h 134063"/>
                <a:gd name="connsiteX11" fmla="*/ 18531 w 46007"/>
                <a:gd name="connsiteY11" fmla="*/ 17875 h 134063"/>
                <a:gd name="connsiteX12" fmla="*/ 24282 w 46007"/>
                <a:gd name="connsiteY12" fmla="*/ 15960 h 134063"/>
                <a:gd name="connsiteX13" fmla="*/ 25560 w 46007"/>
                <a:gd name="connsiteY13" fmla="*/ 16598 h 134063"/>
                <a:gd name="connsiteX14" fmla="*/ 26838 w 46007"/>
                <a:gd name="connsiteY14" fmla="*/ 17237 h 134063"/>
                <a:gd name="connsiteX15" fmla="*/ 27477 w 46007"/>
                <a:gd name="connsiteY15" fmla="*/ 17875 h 134063"/>
                <a:gd name="connsiteX16" fmla="*/ 28755 w 46007"/>
                <a:gd name="connsiteY16" fmla="*/ 19790 h 134063"/>
                <a:gd name="connsiteX17" fmla="*/ 29394 w 46007"/>
                <a:gd name="connsiteY17" fmla="*/ 22344 h 134063"/>
                <a:gd name="connsiteX18" fmla="*/ 27477 w 46007"/>
                <a:gd name="connsiteY18" fmla="*/ 26813 h 134063"/>
                <a:gd name="connsiteX19" fmla="*/ 25560 w 46007"/>
                <a:gd name="connsiteY19" fmla="*/ 28089 h 134063"/>
                <a:gd name="connsiteX20" fmla="*/ 18531 w 46007"/>
                <a:gd name="connsiteY20" fmla="*/ 26813 h 134063"/>
                <a:gd name="connsiteX21" fmla="*/ 16614 w 46007"/>
                <a:gd name="connsiteY21" fmla="*/ 22344 h 134063"/>
                <a:gd name="connsiteX22" fmla="*/ 17253 w 46007"/>
                <a:gd name="connsiteY22" fmla="*/ 19790 h 134063"/>
                <a:gd name="connsiteX23" fmla="*/ 17253 w 46007"/>
                <a:gd name="connsiteY23" fmla="*/ 19790 h 134063"/>
                <a:gd name="connsiteX24" fmla="*/ 17253 w 46007"/>
                <a:gd name="connsiteY24" fmla="*/ 49157 h 134063"/>
                <a:gd name="connsiteX25" fmla="*/ 18531 w 46007"/>
                <a:gd name="connsiteY25" fmla="*/ 47241 h 134063"/>
                <a:gd name="connsiteX26" fmla="*/ 20448 w 46007"/>
                <a:gd name="connsiteY26" fmla="*/ 45965 h 134063"/>
                <a:gd name="connsiteX27" fmla="*/ 21726 w 46007"/>
                <a:gd name="connsiteY27" fmla="*/ 45326 h 134063"/>
                <a:gd name="connsiteX28" fmla="*/ 24282 w 46007"/>
                <a:gd name="connsiteY28" fmla="*/ 45326 h 134063"/>
                <a:gd name="connsiteX29" fmla="*/ 25560 w 46007"/>
                <a:gd name="connsiteY29" fmla="*/ 45965 h 134063"/>
                <a:gd name="connsiteX30" fmla="*/ 27477 w 46007"/>
                <a:gd name="connsiteY30" fmla="*/ 47241 h 134063"/>
                <a:gd name="connsiteX31" fmla="*/ 28755 w 46007"/>
                <a:gd name="connsiteY31" fmla="*/ 49157 h 134063"/>
                <a:gd name="connsiteX32" fmla="*/ 28755 w 46007"/>
                <a:gd name="connsiteY32" fmla="*/ 54264 h 134063"/>
                <a:gd name="connsiteX33" fmla="*/ 25560 w 46007"/>
                <a:gd name="connsiteY33" fmla="*/ 57456 h 134063"/>
                <a:gd name="connsiteX34" fmla="*/ 23004 w 46007"/>
                <a:gd name="connsiteY34" fmla="*/ 58094 h 134063"/>
                <a:gd name="connsiteX35" fmla="*/ 20448 w 46007"/>
                <a:gd name="connsiteY35" fmla="*/ 57456 h 134063"/>
                <a:gd name="connsiteX36" fmla="*/ 16614 w 46007"/>
                <a:gd name="connsiteY36" fmla="*/ 51710 h 134063"/>
                <a:gd name="connsiteX37" fmla="*/ 17253 w 46007"/>
                <a:gd name="connsiteY37" fmla="*/ 49157 h 134063"/>
                <a:gd name="connsiteX38" fmla="*/ 17253 w 46007"/>
                <a:gd name="connsiteY38" fmla="*/ 49157 h 134063"/>
                <a:gd name="connsiteX39" fmla="*/ 17253 w 46007"/>
                <a:gd name="connsiteY39" fmla="*/ 78523 h 134063"/>
                <a:gd name="connsiteX40" fmla="*/ 18531 w 46007"/>
                <a:gd name="connsiteY40" fmla="*/ 76608 h 134063"/>
                <a:gd name="connsiteX41" fmla="*/ 27477 w 46007"/>
                <a:gd name="connsiteY41" fmla="*/ 76608 h 134063"/>
                <a:gd name="connsiteX42" fmla="*/ 27477 w 46007"/>
                <a:gd name="connsiteY42" fmla="*/ 76608 h 134063"/>
                <a:gd name="connsiteX43" fmla="*/ 28755 w 46007"/>
                <a:gd name="connsiteY43" fmla="*/ 78523 h 134063"/>
                <a:gd name="connsiteX44" fmla="*/ 29394 w 46007"/>
                <a:gd name="connsiteY44" fmla="*/ 81077 h 134063"/>
                <a:gd name="connsiteX45" fmla="*/ 23004 w 46007"/>
                <a:gd name="connsiteY45" fmla="*/ 87461 h 134063"/>
                <a:gd name="connsiteX46" fmla="*/ 20448 w 46007"/>
                <a:gd name="connsiteY46" fmla="*/ 86822 h 134063"/>
                <a:gd name="connsiteX47" fmla="*/ 18531 w 46007"/>
                <a:gd name="connsiteY47" fmla="*/ 85545 h 134063"/>
                <a:gd name="connsiteX48" fmla="*/ 16614 w 46007"/>
                <a:gd name="connsiteY48" fmla="*/ 81077 h 134063"/>
                <a:gd name="connsiteX49" fmla="*/ 17253 w 46007"/>
                <a:gd name="connsiteY49" fmla="*/ 78523 h 134063"/>
                <a:gd name="connsiteX50" fmla="*/ 17253 w 46007"/>
                <a:gd name="connsiteY50" fmla="*/ 78523 h 134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46007" h="134063">
                  <a:moveTo>
                    <a:pt x="16614" y="110443"/>
                  </a:moveTo>
                  <a:cubicBezTo>
                    <a:pt x="16614" y="106613"/>
                    <a:pt x="19170" y="104059"/>
                    <a:pt x="23004" y="104059"/>
                  </a:cubicBezTo>
                  <a:cubicBezTo>
                    <a:pt x="26838" y="104059"/>
                    <a:pt x="29394" y="106613"/>
                    <a:pt x="29394" y="110443"/>
                  </a:cubicBezTo>
                  <a:lnTo>
                    <a:pt x="29394" y="134064"/>
                  </a:lnTo>
                  <a:lnTo>
                    <a:pt x="46008" y="134064"/>
                  </a:lnTo>
                  <a:lnTo>
                    <a:pt x="46008" y="0"/>
                  </a:lnTo>
                  <a:lnTo>
                    <a:pt x="0" y="0"/>
                  </a:lnTo>
                  <a:lnTo>
                    <a:pt x="0" y="134064"/>
                  </a:lnTo>
                  <a:lnTo>
                    <a:pt x="16614" y="134064"/>
                  </a:lnTo>
                  <a:lnTo>
                    <a:pt x="16614" y="110443"/>
                  </a:lnTo>
                  <a:close/>
                  <a:moveTo>
                    <a:pt x="17253" y="19790"/>
                  </a:moveTo>
                  <a:cubicBezTo>
                    <a:pt x="17253" y="19152"/>
                    <a:pt x="17892" y="18514"/>
                    <a:pt x="18531" y="17875"/>
                  </a:cubicBezTo>
                  <a:cubicBezTo>
                    <a:pt x="19809" y="16598"/>
                    <a:pt x="22365" y="15960"/>
                    <a:pt x="24282" y="15960"/>
                  </a:cubicBezTo>
                  <a:lnTo>
                    <a:pt x="25560" y="16598"/>
                  </a:lnTo>
                  <a:lnTo>
                    <a:pt x="26838" y="17237"/>
                  </a:lnTo>
                  <a:cubicBezTo>
                    <a:pt x="27477" y="17237"/>
                    <a:pt x="27477" y="17875"/>
                    <a:pt x="27477" y="17875"/>
                  </a:cubicBezTo>
                  <a:cubicBezTo>
                    <a:pt x="28116" y="18514"/>
                    <a:pt x="28755" y="19152"/>
                    <a:pt x="28755" y="19790"/>
                  </a:cubicBezTo>
                  <a:cubicBezTo>
                    <a:pt x="29394" y="20429"/>
                    <a:pt x="29394" y="21067"/>
                    <a:pt x="29394" y="22344"/>
                  </a:cubicBezTo>
                  <a:cubicBezTo>
                    <a:pt x="29394" y="24259"/>
                    <a:pt x="28755" y="25536"/>
                    <a:pt x="27477" y="26813"/>
                  </a:cubicBezTo>
                  <a:cubicBezTo>
                    <a:pt x="26838" y="27451"/>
                    <a:pt x="26199" y="28089"/>
                    <a:pt x="25560" y="28089"/>
                  </a:cubicBezTo>
                  <a:cubicBezTo>
                    <a:pt x="23004" y="29366"/>
                    <a:pt x="20448" y="28728"/>
                    <a:pt x="18531" y="26813"/>
                  </a:cubicBezTo>
                  <a:cubicBezTo>
                    <a:pt x="17253" y="25536"/>
                    <a:pt x="16614" y="24259"/>
                    <a:pt x="16614" y="22344"/>
                  </a:cubicBezTo>
                  <a:cubicBezTo>
                    <a:pt x="16614" y="21706"/>
                    <a:pt x="17253" y="21067"/>
                    <a:pt x="17253" y="19790"/>
                  </a:cubicBezTo>
                  <a:lnTo>
                    <a:pt x="17253" y="19790"/>
                  </a:lnTo>
                  <a:close/>
                  <a:moveTo>
                    <a:pt x="17253" y="49157"/>
                  </a:moveTo>
                  <a:cubicBezTo>
                    <a:pt x="17253" y="48518"/>
                    <a:pt x="17892" y="47880"/>
                    <a:pt x="18531" y="47241"/>
                  </a:cubicBezTo>
                  <a:cubicBezTo>
                    <a:pt x="19170" y="46603"/>
                    <a:pt x="19809" y="45965"/>
                    <a:pt x="20448" y="45965"/>
                  </a:cubicBezTo>
                  <a:lnTo>
                    <a:pt x="21726" y="45326"/>
                  </a:lnTo>
                  <a:cubicBezTo>
                    <a:pt x="22365" y="45326"/>
                    <a:pt x="23643" y="45326"/>
                    <a:pt x="24282" y="45326"/>
                  </a:cubicBezTo>
                  <a:cubicBezTo>
                    <a:pt x="24921" y="45326"/>
                    <a:pt x="24921" y="45326"/>
                    <a:pt x="25560" y="45965"/>
                  </a:cubicBezTo>
                  <a:cubicBezTo>
                    <a:pt x="26199" y="46603"/>
                    <a:pt x="26838" y="46603"/>
                    <a:pt x="27477" y="47241"/>
                  </a:cubicBezTo>
                  <a:cubicBezTo>
                    <a:pt x="28116" y="47880"/>
                    <a:pt x="28755" y="48518"/>
                    <a:pt x="28755" y="49157"/>
                  </a:cubicBezTo>
                  <a:cubicBezTo>
                    <a:pt x="29394" y="50433"/>
                    <a:pt x="29394" y="52349"/>
                    <a:pt x="28755" y="54264"/>
                  </a:cubicBezTo>
                  <a:cubicBezTo>
                    <a:pt x="28116" y="56179"/>
                    <a:pt x="26838" y="56817"/>
                    <a:pt x="25560" y="57456"/>
                  </a:cubicBezTo>
                  <a:cubicBezTo>
                    <a:pt x="24921" y="58094"/>
                    <a:pt x="24282" y="58094"/>
                    <a:pt x="23004" y="58094"/>
                  </a:cubicBezTo>
                  <a:cubicBezTo>
                    <a:pt x="22365" y="58094"/>
                    <a:pt x="21087" y="58094"/>
                    <a:pt x="20448" y="57456"/>
                  </a:cubicBezTo>
                  <a:cubicBezTo>
                    <a:pt x="17892" y="56179"/>
                    <a:pt x="16614" y="54264"/>
                    <a:pt x="16614" y="51710"/>
                  </a:cubicBezTo>
                  <a:cubicBezTo>
                    <a:pt x="16614" y="51072"/>
                    <a:pt x="17253" y="50433"/>
                    <a:pt x="17253" y="49157"/>
                  </a:cubicBezTo>
                  <a:lnTo>
                    <a:pt x="17253" y="49157"/>
                  </a:lnTo>
                  <a:close/>
                  <a:moveTo>
                    <a:pt x="17253" y="78523"/>
                  </a:moveTo>
                  <a:cubicBezTo>
                    <a:pt x="17253" y="77885"/>
                    <a:pt x="17892" y="77246"/>
                    <a:pt x="18531" y="76608"/>
                  </a:cubicBezTo>
                  <a:cubicBezTo>
                    <a:pt x="21087" y="74054"/>
                    <a:pt x="24921" y="74054"/>
                    <a:pt x="27477" y="76608"/>
                  </a:cubicBezTo>
                  <a:cubicBezTo>
                    <a:pt x="27477" y="76608"/>
                    <a:pt x="27477" y="76608"/>
                    <a:pt x="27477" y="76608"/>
                  </a:cubicBezTo>
                  <a:cubicBezTo>
                    <a:pt x="28116" y="77246"/>
                    <a:pt x="28755" y="77885"/>
                    <a:pt x="28755" y="78523"/>
                  </a:cubicBezTo>
                  <a:cubicBezTo>
                    <a:pt x="29394" y="79161"/>
                    <a:pt x="29394" y="80438"/>
                    <a:pt x="29394" y="81077"/>
                  </a:cubicBezTo>
                  <a:cubicBezTo>
                    <a:pt x="29394" y="84907"/>
                    <a:pt x="26199" y="87461"/>
                    <a:pt x="23004" y="87461"/>
                  </a:cubicBezTo>
                  <a:cubicBezTo>
                    <a:pt x="22365" y="87461"/>
                    <a:pt x="21087" y="87461"/>
                    <a:pt x="20448" y="86822"/>
                  </a:cubicBezTo>
                  <a:cubicBezTo>
                    <a:pt x="19809" y="86822"/>
                    <a:pt x="19170" y="86184"/>
                    <a:pt x="18531" y="85545"/>
                  </a:cubicBezTo>
                  <a:cubicBezTo>
                    <a:pt x="17253" y="84269"/>
                    <a:pt x="16614" y="82992"/>
                    <a:pt x="16614" y="81077"/>
                  </a:cubicBezTo>
                  <a:cubicBezTo>
                    <a:pt x="16614" y="80438"/>
                    <a:pt x="17253" y="79800"/>
                    <a:pt x="17253" y="78523"/>
                  </a:cubicBezTo>
                  <a:lnTo>
                    <a:pt x="17253" y="78523"/>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17" name="Graphic 4">
              <a:extLst>
                <a:ext uri="{FF2B5EF4-FFF2-40B4-BE49-F238E27FC236}">
                  <a16:creationId xmlns:a16="http://schemas.microsoft.com/office/drawing/2014/main" id="{89E91C4A-B853-4F6E-9662-D5793AD9193F}"/>
                </a:ext>
              </a:extLst>
            </p:cNvPr>
            <p:cNvSpPr/>
            <p:nvPr/>
          </p:nvSpPr>
          <p:spPr>
            <a:xfrm>
              <a:off x="1137408" y="2500130"/>
              <a:ext cx="46007" cy="134063"/>
            </a:xfrm>
            <a:custGeom>
              <a:avLst/>
              <a:gdLst>
                <a:gd name="connsiteX0" fmla="*/ 0 w 46007"/>
                <a:gd name="connsiteY0" fmla="*/ 134064 h 134063"/>
                <a:gd name="connsiteX1" fmla="*/ 16614 w 46007"/>
                <a:gd name="connsiteY1" fmla="*/ 134064 h 134063"/>
                <a:gd name="connsiteX2" fmla="*/ 16614 w 46007"/>
                <a:gd name="connsiteY2" fmla="*/ 111081 h 134063"/>
                <a:gd name="connsiteX3" fmla="*/ 23004 w 46007"/>
                <a:gd name="connsiteY3" fmla="*/ 104697 h 134063"/>
                <a:gd name="connsiteX4" fmla="*/ 29394 w 46007"/>
                <a:gd name="connsiteY4" fmla="*/ 111081 h 134063"/>
                <a:gd name="connsiteX5" fmla="*/ 29394 w 46007"/>
                <a:gd name="connsiteY5" fmla="*/ 134064 h 134063"/>
                <a:gd name="connsiteX6" fmla="*/ 46008 w 46007"/>
                <a:gd name="connsiteY6" fmla="*/ 134064 h 134063"/>
                <a:gd name="connsiteX7" fmla="*/ 46008 w 46007"/>
                <a:gd name="connsiteY7" fmla="*/ 0 h 134063"/>
                <a:gd name="connsiteX8" fmla="*/ 0 w 46007"/>
                <a:gd name="connsiteY8" fmla="*/ 0 h 134063"/>
                <a:gd name="connsiteX9" fmla="*/ 0 w 46007"/>
                <a:gd name="connsiteY9" fmla="*/ 134064 h 134063"/>
                <a:gd name="connsiteX10" fmla="*/ 28755 w 46007"/>
                <a:gd name="connsiteY10" fmla="*/ 84269 h 134063"/>
                <a:gd name="connsiteX11" fmla="*/ 27477 w 46007"/>
                <a:gd name="connsiteY11" fmla="*/ 86184 h 134063"/>
                <a:gd name="connsiteX12" fmla="*/ 25560 w 46007"/>
                <a:gd name="connsiteY12" fmla="*/ 87461 h 134063"/>
                <a:gd name="connsiteX13" fmla="*/ 23004 w 46007"/>
                <a:gd name="connsiteY13" fmla="*/ 88099 h 134063"/>
                <a:gd name="connsiteX14" fmla="*/ 20448 w 46007"/>
                <a:gd name="connsiteY14" fmla="*/ 87461 h 134063"/>
                <a:gd name="connsiteX15" fmla="*/ 18531 w 46007"/>
                <a:gd name="connsiteY15" fmla="*/ 86184 h 134063"/>
                <a:gd name="connsiteX16" fmla="*/ 16614 w 46007"/>
                <a:gd name="connsiteY16" fmla="*/ 81715 h 134063"/>
                <a:gd name="connsiteX17" fmla="*/ 17253 w 46007"/>
                <a:gd name="connsiteY17" fmla="*/ 79161 h 134063"/>
                <a:gd name="connsiteX18" fmla="*/ 18531 w 46007"/>
                <a:gd name="connsiteY18" fmla="*/ 77246 h 134063"/>
                <a:gd name="connsiteX19" fmla="*/ 20448 w 46007"/>
                <a:gd name="connsiteY19" fmla="*/ 75969 h 134063"/>
                <a:gd name="connsiteX20" fmla="*/ 21726 w 46007"/>
                <a:gd name="connsiteY20" fmla="*/ 75331 h 134063"/>
                <a:gd name="connsiteX21" fmla="*/ 27477 w 46007"/>
                <a:gd name="connsiteY21" fmla="*/ 77246 h 134063"/>
                <a:gd name="connsiteX22" fmla="*/ 28755 w 46007"/>
                <a:gd name="connsiteY22" fmla="*/ 79161 h 134063"/>
                <a:gd name="connsiteX23" fmla="*/ 29394 w 46007"/>
                <a:gd name="connsiteY23" fmla="*/ 81715 h 134063"/>
                <a:gd name="connsiteX24" fmla="*/ 28755 w 46007"/>
                <a:gd name="connsiteY24" fmla="*/ 84269 h 134063"/>
                <a:gd name="connsiteX25" fmla="*/ 28755 w 46007"/>
                <a:gd name="connsiteY25" fmla="*/ 84269 h 134063"/>
                <a:gd name="connsiteX26" fmla="*/ 17253 w 46007"/>
                <a:gd name="connsiteY26" fmla="*/ 20429 h 134063"/>
                <a:gd name="connsiteX27" fmla="*/ 18531 w 46007"/>
                <a:gd name="connsiteY27" fmla="*/ 18514 h 134063"/>
                <a:gd name="connsiteX28" fmla="*/ 19170 w 46007"/>
                <a:gd name="connsiteY28" fmla="*/ 17875 h 134063"/>
                <a:gd name="connsiteX29" fmla="*/ 20448 w 46007"/>
                <a:gd name="connsiteY29" fmla="*/ 17237 h 134063"/>
                <a:gd name="connsiteX30" fmla="*/ 21726 w 46007"/>
                <a:gd name="connsiteY30" fmla="*/ 16598 h 134063"/>
                <a:gd name="connsiteX31" fmla="*/ 27477 w 46007"/>
                <a:gd name="connsiteY31" fmla="*/ 18514 h 134063"/>
                <a:gd name="connsiteX32" fmla="*/ 28755 w 46007"/>
                <a:gd name="connsiteY32" fmla="*/ 20429 h 134063"/>
                <a:gd name="connsiteX33" fmla="*/ 29394 w 46007"/>
                <a:gd name="connsiteY33" fmla="*/ 22982 h 134063"/>
                <a:gd name="connsiteX34" fmla="*/ 27477 w 46007"/>
                <a:gd name="connsiteY34" fmla="*/ 27451 h 134063"/>
                <a:gd name="connsiteX35" fmla="*/ 20448 w 46007"/>
                <a:gd name="connsiteY35" fmla="*/ 28728 h 134063"/>
                <a:gd name="connsiteX36" fmla="*/ 18531 w 46007"/>
                <a:gd name="connsiteY36" fmla="*/ 27451 h 134063"/>
                <a:gd name="connsiteX37" fmla="*/ 16614 w 46007"/>
                <a:gd name="connsiteY37" fmla="*/ 22982 h 134063"/>
                <a:gd name="connsiteX38" fmla="*/ 17253 w 46007"/>
                <a:gd name="connsiteY38" fmla="*/ 20429 h 134063"/>
                <a:gd name="connsiteX39" fmla="*/ 17253 w 46007"/>
                <a:gd name="connsiteY39" fmla="*/ 20429 h 134063"/>
                <a:gd name="connsiteX40" fmla="*/ 17253 w 46007"/>
                <a:gd name="connsiteY40" fmla="*/ 49795 h 134063"/>
                <a:gd name="connsiteX41" fmla="*/ 18531 w 46007"/>
                <a:gd name="connsiteY41" fmla="*/ 47880 h 134063"/>
                <a:gd name="connsiteX42" fmla="*/ 24282 w 46007"/>
                <a:gd name="connsiteY42" fmla="*/ 45965 h 134063"/>
                <a:gd name="connsiteX43" fmla="*/ 25560 w 46007"/>
                <a:gd name="connsiteY43" fmla="*/ 46603 h 134063"/>
                <a:gd name="connsiteX44" fmla="*/ 27477 w 46007"/>
                <a:gd name="connsiteY44" fmla="*/ 47880 h 134063"/>
                <a:gd name="connsiteX45" fmla="*/ 28755 w 46007"/>
                <a:gd name="connsiteY45" fmla="*/ 49795 h 134063"/>
                <a:gd name="connsiteX46" fmla="*/ 25560 w 46007"/>
                <a:gd name="connsiteY46" fmla="*/ 58094 h 134063"/>
                <a:gd name="connsiteX47" fmla="*/ 17253 w 46007"/>
                <a:gd name="connsiteY47" fmla="*/ 54902 h 134063"/>
                <a:gd name="connsiteX48" fmla="*/ 17253 w 46007"/>
                <a:gd name="connsiteY48" fmla="*/ 54902 h 134063"/>
                <a:gd name="connsiteX49" fmla="*/ 17253 w 46007"/>
                <a:gd name="connsiteY49" fmla="*/ 49795 h 134063"/>
                <a:gd name="connsiteX50" fmla="*/ 17253 w 46007"/>
                <a:gd name="connsiteY50" fmla="*/ 49795 h 134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46007" h="134063">
                  <a:moveTo>
                    <a:pt x="0" y="134064"/>
                  </a:moveTo>
                  <a:lnTo>
                    <a:pt x="16614" y="134064"/>
                  </a:lnTo>
                  <a:lnTo>
                    <a:pt x="16614" y="111081"/>
                  </a:lnTo>
                  <a:cubicBezTo>
                    <a:pt x="16614" y="107251"/>
                    <a:pt x="19170" y="104697"/>
                    <a:pt x="23004" y="104697"/>
                  </a:cubicBezTo>
                  <a:cubicBezTo>
                    <a:pt x="26838" y="104697"/>
                    <a:pt x="29394" y="107251"/>
                    <a:pt x="29394" y="111081"/>
                  </a:cubicBezTo>
                  <a:lnTo>
                    <a:pt x="29394" y="134064"/>
                  </a:lnTo>
                  <a:lnTo>
                    <a:pt x="46008" y="134064"/>
                  </a:lnTo>
                  <a:lnTo>
                    <a:pt x="46008" y="0"/>
                  </a:lnTo>
                  <a:lnTo>
                    <a:pt x="0" y="0"/>
                  </a:lnTo>
                  <a:lnTo>
                    <a:pt x="0" y="134064"/>
                  </a:lnTo>
                  <a:close/>
                  <a:moveTo>
                    <a:pt x="28755" y="84269"/>
                  </a:moveTo>
                  <a:cubicBezTo>
                    <a:pt x="28116" y="84907"/>
                    <a:pt x="28116" y="85545"/>
                    <a:pt x="27477" y="86184"/>
                  </a:cubicBezTo>
                  <a:cubicBezTo>
                    <a:pt x="26838" y="86822"/>
                    <a:pt x="26199" y="87461"/>
                    <a:pt x="25560" y="87461"/>
                  </a:cubicBezTo>
                  <a:cubicBezTo>
                    <a:pt x="24921" y="87461"/>
                    <a:pt x="23643" y="88099"/>
                    <a:pt x="23004" y="88099"/>
                  </a:cubicBezTo>
                  <a:cubicBezTo>
                    <a:pt x="22365" y="88099"/>
                    <a:pt x="21087" y="88099"/>
                    <a:pt x="20448" y="87461"/>
                  </a:cubicBezTo>
                  <a:cubicBezTo>
                    <a:pt x="19809" y="87461"/>
                    <a:pt x="19170" y="86822"/>
                    <a:pt x="18531" y="86184"/>
                  </a:cubicBezTo>
                  <a:cubicBezTo>
                    <a:pt x="17253" y="84907"/>
                    <a:pt x="16614" y="83630"/>
                    <a:pt x="16614" y="81715"/>
                  </a:cubicBezTo>
                  <a:cubicBezTo>
                    <a:pt x="16614" y="81077"/>
                    <a:pt x="16614" y="79800"/>
                    <a:pt x="17253" y="79161"/>
                  </a:cubicBezTo>
                  <a:cubicBezTo>
                    <a:pt x="17253" y="78523"/>
                    <a:pt x="17892" y="77885"/>
                    <a:pt x="18531" y="77246"/>
                  </a:cubicBezTo>
                  <a:cubicBezTo>
                    <a:pt x="19170" y="76608"/>
                    <a:pt x="19809" y="75969"/>
                    <a:pt x="20448" y="75969"/>
                  </a:cubicBezTo>
                  <a:lnTo>
                    <a:pt x="21726" y="75331"/>
                  </a:lnTo>
                  <a:cubicBezTo>
                    <a:pt x="23643" y="74693"/>
                    <a:pt x="26199" y="75331"/>
                    <a:pt x="27477" y="77246"/>
                  </a:cubicBezTo>
                  <a:cubicBezTo>
                    <a:pt x="28116" y="77885"/>
                    <a:pt x="28755" y="78523"/>
                    <a:pt x="28755" y="79161"/>
                  </a:cubicBezTo>
                  <a:cubicBezTo>
                    <a:pt x="28755" y="79800"/>
                    <a:pt x="29394" y="81077"/>
                    <a:pt x="29394" y="81715"/>
                  </a:cubicBezTo>
                  <a:cubicBezTo>
                    <a:pt x="29394" y="82353"/>
                    <a:pt x="28755" y="82992"/>
                    <a:pt x="28755" y="84269"/>
                  </a:cubicBezTo>
                  <a:lnTo>
                    <a:pt x="28755" y="84269"/>
                  </a:lnTo>
                  <a:close/>
                  <a:moveTo>
                    <a:pt x="17253" y="20429"/>
                  </a:moveTo>
                  <a:cubicBezTo>
                    <a:pt x="17253" y="19790"/>
                    <a:pt x="17892" y="19152"/>
                    <a:pt x="18531" y="18514"/>
                  </a:cubicBezTo>
                  <a:cubicBezTo>
                    <a:pt x="18531" y="17875"/>
                    <a:pt x="19170" y="17875"/>
                    <a:pt x="19170" y="17875"/>
                  </a:cubicBezTo>
                  <a:lnTo>
                    <a:pt x="20448" y="17237"/>
                  </a:lnTo>
                  <a:lnTo>
                    <a:pt x="21726" y="16598"/>
                  </a:lnTo>
                  <a:cubicBezTo>
                    <a:pt x="23643" y="15960"/>
                    <a:pt x="26199" y="16598"/>
                    <a:pt x="27477" y="18514"/>
                  </a:cubicBezTo>
                  <a:cubicBezTo>
                    <a:pt x="28116" y="19152"/>
                    <a:pt x="28755" y="19790"/>
                    <a:pt x="28755" y="20429"/>
                  </a:cubicBezTo>
                  <a:cubicBezTo>
                    <a:pt x="28755" y="21067"/>
                    <a:pt x="29394" y="21706"/>
                    <a:pt x="29394" y="22982"/>
                  </a:cubicBezTo>
                  <a:cubicBezTo>
                    <a:pt x="29394" y="24897"/>
                    <a:pt x="28755" y="26174"/>
                    <a:pt x="27477" y="27451"/>
                  </a:cubicBezTo>
                  <a:cubicBezTo>
                    <a:pt x="25560" y="29366"/>
                    <a:pt x="23004" y="30005"/>
                    <a:pt x="20448" y="28728"/>
                  </a:cubicBezTo>
                  <a:cubicBezTo>
                    <a:pt x="19809" y="28728"/>
                    <a:pt x="19170" y="28089"/>
                    <a:pt x="18531" y="27451"/>
                  </a:cubicBezTo>
                  <a:cubicBezTo>
                    <a:pt x="17253" y="26174"/>
                    <a:pt x="16614" y="24897"/>
                    <a:pt x="16614" y="22982"/>
                  </a:cubicBezTo>
                  <a:cubicBezTo>
                    <a:pt x="16614" y="21706"/>
                    <a:pt x="16614" y="21067"/>
                    <a:pt x="17253" y="20429"/>
                  </a:cubicBezTo>
                  <a:lnTo>
                    <a:pt x="17253" y="20429"/>
                  </a:lnTo>
                  <a:close/>
                  <a:moveTo>
                    <a:pt x="17253" y="49795"/>
                  </a:moveTo>
                  <a:cubicBezTo>
                    <a:pt x="17892" y="49157"/>
                    <a:pt x="17892" y="48518"/>
                    <a:pt x="18531" y="47880"/>
                  </a:cubicBezTo>
                  <a:cubicBezTo>
                    <a:pt x="19809" y="46603"/>
                    <a:pt x="22365" y="45965"/>
                    <a:pt x="24282" y="45965"/>
                  </a:cubicBezTo>
                  <a:lnTo>
                    <a:pt x="25560" y="46603"/>
                  </a:lnTo>
                  <a:cubicBezTo>
                    <a:pt x="26199" y="46603"/>
                    <a:pt x="26838" y="47241"/>
                    <a:pt x="27477" y="47880"/>
                  </a:cubicBezTo>
                  <a:cubicBezTo>
                    <a:pt x="28116" y="48518"/>
                    <a:pt x="28755" y="49157"/>
                    <a:pt x="28755" y="49795"/>
                  </a:cubicBezTo>
                  <a:cubicBezTo>
                    <a:pt x="30033" y="52987"/>
                    <a:pt x="28755" y="56817"/>
                    <a:pt x="25560" y="58094"/>
                  </a:cubicBezTo>
                  <a:cubicBezTo>
                    <a:pt x="22365" y="59371"/>
                    <a:pt x="18531" y="58094"/>
                    <a:pt x="17253" y="54902"/>
                  </a:cubicBezTo>
                  <a:cubicBezTo>
                    <a:pt x="17253" y="54902"/>
                    <a:pt x="17253" y="54902"/>
                    <a:pt x="17253" y="54902"/>
                  </a:cubicBezTo>
                  <a:cubicBezTo>
                    <a:pt x="16614" y="52987"/>
                    <a:pt x="16614" y="51072"/>
                    <a:pt x="17253" y="49795"/>
                  </a:cubicBezTo>
                  <a:lnTo>
                    <a:pt x="17253" y="49795"/>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18" name="Graphic 4">
              <a:extLst>
                <a:ext uri="{FF2B5EF4-FFF2-40B4-BE49-F238E27FC236}">
                  <a16:creationId xmlns:a16="http://schemas.microsoft.com/office/drawing/2014/main" id="{10F1DED6-1168-4477-A5B4-C4CC000E6594}"/>
                </a:ext>
              </a:extLst>
            </p:cNvPr>
            <p:cNvSpPr/>
            <p:nvPr/>
          </p:nvSpPr>
          <p:spPr>
            <a:xfrm>
              <a:off x="1048588" y="2470125"/>
              <a:ext cx="76040" cy="164068"/>
            </a:xfrm>
            <a:custGeom>
              <a:avLst/>
              <a:gdLst>
                <a:gd name="connsiteX0" fmla="*/ 16614 w 76040"/>
                <a:gd name="connsiteY0" fmla="*/ 164068 h 164068"/>
                <a:gd name="connsiteX1" fmla="*/ 16614 w 76040"/>
                <a:gd name="connsiteY1" fmla="*/ 141086 h 164068"/>
                <a:gd name="connsiteX2" fmla="*/ 23004 w 76040"/>
                <a:gd name="connsiteY2" fmla="*/ 134702 h 164068"/>
                <a:gd name="connsiteX3" fmla="*/ 29394 w 76040"/>
                <a:gd name="connsiteY3" fmla="*/ 141086 h 164068"/>
                <a:gd name="connsiteX4" fmla="*/ 29394 w 76040"/>
                <a:gd name="connsiteY4" fmla="*/ 164068 h 164068"/>
                <a:gd name="connsiteX5" fmla="*/ 76040 w 76040"/>
                <a:gd name="connsiteY5" fmla="*/ 164068 h 164068"/>
                <a:gd name="connsiteX6" fmla="*/ 76040 w 76040"/>
                <a:gd name="connsiteY6" fmla="*/ 0 h 164068"/>
                <a:gd name="connsiteX7" fmla="*/ 0 w 76040"/>
                <a:gd name="connsiteY7" fmla="*/ 0 h 164068"/>
                <a:gd name="connsiteX8" fmla="*/ 0 w 76040"/>
                <a:gd name="connsiteY8" fmla="*/ 164068 h 164068"/>
                <a:gd name="connsiteX9" fmla="*/ 16614 w 76040"/>
                <a:gd name="connsiteY9" fmla="*/ 164068 h 164068"/>
                <a:gd name="connsiteX10" fmla="*/ 47925 w 76040"/>
                <a:gd name="connsiteY10" fmla="*/ 19152 h 164068"/>
                <a:gd name="connsiteX11" fmla="*/ 50480 w 76040"/>
                <a:gd name="connsiteY11" fmla="*/ 17237 h 164068"/>
                <a:gd name="connsiteX12" fmla="*/ 55592 w 76040"/>
                <a:gd name="connsiteY12" fmla="*/ 17237 h 164068"/>
                <a:gd name="connsiteX13" fmla="*/ 57509 w 76040"/>
                <a:gd name="connsiteY13" fmla="*/ 18514 h 164068"/>
                <a:gd name="connsiteX14" fmla="*/ 58787 w 76040"/>
                <a:gd name="connsiteY14" fmla="*/ 20429 h 164068"/>
                <a:gd name="connsiteX15" fmla="*/ 58787 w 76040"/>
                <a:gd name="connsiteY15" fmla="*/ 25536 h 164068"/>
                <a:gd name="connsiteX16" fmla="*/ 57509 w 76040"/>
                <a:gd name="connsiteY16" fmla="*/ 27451 h 164068"/>
                <a:gd name="connsiteX17" fmla="*/ 50480 w 76040"/>
                <a:gd name="connsiteY17" fmla="*/ 28728 h 164068"/>
                <a:gd name="connsiteX18" fmla="*/ 48563 w 76040"/>
                <a:gd name="connsiteY18" fmla="*/ 27451 h 164068"/>
                <a:gd name="connsiteX19" fmla="*/ 47285 w 76040"/>
                <a:gd name="connsiteY19" fmla="*/ 25536 h 164068"/>
                <a:gd name="connsiteX20" fmla="*/ 46646 w 76040"/>
                <a:gd name="connsiteY20" fmla="*/ 22982 h 164068"/>
                <a:gd name="connsiteX21" fmla="*/ 47925 w 76040"/>
                <a:gd name="connsiteY21" fmla="*/ 19152 h 164068"/>
                <a:gd name="connsiteX22" fmla="*/ 47925 w 76040"/>
                <a:gd name="connsiteY22" fmla="*/ 19152 h 164068"/>
                <a:gd name="connsiteX23" fmla="*/ 46646 w 76040"/>
                <a:gd name="connsiteY23" fmla="*/ 50434 h 164068"/>
                <a:gd name="connsiteX24" fmla="*/ 47925 w 76040"/>
                <a:gd name="connsiteY24" fmla="*/ 48518 h 164068"/>
                <a:gd name="connsiteX25" fmla="*/ 53675 w 76040"/>
                <a:gd name="connsiteY25" fmla="*/ 46603 h 164068"/>
                <a:gd name="connsiteX26" fmla="*/ 54953 w 76040"/>
                <a:gd name="connsiteY26" fmla="*/ 47242 h 164068"/>
                <a:gd name="connsiteX27" fmla="*/ 56231 w 76040"/>
                <a:gd name="connsiteY27" fmla="*/ 47880 h 164068"/>
                <a:gd name="connsiteX28" fmla="*/ 56870 w 76040"/>
                <a:gd name="connsiteY28" fmla="*/ 48518 h 164068"/>
                <a:gd name="connsiteX29" fmla="*/ 58787 w 76040"/>
                <a:gd name="connsiteY29" fmla="*/ 52987 h 164068"/>
                <a:gd name="connsiteX30" fmla="*/ 56870 w 76040"/>
                <a:gd name="connsiteY30" fmla="*/ 57456 h 164068"/>
                <a:gd name="connsiteX31" fmla="*/ 54953 w 76040"/>
                <a:gd name="connsiteY31" fmla="*/ 58733 h 164068"/>
                <a:gd name="connsiteX32" fmla="*/ 52397 w 76040"/>
                <a:gd name="connsiteY32" fmla="*/ 59371 h 164068"/>
                <a:gd name="connsiteX33" fmla="*/ 47925 w 76040"/>
                <a:gd name="connsiteY33" fmla="*/ 57456 h 164068"/>
                <a:gd name="connsiteX34" fmla="*/ 46008 w 76040"/>
                <a:gd name="connsiteY34" fmla="*/ 52987 h 164068"/>
                <a:gd name="connsiteX35" fmla="*/ 46646 w 76040"/>
                <a:gd name="connsiteY35" fmla="*/ 50434 h 164068"/>
                <a:gd name="connsiteX36" fmla="*/ 46646 w 76040"/>
                <a:gd name="connsiteY36" fmla="*/ 50434 h 164068"/>
                <a:gd name="connsiteX37" fmla="*/ 46646 w 76040"/>
                <a:gd name="connsiteY37" fmla="*/ 79800 h 164068"/>
                <a:gd name="connsiteX38" fmla="*/ 47925 w 76040"/>
                <a:gd name="connsiteY38" fmla="*/ 77885 h 164068"/>
                <a:gd name="connsiteX39" fmla="*/ 53675 w 76040"/>
                <a:gd name="connsiteY39" fmla="*/ 75970 h 164068"/>
                <a:gd name="connsiteX40" fmla="*/ 54953 w 76040"/>
                <a:gd name="connsiteY40" fmla="*/ 76608 h 164068"/>
                <a:gd name="connsiteX41" fmla="*/ 56870 w 76040"/>
                <a:gd name="connsiteY41" fmla="*/ 77885 h 164068"/>
                <a:gd name="connsiteX42" fmla="*/ 58148 w 76040"/>
                <a:gd name="connsiteY42" fmla="*/ 79800 h 164068"/>
                <a:gd name="connsiteX43" fmla="*/ 54953 w 76040"/>
                <a:gd name="connsiteY43" fmla="*/ 88099 h 164068"/>
                <a:gd name="connsiteX44" fmla="*/ 52397 w 76040"/>
                <a:gd name="connsiteY44" fmla="*/ 88738 h 164068"/>
                <a:gd name="connsiteX45" fmla="*/ 46008 w 76040"/>
                <a:gd name="connsiteY45" fmla="*/ 82354 h 164068"/>
                <a:gd name="connsiteX46" fmla="*/ 46646 w 76040"/>
                <a:gd name="connsiteY46" fmla="*/ 79800 h 164068"/>
                <a:gd name="connsiteX47" fmla="*/ 46646 w 76040"/>
                <a:gd name="connsiteY47" fmla="*/ 79800 h 164068"/>
                <a:gd name="connsiteX48" fmla="*/ 46646 w 76040"/>
                <a:gd name="connsiteY48" fmla="*/ 109166 h 164068"/>
                <a:gd name="connsiteX49" fmla="*/ 47925 w 76040"/>
                <a:gd name="connsiteY49" fmla="*/ 107251 h 164068"/>
                <a:gd name="connsiteX50" fmla="*/ 53675 w 76040"/>
                <a:gd name="connsiteY50" fmla="*/ 105336 h 164068"/>
                <a:gd name="connsiteX51" fmla="*/ 54953 w 76040"/>
                <a:gd name="connsiteY51" fmla="*/ 105974 h 164068"/>
                <a:gd name="connsiteX52" fmla="*/ 58148 w 76040"/>
                <a:gd name="connsiteY52" fmla="*/ 109166 h 164068"/>
                <a:gd name="connsiteX53" fmla="*/ 58787 w 76040"/>
                <a:gd name="connsiteY53" fmla="*/ 111720 h 164068"/>
                <a:gd name="connsiteX54" fmla="*/ 58148 w 76040"/>
                <a:gd name="connsiteY54" fmla="*/ 114273 h 164068"/>
                <a:gd name="connsiteX55" fmla="*/ 56870 w 76040"/>
                <a:gd name="connsiteY55" fmla="*/ 116189 h 164068"/>
                <a:gd name="connsiteX56" fmla="*/ 52397 w 76040"/>
                <a:gd name="connsiteY56" fmla="*/ 118104 h 164068"/>
                <a:gd name="connsiteX57" fmla="*/ 47925 w 76040"/>
                <a:gd name="connsiteY57" fmla="*/ 116189 h 164068"/>
                <a:gd name="connsiteX58" fmla="*/ 46646 w 76040"/>
                <a:gd name="connsiteY58" fmla="*/ 114273 h 164068"/>
                <a:gd name="connsiteX59" fmla="*/ 46008 w 76040"/>
                <a:gd name="connsiteY59" fmla="*/ 111720 h 164068"/>
                <a:gd name="connsiteX60" fmla="*/ 46646 w 76040"/>
                <a:gd name="connsiteY60" fmla="*/ 109166 h 164068"/>
                <a:gd name="connsiteX61" fmla="*/ 46646 w 76040"/>
                <a:gd name="connsiteY61" fmla="*/ 109166 h 164068"/>
                <a:gd name="connsiteX62" fmla="*/ 46646 w 76040"/>
                <a:gd name="connsiteY62" fmla="*/ 138533 h 164068"/>
                <a:gd name="connsiteX63" fmla="*/ 47925 w 76040"/>
                <a:gd name="connsiteY63" fmla="*/ 136617 h 164068"/>
                <a:gd name="connsiteX64" fmla="*/ 49841 w 76040"/>
                <a:gd name="connsiteY64" fmla="*/ 135341 h 164068"/>
                <a:gd name="connsiteX65" fmla="*/ 56870 w 76040"/>
                <a:gd name="connsiteY65" fmla="*/ 136617 h 164068"/>
                <a:gd name="connsiteX66" fmla="*/ 58148 w 76040"/>
                <a:gd name="connsiteY66" fmla="*/ 138533 h 164068"/>
                <a:gd name="connsiteX67" fmla="*/ 56870 w 76040"/>
                <a:gd name="connsiteY67" fmla="*/ 145555 h 164068"/>
                <a:gd name="connsiteX68" fmla="*/ 54953 w 76040"/>
                <a:gd name="connsiteY68" fmla="*/ 146832 h 164068"/>
                <a:gd name="connsiteX69" fmla="*/ 52397 w 76040"/>
                <a:gd name="connsiteY69" fmla="*/ 147470 h 164068"/>
                <a:gd name="connsiteX70" fmla="*/ 47925 w 76040"/>
                <a:gd name="connsiteY70" fmla="*/ 145555 h 164068"/>
                <a:gd name="connsiteX71" fmla="*/ 46646 w 76040"/>
                <a:gd name="connsiteY71" fmla="*/ 138533 h 164068"/>
                <a:gd name="connsiteX72" fmla="*/ 17253 w 76040"/>
                <a:gd name="connsiteY72" fmla="*/ 21067 h 164068"/>
                <a:gd name="connsiteX73" fmla="*/ 18531 w 76040"/>
                <a:gd name="connsiteY73" fmla="*/ 19152 h 164068"/>
                <a:gd name="connsiteX74" fmla="*/ 19170 w 76040"/>
                <a:gd name="connsiteY74" fmla="*/ 18514 h 164068"/>
                <a:gd name="connsiteX75" fmla="*/ 20448 w 76040"/>
                <a:gd name="connsiteY75" fmla="*/ 17875 h 164068"/>
                <a:gd name="connsiteX76" fmla="*/ 21726 w 76040"/>
                <a:gd name="connsiteY76" fmla="*/ 17237 h 164068"/>
                <a:gd name="connsiteX77" fmla="*/ 24282 w 76040"/>
                <a:gd name="connsiteY77" fmla="*/ 17237 h 164068"/>
                <a:gd name="connsiteX78" fmla="*/ 25560 w 76040"/>
                <a:gd name="connsiteY78" fmla="*/ 17875 h 164068"/>
                <a:gd name="connsiteX79" fmla="*/ 26838 w 76040"/>
                <a:gd name="connsiteY79" fmla="*/ 18514 h 164068"/>
                <a:gd name="connsiteX80" fmla="*/ 27477 w 76040"/>
                <a:gd name="connsiteY80" fmla="*/ 19152 h 164068"/>
                <a:gd name="connsiteX81" fmla="*/ 29394 w 76040"/>
                <a:gd name="connsiteY81" fmla="*/ 23621 h 164068"/>
                <a:gd name="connsiteX82" fmla="*/ 27477 w 76040"/>
                <a:gd name="connsiteY82" fmla="*/ 28090 h 164068"/>
                <a:gd name="connsiteX83" fmla="*/ 23004 w 76040"/>
                <a:gd name="connsiteY83" fmla="*/ 30005 h 164068"/>
                <a:gd name="connsiteX84" fmla="*/ 20448 w 76040"/>
                <a:gd name="connsiteY84" fmla="*/ 29366 h 164068"/>
                <a:gd name="connsiteX85" fmla="*/ 18531 w 76040"/>
                <a:gd name="connsiteY85" fmla="*/ 28090 h 164068"/>
                <a:gd name="connsiteX86" fmla="*/ 16614 w 76040"/>
                <a:gd name="connsiteY86" fmla="*/ 23621 h 164068"/>
                <a:gd name="connsiteX87" fmla="*/ 17253 w 76040"/>
                <a:gd name="connsiteY87" fmla="*/ 21067 h 164068"/>
                <a:gd name="connsiteX88" fmla="*/ 17253 w 76040"/>
                <a:gd name="connsiteY88" fmla="*/ 21067 h 164068"/>
                <a:gd name="connsiteX89" fmla="*/ 17253 w 76040"/>
                <a:gd name="connsiteY89" fmla="*/ 50434 h 164068"/>
                <a:gd name="connsiteX90" fmla="*/ 18531 w 76040"/>
                <a:gd name="connsiteY90" fmla="*/ 48518 h 164068"/>
                <a:gd name="connsiteX91" fmla="*/ 19170 w 76040"/>
                <a:gd name="connsiteY91" fmla="*/ 47880 h 164068"/>
                <a:gd name="connsiteX92" fmla="*/ 20448 w 76040"/>
                <a:gd name="connsiteY92" fmla="*/ 47242 h 164068"/>
                <a:gd name="connsiteX93" fmla="*/ 21726 w 76040"/>
                <a:gd name="connsiteY93" fmla="*/ 46603 h 164068"/>
                <a:gd name="connsiteX94" fmla="*/ 27477 w 76040"/>
                <a:gd name="connsiteY94" fmla="*/ 48518 h 164068"/>
                <a:gd name="connsiteX95" fmla="*/ 28755 w 76040"/>
                <a:gd name="connsiteY95" fmla="*/ 50434 h 164068"/>
                <a:gd name="connsiteX96" fmla="*/ 29394 w 76040"/>
                <a:gd name="connsiteY96" fmla="*/ 52987 h 164068"/>
                <a:gd name="connsiteX97" fmla="*/ 23004 w 76040"/>
                <a:gd name="connsiteY97" fmla="*/ 59371 h 164068"/>
                <a:gd name="connsiteX98" fmla="*/ 20448 w 76040"/>
                <a:gd name="connsiteY98" fmla="*/ 58733 h 164068"/>
                <a:gd name="connsiteX99" fmla="*/ 18531 w 76040"/>
                <a:gd name="connsiteY99" fmla="*/ 57456 h 164068"/>
                <a:gd name="connsiteX100" fmla="*/ 16614 w 76040"/>
                <a:gd name="connsiteY100" fmla="*/ 52987 h 164068"/>
                <a:gd name="connsiteX101" fmla="*/ 17253 w 76040"/>
                <a:gd name="connsiteY101" fmla="*/ 50434 h 164068"/>
                <a:gd name="connsiteX102" fmla="*/ 17253 w 76040"/>
                <a:gd name="connsiteY102" fmla="*/ 50434 h 164068"/>
                <a:gd name="connsiteX103" fmla="*/ 17253 w 76040"/>
                <a:gd name="connsiteY103" fmla="*/ 79800 h 164068"/>
                <a:gd name="connsiteX104" fmla="*/ 18531 w 76040"/>
                <a:gd name="connsiteY104" fmla="*/ 77885 h 164068"/>
                <a:gd name="connsiteX105" fmla="*/ 19170 w 76040"/>
                <a:gd name="connsiteY105" fmla="*/ 77246 h 164068"/>
                <a:gd name="connsiteX106" fmla="*/ 20448 w 76040"/>
                <a:gd name="connsiteY106" fmla="*/ 76608 h 164068"/>
                <a:gd name="connsiteX107" fmla="*/ 21726 w 76040"/>
                <a:gd name="connsiteY107" fmla="*/ 75970 h 164068"/>
                <a:gd name="connsiteX108" fmla="*/ 27477 w 76040"/>
                <a:gd name="connsiteY108" fmla="*/ 77885 h 164068"/>
                <a:gd name="connsiteX109" fmla="*/ 28755 w 76040"/>
                <a:gd name="connsiteY109" fmla="*/ 79800 h 164068"/>
                <a:gd name="connsiteX110" fmla="*/ 28755 w 76040"/>
                <a:gd name="connsiteY110" fmla="*/ 84907 h 164068"/>
                <a:gd name="connsiteX111" fmla="*/ 25560 w 76040"/>
                <a:gd name="connsiteY111" fmla="*/ 88099 h 164068"/>
                <a:gd name="connsiteX112" fmla="*/ 23004 w 76040"/>
                <a:gd name="connsiteY112" fmla="*/ 88738 h 164068"/>
                <a:gd name="connsiteX113" fmla="*/ 20448 w 76040"/>
                <a:gd name="connsiteY113" fmla="*/ 88099 h 164068"/>
                <a:gd name="connsiteX114" fmla="*/ 16614 w 76040"/>
                <a:gd name="connsiteY114" fmla="*/ 82354 h 164068"/>
                <a:gd name="connsiteX115" fmla="*/ 17253 w 76040"/>
                <a:gd name="connsiteY115" fmla="*/ 79800 h 164068"/>
                <a:gd name="connsiteX116" fmla="*/ 17253 w 76040"/>
                <a:gd name="connsiteY116" fmla="*/ 79800 h 164068"/>
                <a:gd name="connsiteX117" fmla="*/ 17253 w 76040"/>
                <a:gd name="connsiteY117" fmla="*/ 109166 h 164068"/>
                <a:gd name="connsiteX118" fmla="*/ 17892 w 76040"/>
                <a:gd name="connsiteY118" fmla="*/ 107889 h 164068"/>
                <a:gd name="connsiteX119" fmla="*/ 18531 w 76040"/>
                <a:gd name="connsiteY119" fmla="*/ 106613 h 164068"/>
                <a:gd name="connsiteX120" fmla="*/ 24282 w 76040"/>
                <a:gd name="connsiteY120" fmla="*/ 104697 h 164068"/>
                <a:gd name="connsiteX121" fmla="*/ 25560 w 76040"/>
                <a:gd name="connsiteY121" fmla="*/ 105336 h 164068"/>
                <a:gd name="connsiteX122" fmla="*/ 27477 w 76040"/>
                <a:gd name="connsiteY122" fmla="*/ 106613 h 164068"/>
                <a:gd name="connsiteX123" fmla="*/ 28755 w 76040"/>
                <a:gd name="connsiteY123" fmla="*/ 108528 h 164068"/>
                <a:gd name="connsiteX124" fmla="*/ 29394 w 76040"/>
                <a:gd name="connsiteY124" fmla="*/ 111081 h 164068"/>
                <a:gd name="connsiteX125" fmla="*/ 28755 w 76040"/>
                <a:gd name="connsiteY125" fmla="*/ 113635 h 164068"/>
                <a:gd name="connsiteX126" fmla="*/ 27477 w 76040"/>
                <a:gd name="connsiteY126" fmla="*/ 115550 h 164068"/>
                <a:gd name="connsiteX127" fmla="*/ 23004 w 76040"/>
                <a:gd name="connsiteY127" fmla="*/ 117465 h 164068"/>
                <a:gd name="connsiteX128" fmla="*/ 18531 w 76040"/>
                <a:gd name="connsiteY128" fmla="*/ 115550 h 164068"/>
                <a:gd name="connsiteX129" fmla="*/ 17253 w 76040"/>
                <a:gd name="connsiteY129" fmla="*/ 113635 h 164068"/>
                <a:gd name="connsiteX130" fmla="*/ 16614 w 76040"/>
                <a:gd name="connsiteY130" fmla="*/ 111081 h 164068"/>
                <a:gd name="connsiteX131" fmla="*/ 17253 w 76040"/>
                <a:gd name="connsiteY131" fmla="*/ 109166 h 164068"/>
                <a:gd name="connsiteX132" fmla="*/ 17253 w 76040"/>
                <a:gd name="connsiteY132" fmla="*/ 109166 h 164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76040" h="164068">
                  <a:moveTo>
                    <a:pt x="16614" y="164068"/>
                  </a:moveTo>
                  <a:lnTo>
                    <a:pt x="16614" y="141086"/>
                  </a:lnTo>
                  <a:cubicBezTo>
                    <a:pt x="16614" y="137256"/>
                    <a:pt x="19170" y="134702"/>
                    <a:pt x="23004" y="134702"/>
                  </a:cubicBezTo>
                  <a:cubicBezTo>
                    <a:pt x="26838" y="134702"/>
                    <a:pt x="29394" y="137256"/>
                    <a:pt x="29394" y="141086"/>
                  </a:cubicBezTo>
                  <a:lnTo>
                    <a:pt x="29394" y="164068"/>
                  </a:lnTo>
                  <a:lnTo>
                    <a:pt x="76040" y="164068"/>
                  </a:lnTo>
                  <a:lnTo>
                    <a:pt x="76040" y="0"/>
                  </a:lnTo>
                  <a:lnTo>
                    <a:pt x="0" y="0"/>
                  </a:lnTo>
                  <a:lnTo>
                    <a:pt x="0" y="164068"/>
                  </a:lnTo>
                  <a:lnTo>
                    <a:pt x="16614" y="164068"/>
                  </a:lnTo>
                  <a:close/>
                  <a:moveTo>
                    <a:pt x="47925" y="19152"/>
                  </a:moveTo>
                  <a:cubicBezTo>
                    <a:pt x="48563" y="18514"/>
                    <a:pt x="49202" y="17875"/>
                    <a:pt x="50480" y="17237"/>
                  </a:cubicBezTo>
                  <a:cubicBezTo>
                    <a:pt x="51758" y="16598"/>
                    <a:pt x="53675" y="16598"/>
                    <a:pt x="55592" y="17237"/>
                  </a:cubicBezTo>
                  <a:cubicBezTo>
                    <a:pt x="56231" y="17237"/>
                    <a:pt x="56870" y="17875"/>
                    <a:pt x="57509" y="18514"/>
                  </a:cubicBezTo>
                  <a:cubicBezTo>
                    <a:pt x="58148" y="19152"/>
                    <a:pt x="58787" y="19790"/>
                    <a:pt x="58787" y="20429"/>
                  </a:cubicBezTo>
                  <a:cubicBezTo>
                    <a:pt x="59426" y="21706"/>
                    <a:pt x="59426" y="23621"/>
                    <a:pt x="58787" y="25536"/>
                  </a:cubicBezTo>
                  <a:cubicBezTo>
                    <a:pt x="58148" y="26174"/>
                    <a:pt x="58148" y="26813"/>
                    <a:pt x="57509" y="27451"/>
                  </a:cubicBezTo>
                  <a:cubicBezTo>
                    <a:pt x="55592" y="29366"/>
                    <a:pt x="53036" y="30005"/>
                    <a:pt x="50480" y="28728"/>
                  </a:cubicBezTo>
                  <a:cubicBezTo>
                    <a:pt x="49841" y="28090"/>
                    <a:pt x="49202" y="28090"/>
                    <a:pt x="48563" y="27451"/>
                  </a:cubicBezTo>
                  <a:cubicBezTo>
                    <a:pt x="47925" y="26813"/>
                    <a:pt x="47285" y="26174"/>
                    <a:pt x="47285" y="25536"/>
                  </a:cubicBezTo>
                  <a:cubicBezTo>
                    <a:pt x="46646" y="24898"/>
                    <a:pt x="46646" y="24259"/>
                    <a:pt x="46646" y="22982"/>
                  </a:cubicBezTo>
                  <a:cubicBezTo>
                    <a:pt x="46646" y="21706"/>
                    <a:pt x="47285" y="19790"/>
                    <a:pt x="47925" y="19152"/>
                  </a:cubicBezTo>
                  <a:lnTo>
                    <a:pt x="47925" y="19152"/>
                  </a:lnTo>
                  <a:close/>
                  <a:moveTo>
                    <a:pt x="46646" y="50434"/>
                  </a:moveTo>
                  <a:cubicBezTo>
                    <a:pt x="46646" y="49795"/>
                    <a:pt x="47285" y="49157"/>
                    <a:pt x="47925" y="48518"/>
                  </a:cubicBezTo>
                  <a:cubicBezTo>
                    <a:pt x="49202" y="47242"/>
                    <a:pt x="51758" y="46603"/>
                    <a:pt x="53675" y="46603"/>
                  </a:cubicBezTo>
                  <a:lnTo>
                    <a:pt x="54953" y="47242"/>
                  </a:lnTo>
                  <a:lnTo>
                    <a:pt x="56231" y="47880"/>
                  </a:lnTo>
                  <a:lnTo>
                    <a:pt x="56870" y="48518"/>
                  </a:lnTo>
                  <a:cubicBezTo>
                    <a:pt x="58148" y="49795"/>
                    <a:pt x="58787" y="51072"/>
                    <a:pt x="58787" y="52987"/>
                  </a:cubicBezTo>
                  <a:cubicBezTo>
                    <a:pt x="58787" y="54902"/>
                    <a:pt x="58148" y="56179"/>
                    <a:pt x="56870" y="57456"/>
                  </a:cubicBezTo>
                  <a:cubicBezTo>
                    <a:pt x="56231" y="58094"/>
                    <a:pt x="55592" y="58733"/>
                    <a:pt x="54953" y="58733"/>
                  </a:cubicBezTo>
                  <a:cubicBezTo>
                    <a:pt x="54314" y="59371"/>
                    <a:pt x="53036" y="59371"/>
                    <a:pt x="52397" y="59371"/>
                  </a:cubicBezTo>
                  <a:cubicBezTo>
                    <a:pt x="50480" y="59371"/>
                    <a:pt x="49202" y="58733"/>
                    <a:pt x="47925" y="57456"/>
                  </a:cubicBezTo>
                  <a:cubicBezTo>
                    <a:pt x="46646" y="56179"/>
                    <a:pt x="46008" y="54902"/>
                    <a:pt x="46008" y="52987"/>
                  </a:cubicBezTo>
                  <a:cubicBezTo>
                    <a:pt x="46008" y="51710"/>
                    <a:pt x="46646" y="51072"/>
                    <a:pt x="46646" y="50434"/>
                  </a:cubicBezTo>
                  <a:lnTo>
                    <a:pt x="46646" y="50434"/>
                  </a:lnTo>
                  <a:close/>
                  <a:moveTo>
                    <a:pt x="46646" y="79800"/>
                  </a:moveTo>
                  <a:cubicBezTo>
                    <a:pt x="46646" y="79162"/>
                    <a:pt x="47285" y="78523"/>
                    <a:pt x="47925" y="77885"/>
                  </a:cubicBezTo>
                  <a:cubicBezTo>
                    <a:pt x="49202" y="76608"/>
                    <a:pt x="51758" y="75970"/>
                    <a:pt x="53675" y="75970"/>
                  </a:cubicBezTo>
                  <a:lnTo>
                    <a:pt x="54953" y="76608"/>
                  </a:lnTo>
                  <a:cubicBezTo>
                    <a:pt x="55592" y="76608"/>
                    <a:pt x="56231" y="77246"/>
                    <a:pt x="56870" y="77885"/>
                  </a:cubicBezTo>
                  <a:cubicBezTo>
                    <a:pt x="57509" y="78523"/>
                    <a:pt x="58148" y="79162"/>
                    <a:pt x="58148" y="79800"/>
                  </a:cubicBezTo>
                  <a:cubicBezTo>
                    <a:pt x="59426" y="82992"/>
                    <a:pt x="58148" y="86822"/>
                    <a:pt x="54953" y="88099"/>
                  </a:cubicBezTo>
                  <a:cubicBezTo>
                    <a:pt x="54314" y="88738"/>
                    <a:pt x="53036" y="88738"/>
                    <a:pt x="52397" y="88738"/>
                  </a:cubicBezTo>
                  <a:cubicBezTo>
                    <a:pt x="48563" y="88738"/>
                    <a:pt x="46008" y="85546"/>
                    <a:pt x="46008" y="82354"/>
                  </a:cubicBezTo>
                  <a:cubicBezTo>
                    <a:pt x="46008" y="81077"/>
                    <a:pt x="46646" y="80438"/>
                    <a:pt x="46646" y="79800"/>
                  </a:cubicBezTo>
                  <a:lnTo>
                    <a:pt x="46646" y="79800"/>
                  </a:lnTo>
                  <a:close/>
                  <a:moveTo>
                    <a:pt x="46646" y="109166"/>
                  </a:moveTo>
                  <a:cubicBezTo>
                    <a:pt x="46646" y="108528"/>
                    <a:pt x="47285" y="107889"/>
                    <a:pt x="47925" y="107251"/>
                  </a:cubicBezTo>
                  <a:cubicBezTo>
                    <a:pt x="49202" y="105974"/>
                    <a:pt x="51758" y="105336"/>
                    <a:pt x="53675" y="105336"/>
                  </a:cubicBezTo>
                  <a:lnTo>
                    <a:pt x="54953" y="105974"/>
                  </a:lnTo>
                  <a:cubicBezTo>
                    <a:pt x="56231" y="106613"/>
                    <a:pt x="57509" y="107889"/>
                    <a:pt x="58148" y="109166"/>
                  </a:cubicBezTo>
                  <a:cubicBezTo>
                    <a:pt x="58148" y="109805"/>
                    <a:pt x="58787" y="111081"/>
                    <a:pt x="58787" y="111720"/>
                  </a:cubicBezTo>
                  <a:cubicBezTo>
                    <a:pt x="58787" y="112358"/>
                    <a:pt x="58787" y="113635"/>
                    <a:pt x="58148" y="114273"/>
                  </a:cubicBezTo>
                  <a:cubicBezTo>
                    <a:pt x="57509" y="114912"/>
                    <a:pt x="57509" y="115550"/>
                    <a:pt x="56870" y="116189"/>
                  </a:cubicBezTo>
                  <a:cubicBezTo>
                    <a:pt x="55592" y="117465"/>
                    <a:pt x="54314" y="118104"/>
                    <a:pt x="52397" y="118104"/>
                  </a:cubicBezTo>
                  <a:cubicBezTo>
                    <a:pt x="50480" y="118104"/>
                    <a:pt x="49202" y="117465"/>
                    <a:pt x="47925" y="116189"/>
                  </a:cubicBezTo>
                  <a:cubicBezTo>
                    <a:pt x="47285" y="115550"/>
                    <a:pt x="46646" y="114912"/>
                    <a:pt x="46646" y="114273"/>
                  </a:cubicBezTo>
                  <a:cubicBezTo>
                    <a:pt x="46008" y="113635"/>
                    <a:pt x="46008" y="112997"/>
                    <a:pt x="46008" y="111720"/>
                  </a:cubicBezTo>
                  <a:cubicBezTo>
                    <a:pt x="46008" y="110443"/>
                    <a:pt x="46646" y="109805"/>
                    <a:pt x="46646" y="109166"/>
                  </a:cubicBezTo>
                  <a:lnTo>
                    <a:pt x="46646" y="109166"/>
                  </a:lnTo>
                  <a:close/>
                  <a:moveTo>
                    <a:pt x="46646" y="138533"/>
                  </a:moveTo>
                  <a:cubicBezTo>
                    <a:pt x="47285" y="137894"/>
                    <a:pt x="47285" y="137256"/>
                    <a:pt x="47925" y="136617"/>
                  </a:cubicBezTo>
                  <a:cubicBezTo>
                    <a:pt x="48563" y="135979"/>
                    <a:pt x="49202" y="135341"/>
                    <a:pt x="49841" y="135341"/>
                  </a:cubicBezTo>
                  <a:cubicBezTo>
                    <a:pt x="52397" y="134064"/>
                    <a:pt x="54953" y="134702"/>
                    <a:pt x="56870" y="136617"/>
                  </a:cubicBezTo>
                  <a:cubicBezTo>
                    <a:pt x="57509" y="137256"/>
                    <a:pt x="58148" y="137894"/>
                    <a:pt x="58148" y="138533"/>
                  </a:cubicBezTo>
                  <a:cubicBezTo>
                    <a:pt x="59426" y="141086"/>
                    <a:pt x="58787" y="143640"/>
                    <a:pt x="56870" y="145555"/>
                  </a:cubicBezTo>
                  <a:cubicBezTo>
                    <a:pt x="56231" y="146193"/>
                    <a:pt x="55592" y="146832"/>
                    <a:pt x="54953" y="146832"/>
                  </a:cubicBezTo>
                  <a:cubicBezTo>
                    <a:pt x="54314" y="146832"/>
                    <a:pt x="53036" y="147470"/>
                    <a:pt x="52397" y="147470"/>
                  </a:cubicBezTo>
                  <a:cubicBezTo>
                    <a:pt x="50480" y="147470"/>
                    <a:pt x="49202" y="146832"/>
                    <a:pt x="47925" y="145555"/>
                  </a:cubicBezTo>
                  <a:cubicBezTo>
                    <a:pt x="46646" y="143640"/>
                    <a:pt x="46008" y="141086"/>
                    <a:pt x="46646" y="138533"/>
                  </a:cubicBezTo>
                  <a:close/>
                  <a:moveTo>
                    <a:pt x="17253" y="21067"/>
                  </a:moveTo>
                  <a:cubicBezTo>
                    <a:pt x="17253" y="20429"/>
                    <a:pt x="17892" y="19790"/>
                    <a:pt x="18531" y="19152"/>
                  </a:cubicBezTo>
                  <a:lnTo>
                    <a:pt x="19170" y="18514"/>
                  </a:lnTo>
                  <a:cubicBezTo>
                    <a:pt x="19809" y="18514"/>
                    <a:pt x="19809" y="17875"/>
                    <a:pt x="20448" y="17875"/>
                  </a:cubicBezTo>
                  <a:lnTo>
                    <a:pt x="21726" y="17237"/>
                  </a:lnTo>
                  <a:cubicBezTo>
                    <a:pt x="22365" y="17237"/>
                    <a:pt x="23643" y="17237"/>
                    <a:pt x="24282" y="17237"/>
                  </a:cubicBezTo>
                  <a:cubicBezTo>
                    <a:pt x="24921" y="17237"/>
                    <a:pt x="24921" y="17237"/>
                    <a:pt x="25560" y="17875"/>
                  </a:cubicBezTo>
                  <a:cubicBezTo>
                    <a:pt x="26199" y="17875"/>
                    <a:pt x="26199" y="18514"/>
                    <a:pt x="26838" y="18514"/>
                  </a:cubicBezTo>
                  <a:cubicBezTo>
                    <a:pt x="27477" y="18514"/>
                    <a:pt x="27477" y="19152"/>
                    <a:pt x="27477" y="19152"/>
                  </a:cubicBezTo>
                  <a:cubicBezTo>
                    <a:pt x="28755" y="20429"/>
                    <a:pt x="29394" y="21706"/>
                    <a:pt x="29394" y="23621"/>
                  </a:cubicBezTo>
                  <a:cubicBezTo>
                    <a:pt x="29394" y="25536"/>
                    <a:pt x="28755" y="26813"/>
                    <a:pt x="27477" y="28090"/>
                  </a:cubicBezTo>
                  <a:cubicBezTo>
                    <a:pt x="26199" y="29366"/>
                    <a:pt x="24921" y="30005"/>
                    <a:pt x="23004" y="30005"/>
                  </a:cubicBezTo>
                  <a:cubicBezTo>
                    <a:pt x="22365" y="30005"/>
                    <a:pt x="21087" y="30005"/>
                    <a:pt x="20448" y="29366"/>
                  </a:cubicBezTo>
                  <a:cubicBezTo>
                    <a:pt x="19809" y="28728"/>
                    <a:pt x="19170" y="28728"/>
                    <a:pt x="18531" y="28090"/>
                  </a:cubicBezTo>
                  <a:cubicBezTo>
                    <a:pt x="17253" y="26813"/>
                    <a:pt x="16614" y="25536"/>
                    <a:pt x="16614" y="23621"/>
                  </a:cubicBezTo>
                  <a:cubicBezTo>
                    <a:pt x="16614" y="22344"/>
                    <a:pt x="17253" y="21706"/>
                    <a:pt x="17253" y="21067"/>
                  </a:cubicBezTo>
                  <a:lnTo>
                    <a:pt x="17253" y="21067"/>
                  </a:lnTo>
                  <a:close/>
                  <a:moveTo>
                    <a:pt x="17253" y="50434"/>
                  </a:moveTo>
                  <a:cubicBezTo>
                    <a:pt x="17253" y="49795"/>
                    <a:pt x="17892" y="49157"/>
                    <a:pt x="18531" y="48518"/>
                  </a:cubicBezTo>
                  <a:lnTo>
                    <a:pt x="19170" y="47880"/>
                  </a:lnTo>
                  <a:lnTo>
                    <a:pt x="20448" y="47242"/>
                  </a:lnTo>
                  <a:lnTo>
                    <a:pt x="21726" y="46603"/>
                  </a:lnTo>
                  <a:cubicBezTo>
                    <a:pt x="23643" y="45965"/>
                    <a:pt x="26199" y="46603"/>
                    <a:pt x="27477" y="48518"/>
                  </a:cubicBezTo>
                  <a:cubicBezTo>
                    <a:pt x="28116" y="49157"/>
                    <a:pt x="28755" y="49795"/>
                    <a:pt x="28755" y="50434"/>
                  </a:cubicBezTo>
                  <a:cubicBezTo>
                    <a:pt x="29394" y="51072"/>
                    <a:pt x="29394" y="51710"/>
                    <a:pt x="29394" y="52987"/>
                  </a:cubicBezTo>
                  <a:cubicBezTo>
                    <a:pt x="29394" y="56818"/>
                    <a:pt x="26838" y="59371"/>
                    <a:pt x="23004" y="59371"/>
                  </a:cubicBezTo>
                  <a:cubicBezTo>
                    <a:pt x="22365" y="59371"/>
                    <a:pt x="21087" y="59371"/>
                    <a:pt x="20448" y="58733"/>
                  </a:cubicBezTo>
                  <a:cubicBezTo>
                    <a:pt x="19809" y="58733"/>
                    <a:pt x="19170" y="58094"/>
                    <a:pt x="18531" y="57456"/>
                  </a:cubicBezTo>
                  <a:cubicBezTo>
                    <a:pt x="17253" y="56179"/>
                    <a:pt x="16614" y="54902"/>
                    <a:pt x="16614" y="52987"/>
                  </a:cubicBezTo>
                  <a:cubicBezTo>
                    <a:pt x="16614" y="51710"/>
                    <a:pt x="17253" y="51072"/>
                    <a:pt x="17253" y="50434"/>
                  </a:cubicBezTo>
                  <a:lnTo>
                    <a:pt x="17253" y="50434"/>
                  </a:lnTo>
                  <a:close/>
                  <a:moveTo>
                    <a:pt x="17253" y="79800"/>
                  </a:moveTo>
                  <a:cubicBezTo>
                    <a:pt x="17253" y="79162"/>
                    <a:pt x="17892" y="78523"/>
                    <a:pt x="18531" y="77885"/>
                  </a:cubicBezTo>
                  <a:lnTo>
                    <a:pt x="19170" y="77246"/>
                  </a:lnTo>
                  <a:lnTo>
                    <a:pt x="20448" y="76608"/>
                  </a:lnTo>
                  <a:lnTo>
                    <a:pt x="21726" y="75970"/>
                  </a:lnTo>
                  <a:cubicBezTo>
                    <a:pt x="23643" y="75331"/>
                    <a:pt x="26199" y="75970"/>
                    <a:pt x="27477" y="77885"/>
                  </a:cubicBezTo>
                  <a:cubicBezTo>
                    <a:pt x="28116" y="78523"/>
                    <a:pt x="28755" y="79162"/>
                    <a:pt x="28755" y="79800"/>
                  </a:cubicBezTo>
                  <a:cubicBezTo>
                    <a:pt x="29394" y="81077"/>
                    <a:pt x="29394" y="82992"/>
                    <a:pt x="28755" y="84907"/>
                  </a:cubicBezTo>
                  <a:cubicBezTo>
                    <a:pt x="28116" y="86822"/>
                    <a:pt x="26838" y="87461"/>
                    <a:pt x="25560" y="88099"/>
                  </a:cubicBezTo>
                  <a:cubicBezTo>
                    <a:pt x="24921" y="88738"/>
                    <a:pt x="24282" y="88738"/>
                    <a:pt x="23004" y="88738"/>
                  </a:cubicBezTo>
                  <a:cubicBezTo>
                    <a:pt x="22365" y="88738"/>
                    <a:pt x="21087" y="88738"/>
                    <a:pt x="20448" y="88099"/>
                  </a:cubicBezTo>
                  <a:cubicBezTo>
                    <a:pt x="17892" y="86822"/>
                    <a:pt x="16614" y="84907"/>
                    <a:pt x="16614" y="82354"/>
                  </a:cubicBezTo>
                  <a:cubicBezTo>
                    <a:pt x="16614" y="81077"/>
                    <a:pt x="17253" y="80438"/>
                    <a:pt x="17253" y="79800"/>
                  </a:cubicBezTo>
                  <a:lnTo>
                    <a:pt x="17253" y="79800"/>
                  </a:lnTo>
                  <a:close/>
                  <a:moveTo>
                    <a:pt x="17253" y="109166"/>
                  </a:moveTo>
                  <a:cubicBezTo>
                    <a:pt x="17253" y="108528"/>
                    <a:pt x="17892" y="108528"/>
                    <a:pt x="17892" y="107889"/>
                  </a:cubicBezTo>
                  <a:cubicBezTo>
                    <a:pt x="17892" y="107251"/>
                    <a:pt x="17892" y="106613"/>
                    <a:pt x="18531" y="106613"/>
                  </a:cubicBezTo>
                  <a:cubicBezTo>
                    <a:pt x="19809" y="105336"/>
                    <a:pt x="22365" y="104697"/>
                    <a:pt x="24282" y="104697"/>
                  </a:cubicBezTo>
                  <a:lnTo>
                    <a:pt x="25560" y="105336"/>
                  </a:lnTo>
                  <a:cubicBezTo>
                    <a:pt x="26199" y="105974"/>
                    <a:pt x="26838" y="105974"/>
                    <a:pt x="27477" y="106613"/>
                  </a:cubicBezTo>
                  <a:cubicBezTo>
                    <a:pt x="28116" y="107251"/>
                    <a:pt x="28755" y="107889"/>
                    <a:pt x="28755" y="108528"/>
                  </a:cubicBezTo>
                  <a:cubicBezTo>
                    <a:pt x="29394" y="109166"/>
                    <a:pt x="29394" y="110443"/>
                    <a:pt x="29394" y="111081"/>
                  </a:cubicBezTo>
                  <a:cubicBezTo>
                    <a:pt x="29394" y="111720"/>
                    <a:pt x="29394" y="112997"/>
                    <a:pt x="28755" y="113635"/>
                  </a:cubicBezTo>
                  <a:cubicBezTo>
                    <a:pt x="28755" y="114273"/>
                    <a:pt x="28116" y="114912"/>
                    <a:pt x="27477" y="115550"/>
                  </a:cubicBezTo>
                  <a:cubicBezTo>
                    <a:pt x="26199" y="116827"/>
                    <a:pt x="24921" y="117465"/>
                    <a:pt x="23004" y="117465"/>
                  </a:cubicBezTo>
                  <a:cubicBezTo>
                    <a:pt x="21087" y="117465"/>
                    <a:pt x="19809" y="116827"/>
                    <a:pt x="18531" y="115550"/>
                  </a:cubicBezTo>
                  <a:cubicBezTo>
                    <a:pt x="17892" y="114912"/>
                    <a:pt x="17253" y="114273"/>
                    <a:pt x="17253" y="113635"/>
                  </a:cubicBezTo>
                  <a:cubicBezTo>
                    <a:pt x="17253" y="112997"/>
                    <a:pt x="16614" y="112358"/>
                    <a:pt x="16614" y="111081"/>
                  </a:cubicBezTo>
                  <a:cubicBezTo>
                    <a:pt x="16614" y="110443"/>
                    <a:pt x="17253" y="109805"/>
                    <a:pt x="17253" y="109166"/>
                  </a:cubicBezTo>
                  <a:lnTo>
                    <a:pt x="17253" y="109166"/>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19" name="Graphic 4">
              <a:extLst>
                <a:ext uri="{FF2B5EF4-FFF2-40B4-BE49-F238E27FC236}">
                  <a16:creationId xmlns:a16="http://schemas.microsoft.com/office/drawing/2014/main" id="{32EF0416-3BDF-442E-B5F0-DD1DF19A519A}"/>
                </a:ext>
              </a:extLst>
            </p:cNvPr>
            <p:cNvSpPr/>
            <p:nvPr/>
          </p:nvSpPr>
          <p:spPr>
            <a:xfrm>
              <a:off x="905454" y="2371173"/>
              <a:ext cx="362309" cy="362610"/>
            </a:xfrm>
            <a:custGeom>
              <a:avLst/>
              <a:gdLst>
                <a:gd name="connsiteX0" fmla="*/ 180835 w 362309"/>
                <a:gd name="connsiteY0" fmla="*/ 0 h 362610"/>
                <a:gd name="connsiteX1" fmla="*/ 0 w 362309"/>
                <a:gd name="connsiteY1" fmla="*/ 181305 h 362610"/>
                <a:gd name="connsiteX2" fmla="*/ 180835 w 362309"/>
                <a:gd name="connsiteY2" fmla="*/ 362610 h 362610"/>
                <a:gd name="connsiteX3" fmla="*/ 362309 w 362309"/>
                <a:gd name="connsiteY3" fmla="*/ 181305 h 362610"/>
                <a:gd name="connsiteX4" fmla="*/ 180835 w 362309"/>
                <a:gd name="connsiteY4" fmla="*/ 0 h 362610"/>
                <a:gd name="connsiteX5" fmla="*/ 180835 w 362309"/>
                <a:gd name="connsiteY5" fmla="*/ 0 h 362610"/>
                <a:gd name="connsiteX6" fmla="*/ 290742 w 362309"/>
                <a:gd name="connsiteY6" fmla="*/ 269404 h 362610"/>
                <a:gd name="connsiteX7" fmla="*/ 284352 w 362309"/>
                <a:gd name="connsiteY7" fmla="*/ 275788 h 362610"/>
                <a:gd name="connsiteX8" fmla="*/ 78596 w 362309"/>
                <a:gd name="connsiteY8" fmla="*/ 275788 h 362610"/>
                <a:gd name="connsiteX9" fmla="*/ 72206 w 362309"/>
                <a:gd name="connsiteY9" fmla="*/ 269404 h 362610"/>
                <a:gd name="connsiteX10" fmla="*/ 72206 w 362309"/>
                <a:gd name="connsiteY10" fmla="*/ 122573 h 362610"/>
                <a:gd name="connsiteX11" fmla="*/ 78596 w 362309"/>
                <a:gd name="connsiteY11" fmla="*/ 116189 h 362610"/>
                <a:gd name="connsiteX12" fmla="*/ 130994 w 362309"/>
                <a:gd name="connsiteY12" fmla="*/ 116189 h 362610"/>
                <a:gd name="connsiteX13" fmla="*/ 130994 w 362309"/>
                <a:gd name="connsiteY13" fmla="*/ 93206 h 362610"/>
                <a:gd name="connsiteX14" fmla="*/ 137384 w 362309"/>
                <a:gd name="connsiteY14" fmla="*/ 86822 h 362610"/>
                <a:gd name="connsiteX15" fmla="*/ 225565 w 362309"/>
                <a:gd name="connsiteY15" fmla="*/ 86822 h 362610"/>
                <a:gd name="connsiteX16" fmla="*/ 231955 w 362309"/>
                <a:gd name="connsiteY16" fmla="*/ 93206 h 362610"/>
                <a:gd name="connsiteX17" fmla="*/ 231955 w 362309"/>
                <a:gd name="connsiteY17" fmla="*/ 116189 h 362610"/>
                <a:gd name="connsiteX18" fmla="*/ 284352 w 362309"/>
                <a:gd name="connsiteY18" fmla="*/ 116189 h 362610"/>
                <a:gd name="connsiteX19" fmla="*/ 290742 w 362309"/>
                <a:gd name="connsiteY19" fmla="*/ 122573 h 362610"/>
                <a:gd name="connsiteX20" fmla="*/ 290742 w 362309"/>
                <a:gd name="connsiteY20" fmla="*/ 269404 h 362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62309" h="362610">
                  <a:moveTo>
                    <a:pt x="180835" y="0"/>
                  </a:moveTo>
                  <a:cubicBezTo>
                    <a:pt x="80513" y="0"/>
                    <a:pt x="0" y="81077"/>
                    <a:pt x="0" y="181305"/>
                  </a:cubicBezTo>
                  <a:cubicBezTo>
                    <a:pt x="0" y="281534"/>
                    <a:pt x="81152" y="362610"/>
                    <a:pt x="180835" y="362610"/>
                  </a:cubicBezTo>
                  <a:cubicBezTo>
                    <a:pt x="280518" y="362610"/>
                    <a:pt x="362309" y="281534"/>
                    <a:pt x="362309" y="181305"/>
                  </a:cubicBezTo>
                  <a:cubicBezTo>
                    <a:pt x="362309" y="81077"/>
                    <a:pt x="281157" y="0"/>
                    <a:pt x="180835" y="0"/>
                  </a:cubicBezTo>
                  <a:cubicBezTo>
                    <a:pt x="180835" y="0"/>
                    <a:pt x="180835" y="0"/>
                    <a:pt x="180835" y="0"/>
                  </a:cubicBezTo>
                  <a:close/>
                  <a:moveTo>
                    <a:pt x="290742" y="269404"/>
                  </a:moveTo>
                  <a:cubicBezTo>
                    <a:pt x="290742" y="273235"/>
                    <a:pt x="288186" y="275788"/>
                    <a:pt x="284352" y="275788"/>
                  </a:cubicBezTo>
                  <a:lnTo>
                    <a:pt x="78596" y="275788"/>
                  </a:lnTo>
                  <a:cubicBezTo>
                    <a:pt x="74762" y="275788"/>
                    <a:pt x="72206" y="273235"/>
                    <a:pt x="72206" y="269404"/>
                  </a:cubicBezTo>
                  <a:lnTo>
                    <a:pt x="72206" y="122573"/>
                  </a:lnTo>
                  <a:cubicBezTo>
                    <a:pt x="72206" y="118742"/>
                    <a:pt x="74762" y="116189"/>
                    <a:pt x="78596" y="116189"/>
                  </a:cubicBezTo>
                  <a:lnTo>
                    <a:pt x="130994" y="116189"/>
                  </a:lnTo>
                  <a:lnTo>
                    <a:pt x="130994" y="93206"/>
                  </a:lnTo>
                  <a:cubicBezTo>
                    <a:pt x="130994" y="89376"/>
                    <a:pt x="133550" y="86822"/>
                    <a:pt x="137384" y="86822"/>
                  </a:cubicBezTo>
                  <a:lnTo>
                    <a:pt x="225565" y="86822"/>
                  </a:lnTo>
                  <a:cubicBezTo>
                    <a:pt x="229399" y="86822"/>
                    <a:pt x="231955" y="89376"/>
                    <a:pt x="231955" y="93206"/>
                  </a:cubicBezTo>
                  <a:lnTo>
                    <a:pt x="231955" y="116189"/>
                  </a:lnTo>
                  <a:lnTo>
                    <a:pt x="284352" y="116189"/>
                  </a:lnTo>
                  <a:cubicBezTo>
                    <a:pt x="288186" y="116189"/>
                    <a:pt x="290742" y="118742"/>
                    <a:pt x="290742" y="122573"/>
                  </a:cubicBezTo>
                  <a:lnTo>
                    <a:pt x="290742" y="26940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grpSp>
        <p:nvGrpSpPr>
          <p:cNvPr id="10" name="Group 9">
            <a:extLst>
              <a:ext uri="{FF2B5EF4-FFF2-40B4-BE49-F238E27FC236}">
                <a16:creationId xmlns:a16="http://schemas.microsoft.com/office/drawing/2014/main" id="{A51930BB-62C7-4511-84CD-19E390C5043C}"/>
              </a:ext>
            </a:extLst>
          </p:cNvPr>
          <p:cNvGrpSpPr/>
          <p:nvPr/>
        </p:nvGrpSpPr>
        <p:grpSpPr>
          <a:xfrm>
            <a:off x="3160469" y="6389529"/>
            <a:ext cx="5871063" cy="357374"/>
            <a:chOff x="2789942" y="6324600"/>
            <a:chExt cx="5871063" cy="365760"/>
          </a:xfrm>
        </p:grpSpPr>
        <p:sp>
          <p:nvSpPr>
            <p:cNvPr id="6" name="Oval 5">
              <a:extLst>
                <a:ext uri="{FF2B5EF4-FFF2-40B4-BE49-F238E27FC236}">
                  <a16:creationId xmlns:a16="http://schemas.microsoft.com/office/drawing/2014/main" id="{78765436-9D99-4245-B73D-051A1FF1BC9D}"/>
                </a:ext>
              </a:extLst>
            </p:cNvPr>
            <p:cNvSpPr/>
            <p:nvPr/>
          </p:nvSpPr>
          <p:spPr bwMode="gray">
            <a:xfrm>
              <a:off x="4811486" y="6324600"/>
              <a:ext cx="365760" cy="365760"/>
            </a:xfrm>
            <a:prstGeom prst="ellipse">
              <a:avLst/>
            </a:prstGeom>
            <a:solidFill>
              <a:schemeClr val="accent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84" name="Oval 83">
              <a:extLst>
                <a:ext uri="{FF2B5EF4-FFF2-40B4-BE49-F238E27FC236}">
                  <a16:creationId xmlns:a16="http://schemas.microsoft.com/office/drawing/2014/main" id="{0A5DF58E-AB26-4645-AC0C-13F81938CF01}"/>
                </a:ext>
              </a:extLst>
            </p:cNvPr>
            <p:cNvSpPr/>
            <p:nvPr/>
          </p:nvSpPr>
          <p:spPr bwMode="gray">
            <a:xfrm>
              <a:off x="6072053" y="6324600"/>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85" name="Oval 84">
              <a:extLst>
                <a:ext uri="{FF2B5EF4-FFF2-40B4-BE49-F238E27FC236}">
                  <a16:creationId xmlns:a16="http://schemas.microsoft.com/office/drawing/2014/main" id="{EC73E4E4-524E-4067-94E0-B68A8873AF9F}"/>
                </a:ext>
              </a:extLst>
            </p:cNvPr>
            <p:cNvSpPr/>
            <p:nvPr/>
          </p:nvSpPr>
          <p:spPr bwMode="gray">
            <a:xfrm>
              <a:off x="7405717" y="6324600"/>
              <a:ext cx="365760" cy="365760"/>
            </a:xfrm>
            <a:prstGeom prst="ellipse">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7" name="TextBox 6">
              <a:extLst>
                <a:ext uri="{FF2B5EF4-FFF2-40B4-BE49-F238E27FC236}">
                  <a16:creationId xmlns:a16="http://schemas.microsoft.com/office/drawing/2014/main" id="{95EBD889-60CF-43A5-BF44-935250AA2AFE}"/>
                </a:ext>
              </a:extLst>
            </p:cNvPr>
            <p:cNvSpPr txBox="1"/>
            <p:nvPr/>
          </p:nvSpPr>
          <p:spPr>
            <a:xfrm>
              <a:off x="2789942" y="6442322"/>
              <a:ext cx="1698925"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1" u="none" strike="noStrike" kern="1200" cap="none" spc="0" normalizeH="0" baseline="0" noProof="0">
                  <a:ln>
                    <a:noFill/>
                  </a:ln>
                  <a:solidFill>
                    <a:srgbClr val="313131"/>
                  </a:solidFill>
                  <a:effectLst/>
                  <a:uLnTx/>
                  <a:uFillTx/>
                  <a:latin typeface="Verdana"/>
                  <a:ea typeface="+mn-ea"/>
                  <a:cs typeface="+mn-cs"/>
                </a:rPr>
                <a:t>Impact on Business</a:t>
              </a:r>
            </a:p>
          </p:txBody>
        </p:sp>
        <p:sp>
          <p:nvSpPr>
            <p:cNvPr id="8" name="TextBox 7">
              <a:extLst>
                <a:ext uri="{FF2B5EF4-FFF2-40B4-BE49-F238E27FC236}">
                  <a16:creationId xmlns:a16="http://schemas.microsoft.com/office/drawing/2014/main" id="{CC237880-6208-4D1D-963E-AFE4823104CC}"/>
                </a:ext>
              </a:extLst>
            </p:cNvPr>
            <p:cNvSpPr txBox="1"/>
            <p:nvPr/>
          </p:nvSpPr>
          <p:spPr>
            <a:xfrm>
              <a:off x="5247379" y="6420550"/>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Verdana"/>
                  <a:ea typeface="+mn-ea"/>
                  <a:cs typeface="+mn-cs"/>
                </a:rPr>
                <a:t>High</a:t>
              </a:r>
            </a:p>
          </p:txBody>
        </p:sp>
        <p:sp>
          <p:nvSpPr>
            <p:cNvPr id="89" name="TextBox 88">
              <a:extLst>
                <a:ext uri="{FF2B5EF4-FFF2-40B4-BE49-F238E27FC236}">
                  <a16:creationId xmlns:a16="http://schemas.microsoft.com/office/drawing/2014/main" id="{53D77CD7-C7F4-40F5-8CDF-0F977E7EFF7B}"/>
                </a:ext>
              </a:extLst>
            </p:cNvPr>
            <p:cNvSpPr txBox="1"/>
            <p:nvPr/>
          </p:nvSpPr>
          <p:spPr>
            <a:xfrm>
              <a:off x="6537499" y="6412891"/>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Verdana"/>
                  <a:ea typeface="+mn-ea"/>
                  <a:cs typeface="+mn-cs"/>
                </a:rPr>
                <a:t>Medium</a:t>
              </a:r>
            </a:p>
          </p:txBody>
        </p:sp>
        <p:sp>
          <p:nvSpPr>
            <p:cNvPr id="90" name="TextBox 89">
              <a:extLst>
                <a:ext uri="{FF2B5EF4-FFF2-40B4-BE49-F238E27FC236}">
                  <a16:creationId xmlns:a16="http://schemas.microsoft.com/office/drawing/2014/main" id="{D4815A33-8083-431D-B7FE-9EAFAD9D4CBB}"/>
                </a:ext>
              </a:extLst>
            </p:cNvPr>
            <p:cNvSpPr txBox="1"/>
            <p:nvPr/>
          </p:nvSpPr>
          <p:spPr>
            <a:xfrm>
              <a:off x="7899005" y="6412891"/>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Verdana"/>
                  <a:ea typeface="+mn-ea"/>
                  <a:cs typeface="+mn-cs"/>
                </a:rPr>
                <a:t>Low</a:t>
              </a:r>
            </a:p>
          </p:txBody>
        </p:sp>
      </p:grpSp>
      <p:sp>
        <p:nvSpPr>
          <p:cNvPr id="91" name="Oval 90">
            <a:extLst>
              <a:ext uri="{FF2B5EF4-FFF2-40B4-BE49-F238E27FC236}">
                <a16:creationId xmlns:a16="http://schemas.microsoft.com/office/drawing/2014/main" id="{363D7A9D-1FAF-4792-AF10-8DF96DAEFA26}"/>
              </a:ext>
            </a:extLst>
          </p:cNvPr>
          <p:cNvSpPr/>
          <p:nvPr/>
        </p:nvSpPr>
        <p:spPr bwMode="gray">
          <a:xfrm>
            <a:off x="10775695" y="2240190"/>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92" name="Oval 91">
            <a:extLst>
              <a:ext uri="{FF2B5EF4-FFF2-40B4-BE49-F238E27FC236}">
                <a16:creationId xmlns:a16="http://schemas.microsoft.com/office/drawing/2014/main" id="{DE1B3798-823A-4CBD-918C-84DBD7CAAEC3}"/>
              </a:ext>
            </a:extLst>
          </p:cNvPr>
          <p:cNvSpPr/>
          <p:nvPr/>
        </p:nvSpPr>
        <p:spPr bwMode="gray">
          <a:xfrm>
            <a:off x="10775695" y="1182053"/>
            <a:ext cx="365760" cy="365760"/>
          </a:xfrm>
          <a:prstGeom prst="ellipse">
            <a:avLst/>
          </a:prstGeom>
          <a:solidFill>
            <a:schemeClr val="accent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93" name="Oval 92">
            <a:extLst>
              <a:ext uri="{FF2B5EF4-FFF2-40B4-BE49-F238E27FC236}">
                <a16:creationId xmlns:a16="http://schemas.microsoft.com/office/drawing/2014/main" id="{B56C3B6F-6194-4097-B69F-585F82CCC5E6}"/>
              </a:ext>
            </a:extLst>
          </p:cNvPr>
          <p:cNvSpPr/>
          <p:nvPr/>
        </p:nvSpPr>
        <p:spPr bwMode="gray">
          <a:xfrm>
            <a:off x="10775695" y="3182476"/>
            <a:ext cx="365760" cy="365760"/>
          </a:xfrm>
          <a:prstGeom prst="ellipse">
            <a:avLst/>
          </a:prstGeom>
          <a:solidFill>
            <a:schemeClr val="accent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94" name="Oval 93">
            <a:extLst>
              <a:ext uri="{FF2B5EF4-FFF2-40B4-BE49-F238E27FC236}">
                <a16:creationId xmlns:a16="http://schemas.microsoft.com/office/drawing/2014/main" id="{AFE989D2-0913-4BB2-A615-750C2FC2502D}"/>
              </a:ext>
            </a:extLst>
          </p:cNvPr>
          <p:cNvSpPr/>
          <p:nvPr/>
        </p:nvSpPr>
        <p:spPr bwMode="gray">
          <a:xfrm>
            <a:off x="10775695" y="4367241"/>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95" name="Oval 94">
            <a:extLst>
              <a:ext uri="{FF2B5EF4-FFF2-40B4-BE49-F238E27FC236}">
                <a16:creationId xmlns:a16="http://schemas.microsoft.com/office/drawing/2014/main" id="{46C838D8-7F51-4CDD-93AF-35BCA39D3C55}"/>
              </a:ext>
            </a:extLst>
          </p:cNvPr>
          <p:cNvSpPr/>
          <p:nvPr/>
        </p:nvSpPr>
        <p:spPr bwMode="gray">
          <a:xfrm>
            <a:off x="10775695" y="5325813"/>
            <a:ext cx="365760" cy="365760"/>
          </a:xfrm>
          <a:prstGeom prst="ellipse">
            <a:avLst/>
          </a:prstGeom>
          <a:solidFill>
            <a:schemeClr val="accent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9" name="TextBox 8">
            <a:extLst>
              <a:ext uri="{FF2B5EF4-FFF2-40B4-BE49-F238E27FC236}">
                <a16:creationId xmlns:a16="http://schemas.microsoft.com/office/drawing/2014/main" id="{D4E405F0-9545-43A1-A802-5FAFFF26DE27}"/>
              </a:ext>
            </a:extLst>
          </p:cNvPr>
          <p:cNvSpPr txBox="1"/>
          <p:nvPr/>
        </p:nvSpPr>
        <p:spPr>
          <a:xfrm>
            <a:off x="10200640" y="263311"/>
            <a:ext cx="1435496" cy="43088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2800" b="0" i="0" u="none" strike="noStrike" kern="1200" cap="none" spc="0" normalizeH="0" baseline="0" noProof="0">
                <a:ln>
                  <a:noFill/>
                </a:ln>
                <a:solidFill>
                  <a:srgbClr val="86BC25"/>
                </a:solidFill>
                <a:effectLst/>
                <a:uLnTx/>
                <a:uFillTx/>
                <a:latin typeface="Verdana"/>
                <a:ea typeface="+mn-ea"/>
                <a:cs typeface="+mn-cs"/>
              </a:rPr>
              <a:t>S</a:t>
            </a:r>
            <a:r>
              <a:rPr kumimoji="0" lang="en-US" sz="2800" b="0" i="0" u="none" strike="noStrike" kern="1200" cap="none" spc="0" normalizeH="0" baseline="0" noProof="0">
                <a:ln>
                  <a:noFill/>
                </a:ln>
                <a:solidFill>
                  <a:srgbClr val="D0D0CE"/>
                </a:solidFill>
                <a:effectLst/>
                <a:uLnTx/>
                <a:uFillTx/>
                <a:latin typeface="Verdana"/>
                <a:ea typeface="+mn-ea"/>
                <a:cs typeface="+mn-cs"/>
              </a:rPr>
              <a:t>WOT</a:t>
            </a:r>
          </a:p>
        </p:txBody>
      </p:sp>
      <p:sp>
        <p:nvSpPr>
          <p:cNvPr id="100" name="Graphic 4">
            <a:extLst>
              <a:ext uri="{FF2B5EF4-FFF2-40B4-BE49-F238E27FC236}">
                <a16:creationId xmlns:a16="http://schemas.microsoft.com/office/drawing/2014/main" id="{A6D224DB-1073-4795-B46C-582F71021908}"/>
              </a:ext>
            </a:extLst>
          </p:cNvPr>
          <p:cNvSpPr/>
          <p:nvPr/>
        </p:nvSpPr>
        <p:spPr>
          <a:xfrm>
            <a:off x="3928957" y="5294416"/>
            <a:ext cx="549341" cy="548642"/>
          </a:xfrm>
          <a:custGeom>
            <a:avLst/>
            <a:gdLst>
              <a:gd name="connsiteX0" fmla="*/ 148246 w 362309"/>
              <a:gd name="connsiteY0" fmla="*/ 170452 h 361975"/>
              <a:gd name="connsiteX1" fmla="*/ 162943 w 362309"/>
              <a:gd name="connsiteY1" fmla="*/ 116188 h 361975"/>
              <a:gd name="connsiteX2" fmla="*/ 120130 w 362309"/>
              <a:gd name="connsiteY2" fmla="*/ 184497 h 361975"/>
              <a:gd name="connsiteX3" fmla="*/ 129076 w 362309"/>
              <a:gd name="connsiteY3" fmla="*/ 184497 h 361975"/>
              <a:gd name="connsiteX4" fmla="*/ 135466 w 362309"/>
              <a:gd name="connsiteY4" fmla="*/ 190881 h 361975"/>
              <a:gd name="connsiteX5" fmla="*/ 135466 w 362309"/>
              <a:gd name="connsiteY5" fmla="*/ 192796 h 361975"/>
              <a:gd name="connsiteX6" fmla="*/ 120770 w 362309"/>
              <a:gd name="connsiteY6" fmla="*/ 247060 h 361975"/>
              <a:gd name="connsiteX7" fmla="*/ 164221 w 362309"/>
              <a:gd name="connsiteY7" fmla="*/ 178752 h 361975"/>
              <a:gd name="connsiteX8" fmla="*/ 155275 w 362309"/>
              <a:gd name="connsiteY8" fmla="*/ 178752 h 361975"/>
              <a:gd name="connsiteX9" fmla="*/ 150164 w 362309"/>
              <a:gd name="connsiteY9" fmla="*/ 176198 h 361975"/>
              <a:gd name="connsiteX10" fmla="*/ 148246 w 362309"/>
              <a:gd name="connsiteY10" fmla="*/ 170452 h 361975"/>
              <a:gd name="connsiteX11" fmla="*/ 228120 w 362309"/>
              <a:gd name="connsiteY11" fmla="*/ 170452 h 361975"/>
              <a:gd name="connsiteX12" fmla="*/ 242818 w 362309"/>
              <a:gd name="connsiteY12" fmla="*/ 116188 h 361975"/>
              <a:gd name="connsiteX13" fmla="*/ 200005 w 362309"/>
              <a:gd name="connsiteY13" fmla="*/ 184497 h 361975"/>
              <a:gd name="connsiteX14" fmla="*/ 208951 w 362309"/>
              <a:gd name="connsiteY14" fmla="*/ 184497 h 361975"/>
              <a:gd name="connsiteX15" fmla="*/ 215341 w 362309"/>
              <a:gd name="connsiteY15" fmla="*/ 190881 h 361975"/>
              <a:gd name="connsiteX16" fmla="*/ 215341 w 362309"/>
              <a:gd name="connsiteY16" fmla="*/ 192796 h 361975"/>
              <a:gd name="connsiteX17" fmla="*/ 200644 w 362309"/>
              <a:gd name="connsiteY17" fmla="*/ 247060 h 361975"/>
              <a:gd name="connsiteX18" fmla="*/ 243456 w 362309"/>
              <a:gd name="connsiteY18" fmla="*/ 178752 h 361975"/>
              <a:gd name="connsiteX19" fmla="*/ 233872 w 362309"/>
              <a:gd name="connsiteY19" fmla="*/ 178752 h 361975"/>
              <a:gd name="connsiteX20" fmla="*/ 228759 w 362309"/>
              <a:gd name="connsiteY20" fmla="*/ 176198 h 361975"/>
              <a:gd name="connsiteX21" fmla="*/ 228120 w 362309"/>
              <a:gd name="connsiteY21" fmla="*/ 170452 h 361975"/>
              <a:gd name="connsiteX22" fmla="*/ 265821 w 362309"/>
              <a:gd name="connsiteY22" fmla="*/ 78523 h 361975"/>
              <a:gd name="connsiteX23" fmla="*/ 242179 w 362309"/>
              <a:gd name="connsiteY23" fmla="*/ 165345 h 361975"/>
              <a:gd name="connsiteX24" fmla="*/ 254319 w 362309"/>
              <a:gd name="connsiteY24" fmla="*/ 165345 h 361975"/>
              <a:gd name="connsiteX25" fmla="*/ 260070 w 362309"/>
              <a:gd name="connsiteY25" fmla="*/ 168537 h 361975"/>
              <a:gd name="connsiteX26" fmla="*/ 260070 w 362309"/>
              <a:gd name="connsiteY26" fmla="*/ 174921 h 361975"/>
              <a:gd name="connsiteX27" fmla="*/ 187864 w 362309"/>
              <a:gd name="connsiteY27" fmla="*/ 289194 h 361975"/>
              <a:gd name="connsiteX28" fmla="*/ 182752 w 362309"/>
              <a:gd name="connsiteY28" fmla="*/ 292386 h 361975"/>
              <a:gd name="connsiteX29" fmla="*/ 180196 w 362309"/>
              <a:gd name="connsiteY29" fmla="*/ 291748 h 361975"/>
              <a:gd name="connsiteX30" fmla="*/ 176362 w 362309"/>
              <a:gd name="connsiteY30" fmla="*/ 284087 h 361975"/>
              <a:gd name="connsiteX31" fmla="*/ 200005 w 362309"/>
              <a:gd name="connsiteY31" fmla="*/ 197265 h 361975"/>
              <a:gd name="connsiteX32" fmla="*/ 187864 w 362309"/>
              <a:gd name="connsiteY32" fmla="*/ 197265 h 361975"/>
              <a:gd name="connsiteX33" fmla="*/ 181474 w 362309"/>
              <a:gd name="connsiteY33" fmla="*/ 190881 h 361975"/>
              <a:gd name="connsiteX34" fmla="*/ 182752 w 362309"/>
              <a:gd name="connsiteY34" fmla="*/ 187689 h 361975"/>
              <a:gd name="connsiteX35" fmla="*/ 254319 w 362309"/>
              <a:gd name="connsiteY35" fmla="*/ 74054 h 361975"/>
              <a:gd name="connsiteX36" fmla="*/ 263265 w 362309"/>
              <a:gd name="connsiteY36" fmla="*/ 72139 h 361975"/>
              <a:gd name="connsiteX37" fmla="*/ 265821 w 362309"/>
              <a:gd name="connsiteY37" fmla="*/ 78523 h 361975"/>
              <a:gd name="connsiteX38" fmla="*/ 186586 w 362309"/>
              <a:gd name="connsiteY38" fmla="*/ 78523 h 361975"/>
              <a:gd name="connsiteX39" fmla="*/ 162943 w 362309"/>
              <a:gd name="connsiteY39" fmla="*/ 165345 h 361975"/>
              <a:gd name="connsiteX40" fmla="*/ 175084 w 362309"/>
              <a:gd name="connsiteY40" fmla="*/ 165345 h 361975"/>
              <a:gd name="connsiteX41" fmla="*/ 180835 w 362309"/>
              <a:gd name="connsiteY41" fmla="*/ 168537 h 361975"/>
              <a:gd name="connsiteX42" fmla="*/ 180835 w 362309"/>
              <a:gd name="connsiteY42" fmla="*/ 174921 h 361975"/>
              <a:gd name="connsiteX43" fmla="*/ 108629 w 362309"/>
              <a:gd name="connsiteY43" fmla="*/ 288556 h 361975"/>
              <a:gd name="connsiteX44" fmla="*/ 103517 w 362309"/>
              <a:gd name="connsiteY44" fmla="*/ 291748 h 361975"/>
              <a:gd name="connsiteX45" fmla="*/ 100961 w 362309"/>
              <a:gd name="connsiteY45" fmla="*/ 291109 h 361975"/>
              <a:gd name="connsiteX46" fmla="*/ 97127 w 362309"/>
              <a:gd name="connsiteY46" fmla="*/ 283449 h 361975"/>
              <a:gd name="connsiteX47" fmla="*/ 120770 w 362309"/>
              <a:gd name="connsiteY47" fmla="*/ 196627 h 361975"/>
              <a:gd name="connsiteX48" fmla="*/ 108629 w 362309"/>
              <a:gd name="connsiteY48" fmla="*/ 196627 h 361975"/>
              <a:gd name="connsiteX49" fmla="*/ 102239 w 362309"/>
              <a:gd name="connsiteY49" fmla="*/ 190243 h 361975"/>
              <a:gd name="connsiteX50" fmla="*/ 103517 w 362309"/>
              <a:gd name="connsiteY50" fmla="*/ 187051 h 361975"/>
              <a:gd name="connsiteX51" fmla="*/ 175084 w 362309"/>
              <a:gd name="connsiteY51" fmla="*/ 73416 h 361975"/>
              <a:gd name="connsiteX52" fmla="*/ 184030 w 362309"/>
              <a:gd name="connsiteY52" fmla="*/ 71500 h 361975"/>
              <a:gd name="connsiteX53" fmla="*/ 186586 w 362309"/>
              <a:gd name="connsiteY53" fmla="*/ 78523 h 361975"/>
              <a:gd name="connsiteX54" fmla="*/ 362309 w 362309"/>
              <a:gd name="connsiteY54" fmla="*/ 181305 h 361975"/>
              <a:gd name="connsiteX55" fmla="*/ 181474 w 362309"/>
              <a:gd name="connsiteY55" fmla="*/ 0 h 361975"/>
              <a:gd name="connsiteX56" fmla="*/ 0 w 362309"/>
              <a:gd name="connsiteY56" fmla="*/ 180667 h 361975"/>
              <a:gd name="connsiteX57" fmla="*/ 180835 w 362309"/>
              <a:gd name="connsiteY57" fmla="*/ 361972 h 361975"/>
              <a:gd name="connsiteX58" fmla="*/ 180835 w 362309"/>
              <a:gd name="connsiteY58" fmla="*/ 361972 h 361975"/>
              <a:gd name="connsiteX59" fmla="*/ 362309 w 362309"/>
              <a:gd name="connsiteY59" fmla="*/ 181305 h 361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362309" h="361975">
                <a:moveTo>
                  <a:pt x="148246" y="170452"/>
                </a:moveTo>
                <a:lnTo>
                  <a:pt x="162943" y="116188"/>
                </a:lnTo>
                <a:lnTo>
                  <a:pt x="120130" y="184497"/>
                </a:lnTo>
                <a:lnTo>
                  <a:pt x="129076" y="184497"/>
                </a:lnTo>
                <a:cubicBezTo>
                  <a:pt x="132910" y="184497"/>
                  <a:pt x="135466" y="187051"/>
                  <a:pt x="135466" y="190881"/>
                </a:cubicBezTo>
                <a:cubicBezTo>
                  <a:pt x="135466" y="191519"/>
                  <a:pt x="135466" y="192158"/>
                  <a:pt x="135466" y="192796"/>
                </a:cubicBezTo>
                <a:lnTo>
                  <a:pt x="120770" y="247060"/>
                </a:lnTo>
                <a:lnTo>
                  <a:pt x="164221" y="178752"/>
                </a:lnTo>
                <a:lnTo>
                  <a:pt x="155275" y="178752"/>
                </a:lnTo>
                <a:cubicBezTo>
                  <a:pt x="153358" y="178752"/>
                  <a:pt x="151441" y="178113"/>
                  <a:pt x="150164" y="176198"/>
                </a:cubicBezTo>
                <a:cubicBezTo>
                  <a:pt x="148885" y="174283"/>
                  <a:pt x="148246" y="172368"/>
                  <a:pt x="148246" y="170452"/>
                </a:cubicBezTo>
                <a:moveTo>
                  <a:pt x="228120" y="170452"/>
                </a:moveTo>
                <a:lnTo>
                  <a:pt x="242818" y="116188"/>
                </a:lnTo>
                <a:lnTo>
                  <a:pt x="200005" y="184497"/>
                </a:lnTo>
                <a:lnTo>
                  <a:pt x="208951" y="184497"/>
                </a:lnTo>
                <a:cubicBezTo>
                  <a:pt x="212784" y="184497"/>
                  <a:pt x="215341" y="187051"/>
                  <a:pt x="215341" y="190881"/>
                </a:cubicBezTo>
                <a:cubicBezTo>
                  <a:pt x="215341" y="191519"/>
                  <a:pt x="215341" y="192158"/>
                  <a:pt x="215341" y="192796"/>
                </a:cubicBezTo>
                <a:lnTo>
                  <a:pt x="200644" y="247060"/>
                </a:lnTo>
                <a:lnTo>
                  <a:pt x="243456" y="178752"/>
                </a:lnTo>
                <a:lnTo>
                  <a:pt x="233872" y="178752"/>
                </a:lnTo>
                <a:cubicBezTo>
                  <a:pt x="231954" y="178752"/>
                  <a:pt x="230038" y="178113"/>
                  <a:pt x="228759" y="176198"/>
                </a:cubicBezTo>
                <a:cubicBezTo>
                  <a:pt x="227482" y="174283"/>
                  <a:pt x="227482" y="172368"/>
                  <a:pt x="228120" y="170452"/>
                </a:cubicBezTo>
                <a:moveTo>
                  <a:pt x="265821" y="78523"/>
                </a:moveTo>
                <a:lnTo>
                  <a:pt x="242179" y="165345"/>
                </a:lnTo>
                <a:lnTo>
                  <a:pt x="254319" y="165345"/>
                </a:lnTo>
                <a:cubicBezTo>
                  <a:pt x="256875" y="165345"/>
                  <a:pt x="258792" y="166622"/>
                  <a:pt x="260070" y="168537"/>
                </a:cubicBezTo>
                <a:cubicBezTo>
                  <a:pt x="261349" y="170452"/>
                  <a:pt x="261349" y="173006"/>
                  <a:pt x="260070" y="174921"/>
                </a:cubicBezTo>
                <a:lnTo>
                  <a:pt x="187864" y="289194"/>
                </a:lnTo>
                <a:cubicBezTo>
                  <a:pt x="186586" y="291109"/>
                  <a:pt x="184669" y="292386"/>
                  <a:pt x="182752" y="292386"/>
                </a:cubicBezTo>
                <a:cubicBezTo>
                  <a:pt x="182113" y="292386"/>
                  <a:pt x="180835" y="292386"/>
                  <a:pt x="180196" y="291748"/>
                </a:cubicBezTo>
                <a:cubicBezTo>
                  <a:pt x="177640" y="290471"/>
                  <a:pt x="175723" y="287279"/>
                  <a:pt x="176362" y="284087"/>
                </a:cubicBezTo>
                <a:lnTo>
                  <a:pt x="200005" y="197265"/>
                </a:lnTo>
                <a:lnTo>
                  <a:pt x="187864" y="197265"/>
                </a:lnTo>
                <a:cubicBezTo>
                  <a:pt x="184030" y="197265"/>
                  <a:pt x="181474" y="194711"/>
                  <a:pt x="181474" y="190881"/>
                </a:cubicBezTo>
                <a:cubicBezTo>
                  <a:pt x="181474" y="189604"/>
                  <a:pt x="182113" y="188327"/>
                  <a:pt x="182752" y="187689"/>
                </a:cubicBezTo>
                <a:lnTo>
                  <a:pt x="254319" y="74054"/>
                </a:lnTo>
                <a:cubicBezTo>
                  <a:pt x="256236" y="70862"/>
                  <a:pt x="260070" y="70224"/>
                  <a:pt x="263265" y="72139"/>
                </a:cubicBezTo>
                <a:cubicBezTo>
                  <a:pt x="265182" y="73416"/>
                  <a:pt x="266460" y="75969"/>
                  <a:pt x="265821" y="78523"/>
                </a:cubicBezTo>
                <a:moveTo>
                  <a:pt x="186586" y="78523"/>
                </a:moveTo>
                <a:lnTo>
                  <a:pt x="162943" y="165345"/>
                </a:lnTo>
                <a:lnTo>
                  <a:pt x="175084" y="165345"/>
                </a:lnTo>
                <a:cubicBezTo>
                  <a:pt x="177640" y="165345"/>
                  <a:pt x="179557" y="166622"/>
                  <a:pt x="180835" y="168537"/>
                </a:cubicBezTo>
                <a:cubicBezTo>
                  <a:pt x="182113" y="170452"/>
                  <a:pt x="182113" y="173006"/>
                  <a:pt x="180835" y="174921"/>
                </a:cubicBezTo>
                <a:lnTo>
                  <a:pt x="108629" y="288556"/>
                </a:lnTo>
                <a:cubicBezTo>
                  <a:pt x="107350" y="290471"/>
                  <a:pt x="105434" y="291748"/>
                  <a:pt x="103517" y="291748"/>
                </a:cubicBezTo>
                <a:cubicBezTo>
                  <a:pt x="102878" y="291748"/>
                  <a:pt x="101600" y="291748"/>
                  <a:pt x="100961" y="291109"/>
                </a:cubicBezTo>
                <a:cubicBezTo>
                  <a:pt x="98405" y="289833"/>
                  <a:pt x="96488" y="286641"/>
                  <a:pt x="97127" y="283449"/>
                </a:cubicBezTo>
                <a:lnTo>
                  <a:pt x="120770" y="196627"/>
                </a:lnTo>
                <a:lnTo>
                  <a:pt x="108629" y="196627"/>
                </a:lnTo>
                <a:cubicBezTo>
                  <a:pt x="104795" y="196627"/>
                  <a:pt x="102239" y="194073"/>
                  <a:pt x="102239" y="190243"/>
                </a:cubicBezTo>
                <a:cubicBezTo>
                  <a:pt x="102239" y="188966"/>
                  <a:pt x="102878" y="187689"/>
                  <a:pt x="103517" y="187051"/>
                </a:cubicBezTo>
                <a:lnTo>
                  <a:pt x="175084" y="73416"/>
                </a:lnTo>
                <a:cubicBezTo>
                  <a:pt x="177001" y="70224"/>
                  <a:pt x="180835" y="69585"/>
                  <a:pt x="184030" y="71500"/>
                </a:cubicBezTo>
                <a:cubicBezTo>
                  <a:pt x="185947" y="73416"/>
                  <a:pt x="187225" y="75969"/>
                  <a:pt x="186586" y="78523"/>
                </a:cubicBezTo>
                <a:moveTo>
                  <a:pt x="362309" y="181305"/>
                </a:moveTo>
                <a:cubicBezTo>
                  <a:pt x="362309" y="81076"/>
                  <a:pt x="281157" y="0"/>
                  <a:pt x="181474" y="0"/>
                </a:cubicBezTo>
                <a:cubicBezTo>
                  <a:pt x="81152" y="0"/>
                  <a:pt x="0" y="81076"/>
                  <a:pt x="0" y="180667"/>
                </a:cubicBezTo>
                <a:cubicBezTo>
                  <a:pt x="0" y="280895"/>
                  <a:pt x="81152" y="361972"/>
                  <a:pt x="180835" y="361972"/>
                </a:cubicBezTo>
                <a:cubicBezTo>
                  <a:pt x="180835" y="361972"/>
                  <a:pt x="180835" y="361972"/>
                  <a:pt x="180835" y="361972"/>
                </a:cubicBezTo>
                <a:cubicBezTo>
                  <a:pt x="281796" y="362610"/>
                  <a:pt x="362309" y="281533"/>
                  <a:pt x="362309" y="181305"/>
                </a:cubicBezTo>
              </a:path>
            </a:pathLst>
          </a:custGeom>
          <a:solidFill>
            <a:srgbClr val="0F58FD"/>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pic>
        <p:nvPicPr>
          <p:cNvPr id="13" name="Graphic 12" descr="Bar graph with upward trend outline">
            <a:extLst>
              <a:ext uri="{FF2B5EF4-FFF2-40B4-BE49-F238E27FC236}">
                <a16:creationId xmlns:a16="http://schemas.microsoft.com/office/drawing/2014/main" id="{FD579C03-547C-408C-B45B-173D1862931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933439" y="1271528"/>
            <a:ext cx="443177" cy="443177"/>
          </a:xfrm>
          <a:prstGeom prst="rect">
            <a:avLst/>
          </a:prstGeom>
        </p:spPr>
      </p:pic>
    </p:spTree>
    <p:extLst>
      <p:ext uri="{BB962C8B-B14F-4D97-AF65-F5344CB8AC3E}">
        <p14:creationId xmlns:p14="http://schemas.microsoft.com/office/powerpoint/2010/main" val="1036210903"/>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8E525C8-5B83-4553-B7A8-F5F66115ADBA}"/>
              </a:ext>
            </a:extLst>
          </p:cNvPr>
          <p:cNvGraphicFramePr>
            <a:graphicFrameLocks noChangeAspect="1"/>
          </p:cNvGraphicFramePr>
          <p:nvPr>
            <p:custDataLst>
              <p:tags r:id="rId2"/>
            </p:custDataLst>
          </p:nvPr>
        </p:nvGraphicFramePr>
        <p:xfrm>
          <a:off x="1680" y="1440"/>
          <a:ext cx="1440" cy="1440"/>
        </p:xfrm>
        <a:graphic>
          <a:graphicData uri="http://schemas.openxmlformats.org/presentationml/2006/ole">
            <mc:AlternateContent xmlns:mc="http://schemas.openxmlformats.org/markup-compatibility/2006">
              <mc:Choice xmlns:v="urn:schemas-microsoft-com:vml" Requires="v">
                <p:oleObj spid="_x0000_s39995" name="think-cell Slide" r:id="rId5" imgW="498" imgH="499" progId="TCLayout.ActiveDocument.1">
                  <p:embed/>
                </p:oleObj>
              </mc:Choice>
              <mc:Fallback>
                <p:oleObj name="think-cell Slide" r:id="rId5" imgW="498" imgH="499" progId="TCLayout.ActiveDocument.1">
                  <p:embed/>
                  <p:pic>
                    <p:nvPicPr>
                      <p:cNvPr id="5" name="Object 4" hidden="1">
                        <a:extLst>
                          <a:ext uri="{FF2B5EF4-FFF2-40B4-BE49-F238E27FC236}">
                            <a16:creationId xmlns:a16="http://schemas.microsoft.com/office/drawing/2014/main" id="{D8E525C8-5B83-4553-B7A8-F5F66115ADBA}"/>
                          </a:ext>
                        </a:extLst>
                      </p:cNvPr>
                      <p:cNvPicPr/>
                      <p:nvPr/>
                    </p:nvPicPr>
                    <p:blipFill>
                      <a:blip r:embed="rId6"/>
                      <a:stretch>
                        <a:fillRect/>
                      </a:stretch>
                    </p:blipFill>
                    <p:spPr>
                      <a:xfrm>
                        <a:off x="1680" y="1440"/>
                        <a:ext cx="1440" cy="1440"/>
                      </a:xfrm>
                      <a:prstGeom prst="rect">
                        <a:avLst/>
                      </a:prstGeom>
                    </p:spPr>
                  </p:pic>
                </p:oleObj>
              </mc:Fallback>
            </mc:AlternateContent>
          </a:graphicData>
        </a:graphic>
      </p:graphicFrame>
      <p:sp>
        <p:nvSpPr>
          <p:cNvPr id="88" name="Rectangle 87" hidden="1">
            <a:extLst>
              <a:ext uri="{FF2B5EF4-FFF2-40B4-BE49-F238E27FC236}">
                <a16:creationId xmlns:a16="http://schemas.microsoft.com/office/drawing/2014/main" id="{E8660C98-62A0-423C-8A5A-044FD3662E7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088" b="0" i="0" u="none" strike="noStrike" kern="1200" cap="none" spc="0" normalizeH="0" baseline="0" noProof="0">
              <a:ln>
                <a:noFill/>
              </a:ln>
              <a:solidFill>
                <a:prstClr val="white"/>
              </a:solidFill>
              <a:effectLst/>
              <a:uLnTx/>
              <a:uFillTx/>
              <a:latin typeface="Verdana"/>
              <a:ea typeface="+mn-ea"/>
              <a:cs typeface="+mn-cs"/>
            </a:endParaRPr>
          </a:p>
        </p:txBody>
      </p:sp>
      <p:sp>
        <p:nvSpPr>
          <p:cNvPr id="2" name="Rectangle 1" hidden="1">
            <a:extLst>
              <a:ext uri="{FF2B5EF4-FFF2-40B4-BE49-F238E27FC236}">
                <a16:creationId xmlns:a16="http://schemas.microsoft.com/office/drawing/2014/main" id="{2A521930-E564-4B05-B60F-B4D4B607A7F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Avenir Next LT Pro Light" panose="020B0304020202020204" pitchFamily="34" charset="0"/>
              <a:ea typeface="+mn-ea"/>
              <a:cs typeface="+mn-cs"/>
            </a:endParaRPr>
          </a:p>
        </p:txBody>
      </p:sp>
      <p:sp>
        <p:nvSpPr>
          <p:cNvPr id="33" name="Rectangle 32" hidden="1">
            <a:extLst>
              <a:ext uri="{FF2B5EF4-FFF2-40B4-BE49-F238E27FC236}">
                <a16:creationId xmlns:a16="http://schemas.microsoft.com/office/drawing/2014/main" id="{5CEEA709-822B-4D97-95B5-1E93A1A05919}"/>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54" name="Rectangle 53" hidden="1">
            <a:extLst>
              <a:ext uri="{FF2B5EF4-FFF2-40B4-BE49-F238E27FC236}">
                <a16:creationId xmlns:a16="http://schemas.microsoft.com/office/drawing/2014/main" id="{225F56F8-8BC1-48B6-BEFF-20E4914FDA4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58" name="Rectangle 57" hidden="1">
            <a:extLst>
              <a:ext uri="{FF2B5EF4-FFF2-40B4-BE49-F238E27FC236}">
                <a16:creationId xmlns:a16="http://schemas.microsoft.com/office/drawing/2014/main" id="{50C0A6EC-D618-4045-A144-16336B53AEFE}"/>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62" name="Rectangle 61" hidden="1">
            <a:extLst>
              <a:ext uri="{FF2B5EF4-FFF2-40B4-BE49-F238E27FC236}">
                <a16:creationId xmlns:a16="http://schemas.microsoft.com/office/drawing/2014/main" id="{8AC4DE8A-A90A-45C4-A128-6D6EC2EA41AF}"/>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123" name="Rectangle 122" hidden="1">
            <a:extLst>
              <a:ext uri="{FF2B5EF4-FFF2-40B4-BE49-F238E27FC236}">
                <a16:creationId xmlns:a16="http://schemas.microsoft.com/office/drawing/2014/main" id="{891D9B62-8447-4BF2-AAD5-EE8A0DC6CA59}"/>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154" name="Rectangle 153" hidden="1">
            <a:extLst>
              <a:ext uri="{FF2B5EF4-FFF2-40B4-BE49-F238E27FC236}">
                <a16:creationId xmlns:a16="http://schemas.microsoft.com/office/drawing/2014/main" id="{E6055FF4-59BE-4A31-A244-49C2AAC1E7B4}"/>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157" name="Rectangle 156" hidden="1">
            <a:extLst>
              <a:ext uri="{FF2B5EF4-FFF2-40B4-BE49-F238E27FC236}">
                <a16:creationId xmlns:a16="http://schemas.microsoft.com/office/drawing/2014/main" id="{79987C92-84CE-44DC-A97C-59F767A61EC1}"/>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361" name="Rectangle 360" hidden="1">
            <a:extLst>
              <a:ext uri="{FF2B5EF4-FFF2-40B4-BE49-F238E27FC236}">
                <a16:creationId xmlns:a16="http://schemas.microsoft.com/office/drawing/2014/main" id="{58D700BD-6F8F-4F7C-8892-9034C7A065B1}"/>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05" name="Rectangle 404" hidden="1">
            <a:extLst>
              <a:ext uri="{FF2B5EF4-FFF2-40B4-BE49-F238E27FC236}">
                <a16:creationId xmlns:a16="http://schemas.microsoft.com/office/drawing/2014/main" id="{0CEE0670-BDA8-4520-8F9D-5C046A637342}"/>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5" name="Rectangle 44" hidden="1">
            <a:extLst>
              <a:ext uri="{FF2B5EF4-FFF2-40B4-BE49-F238E27FC236}">
                <a16:creationId xmlns:a16="http://schemas.microsoft.com/office/drawing/2014/main" id="{767854C1-3E6E-4F2E-98B4-2A1F7DB28D5C}"/>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725"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219" name="Rectangle 218" hidden="1">
            <a:extLst>
              <a:ext uri="{FF2B5EF4-FFF2-40B4-BE49-F238E27FC236}">
                <a16:creationId xmlns:a16="http://schemas.microsoft.com/office/drawing/2014/main" id="{847846C5-C801-4BEE-9506-A16841F90D4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725" b="0" i="0" u="none" strike="noStrike" kern="1200" cap="none" spc="0" normalizeH="0" baseline="0" noProof="0">
              <a:ln>
                <a:noFill/>
              </a:ln>
              <a:solidFill>
                <a:prstClr val="white"/>
              </a:solidFill>
              <a:effectLst/>
              <a:uLnTx/>
              <a:uFillTx/>
              <a:latin typeface="Verdana"/>
              <a:ea typeface="+mn-ea"/>
              <a:cs typeface="+mn-cs"/>
            </a:endParaRPr>
          </a:p>
        </p:txBody>
      </p:sp>
      <p:sp>
        <p:nvSpPr>
          <p:cNvPr id="332" name="Rectangle 331" hidden="1">
            <a:extLst>
              <a:ext uri="{FF2B5EF4-FFF2-40B4-BE49-F238E27FC236}">
                <a16:creationId xmlns:a16="http://schemas.microsoft.com/office/drawing/2014/main" id="{B1BAC627-2155-4A3C-960D-101193C2287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088" b="0" i="0" u="none" strike="noStrike" kern="1200" cap="none" spc="0" normalizeH="0" baseline="0" noProof="0">
              <a:ln>
                <a:noFill/>
              </a:ln>
              <a:solidFill>
                <a:prstClr val="white"/>
              </a:solidFill>
              <a:effectLst/>
              <a:uLnTx/>
              <a:uFillTx/>
              <a:latin typeface="Verdana"/>
              <a:ea typeface="+mn-ea"/>
              <a:cs typeface="+mn-cs"/>
            </a:endParaRPr>
          </a:p>
        </p:txBody>
      </p:sp>
      <p:sp>
        <p:nvSpPr>
          <p:cNvPr id="532" name="Rectangle 531" hidden="1">
            <a:extLst>
              <a:ext uri="{FF2B5EF4-FFF2-40B4-BE49-F238E27FC236}">
                <a16:creationId xmlns:a16="http://schemas.microsoft.com/office/drawing/2014/main" id="{25F5028C-BFCA-4679-826B-D8FEBFE44C90}"/>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Avenir Next LT Pro Light" panose="020B0304020202020204" pitchFamily="34" charset="0"/>
              <a:ea typeface="+mn-ea"/>
              <a:cs typeface="+mn-cs"/>
            </a:endParaRPr>
          </a:p>
        </p:txBody>
      </p:sp>
      <p:sp>
        <p:nvSpPr>
          <p:cNvPr id="645" name="Rectangle 644" hidden="1">
            <a:extLst>
              <a:ext uri="{FF2B5EF4-FFF2-40B4-BE49-F238E27FC236}">
                <a16:creationId xmlns:a16="http://schemas.microsoft.com/office/drawing/2014/main" id="{E3C87C7A-307E-4E40-BF24-596ACA913F2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660" name="Rectangle 659" hidden="1">
            <a:extLst>
              <a:ext uri="{FF2B5EF4-FFF2-40B4-BE49-F238E27FC236}">
                <a16:creationId xmlns:a16="http://schemas.microsoft.com/office/drawing/2014/main" id="{2ECBF87A-E661-4272-A3A4-31486CCA0A14}"/>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0" name="Title 2">
            <a:extLst>
              <a:ext uri="{FF2B5EF4-FFF2-40B4-BE49-F238E27FC236}">
                <a16:creationId xmlns:a16="http://schemas.microsoft.com/office/drawing/2014/main" id="{4B8DEF8B-01E9-42C6-8321-05FF6A851792}"/>
              </a:ext>
            </a:extLst>
          </p:cNvPr>
          <p:cNvSpPr>
            <a:spLocks noGrp="1"/>
          </p:cNvSpPr>
          <p:nvPr>
            <p:ph type="title"/>
          </p:nvPr>
        </p:nvSpPr>
        <p:spPr>
          <a:xfrm>
            <a:off x="501652" y="317503"/>
            <a:ext cx="11162350" cy="334101"/>
          </a:xfrm>
        </p:spPr>
        <p:txBody>
          <a:bodyPr vert="horz"/>
          <a:lstStyle/>
          <a:p>
            <a:r>
              <a:rPr lang="en-US" sz="1814" b="1" dirty="0"/>
              <a:t>WBSEDCL’s Weakness Analysis (1/2)</a:t>
            </a:r>
          </a:p>
        </p:txBody>
      </p:sp>
      <p:sp>
        <p:nvSpPr>
          <p:cNvPr id="162" name="TextBox 161">
            <a:extLst>
              <a:ext uri="{FF2B5EF4-FFF2-40B4-BE49-F238E27FC236}">
                <a16:creationId xmlns:a16="http://schemas.microsoft.com/office/drawing/2014/main" id="{D94E36FD-E4A9-4D1E-9EFD-1AFCAE215DE0}"/>
              </a:ext>
            </a:extLst>
          </p:cNvPr>
          <p:cNvSpPr txBox="1"/>
          <p:nvPr/>
        </p:nvSpPr>
        <p:spPr>
          <a:xfrm>
            <a:off x="4951579" y="5195596"/>
            <a:ext cx="5394960" cy="646331"/>
          </a:xfrm>
          <a:prstGeom prst="rect">
            <a:avLst/>
          </a:prstGeom>
          <a:noFill/>
        </p:spPr>
        <p:txBody>
          <a:bodyPr wrap="square" lIns="0" tIns="0" rIns="0" bIns="0" rtlCol="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12169">
                    <a:lumMod val="60000"/>
                    <a:lumOff val="40000"/>
                  </a:srgbClr>
                </a:solidFill>
                <a:effectLst/>
                <a:uLnTx/>
                <a:uFillTx/>
                <a:latin typeface="Verdana"/>
                <a:ea typeface="+mn-ea"/>
                <a:cs typeface="+mn-cs"/>
              </a:rPr>
              <a:t>Regulatory Asset Buildup: </a:t>
            </a:r>
            <a:r>
              <a:rPr kumimoji="0" lang="en-US" sz="1400" b="0" i="0" u="none" strike="noStrike" kern="1200" cap="none" spc="0" normalizeH="0" baseline="0" noProof="0" dirty="0">
                <a:ln>
                  <a:noFill/>
                </a:ln>
                <a:solidFill>
                  <a:prstClr val="black"/>
                </a:solidFill>
                <a:effectLst/>
                <a:uLnTx/>
                <a:uFillTx/>
                <a:latin typeface="Verdana"/>
                <a:ea typeface="+mn-ea"/>
                <a:cs typeface="+mn-cs"/>
              </a:rPr>
              <a:t>WBSEDCL’s regulatory assets have buildup to very high levels. This has led to additional borrowing and also </a:t>
            </a:r>
            <a:r>
              <a:rPr lang="en-US" sz="1400" dirty="0">
                <a:solidFill>
                  <a:prstClr val="black"/>
                </a:solidFill>
                <a:latin typeface="Verdana"/>
              </a:rPr>
              <a:t>has impacted the credit ratings</a:t>
            </a:r>
            <a:endParaRPr kumimoji="0" lang="en-US" sz="1400" b="0" i="1" u="none" strike="noStrike" kern="1200" cap="none" spc="0" normalizeH="0" baseline="0" noProof="0" dirty="0">
              <a:ln>
                <a:noFill/>
              </a:ln>
              <a:solidFill>
                <a:prstClr val="white"/>
              </a:solidFill>
              <a:effectLst/>
              <a:uLnTx/>
              <a:uFillTx/>
              <a:latin typeface="Verdana"/>
              <a:ea typeface="+mn-ea"/>
              <a:cs typeface="+mn-cs"/>
            </a:endParaRPr>
          </a:p>
        </p:txBody>
      </p:sp>
      <p:sp>
        <p:nvSpPr>
          <p:cNvPr id="163" name="TextBox 162">
            <a:extLst>
              <a:ext uri="{FF2B5EF4-FFF2-40B4-BE49-F238E27FC236}">
                <a16:creationId xmlns:a16="http://schemas.microsoft.com/office/drawing/2014/main" id="{2E0890B0-9FBE-4964-84D5-558A96E9E2C0}"/>
              </a:ext>
            </a:extLst>
          </p:cNvPr>
          <p:cNvSpPr txBox="1"/>
          <p:nvPr/>
        </p:nvSpPr>
        <p:spPr>
          <a:xfrm>
            <a:off x="4943295" y="3985821"/>
            <a:ext cx="5394960" cy="1077218"/>
          </a:xfrm>
          <a:prstGeom prst="rect">
            <a:avLst/>
          </a:prstGeom>
          <a:noFill/>
        </p:spPr>
        <p:txBody>
          <a:bodyPr wrap="square" lIns="0" tIns="0" rIns="0" bIns="0" rtlCol="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62B5E5"/>
                </a:solidFill>
                <a:effectLst/>
                <a:uLnTx/>
                <a:uFillTx/>
                <a:latin typeface="Verdana"/>
                <a:ea typeface="+mn-ea"/>
                <a:cs typeface="+mn-cs"/>
              </a:rPr>
              <a:t>High AT&amp;C losses: </a:t>
            </a:r>
            <a:r>
              <a:rPr kumimoji="0" lang="en-US" sz="1400" b="0" i="0" u="none" strike="noStrike" kern="1200" cap="none" spc="0" normalizeH="0" baseline="0" noProof="0" dirty="0">
                <a:ln>
                  <a:noFill/>
                </a:ln>
                <a:solidFill>
                  <a:prstClr val="black"/>
                </a:solidFill>
                <a:effectLst/>
                <a:uLnTx/>
                <a:uFillTx/>
                <a:latin typeface="Verdana"/>
                <a:ea typeface="+mn-ea"/>
                <a:cs typeface="+mn-cs"/>
              </a:rPr>
              <a:t>Even though the AT&amp;C losses have reduced in recent years, it still remains high compared to other licensees operating in the state and other well positioned State owned distribution companies in country, leading to cost recovery challenges.</a:t>
            </a:r>
          </a:p>
        </p:txBody>
      </p:sp>
      <p:sp>
        <p:nvSpPr>
          <p:cNvPr id="164" name="TextBox 163">
            <a:extLst>
              <a:ext uri="{FF2B5EF4-FFF2-40B4-BE49-F238E27FC236}">
                <a16:creationId xmlns:a16="http://schemas.microsoft.com/office/drawing/2014/main" id="{7692A00F-7EB1-4BA3-8804-BA4629A178E2}"/>
              </a:ext>
            </a:extLst>
          </p:cNvPr>
          <p:cNvSpPr txBox="1"/>
          <p:nvPr/>
        </p:nvSpPr>
        <p:spPr>
          <a:xfrm>
            <a:off x="4943294" y="1875057"/>
            <a:ext cx="5394960" cy="861774"/>
          </a:xfrm>
          <a:prstGeom prst="rect">
            <a:avLst/>
          </a:prstGeom>
          <a:noFill/>
        </p:spPr>
        <p:txBody>
          <a:bodyPr wrap="square" lIns="0" tIns="0" rIns="0" bIns="0" rtlCol="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12169"/>
                </a:solidFill>
                <a:effectLst/>
                <a:uLnTx/>
                <a:uFillTx/>
                <a:latin typeface="Verdana"/>
                <a:ea typeface="+mn-ea"/>
                <a:cs typeface="+mn-cs"/>
              </a:rPr>
              <a:t>Decline in financial health of WBSEDCL: </a:t>
            </a:r>
            <a:r>
              <a:rPr lang="en-US" sz="1400" dirty="0">
                <a:solidFill>
                  <a:prstClr val="black"/>
                </a:solidFill>
                <a:latin typeface="Verdana"/>
              </a:rPr>
              <a:t>Regulatory delays, inadequate tariff revisions have led to </a:t>
            </a:r>
            <a:r>
              <a:rPr kumimoji="0" lang="en-US" sz="1400" b="0" i="0" u="none" strike="noStrike" kern="1200" cap="none" spc="0" normalizeH="0" baseline="0" noProof="0" dirty="0">
                <a:ln>
                  <a:noFill/>
                </a:ln>
                <a:solidFill>
                  <a:prstClr val="black"/>
                </a:solidFill>
                <a:effectLst/>
                <a:uLnTx/>
                <a:uFillTx/>
                <a:latin typeface="Verdana"/>
                <a:ea typeface="+mn-ea"/>
                <a:cs typeface="+mn-cs"/>
              </a:rPr>
              <a:t>increasing trend in short term borrowings finally leading to decline in net &amp; gross profit margin of WBSEDCL during FY 16 - FY 21</a:t>
            </a:r>
            <a:endParaRPr kumimoji="0" lang="en-US" sz="1400" b="0" i="0" u="none" strike="noStrike" kern="1200" cap="none" spc="0" normalizeH="0" baseline="0" noProof="0" dirty="0">
              <a:ln>
                <a:noFill/>
              </a:ln>
              <a:solidFill>
                <a:prstClr val="white"/>
              </a:solidFill>
              <a:effectLst/>
              <a:uLnTx/>
              <a:uFillTx/>
              <a:latin typeface="Verdana"/>
              <a:ea typeface="+mn-ea"/>
              <a:cs typeface="+mn-cs"/>
            </a:endParaRPr>
          </a:p>
        </p:txBody>
      </p:sp>
      <p:sp>
        <p:nvSpPr>
          <p:cNvPr id="165" name="TextBox 164">
            <a:extLst>
              <a:ext uri="{FF2B5EF4-FFF2-40B4-BE49-F238E27FC236}">
                <a16:creationId xmlns:a16="http://schemas.microsoft.com/office/drawing/2014/main" id="{0FE5E898-E938-410C-AB01-9185110C4C13}"/>
              </a:ext>
            </a:extLst>
          </p:cNvPr>
          <p:cNvSpPr txBox="1"/>
          <p:nvPr/>
        </p:nvSpPr>
        <p:spPr>
          <a:xfrm>
            <a:off x="4943294" y="2847652"/>
            <a:ext cx="5394960" cy="1077218"/>
          </a:xfrm>
          <a:prstGeom prst="rect">
            <a:avLst/>
          </a:prstGeom>
          <a:noFill/>
        </p:spPr>
        <p:txBody>
          <a:bodyPr wrap="square" lIns="0" tIns="0" rIns="0" bIns="0" rtlCol="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46A38"/>
                </a:solidFill>
                <a:effectLst/>
                <a:uLnTx/>
                <a:uFillTx/>
                <a:latin typeface="Verdana"/>
                <a:ea typeface="+mn-ea"/>
                <a:cs typeface="+mn-cs"/>
              </a:rPr>
              <a:t>High Power Purchase Portfolio Costs: </a:t>
            </a:r>
            <a:r>
              <a:rPr kumimoji="0" lang="en-US" sz="1400" b="0" i="0" u="none" strike="noStrike" kern="1200" cap="none" spc="0" normalizeH="0" baseline="0" noProof="0" dirty="0">
                <a:ln>
                  <a:noFill/>
                </a:ln>
                <a:solidFill>
                  <a:prstClr val="black"/>
                </a:solidFill>
                <a:effectLst/>
                <a:uLnTx/>
                <a:uFillTx/>
                <a:latin typeface="Verdana"/>
                <a:ea typeface="+mn-ea"/>
                <a:cs typeface="+mn-cs"/>
              </a:rPr>
              <a:t>Over last few years share of Power purchase cost ( ~ 70% of Operating costs of WBSEDCL ) based on conventional coal assets only has shown increasing trend over net expenditure. ( Average PPC for FY 16 is Rs. 3.31 &amp;  FY 20 is Rs. 4.23 per unit)</a:t>
            </a:r>
          </a:p>
        </p:txBody>
      </p:sp>
      <p:grpSp>
        <p:nvGrpSpPr>
          <p:cNvPr id="208" name="Group 207">
            <a:extLst>
              <a:ext uri="{FF2B5EF4-FFF2-40B4-BE49-F238E27FC236}">
                <a16:creationId xmlns:a16="http://schemas.microsoft.com/office/drawing/2014/main" id="{A52B6A4B-EB9F-4FDB-B890-5426B6D7B060}"/>
              </a:ext>
            </a:extLst>
          </p:cNvPr>
          <p:cNvGrpSpPr/>
          <p:nvPr/>
        </p:nvGrpSpPr>
        <p:grpSpPr>
          <a:xfrm>
            <a:off x="2441642" y="1348375"/>
            <a:ext cx="1337549" cy="694394"/>
            <a:chOff x="4207048" y="2110398"/>
            <a:chExt cx="1337549" cy="694394"/>
          </a:xfrm>
        </p:grpSpPr>
        <p:cxnSp>
          <p:nvCxnSpPr>
            <p:cNvPr id="209" name="Straight Connector 208">
              <a:extLst>
                <a:ext uri="{FF2B5EF4-FFF2-40B4-BE49-F238E27FC236}">
                  <a16:creationId xmlns:a16="http://schemas.microsoft.com/office/drawing/2014/main" id="{17451F4A-F14E-4571-B270-9F82F1124D06}"/>
                </a:ext>
              </a:extLst>
            </p:cNvPr>
            <p:cNvCxnSpPr>
              <a:cxnSpLocks/>
            </p:cNvCxnSpPr>
            <p:nvPr/>
          </p:nvCxnSpPr>
          <p:spPr>
            <a:xfrm>
              <a:off x="4922598" y="2110398"/>
              <a:ext cx="621999" cy="0"/>
            </a:xfrm>
            <a:prstGeom prst="line">
              <a:avLst/>
            </a:prstGeom>
            <a:ln w="15875" cap="rnd">
              <a:solidFill>
                <a:schemeClr val="accent1"/>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5206FE82-69BE-43EB-8E6D-D374825BC645}"/>
                </a:ext>
              </a:extLst>
            </p:cNvPr>
            <p:cNvCxnSpPr>
              <a:cxnSpLocks/>
            </p:cNvCxnSpPr>
            <p:nvPr/>
          </p:nvCxnSpPr>
          <p:spPr>
            <a:xfrm flipH="1">
              <a:off x="4207048" y="2129350"/>
              <a:ext cx="696600" cy="675442"/>
            </a:xfrm>
            <a:prstGeom prst="line">
              <a:avLst/>
            </a:prstGeom>
            <a:ln w="15875" cap="rnd">
              <a:solidFill>
                <a:schemeClr val="accent1"/>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435EC7E7-EBBA-44E8-B633-175559ECC83D}"/>
              </a:ext>
            </a:extLst>
          </p:cNvPr>
          <p:cNvGrpSpPr/>
          <p:nvPr/>
        </p:nvGrpSpPr>
        <p:grpSpPr>
          <a:xfrm>
            <a:off x="2318598" y="1933799"/>
            <a:ext cx="608790" cy="2616293"/>
            <a:chOff x="3973224" y="2415815"/>
            <a:chExt cx="608790" cy="2616293"/>
          </a:xfrm>
        </p:grpSpPr>
        <p:sp>
          <p:nvSpPr>
            <p:cNvPr id="207" name="Oval 206">
              <a:extLst>
                <a:ext uri="{FF2B5EF4-FFF2-40B4-BE49-F238E27FC236}">
                  <a16:creationId xmlns:a16="http://schemas.microsoft.com/office/drawing/2014/main" id="{CC088920-D3E1-4D2E-87F2-40271683EF48}"/>
                </a:ext>
              </a:extLst>
            </p:cNvPr>
            <p:cNvSpPr/>
            <p:nvPr/>
          </p:nvSpPr>
          <p:spPr bwMode="gray">
            <a:xfrm>
              <a:off x="3973224" y="2415815"/>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211" name="Oval 210">
              <a:extLst>
                <a:ext uri="{FF2B5EF4-FFF2-40B4-BE49-F238E27FC236}">
                  <a16:creationId xmlns:a16="http://schemas.microsoft.com/office/drawing/2014/main" id="{A72EE3C8-ABD1-453A-A4B9-A8604DC00F9E}"/>
                </a:ext>
              </a:extLst>
            </p:cNvPr>
            <p:cNvSpPr/>
            <p:nvPr/>
          </p:nvSpPr>
          <p:spPr bwMode="gray">
            <a:xfrm>
              <a:off x="4289746" y="3058122"/>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212" name="Oval 211">
              <a:extLst>
                <a:ext uri="{FF2B5EF4-FFF2-40B4-BE49-F238E27FC236}">
                  <a16:creationId xmlns:a16="http://schemas.microsoft.com/office/drawing/2014/main" id="{F49F2C48-CEF5-45B7-A974-0C48AE060C1E}"/>
                </a:ext>
              </a:extLst>
            </p:cNvPr>
            <p:cNvSpPr/>
            <p:nvPr/>
          </p:nvSpPr>
          <p:spPr bwMode="gray">
            <a:xfrm>
              <a:off x="4354598" y="3694917"/>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213" name="Oval 212">
              <a:extLst>
                <a:ext uri="{FF2B5EF4-FFF2-40B4-BE49-F238E27FC236}">
                  <a16:creationId xmlns:a16="http://schemas.microsoft.com/office/drawing/2014/main" id="{1E8A13D5-FB97-4E8E-A1EB-ED3EAA0C93FE}"/>
                </a:ext>
              </a:extLst>
            </p:cNvPr>
            <p:cNvSpPr/>
            <p:nvPr/>
          </p:nvSpPr>
          <p:spPr bwMode="gray">
            <a:xfrm>
              <a:off x="4263503" y="4241855"/>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214" name="Oval 213">
              <a:extLst>
                <a:ext uri="{FF2B5EF4-FFF2-40B4-BE49-F238E27FC236}">
                  <a16:creationId xmlns:a16="http://schemas.microsoft.com/office/drawing/2014/main" id="{375B23E2-5BCE-437B-BA0D-A4E52C261EB2}"/>
                </a:ext>
              </a:extLst>
            </p:cNvPr>
            <p:cNvSpPr/>
            <p:nvPr/>
          </p:nvSpPr>
          <p:spPr bwMode="gray">
            <a:xfrm>
              <a:off x="3986624" y="4804692"/>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grpSp>
      <p:cxnSp>
        <p:nvCxnSpPr>
          <p:cNvPr id="215" name="Straight Connector 214">
            <a:extLst>
              <a:ext uri="{FF2B5EF4-FFF2-40B4-BE49-F238E27FC236}">
                <a16:creationId xmlns:a16="http://schemas.microsoft.com/office/drawing/2014/main" id="{6D961EF7-BB78-4A30-AD92-115825B35566}"/>
              </a:ext>
            </a:extLst>
          </p:cNvPr>
          <p:cNvCxnSpPr>
            <a:cxnSpLocks/>
          </p:cNvCxnSpPr>
          <p:nvPr/>
        </p:nvCxnSpPr>
        <p:spPr>
          <a:xfrm>
            <a:off x="2814019" y="3329745"/>
            <a:ext cx="965172" cy="0"/>
          </a:xfrm>
          <a:prstGeom prst="line">
            <a:avLst/>
          </a:prstGeom>
          <a:ln w="15875" cap="rnd">
            <a:solidFill>
              <a:schemeClr val="accent2"/>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grpSp>
        <p:nvGrpSpPr>
          <p:cNvPr id="216" name="Group 215">
            <a:extLst>
              <a:ext uri="{FF2B5EF4-FFF2-40B4-BE49-F238E27FC236}">
                <a16:creationId xmlns:a16="http://schemas.microsoft.com/office/drawing/2014/main" id="{EF600E48-D033-4A09-84DC-C0131509A413}"/>
              </a:ext>
            </a:extLst>
          </p:cNvPr>
          <p:cNvGrpSpPr/>
          <p:nvPr/>
        </p:nvGrpSpPr>
        <p:grpSpPr>
          <a:xfrm>
            <a:off x="2441643" y="4436384"/>
            <a:ext cx="1393083" cy="747346"/>
            <a:chOff x="4207049" y="5198407"/>
            <a:chExt cx="1393083" cy="747346"/>
          </a:xfrm>
        </p:grpSpPr>
        <p:cxnSp>
          <p:nvCxnSpPr>
            <p:cNvPr id="217" name="Straight Connector 216">
              <a:extLst>
                <a:ext uri="{FF2B5EF4-FFF2-40B4-BE49-F238E27FC236}">
                  <a16:creationId xmlns:a16="http://schemas.microsoft.com/office/drawing/2014/main" id="{1C7A8044-C3AD-4D3B-96EC-3B821E9D1AD7}"/>
                </a:ext>
              </a:extLst>
            </p:cNvPr>
            <p:cNvCxnSpPr>
              <a:cxnSpLocks/>
            </p:cNvCxnSpPr>
            <p:nvPr/>
          </p:nvCxnSpPr>
          <p:spPr>
            <a:xfrm>
              <a:off x="4978133" y="5945753"/>
              <a:ext cx="621999" cy="0"/>
            </a:xfrm>
            <a:prstGeom prst="line">
              <a:avLst/>
            </a:prstGeom>
            <a:ln w="15875" cap="rnd">
              <a:solidFill>
                <a:schemeClr val="accent4">
                  <a:lumMod val="60000"/>
                  <a:lumOff val="40000"/>
                </a:schemeClr>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44AE611F-7FB7-4543-B263-74D3DB20DDA6}"/>
                </a:ext>
              </a:extLst>
            </p:cNvPr>
            <p:cNvCxnSpPr>
              <a:cxnSpLocks/>
            </p:cNvCxnSpPr>
            <p:nvPr/>
          </p:nvCxnSpPr>
          <p:spPr>
            <a:xfrm flipH="1" flipV="1">
              <a:off x="4207049" y="5198407"/>
              <a:ext cx="741652" cy="747345"/>
            </a:xfrm>
            <a:prstGeom prst="line">
              <a:avLst/>
            </a:prstGeom>
            <a:ln w="15875" cap="rnd">
              <a:solidFill>
                <a:schemeClr val="accent4">
                  <a:lumMod val="60000"/>
                  <a:lumOff val="40000"/>
                </a:schemeClr>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220" name="Group 219">
            <a:extLst>
              <a:ext uri="{FF2B5EF4-FFF2-40B4-BE49-F238E27FC236}">
                <a16:creationId xmlns:a16="http://schemas.microsoft.com/office/drawing/2014/main" id="{C0EEC686-E52E-4F51-8BE8-BB17E9FE906A}"/>
              </a:ext>
            </a:extLst>
          </p:cNvPr>
          <p:cNvGrpSpPr/>
          <p:nvPr/>
        </p:nvGrpSpPr>
        <p:grpSpPr>
          <a:xfrm>
            <a:off x="2757980" y="2389183"/>
            <a:ext cx="1021211" cy="300631"/>
            <a:chOff x="4523386" y="3151206"/>
            <a:chExt cx="1021211" cy="300631"/>
          </a:xfrm>
        </p:grpSpPr>
        <p:cxnSp>
          <p:nvCxnSpPr>
            <p:cNvPr id="221" name="Straight Connector 220">
              <a:extLst>
                <a:ext uri="{FF2B5EF4-FFF2-40B4-BE49-F238E27FC236}">
                  <a16:creationId xmlns:a16="http://schemas.microsoft.com/office/drawing/2014/main" id="{3305C77B-B2A8-47D2-9760-3D4C289B712F}"/>
                </a:ext>
              </a:extLst>
            </p:cNvPr>
            <p:cNvCxnSpPr>
              <a:cxnSpLocks/>
            </p:cNvCxnSpPr>
            <p:nvPr/>
          </p:nvCxnSpPr>
          <p:spPr>
            <a:xfrm>
              <a:off x="4922598" y="3151712"/>
              <a:ext cx="621999" cy="0"/>
            </a:xfrm>
            <a:prstGeom prst="line">
              <a:avLst/>
            </a:prstGeom>
            <a:ln w="15875" cap="rnd">
              <a:solidFill>
                <a:schemeClr val="accent4"/>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0248B095-4C28-4536-B7F9-3B128686F64B}"/>
                </a:ext>
              </a:extLst>
            </p:cNvPr>
            <p:cNvCxnSpPr>
              <a:cxnSpLocks/>
            </p:cNvCxnSpPr>
            <p:nvPr/>
          </p:nvCxnSpPr>
          <p:spPr>
            <a:xfrm flipH="1">
              <a:off x="4523386" y="3151206"/>
              <a:ext cx="371734" cy="300631"/>
            </a:xfrm>
            <a:prstGeom prst="line">
              <a:avLst/>
            </a:prstGeom>
            <a:ln w="15875" cap="rnd">
              <a:solidFill>
                <a:schemeClr val="accent4"/>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223" name="Group 222">
            <a:extLst>
              <a:ext uri="{FF2B5EF4-FFF2-40B4-BE49-F238E27FC236}">
                <a16:creationId xmlns:a16="http://schemas.microsoft.com/office/drawing/2014/main" id="{BC7C90C5-4E59-46B4-A49C-AE827652D5F0}"/>
              </a:ext>
            </a:extLst>
          </p:cNvPr>
          <p:cNvGrpSpPr/>
          <p:nvPr/>
        </p:nvGrpSpPr>
        <p:grpSpPr>
          <a:xfrm>
            <a:off x="2722585" y="3872788"/>
            <a:ext cx="1056606" cy="391402"/>
            <a:chOff x="4487991" y="4634811"/>
            <a:chExt cx="1056606" cy="391402"/>
          </a:xfrm>
        </p:grpSpPr>
        <p:cxnSp>
          <p:nvCxnSpPr>
            <p:cNvPr id="224" name="Straight Connector 223">
              <a:extLst>
                <a:ext uri="{FF2B5EF4-FFF2-40B4-BE49-F238E27FC236}">
                  <a16:creationId xmlns:a16="http://schemas.microsoft.com/office/drawing/2014/main" id="{D8B81160-2574-41F3-A5E3-4CC8302998AF}"/>
                </a:ext>
              </a:extLst>
            </p:cNvPr>
            <p:cNvCxnSpPr>
              <a:cxnSpLocks/>
            </p:cNvCxnSpPr>
            <p:nvPr/>
          </p:nvCxnSpPr>
          <p:spPr>
            <a:xfrm>
              <a:off x="4922598" y="5026213"/>
              <a:ext cx="621999" cy="0"/>
            </a:xfrm>
            <a:prstGeom prst="line">
              <a:avLst/>
            </a:prstGeom>
            <a:ln w="15875" cap="rnd">
              <a:solidFill>
                <a:schemeClr val="accent3"/>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09DABC1F-4D41-4EB7-A4DC-C117FE57BFB2}"/>
                </a:ext>
              </a:extLst>
            </p:cNvPr>
            <p:cNvCxnSpPr>
              <a:cxnSpLocks/>
            </p:cNvCxnSpPr>
            <p:nvPr/>
          </p:nvCxnSpPr>
          <p:spPr>
            <a:xfrm flipH="1" flipV="1">
              <a:off x="4487991" y="4634811"/>
              <a:ext cx="419702" cy="391183"/>
            </a:xfrm>
            <a:prstGeom prst="line">
              <a:avLst/>
            </a:prstGeom>
            <a:ln w="15875" cap="rnd">
              <a:solidFill>
                <a:schemeClr val="accent3"/>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4" name="Group 3">
            <a:extLst>
              <a:ext uri="{FF2B5EF4-FFF2-40B4-BE49-F238E27FC236}">
                <a16:creationId xmlns:a16="http://schemas.microsoft.com/office/drawing/2014/main" id="{0EFB063A-9A57-4FB2-B73C-7AD4E791F4D6}"/>
              </a:ext>
            </a:extLst>
          </p:cNvPr>
          <p:cNvGrpSpPr/>
          <p:nvPr/>
        </p:nvGrpSpPr>
        <p:grpSpPr>
          <a:xfrm>
            <a:off x="393341" y="2113181"/>
            <a:ext cx="2286000" cy="2286000"/>
            <a:chOff x="380600" y="1693103"/>
            <a:chExt cx="4113462" cy="4088045"/>
          </a:xfrm>
        </p:grpSpPr>
        <p:sp>
          <p:nvSpPr>
            <p:cNvPr id="148" name="Arc 147">
              <a:extLst>
                <a:ext uri="{FF2B5EF4-FFF2-40B4-BE49-F238E27FC236}">
                  <a16:creationId xmlns:a16="http://schemas.microsoft.com/office/drawing/2014/main" id="{9030AAFA-ACEB-4A54-9A08-B4B7652A851A}"/>
                </a:ext>
              </a:extLst>
            </p:cNvPr>
            <p:cNvSpPr/>
            <p:nvPr/>
          </p:nvSpPr>
          <p:spPr>
            <a:xfrm>
              <a:off x="380600" y="1693103"/>
              <a:ext cx="4088045" cy="4088045"/>
            </a:xfrm>
            <a:prstGeom prst="arc">
              <a:avLst>
                <a:gd name="adj1" fmla="val 16812435"/>
                <a:gd name="adj2" fmla="val 4781030"/>
              </a:avLst>
            </a:prstGeom>
            <a:ln w="25400" cap="rnd">
              <a:solidFill>
                <a:schemeClr val="accent6">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prstClr val="black"/>
                </a:solidFill>
                <a:effectLst/>
                <a:uLnTx/>
                <a:uFillTx/>
                <a:latin typeface="Verdana"/>
                <a:ea typeface="+mn-ea"/>
                <a:cs typeface="+mn-cs"/>
              </a:endParaRPr>
            </a:p>
          </p:txBody>
        </p:sp>
        <p:sp>
          <p:nvSpPr>
            <p:cNvPr id="149" name="Arc 148">
              <a:extLst>
                <a:ext uri="{FF2B5EF4-FFF2-40B4-BE49-F238E27FC236}">
                  <a16:creationId xmlns:a16="http://schemas.microsoft.com/office/drawing/2014/main" id="{0C94EEA9-9C98-4B91-A554-AA252EFFBB8F}"/>
                </a:ext>
              </a:extLst>
            </p:cNvPr>
            <p:cNvSpPr/>
            <p:nvPr/>
          </p:nvSpPr>
          <p:spPr>
            <a:xfrm flipH="1">
              <a:off x="406017" y="1693103"/>
              <a:ext cx="4088045" cy="4088045"/>
            </a:xfrm>
            <a:prstGeom prst="arc">
              <a:avLst>
                <a:gd name="adj1" fmla="val 16812435"/>
                <a:gd name="adj2" fmla="val 4781841"/>
              </a:avLst>
            </a:prstGeom>
            <a:ln w="25400" cap="rnd">
              <a:solidFill>
                <a:schemeClr val="accent6">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prstClr val="black"/>
                </a:solidFill>
                <a:effectLst/>
                <a:uLnTx/>
                <a:uFillTx/>
                <a:latin typeface="Verdana"/>
                <a:ea typeface="+mn-ea"/>
                <a:cs typeface="+mn-cs"/>
              </a:endParaRPr>
            </a:p>
          </p:txBody>
        </p:sp>
        <p:sp>
          <p:nvSpPr>
            <p:cNvPr id="150" name="Oval 149">
              <a:extLst>
                <a:ext uri="{FF2B5EF4-FFF2-40B4-BE49-F238E27FC236}">
                  <a16:creationId xmlns:a16="http://schemas.microsoft.com/office/drawing/2014/main" id="{E6483AB2-DD13-4C35-A67B-1076C768B46B}"/>
                </a:ext>
              </a:extLst>
            </p:cNvPr>
            <p:cNvSpPr/>
            <p:nvPr/>
          </p:nvSpPr>
          <p:spPr bwMode="gray">
            <a:xfrm>
              <a:off x="618308" y="1899909"/>
              <a:ext cx="3674434" cy="3674434"/>
            </a:xfrm>
            <a:prstGeom prst="ellipse">
              <a:avLst/>
            </a:prstGeom>
            <a:noFill/>
            <a:ln w="19050" algn="ctr">
              <a:solidFill>
                <a:srgbClr val="046A38"/>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151" name="Oval 150">
              <a:extLst>
                <a:ext uri="{FF2B5EF4-FFF2-40B4-BE49-F238E27FC236}">
                  <a16:creationId xmlns:a16="http://schemas.microsoft.com/office/drawing/2014/main" id="{DFBA97AC-3179-45F9-9E3B-EE4E3166898D}"/>
                </a:ext>
              </a:extLst>
            </p:cNvPr>
            <p:cNvSpPr/>
            <p:nvPr/>
          </p:nvSpPr>
          <p:spPr bwMode="gray">
            <a:xfrm>
              <a:off x="785328" y="2066929"/>
              <a:ext cx="3340395" cy="3340395"/>
            </a:xfrm>
            <a:prstGeom prst="ellipse">
              <a:avLst/>
            </a:prstGeom>
            <a:noFill/>
            <a:ln w="19050" algn="ctr">
              <a:solidFill>
                <a:srgbClr val="009A44"/>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152" name="Oval 151">
              <a:extLst>
                <a:ext uri="{FF2B5EF4-FFF2-40B4-BE49-F238E27FC236}">
                  <a16:creationId xmlns:a16="http://schemas.microsoft.com/office/drawing/2014/main" id="{8EB1C895-CF38-49A2-8FC8-970CDCA274F6}"/>
                </a:ext>
              </a:extLst>
            </p:cNvPr>
            <p:cNvSpPr/>
            <p:nvPr/>
          </p:nvSpPr>
          <p:spPr bwMode="gray">
            <a:xfrm>
              <a:off x="937164" y="2218765"/>
              <a:ext cx="3036722" cy="3036722"/>
            </a:xfrm>
            <a:prstGeom prst="ellipse">
              <a:avLst/>
            </a:prstGeom>
            <a:noFill/>
            <a:ln w="19050" algn="ctr">
              <a:solidFill>
                <a:srgbClr val="009A44"/>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153" name="Oval 152">
              <a:extLst>
                <a:ext uri="{FF2B5EF4-FFF2-40B4-BE49-F238E27FC236}">
                  <a16:creationId xmlns:a16="http://schemas.microsoft.com/office/drawing/2014/main" id="{A0D73A2E-4EA5-4CB9-8C5B-3037EA65E517}"/>
                </a:ext>
              </a:extLst>
            </p:cNvPr>
            <p:cNvSpPr/>
            <p:nvPr/>
          </p:nvSpPr>
          <p:spPr bwMode="gray">
            <a:xfrm>
              <a:off x="1075197" y="2356798"/>
              <a:ext cx="2760657" cy="2760657"/>
            </a:xfrm>
            <a:prstGeom prst="ellipse">
              <a:avLst/>
            </a:prstGeom>
            <a:noFill/>
            <a:ln w="19050" algn="ctr">
              <a:solidFill>
                <a:srgbClr val="43B02A"/>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grpSp>
      <p:sp>
        <p:nvSpPr>
          <p:cNvPr id="91" name="Rectangle 90">
            <a:extLst>
              <a:ext uri="{FF2B5EF4-FFF2-40B4-BE49-F238E27FC236}">
                <a16:creationId xmlns:a16="http://schemas.microsoft.com/office/drawing/2014/main" id="{01472869-1965-426F-8440-1C6F5950E5BC}"/>
              </a:ext>
            </a:extLst>
          </p:cNvPr>
          <p:cNvSpPr/>
          <p:nvPr/>
        </p:nvSpPr>
        <p:spPr>
          <a:xfrm>
            <a:off x="4931451" y="936440"/>
            <a:ext cx="5394960" cy="861774"/>
          </a:xfrm>
          <a:prstGeom prst="rect">
            <a:avLst/>
          </a:prstGeom>
        </p:spPr>
        <p:txBody>
          <a:bodyPr wrap="square" lIns="0" tIns="0" rIns="0" bIns="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86BC25"/>
                </a:solidFill>
                <a:effectLst/>
                <a:uLnTx/>
                <a:uFillTx/>
                <a:latin typeface="Verdana"/>
                <a:ea typeface="+mn-ea"/>
                <a:cs typeface="+mn-cs"/>
              </a:rPr>
              <a:t>Delay in issuance of Tariff order: </a:t>
            </a:r>
            <a:r>
              <a:rPr kumimoji="0" lang="en-US" sz="1400" b="0" i="0" u="none" strike="noStrike" kern="1200" cap="none" spc="0" normalizeH="0" baseline="0" noProof="0" dirty="0">
                <a:ln>
                  <a:noFill/>
                </a:ln>
                <a:solidFill>
                  <a:prstClr val="black"/>
                </a:solidFill>
                <a:effectLst/>
                <a:uLnTx/>
                <a:uFillTx/>
                <a:latin typeface="Verdana"/>
                <a:ea typeface="+mn-ea"/>
                <a:cs typeface="+mn-cs"/>
              </a:rPr>
              <a:t>Irregular tariff revision and truing up by WBERC have contributed to declining profitability of WBSEDCL. (Tariff Order for FY 2020 delayed for 878 Days)</a:t>
            </a:r>
            <a:endParaRPr kumimoji="0" lang="en-US" sz="1400" b="0" i="0" u="none" strike="noStrike" kern="1200" cap="none" spc="0" normalizeH="0" baseline="0" noProof="0" dirty="0">
              <a:ln>
                <a:noFill/>
              </a:ln>
              <a:solidFill>
                <a:prstClr val="white"/>
              </a:solidFill>
              <a:effectLst/>
              <a:uLnTx/>
              <a:uFillTx/>
              <a:latin typeface="Verdana"/>
              <a:ea typeface="+mn-ea"/>
              <a:cs typeface="+mn-cs"/>
            </a:endParaRPr>
          </a:p>
        </p:txBody>
      </p:sp>
      <p:sp>
        <p:nvSpPr>
          <p:cNvPr id="92" name="Graphic 4">
            <a:extLst>
              <a:ext uri="{FF2B5EF4-FFF2-40B4-BE49-F238E27FC236}">
                <a16:creationId xmlns:a16="http://schemas.microsoft.com/office/drawing/2014/main" id="{3094A703-8FE4-4481-833D-F34B54B03177}"/>
              </a:ext>
            </a:extLst>
          </p:cNvPr>
          <p:cNvSpPr/>
          <p:nvPr/>
        </p:nvSpPr>
        <p:spPr>
          <a:xfrm>
            <a:off x="3992931" y="1989313"/>
            <a:ext cx="548640" cy="548640"/>
          </a:xfrm>
          <a:custGeom>
            <a:avLst/>
            <a:gdLst>
              <a:gd name="connsiteX0" fmla="*/ 180835 w 361670"/>
              <a:gd name="connsiteY0" fmla="*/ 0 h 361333"/>
              <a:gd name="connsiteX1" fmla="*/ 0 w 361670"/>
              <a:gd name="connsiteY1" fmla="*/ 180667 h 361333"/>
              <a:gd name="connsiteX2" fmla="*/ 180835 w 361670"/>
              <a:gd name="connsiteY2" fmla="*/ 361333 h 361333"/>
              <a:gd name="connsiteX3" fmla="*/ 361670 w 361670"/>
              <a:gd name="connsiteY3" fmla="*/ 180667 h 361333"/>
              <a:gd name="connsiteX4" fmla="*/ 180835 w 361670"/>
              <a:gd name="connsiteY4" fmla="*/ 0 h 361333"/>
              <a:gd name="connsiteX5" fmla="*/ 171889 w 361670"/>
              <a:gd name="connsiteY5" fmla="*/ 87461 h 361333"/>
              <a:gd name="connsiteX6" fmla="*/ 180835 w 361670"/>
              <a:gd name="connsiteY6" fmla="*/ 87461 h 361333"/>
              <a:gd name="connsiteX7" fmla="*/ 187225 w 361670"/>
              <a:gd name="connsiteY7" fmla="*/ 93845 h 361333"/>
              <a:gd name="connsiteX8" fmla="*/ 180835 w 361670"/>
              <a:gd name="connsiteY8" fmla="*/ 100229 h 361333"/>
              <a:gd name="connsiteX9" fmla="*/ 171889 w 361670"/>
              <a:gd name="connsiteY9" fmla="*/ 100229 h 361333"/>
              <a:gd name="connsiteX10" fmla="*/ 165500 w 361670"/>
              <a:gd name="connsiteY10" fmla="*/ 93845 h 361333"/>
              <a:gd name="connsiteX11" fmla="*/ 171889 w 361670"/>
              <a:gd name="connsiteY11" fmla="*/ 87461 h 361333"/>
              <a:gd name="connsiteX12" fmla="*/ 171889 w 361670"/>
              <a:gd name="connsiteY12" fmla="*/ 121934 h 361333"/>
              <a:gd name="connsiteX13" fmla="*/ 198088 w 361670"/>
              <a:gd name="connsiteY13" fmla="*/ 121934 h 361333"/>
              <a:gd name="connsiteX14" fmla="*/ 204478 w 361670"/>
              <a:gd name="connsiteY14" fmla="*/ 128318 h 361333"/>
              <a:gd name="connsiteX15" fmla="*/ 198088 w 361670"/>
              <a:gd name="connsiteY15" fmla="*/ 134702 h 361333"/>
              <a:gd name="connsiteX16" fmla="*/ 171889 w 361670"/>
              <a:gd name="connsiteY16" fmla="*/ 134702 h 361333"/>
              <a:gd name="connsiteX17" fmla="*/ 165500 w 361670"/>
              <a:gd name="connsiteY17" fmla="*/ 128318 h 361333"/>
              <a:gd name="connsiteX18" fmla="*/ 171889 w 361670"/>
              <a:gd name="connsiteY18" fmla="*/ 121934 h 361333"/>
              <a:gd name="connsiteX19" fmla="*/ 171889 w 361670"/>
              <a:gd name="connsiteY19" fmla="*/ 157046 h 361333"/>
              <a:gd name="connsiteX20" fmla="*/ 215341 w 361670"/>
              <a:gd name="connsiteY20" fmla="*/ 157046 h 361333"/>
              <a:gd name="connsiteX21" fmla="*/ 221731 w 361670"/>
              <a:gd name="connsiteY21" fmla="*/ 163430 h 361333"/>
              <a:gd name="connsiteX22" fmla="*/ 215341 w 361670"/>
              <a:gd name="connsiteY22" fmla="*/ 169814 h 361333"/>
              <a:gd name="connsiteX23" fmla="*/ 171889 w 361670"/>
              <a:gd name="connsiteY23" fmla="*/ 169814 h 361333"/>
              <a:gd name="connsiteX24" fmla="*/ 165500 w 361670"/>
              <a:gd name="connsiteY24" fmla="*/ 163430 h 361333"/>
              <a:gd name="connsiteX25" fmla="*/ 171889 w 361670"/>
              <a:gd name="connsiteY25" fmla="*/ 157046 h 361333"/>
              <a:gd name="connsiteX26" fmla="*/ 171889 w 361670"/>
              <a:gd name="connsiteY26" fmla="*/ 191519 h 361333"/>
              <a:gd name="connsiteX27" fmla="*/ 232594 w 361670"/>
              <a:gd name="connsiteY27" fmla="*/ 191519 h 361333"/>
              <a:gd name="connsiteX28" fmla="*/ 238984 w 361670"/>
              <a:gd name="connsiteY28" fmla="*/ 197903 h 361333"/>
              <a:gd name="connsiteX29" fmla="*/ 232594 w 361670"/>
              <a:gd name="connsiteY29" fmla="*/ 204287 h 361333"/>
              <a:gd name="connsiteX30" fmla="*/ 171889 w 361670"/>
              <a:gd name="connsiteY30" fmla="*/ 204287 h 361333"/>
              <a:gd name="connsiteX31" fmla="*/ 165500 w 361670"/>
              <a:gd name="connsiteY31" fmla="*/ 197903 h 361333"/>
              <a:gd name="connsiteX32" fmla="*/ 171889 w 361670"/>
              <a:gd name="connsiteY32" fmla="*/ 191519 h 361333"/>
              <a:gd name="connsiteX33" fmla="*/ 171889 w 361670"/>
              <a:gd name="connsiteY33" fmla="*/ 226631 h 361333"/>
              <a:gd name="connsiteX34" fmla="*/ 250486 w 361670"/>
              <a:gd name="connsiteY34" fmla="*/ 226631 h 361333"/>
              <a:gd name="connsiteX35" fmla="*/ 256876 w 361670"/>
              <a:gd name="connsiteY35" fmla="*/ 233015 h 361333"/>
              <a:gd name="connsiteX36" fmla="*/ 250486 w 361670"/>
              <a:gd name="connsiteY36" fmla="*/ 239399 h 361333"/>
              <a:gd name="connsiteX37" fmla="*/ 171889 w 361670"/>
              <a:gd name="connsiteY37" fmla="*/ 239399 h 361333"/>
              <a:gd name="connsiteX38" fmla="*/ 165500 w 361670"/>
              <a:gd name="connsiteY38" fmla="*/ 233015 h 361333"/>
              <a:gd name="connsiteX39" fmla="*/ 171889 w 361670"/>
              <a:gd name="connsiteY39" fmla="*/ 226631 h 361333"/>
              <a:gd name="connsiteX40" fmla="*/ 146969 w 361670"/>
              <a:gd name="connsiteY40" fmla="*/ 249614 h 361333"/>
              <a:gd name="connsiteX41" fmla="*/ 124604 w 361670"/>
              <a:gd name="connsiteY41" fmla="*/ 271958 h 361333"/>
              <a:gd name="connsiteX42" fmla="*/ 122687 w 361670"/>
              <a:gd name="connsiteY42" fmla="*/ 273234 h 361333"/>
              <a:gd name="connsiteX43" fmla="*/ 120131 w 361670"/>
              <a:gd name="connsiteY43" fmla="*/ 273873 h 361333"/>
              <a:gd name="connsiteX44" fmla="*/ 117575 w 361670"/>
              <a:gd name="connsiteY44" fmla="*/ 273234 h 361333"/>
              <a:gd name="connsiteX45" fmla="*/ 115658 w 361670"/>
              <a:gd name="connsiteY45" fmla="*/ 271958 h 361333"/>
              <a:gd name="connsiteX46" fmla="*/ 93293 w 361670"/>
              <a:gd name="connsiteY46" fmla="*/ 249614 h 361333"/>
              <a:gd name="connsiteX47" fmla="*/ 93293 w 361670"/>
              <a:gd name="connsiteY47" fmla="*/ 240676 h 361333"/>
              <a:gd name="connsiteX48" fmla="*/ 102239 w 361670"/>
              <a:gd name="connsiteY48" fmla="*/ 240676 h 361333"/>
              <a:gd name="connsiteX49" fmla="*/ 113741 w 361670"/>
              <a:gd name="connsiteY49" fmla="*/ 252167 h 361333"/>
              <a:gd name="connsiteX50" fmla="*/ 113741 w 361670"/>
              <a:gd name="connsiteY50" fmla="*/ 93845 h 361333"/>
              <a:gd name="connsiteX51" fmla="*/ 120131 w 361670"/>
              <a:gd name="connsiteY51" fmla="*/ 87461 h 361333"/>
              <a:gd name="connsiteX52" fmla="*/ 126521 w 361670"/>
              <a:gd name="connsiteY52" fmla="*/ 93845 h 361333"/>
              <a:gd name="connsiteX53" fmla="*/ 126521 w 361670"/>
              <a:gd name="connsiteY53" fmla="*/ 252167 h 361333"/>
              <a:gd name="connsiteX54" fmla="*/ 138022 w 361670"/>
              <a:gd name="connsiteY54" fmla="*/ 240676 h 361333"/>
              <a:gd name="connsiteX55" fmla="*/ 146969 w 361670"/>
              <a:gd name="connsiteY55" fmla="*/ 240676 h 361333"/>
              <a:gd name="connsiteX56" fmla="*/ 146969 w 361670"/>
              <a:gd name="connsiteY56" fmla="*/ 249614 h 361333"/>
              <a:gd name="connsiteX57" fmla="*/ 263904 w 361670"/>
              <a:gd name="connsiteY57" fmla="*/ 273873 h 361333"/>
              <a:gd name="connsiteX58" fmla="*/ 172528 w 361670"/>
              <a:gd name="connsiteY58" fmla="*/ 273873 h 361333"/>
              <a:gd name="connsiteX59" fmla="*/ 166138 w 361670"/>
              <a:gd name="connsiteY59" fmla="*/ 267489 h 361333"/>
              <a:gd name="connsiteX60" fmla="*/ 172528 w 361670"/>
              <a:gd name="connsiteY60" fmla="*/ 261105 h 361333"/>
              <a:gd name="connsiteX61" fmla="*/ 263904 w 361670"/>
              <a:gd name="connsiteY61" fmla="*/ 261105 h 361333"/>
              <a:gd name="connsiteX62" fmla="*/ 270294 w 361670"/>
              <a:gd name="connsiteY62" fmla="*/ 267489 h 361333"/>
              <a:gd name="connsiteX63" fmla="*/ 263904 w 361670"/>
              <a:gd name="connsiteY63" fmla="*/ 273873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361670" h="361333">
                <a:moveTo>
                  <a:pt x="180835" y="0"/>
                </a:moveTo>
                <a:cubicBezTo>
                  <a:pt x="80513" y="0"/>
                  <a:pt x="0" y="81077"/>
                  <a:pt x="0" y="180667"/>
                </a:cubicBezTo>
                <a:cubicBezTo>
                  <a:pt x="0" y="280895"/>
                  <a:pt x="81152" y="361333"/>
                  <a:pt x="180835" y="361333"/>
                </a:cubicBezTo>
                <a:cubicBezTo>
                  <a:pt x="280518" y="361333"/>
                  <a:pt x="361670" y="280257"/>
                  <a:pt x="361670" y="180667"/>
                </a:cubicBezTo>
                <a:cubicBezTo>
                  <a:pt x="361670" y="81077"/>
                  <a:pt x="280518" y="0"/>
                  <a:pt x="180835" y="0"/>
                </a:cubicBezTo>
                <a:close/>
                <a:moveTo>
                  <a:pt x="171889" y="87461"/>
                </a:moveTo>
                <a:lnTo>
                  <a:pt x="180835" y="87461"/>
                </a:lnTo>
                <a:cubicBezTo>
                  <a:pt x="184669" y="87461"/>
                  <a:pt x="187225" y="90014"/>
                  <a:pt x="187225" y="93845"/>
                </a:cubicBezTo>
                <a:cubicBezTo>
                  <a:pt x="187225" y="97675"/>
                  <a:pt x="184669" y="100229"/>
                  <a:pt x="180835" y="100229"/>
                </a:cubicBezTo>
                <a:lnTo>
                  <a:pt x="171889" y="100229"/>
                </a:lnTo>
                <a:cubicBezTo>
                  <a:pt x="168055" y="100229"/>
                  <a:pt x="165500" y="97675"/>
                  <a:pt x="165500" y="93845"/>
                </a:cubicBezTo>
                <a:cubicBezTo>
                  <a:pt x="165500" y="90014"/>
                  <a:pt x="168695" y="87461"/>
                  <a:pt x="171889" y="87461"/>
                </a:cubicBezTo>
                <a:close/>
                <a:moveTo>
                  <a:pt x="171889" y="121934"/>
                </a:moveTo>
                <a:lnTo>
                  <a:pt x="198088" y="121934"/>
                </a:lnTo>
                <a:cubicBezTo>
                  <a:pt x="201922" y="121934"/>
                  <a:pt x="204478" y="124488"/>
                  <a:pt x="204478" y="128318"/>
                </a:cubicBezTo>
                <a:cubicBezTo>
                  <a:pt x="204478" y="132148"/>
                  <a:pt x="201922" y="134702"/>
                  <a:pt x="198088" y="134702"/>
                </a:cubicBezTo>
                <a:lnTo>
                  <a:pt x="171889" y="134702"/>
                </a:lnTo>
                <a:cubicBezTo>
                  <a:pt x="168055" y="134702"/>
                  <a:pt x="165500" y="132148"/>
                  <a:pt x="165500" y="128318"/>
                </a:cubicBezTo>
                <a:cubicBezTo>
                  <a:pt x="165500" y="124488"/>
                  <a:pt x="168695" y="121934"/>
                  <a:pt x="171889" y="121934"/>
                </a:cubicBezTo>
                <a:close/>
                <a:moveTo>
                  <a:pt x="171889" y="157046"/>
                </a:moveTo>
                <a:lnTo>
                  <a:pt x="215341" y="157046"/>
                </a:lnTo>
                <a:cubicBezTo>
                  <a:pt x="219175" y="157046"/>
                  <a:pt x="221731" y="159600"/>
                  <a:pt x="221731" y="163430"/>
                </a:cubicBezTo>
                <a:cubicBezTo>
                  <a:pt x="221731" y="167260"/>
                  <a:pt x="219175" y="169814"/>
                  <a:pt x="215341" y="169814"/>
                </a:cubicBezTo>
                <a:lnTo>
                  <a:pt x="171889" y="169814"/>
                </a:lnTo>
                <a:cubicBezTo>
                  <a:pt x="168055" y="169814"/>
                  <a:pt x="165500" y="167260"/>
                  <a:pt x="165500" y="163430"/>
                </a:cubicBezTo>
                <a:cubicBezTo>
                  <a:pt x="165500" y="159600"/>
                  <a:pt x="168695" y="157046"/>
                  <a:pt x="171889" y="157046"/>
                </a:cubicBezTo>
                <a:close/>
                <a:moveTo>
                  <a:pt x="171889" y="191519"/>
                </a:moveTo>
                <a:lnTo>
                  <a:pt x="232594" y="191519"/>
                </a:lnTo>
                <a:cubicBezTo>
                  <a:pt x="236428" y="191519"/>
                  <a:pt x="238984" y="194073"/>
                  <a:pt x="238984" y="197903"/>
                </a:cubicBezTo>
                <a:cubicBezTo>
                  <a:pt x="238984" y="201734"/>
                  <a:pt x="236428" y="204287"/>
                  <a:pt x="232594" y="204287"/>
                </a:cubicBezTo>
                <a:lnTo>
                  <a:pt x="171889" y="204287"/>
                </a:lnTo>
                <a:cubicBezTo>
                  <a:pt x="168055" y="204287"/>
                  <a:pt x="165500" y="201734"/>
                  <a:pt x="165500" y="197903"/>
                </a:cubicBezTo>
                <a:cubicBezTo>
                  <a:pt x="165500" y="194073"/>
                  <a:pt x="168695" y="191519"/>
                  <a:pt x="171889" y="191519"/>
                </a:cubicBezTo>
                <a:close/>
                <a:moveTo>
                  <a:pt x="171889" y="226631"/>
                </a:moveTo>
                <a:lnTo>
                  <a:pt x="250486" y="226631"/>
                </a:lnTo>
                <a:cubicBezTo>
                  <a:pt x="254319" y="226631"/>
                  <a:pt x="256876" y="229185"/>
                  <a:pt x="256876" y="233015"/>
                </a:cubicBezTo>
                <a:cubicBezTo>
                  <a:pt x="256876" y="236846"/>
                  <a:pt x="254319" y="239399"/>
                  <a:pt x="250486" y="239399"/>
                </a:cubicBezTo>
                <a:lnTo>
                  <a:pt x="171889" y="239399"/>
                </a:lnTo>
                <a:cubicBezTo>
                  <a:pt x="168055" y="239399"/>
                  <a:pt x="165500" y="236846"/>
                  <a:pt x="165500" y="233015"/>
                </a:cubicBezTo>
                <a:cubicBezTo>
                  <a:pt x="165500" y="229185"/>
                  <a:pt x="168695" y="226631"/>
                  <a:pt x="171889" y="226631"/>
                </a:cubicBezTo>
                <a:close/>
                <a:moveTo>
                  <a:pt x="146969" y="249614"/>
                </a:moveTo>
                <a:lnTo>
                  <a:pt x="124604" y="271958"/>
                </a:lnTo>
                <a:cubicBezTo>
                  <a:pt x="123965" y="272596"/>
                  <a:pt x="123326" y="273234"/>
                  <a:pt x="122687" y="273234"/>
                </a:cubicBezTo>
                <a:cubicBezTo>
                  <a:pt x="122048" y="273873"/>
                  <a:pt x="120770" y="273873"/>
                  <a:pt x="120131" y="273873"/>
                </a:cubicBezTo>
                <a:cubicBezTo>
                  <a:pt x="119492" y="273873"/>
                  <a:pt x="118214" y="273873"/>
                  <a:pt x="117575" y="273234"/>
                </a:cubicBezTo>
                <a:cubicBezTo>
                  <a:pt x="116936" y="272596"/>
                  <a:pt x="116297" y="272596"/>
                  <a:pt x="115658" y="271958"/>
                </a:cubicBezTo>
                <a:lnTo>
                  <a:pt x="93293" y="249614"/>
                </a:lnTo>
                <a:cubicBezTo>
                  <a:pt x="90737" y="247060"/>
                  <a:pt x="90737" y="243230"/>
                  <a:pt x="93293" y="240676"/>
                </a:cubicBezTo>
                <a:cubicBezTo>
                  <a:pt x="95849" y="238123"/>
                  <a:pt x="99683" y="238123"/>
                  <a:pt x="102239" y="240676"/>
                </a:cubicBezTo>
                <a:lnTo>
                  <a:pt x="113741" y="252167"/>
                </a:lnTo>
                <a:lnTo>
                  <a:pt x="113741" y="93845"/>
                </a:lnTo>
                <a:cubicBezTo>
                  <a:pt x="113741" y="90014"/>
                  <a:pt x="116297" y="87461"/>
                  <a:pt x="120131" y="87461"/>
                </a:cubicBezTo>
                <a:cubicBezTo>
                  <a:pt x="123965" y="87461"/>
                  <a:pt x="126521" y="90014"/>
                  <a:pt x="126521" y="93845"/>
                </a:cubicBezTo>
                <a:lnTo>
                  <a:pt x="126521" y="252167"/>
                </a:lnTo>
                <a:lnTo>
                  <a:pt x="138022" y="240676"/>
                </a:lnTo>
                <a:cubicBezTo>
                  <a:pt x="140579" y="238123"/>
                  <a:pt x="144412" y="238123"/>
                  <a:pt x="146969" y="240676"/>
                </a:cubicBezTo>
                <a:cubicBezTo>
                  <a:pt x="149525" y="243230"/>
                  <a:pt x="149525" y="247060"/>
                  <a:pt x="146969" y="249614"/>
                </a:cubicBezTo>
                <a:close/>
                <a:moveTo>
                  <a:pt x="263904" y="273873"/>
                </a:moveTo>
                <a:lnTo>
                  <a:pt x="172528" y="273873"/>
                </a:lnTo>
                <a:cubicBezTo>
                  <a:pt x="168695" y="273873"/>
                  <a:pt x="166138" y="271319"/>
                  <a:pt x="166138" y="267489"/>
                </a:cubicBezTo>
                <a:cubicBezTo>
                  <a:pt x="166138" y="263659"/>
                  <a:pt x="168695" y="261105"/>
                  <a:pt x="172528" y="261105"/>
                </a:cubicBezTo>
                <a:lnTo>
                  <a:pt x="263904" y="261105"/>
                </a:lnTo>
                <a:cubicBezTo>
                  <a:pt x="267739" y="261105"/>
                  <a:pt x="270294" y="263659"/>
                  <a:pt x="270294" y="267489"/>
                </a:cubicBezTo>
                <a:cubicBezTo>
                  <a:pt x="270294" y="271319"/>
                  <a:pt x="267099" y="273873"/>
                  <a:pt x="263904" y="273873"/>
                </a:cubicBezTo>
                <a:close/>
              </a:path>
            </a:pathLst>
          </a:custGeom>
          <a:solidFill>
            <a:schemeClr val="accent4"/>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94" name="Oval 93">
            <a:extLst>
              <a:ext uri="{FF2B5EF4-FFF2-40B4-BE49-F238E27FC236}">
                <a16:creationId xmlns:a16="http://schemas.microsoft.com/office/drawing/2014/main" id="{0BED2EEF-11B5-4665-9870-A215F00A9EF9}"/>
              </a:ext>
            </a:extLst>
          </p:cNvPr>
          <p:cNvSpPr/>
          <p:nvPr/>
        </p:nvSpPr>
        <p:spPr bwMode="gray">
          <a:xfrm>
            <a:off x="10775695" y="1084170"/>
            <a:ext cx="365760" cy="365760"/>
          </a:xfrm>
          <a:prstGeom prst="ellipse">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95" name="Oval 94">
            <a:extLst>
              <a:ext uri="{FF2B5EF4-FFF2-40B4-BE49-F238E27FC236}">
                <a16:creationId xmlns:a16="http://schemas.microsoft.com/office/drawing/2014/main" id="{8A549D52-C77A-48CA-953C-60E16FC44BDF}"/>
              </a:ext>
            </a:extLst>
          </p:cNvPr>
          <p:cNvSpPr/>
          <p:nvPr/>
        </p:nvSpPr>
        <p:spPr bwMode="gray">
          <a:xfrm>
            <a:off x="10775695" y="2023423"/>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96" name="Oval 95">
            <a:extLst>
              <a:ext uri="{FF2B5EF4-FFF2-40B4-BE49-F238E27FC236}">
                <a16:creationId xmlns:a16="http://schemas.microsoft.com/office/drawing/2014/main" id="{6584F8A4-A139-436A-85D9-4AD44E38223F}"/>
              </a:ext>
            </a:extLst>
          </p:cNvPr>
          <p:cNvSpPr/>
          <p:nvPr/>
        </p:nvSpPr>
        <p:spPr bwMode="gray">
          <a:xfrm>
            <a:off x="10775695" y="3103521"/>
            <a:ext cx="365760" cy="365760"/>
          </a:xfrm>
          <a:prstGeom prst="ellipse">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97" name="Oval 96">
            <a:extLst>
              <a:ext uri="{FF2B5EF4-FFF2-40B4-BE49-F238E27FC236}">
                <a16:creationId xmlns:a16="http://schemas.microsoft.com/office/drawing/2014/main" id="{CECD2715-28A6-42E0-9310-93BA6EB9EFDB}"/>
              </a:ext>
            </a:extLst>
          </p:cNvPr>
          <p:cNvSpPr/>
          <p:nvPr/>
        </p:nvSpPr>
        <p:spPr bwMode="gray">
          <a:xfrm>
            <a:off x="10775695" y="4295199"/>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98" name="Oval 97">
            <a:extLst>
              <a:ext uri="{FF2B5EF4-FFF2-40B4-BE49-F238E27FC236}">
                <a16:creationId xmlns:a16="http://schemas.microsoft.com/office/drawing/2014/main" id="{88D6CD3A-A4D6-4453-88BF-AF79FDCAB408}"/>
              </a:ext>
            </a:extLst>
          </p:cNvPr>
          <p:cNvSpPr/>
          <p:nvPr/>
        </p:nvSpPr>
        <p:spPr bwMode="gray">
          <a:xfrm>
            <a:off x="10775695" y="5210659"/>
            <a:ext cx="365760" cy="365760"/>
          </a:xfrm>
          <a:prstGeom prst="ellipse">
            <a:avLst/>
          </a:prstGeom>
          <a:solidFill>
            <a:srgbClr val="FFC0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99" name="Graphic 4">
            <a:extLst>
              <a:ext uri="{FF2B5EF4-FFF2-40B4-BE49-F238E27FC236}">
                <a16:creationId xmlns:a16="http://schemas.microsoft.com/office/drawing/2014/main" id="{E753F73E-ECBB-4705-B712-67DCEFA32501}"/>
              </a:ext>
            </a:extLst>
          </p:cNvPr>
          <p:cNvSpPr/>
          <p:nvPr/>
        </p:nvSpPr>
        <p:spPr>
          <a:xfrm>
            <a:off x="4002626" y="3070092"/>
            <a:ext cx="548640" cy="548640"/>
          </a:xfrm>
          <a:custGeom>
            <a:avLst/>
            <a:gdLst>
              <a:gd name="connsiteX0" fmla="*/ 180835 w 361670"/>
              <a:gd name="connsiteY0" fmla="*/ 0 h 361333"/>
              <a:gd name="connsiteX1" fmla="*/ 0 w 361670"/>
              <a:gd name="connsiteY1" fmla="*/ 180667 h 361333"/>
              <a:gd name="connsiteX2" fmla="*/ 180835 w 361670"/>
              <a:gd name="connsiteY2" fmla="*/ 361333 h 361333"/>
              <a:gd name="connsiteX3" fmla="*/ 361670 w 361670"/>
              <a:gd name="connsiteY3" fmla="*/ 180667 h 361333"/>
              <a:gd name="connsiteX4" fmla="*/ 180835 w 361670"/>
              <a:gd name="connsiteY4" fmla="*/ 0 h 361333"/>
              <a:gd name="connsiteX5" fmla="*/ 279240 w 361670"/>
              <a:gd name="connsiteY5" fmla="*/ 257275 h 361333"/>
              <a:gd name="connsiteX6" fmla="*/ 81791 w 361670"/>
              <a:gd name="connsiteY6" fmla="*/ 257275 h 361333"/>
              <a:gd name="connsiteX7" fmla="*/ 75401 w 361670"/>
              <a:gd name="connsiteY7" fmla="*/ 250891 h 361333"/>
              <a:gd name="connsiteX8" fmla="*/ 75401 w 361670"/>
              <a:gd name="connsiteY8" fmla="*/ 109804 h 361333"/>
              <a:gd name="connsiteX9" fmla="*/ 81791 w 361670"/>
              <a:gd name="connsiteY9" fmla="*/ 103420 h 361333"/>
              <a:gd name="connsiteX10" fmla="*/ 88181 w 361670"/>
              <a:gd name="connsiteY10" fmla="*/ 109804 h 361333"/>
              <a:gd name="connsiteX11" fmla="*/ 88181 w 361670"/>
              <a:gd name="connsiteY11" fmla="*/ 244507 h 361333"/>
              <a:gd name="connsiteX12" fmla="*/ 279240 w 361670"/>
              <a:gd name="connsiteY12" fmla="*/ 244507 h 361333"/>
              <a:gd name="connsiteX13" fmla="*/ 285630 w 361670"/>
              <a:gd name="connsiteY13" fmla="*/ 250891 h 361333"/>
              <a:gd name="connsiteX14" fmla="*/ 279240 w 361670"/>
              <a:gd name="connsiteY14" fmla="*/ 257275 h 361333"/>
              <a:gd name="connsiteX15" fmla="*/ 283713 w 361670"/>
              <a:gd name="connsiteY15" fmla="*/ 128956 h 361333"/>
              <a:gd name="connsiteX16" fmla="*/ 206395 w 361670"/>
              <a:gd name="connsiteY16" fmla="*/ 206203 h 361333"/>
              <a:gd name="connsiteX17" fmla="*/ 201922 w 361670"/>
              <a:gd name="connsiteY17" fmla="*/ 208118 h 361333"/>
              <a:gd name="connsiteX18" fmla="*/ 197449 w 361670"/>
              <a:gd name="connsiteY18" fmla="*/ 206203 h 361333"/>
              <a:gd name="connsiteX19" fmla="*/ 159748 w 361670"/>
              <a:gd name="connsiteY19" fmla="*/ 168537 h 361333"/>
              <a:gd name="connsiteX20" fmla="*/ 115019 w 361670"/>
              <a:gd name="connsiteY20" fmla="*/ 213225 h 361333"/>
              <a:gd name="connsiteX21" fmla="*/ 110546 w 361670"/>
              <a:gd name="connsiteY21" fmla="*/ 215140 h 361333"/>
              <a:gd name="connsiteX22" fmla="*/ 106073 w 361670"/>
              <a:gd name="connsiteY22" fmla="*/ 213225 h 361333"/>
              <a:gd name="connsiteX23" fmla="*/ 106073 w 361670"/>
              <a:gd name="connsiteY23" fmla="*/ 204287 h 361333"/>
              <a:gd name="connsiteX24" fmla="*/ 155275 w 361670"/>
              <a:gd name="connsiteY24" fmla="*/ 155131 h 361333"/>
              <a:gd name="connsiteX25" fmla="*/ 159748 w 361670"/>
              <a:gd name="connsiteY25" fmla="*/ 153216 h 361333"/>
              <a:gd name="connsiteX26" fmla="*/ 164221 w 361670"/>
              <a:gd name="connsiteY26" fmla="*/ 155131 h 361333"/>
              <a:gd name="connsiteX27" fmla="*/ 201922 w 361670"/>
              <a:gd name="connsiteY27" fmla="*/ 192796 h 361333"/>
              <a:gd name="connsiteX28" fmla="*/ 274767 w 361670"/>
              <a:gd name="connsiteY28" fmla="*/ 120019 h 361333"/>
              <a:gd name="connsiteX29" fmla="*/ 283713 w 361670"/>
              <a:gd name="connsiteY29" fmla="*/ 120019 h 361333"/>
              <a:gd name="connsiteX30" fmla="*/ 283713 w 361670"/>
              <a:gd name="connsiteY30" fmla="*/ 128956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61670" h="361333">
                <a:moveTo>
                  <a:pt x="180835" y="0"/>
                </a:moveTo>
                <a:cubicBezTo>
                  <a:pt x="80513" y="0"/>
                  <a:pt x="0" y="81077"/>
                  <a:pt x="0" y="180667"/>
                </a:cubicBezTo>
                <a:cubicBezTo>
                  <a:pt x="0" y="280895"/>
                  <a:pt x="81152" y="361333"/>
                  <a:pt x="180835" y="361333"/>
                </a:cubicBezTo>
                <a:cubicBezTo>
                  <a:pt x="281157" y="361333"/>
                  <a:pt x="361670" y="280257"/>
                  <a:pt x="361670" y="180667"/>
                </a:cubicBezTo>
                <a:cubicBezTo>
                  <a:pt x="361670" y="81077"/>
                  <a:pt x="280518" y="0"/>
                  <a:pt x="180835" y="0"/>
                </a:cubicBezTo>
                <a:close/>
                <a:moveTo>
                  <a:pt x="279240" y="257275"/>
                </a:moveTo>
                <a:lnTo>
                  <a:pt x="81791" y="257275"/>
                </a:lnTo>
                <a:cubicBezTo>
                  <a:pt x="77957" y="257275"/>
                  <a:pt x="75401" y="254721"/>
                  <a:pt x="75401" y="250891"/>
                </a:cubicBezTo>
                <a:lnTo>
                  <a:pt x="75401" y="109804"/>
                </a:lnTo>
                <a:cubicBezTo>
                  <a:pt x="75401" y="105974"/>
                  <a:pt x="77957" y="103420"/>
                  <a:pt x="81791" y="103420"/>
                </a:cubicBezTo>
                <a:cubicBezTo>
                  <a:pt x="85625" y="103420"/>
                  <a:pt x="88181" y="105974"/>
                  <a:pt x="88181" y="109804"/>
                </a:cubicBezTo>
                <a:lnTo>
                  <a:pt x="88181" y="244507"/>
                </a:lnTo>
                <a:lnTo>
                  <a:pt x="279240" y="244507"/>
                </a:lnTo>
                <a:cubicBezTo>
                  <a:pt x="283074" y="244507"/>
                  <a:pt x="285630" y="247060"/>
                  <a:pt x="285630" y="250891"/>
                </a:cubicBezTo>
                <a:cubicBezTo>
                  <a:pt x="285630" y="254721"/>
                  <a:pt x="283074" y="257275"/>
                  <a:pt x="279240" y="257275"/>
                </a:cubicBezTo>
                <a:close/>
                <a:moveTo>
                  <a:pt x="283713" y="128956"/>
                </a:moveTo>
                <a:lnTo>
                  <a:pt x="206395" y="206203"/>
                </a:lnTo>
                <a:cubicBezTo>
                  <a:pt x="205117" y="207479"/>
                  <a:pt x="203839" y="208118"/>
                  <a:pt x="201922" y="208118"/>
                </a:cubicBezTo>
                <a:cubicBezTo>
                  <a:pt x="200005" y="208118"/>
                  <a:pt x="198727" y="207479"/>
                  <a:pt x="197449" y="206203"/>
                </a:cubicBezTo>
                <a:lnTo>
                  <a:pt x="159748" y="168537"/>
                </a:lnTo>
                <a:lnTo>
                  <a:pt x="115019" y="213225"/>
                </a:lnTo>
                <a:cubicBezTo>
                  <a:pt x="113741" y="214502"/>
                  <a:pt x="111824" y="215140"/>
                  <a:pt x="110546" y="215140"/>
                </a:cubicBezTo>
                <a:cubicBezTo>
                  <a:pt x="109268" y="215140"/>
                  <a:pt x="107351" y="214502"/>
                  <a:pt x="106073" y="213225"/>
                </a:cubicBezTo>
                <a:cubicBezTo>
                  <a:pt x="103517" y="210671"/>
                  <a:pt x="103517" y="206841"/>
                  <a:pt x="106073" y="204287"/>
                </a:cubicBezTo>
                <a:lnTo>
                  <a:pt x="155275" y="155131"/>
                </a:lnTo>
                <a:cubicBezTo>
                  <a:pt x="156553" y="153854"/>
                  <a:pt x="157832" y="153216"/>
                  <a:pt x="159748" y="153216"/>
                </a:cubicBezTo>
                <a:cubicBezTo>
                  <a:pt x="161665" y="153216"/>
                  <a:pt x="162943" y="153854"/>
                  <a:pt x="164221" y="155131"/>
                </a:cubicBezTo>
                <a:lnTo>
                  <a:pt x="201922" y="192796"/>
                </a:lnTo>
                <a:lnTo>
                  <a:pt x="274767" y="120019"/>
                </a:lnTo>
                <a:cubicBezTo>
                  <a:pt x="277323" y="117465"/>
                  <a:pt x="281157" y="117465"/>
                  <a:pt x="283713" y="120019"/>
                </a:cubicBezTo>
                <a:cubicBezTo>
                  <a:pt x="286269" y="122572"/>
                  <a:pt x="286269" y="126403"/>
                  <a:pt x="283713" y="128956"/>
                </a:cubicBezTo>
                <a:close/>
              </a:path>
            </a:pathLst>
          </a:custGeom>
          <a:solidFill>
            <a:schemeClr val="accent2"/>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nvGrpSpPr>
          <p:cNvPr id="129" name="Graphic 4">
            <a:extLst>
              <a:ext uri="{FF2B5EF4-FFF2-40B4-BE49-F238E27FC236}">
                <a16:creationId xmlns:a16="http://schemas.microsoft.com/office/drawing/2014/main" id="{8055F14F-970F-47CF-BA8A-9417EE31156F}"/>
              </a:ext>
            </a:extLst>
          </p:cNvPr>
          <p:cNvGrpSpPr/>
          <p:nvPr/>
        </p:nvGrpSpPr>
        <p:grpSpPr>
          <a:xfrm>
            <a:off x="3992930" y="5114479"/>
            <a:ext cx="548643" cy="548637"/>
            <a:chOff x="5099808" y="4308712"/>
            <a:chExt cx="361670" cy="361333"/>
          </a:xfrm>
          <a:solidFill>
            <a:srgbClr val="0F58FD"/>
          </a:solidFill>
        </p:grpSpPr>
        <p:sp>
          <p:nvSpPr>
            <p:cNvPr id="130" name="Graphic 4">
              <a:extLst>
                <a:ext uri="{FF2B5EF4-FFF2-40B4-BE49-F238E27FC236}">
                  <a16:creationId xmlns:a16="http://schemas.microsoft.com/office/drawing/2014/main" id="{B9B1639B-65C8-4A63-958A-A2A9EEB08356}"/>
                </a:ext>
              </a:extLst>
            </p:cNvPr>
            <p:cNvSpPr/>
            <p:nvPr/>
          </p:nvSpPr>
          <p:spPr>
            <a:xfrm>
              <a:off x="5200130" y="4389788"/>
              <a:ext cx="14057" cy="14044"/>
            </a:xfrm>
            <a:custGeom>
              <a:avLst/>
              <a:gdLst>
                <a:gd name="connsiteX0" fmla="*/ 7029 w 14057"/>
                <a:gd name="connsiteY0" fmla="*/ 14045 h 14044"/>
                <a:gd name="connsiteX1" fmla="*/ 14058 w 14057"/>
                <a:gd name="connsiteY1" fmla="*/ 7022 h 14044"/>
                <a:gd name="connsiteX2" fmla="*/ 7029 w 14057"/>
                <a:gd name="connsiteY2" fmla="*/ 0 h 14044"/>
                <a:gd name="connsiteX3" fmla="*/ 0 w 14057"/>
                <a:gd name="connsiteY3" fmla="*/ 7022 h 14044"/>
                <a:gd name="connsiteX4" fmla="*/ 7029 w 14057"/>
                <a:gd name="connsiteY4" fmla="*/ 14045 h 140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57" h="14044">
                  <a:moveTo>
                    <a:pt x="7029" y="14045"/>
                  </a:moveTo>
                  <a:cubicBezTo>
                    <a:pt x="10863" y="14045"/>
                    <a:pt x="14058" y="10853"/>
                    <a:pt x="14058" y="7022"/>
                  </a:cubicBezTo>
                  <a:cubicBezTo>
                    <a:pt x="14058" y="3192"/>
                    <a:pt x="10863" y="0"/>
                    <a:pt x="7029" y="0"/>
                  </a:cubicBezTo>
                  <a:cubicBezTo>
                    <a:pt x="3195" y="0"/>
                    <a:pt x="0" y="3192"/>
                    <a:pt x="0" y="7022"/>
                  </a:cubicBezTo>
                  <a:cubicBezTo>
                    <a:pt x="0" y="10853"/>
                    <a:pt x="3195" y="14045"/>
                    <a:pt x="7029" y="1404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31" name="Graphic 4">
              <a:extLst>
                <a:ext uri="{FF2B5EF4-FFF2-40B4-BE49-F238E27FC236}">
                  <a16:creationId xmlns:a16="http://schemas.microsoft.com/office/drawing/2014/main" id="{61F91234-8CB3-4C6C-A55E-8161359C0B4C}"/>
                </a:ext>
              </a:extLst>
            </p:cNvPr>
            <p:cNvSpPr/>
            <p:nvPr/>
          </p:nvSpPr>
          <p:spPr>
            <a:xfrm>
              <a:off x="5195018" y="4438945"/>
              <a:ext cx="26837" cy="56817"/>
            </a:xfrm>
            <a:custGeom>
              <a:avLst/>
              <a:gdLst>
                <a:gd name="connsiteX0" fmla="*/ 11502 w 26837"/>
                <a:gd name="connsiteY0" fmla="*/ 0 h 56817"/>
                <a:gd name="connsiteX1" fmla="*/ 0 w 26837"/>
                <a:gd name="connsiteY1" fmla="*/ 56817 h 56817"/>
                <a:gd name="connsiteX2" fmla="*/ 26838 w 26837"/>
                <a:gd name="connsiteY2" fmla="*/ 56817 h 56817"/>
                <a:gd name="connsiteX3" fmla="*/ 15336 w 26837"/>
                <a:gd name="connsiteY3" fmla="*/ 0 h 56817"/>
              </a:gdLst>
              <a:ahLst/>
              <a:cxnLst>
                <a:cxn ang="0">
                  <a:pos x="connsiteX0" y="connsiteY0"/>
                </a:cxn>
                <a:cxn ang="0">
                  <a:pos x="connsiteX1" y="connsiteY1"/>
                </a:cxn>
                <a:cxn ang="0">
                  <a:pos x="connsiteX2" y="connsiteY2"/>
                </a:cxn>
                <a:cxn ang="0">
                  <a:pos x="connsiteX3" y="connsiteY3"/>
                </a:cxn>
              </a:cxnLst>
              <a:rect l="l" t="t" r="r" b="b"/>
              <a:pathLst>
                <a:path w="26837" h="56817">
                  <a:moveTo>
                    <a:pt x="11502" y="0"/>
                  </a:moveTo>
                  <a:lnTo>
                    <a:pt x="0" y="56817"/>
                  </a:lnTo>
                  <a:lnTo>
                    <a:pt x="26838" y="56817"/>
                  </a:lnTo>
                  <a:lnTo>
                    <a:pt x="15336" y="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32" name="Graphic 4">
              <a:extLst>
                <a:ext uri="{FF2B5EF4-FFF2-40B4-BE49-F238E27FC236}">
                  <a16:creationId xmlns:a16="http://schemas.microsoft.com/office/drawing/2014/main" id="{B855B057-D1CD-4F07-93D4-C91BEB4229EE}"/>
                </a:ext>
              </a:extLst>
            </p:cNvPr>
            <p:cNvSpPr/>
            <p:nvPr/>
          </p:nvSpPr>
          <p:spPr>
            <a:xfrm>
              <a:off x="5343904" y="4389788"/>
              <a:ext cx="14057" cy="14044"/>
            </a:xfrm>
            <a:custGeom>
              <a:avLst/>
              <a:gdLst>
                <a:gd name="connsiteX0" fmla="*/ 14058 w 14057"/>
                <a:gd name="connsiteY0" fmla="*/ 7022 h 14044"/>
                <a:gd name="connsiteX1" fmla="*/ 7029 w 14057"/>
                <a:gd name="connsiteY1" fmla="*/ 14044 h 14044"/>
                <a:gd name="connsiteX2" fmla="*/ 0 w 14057"/>
                <a:gd name="connsiteY2" fmla="*/ 7022 h 14044"/>
                <a:gd name="connsiteX3" fmla="*/ 7029 w 14057"/>
                <a:gd name="connsiteY3" fmla="*/ 0 h 14044"/>
                <a:gd name="connsiteX4" fmla="*/ 14058 w 14057"/>
                <a:gd name="connsiteY4" fmla="*/ 7022 h 140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57" h="14044">
                  <a:moveTo>
                    <a:pt x="14058" y="7022"/>
                  </a:moveTo>
                  <a:cubicBezTo>
                    <a:pt x="14058" y="10900"/>
                    <a:pt x="10911" y="14044"/>
                    <a:pt x="7029" y="14044"/>
                  </a:cubicBezTo>
                  <a:cubicBezTo>
                    <a:pt x="3147" y="14044"/>
                    <a:pt x="0" y="10900"/>
                    <a:pt x="0" y="7022"/>
                  </a:cubicBezTo>
                  <a:cubicBezTo>
                    <a:pt x="0" y="3144"/>
                    <a:pt x="3147" y="0"/>
                    <a:pt x="7029" y="0"/>
                  </a:cubicBezTo>
                  <a:cubicBezTo>
                    <a:pt x="10911" y="0"/>
                    <a:pt x="14058" y="3144"/>
                    <a:pt x="14058" y="702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33" name="Graphic 4">
              <a:extLst>
                <a:ext uri="{FF2B5EF4-FFF2-40B4-BE49-F238E27FC236}">
                  <a16:creationId xmlns:a16="http://schemas.microsoft.com/office/drawing/2014/main" id="{190C6A5C-AA35-4B9D-856E-D68F0EE5BFE7}"/>
                </a:ext>
              </a:extLst>
            </p:cNvPr>
            <p:cNvSpPr/>
            <p:nvPr/>
          </p:nvSpPr>
          <p:spPr>
            <a:xfrm>
              <a:off x="5267225" y="4486186"/>
              <a:ext cx="27476" cy="56817"/>
            </a:xfrm>
            <a:custGeom>
              <a:avLst/>
              <a:gdLst>
                <a:gd name="connsiteX0" fmla="*/ 12141 w 27476"/>
                <a:gd name="connsiteY0" fmla="*/ 0 h 56817"/>
                <a:gd name="connsiteX1" fmla="*/ 0 w 27476"/>
                <a:gd name="connsiteY1" fmla="*/ 56818 h 56817"/>
                <a:gd name="connsiteX2" fmla="*/ 27477 w 27476"/>
                <a:gd name="connsiteY2" fmla="*/ 56818 h 56817"/>
                <a:gd name="connsiteX3" fmla="*/ 15336 w 27476"/>
                <a:gd name="connsiteY3" fmla="*/ 0 h 56817"/>
              </a:gdLst>
              <a:ahLst/>
              <a:cxnLst>
                <a:cxn ang="0">
                  <a:pos x="connsiteX0" y="connsiteY0"/>
                </a:cxn>
                <a:cxn ang="0">
                  <a:pos x="connsiteX1" y="connsiteY1"/>
                </a:cxn>
                <a:cxn ang="0">
                  <a:pos x="connsiteX2" y="connsiteY2"/>
                </a:cxn>
                <a:cxn ang="0">
                  <a:pos x="connsiteX3" y="connsiteY3"/>
                </a:cxn>
              </a:cxnLst>
              <a:rect l="l" t="t" r="r" b="b"/>
              <a:pathLst>
                <a:path w="27476" h="56817">
                  <a:moveTo>
                    <a:pt x="12141" y="0"/>
                  </a:moveTo>
                  <a:lnTo>
                    <a:pt x="0" y="56818"/>
                  </a:lnTo>
                  <a:lnTo>
                    <a:pt x="27477" y="56818"/>
                  </a:lnTo>
                  <a:lnTo>
                    <a:pt x="15336" y="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34" name="Graphic 4">
              <a:extLst>
                <a:ext uri="{FF2B5EF4-FFF2-40B4-BE49-F238E27FC236}">
                  <a16:creationId xmlns:a16="http://schemas.microsoft.com/office/drawing/2014/main" id="{AEAD701C-9518-49DC-BE16-514EFC77B5C8}"/>
                </a:ext>
              </a:extLst>
            </p:cNvPr>
            <p:cNvSpPr/>
            <p:nvPr/>
          </p:nvSpPr>
          <p:spPr>
            <a:xfrm>
              <a:off x="5273615" y="4437668"/>
              <a:ext cx="13419" cy="12767"/>
            </a:xfrm>
            <a:custGeom>
              <a:avLst/>
              <a:gdLst>
                <a:gd name="connsiteX0" fmla="*/ 6390 w 13419"/>
                <a:gd name="connsiteY0" fmla="*/ 12768 h 12767"/>
                <a:gd name="connsiteX1" fmla="*/ 13419 w 13419"/>
                <a:gd name="connsiteY1" fmla="*/ 6384 h 12767"/>
                <a:gd name="connsiteX2" fmla="*/ 7029 w 13419"/>
                <a:gd name="connsiteY2" fmla="*/ 0 h 12767"/>
                <a:gd name="connsiteX3" fmla="*/ 0 w 13419"/>
                <a:gd name="connsiteY3" fmla="*/ 7022 h 12767"/>
                <a:gd name="connsiteX4" fmla="*/ 639 w 13419"/>
                <a:gd name="connsiteY4" fmla="*/ 9576 h 12767"/>
                <a:gd name="connsiteX5" fmla="*/ 6390 w 13419"/>
                <a:gd name="connsiteY5"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19" h="12767">
                  <a:moveTo>
                    <a:pt x="6390" y="12768"/>
                  </a:moveTo>
                  <a:cubicBezTo>
                    <a:pt x="10224" y="12768"/>
                    <a:pt x="12780" y="9576"/>
                    <a:pt x="13419" y="6384"/>
                  </a:cubicBezTo>
                  <a:cubicBezTo>
                    <a:pt x="13419" y="2554"/>
                    <a:pt x="10224" y="0"/>
                    <a:pt x="7029" y="0"/>
                  </a:cubicBezTo>
                  <a:cubicBezTo>
                    <a:pt x="3195" y="0"/>
                    <a:pt x="0" y="3192"/>
                    <a:pt x="0" y="7022"/>
                  </a:cubicBezTo>
                  <a:cubicBezTo>
                    <a:pt x="0" y="7661"/>
                    <a:pt x="0" y="8938"/>
                    <a:pt x="639" y="9576"/>
                  </a:cubicBezTo>
                  <a:cubicBezTo>
                    <a:pt x="1278" y="10853"/>
                    <a:pt x="3834"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35" name="Graphic 4">
              <a:extLst>
                <a:ext uri="{FF2B5EF4-FFF2-40B4-BE49-F238E27FC236}">
                  <a16:creationId xmlns:a16="http://schemas.microsoft.com/office/drawing/2014/main" id="{2E312859-2EA4-43FA-96C1-9435CE22ABE3}"/>
                </a:ext>
              </a:extLst>
            </p:cNvPr>
            <p:cNvSpPr/>
            <p:nvPr/>
          </p:nvSpPr>
          <p:spPr>
            <a:xfrm>
              <a:off x="5099808" y="4308712"/>
              <a:ext cx="361670" cy="361333"/>
            </a:xfrm>
            <a:custGeom>
              <a:avLst/>
              <a:gdLst>
                <a:gd name="connsiteX0" fmla="*/ 180836 w 361670"/>
                <a:gd name="connsiteY0" fmla="*/ 0 h 361333"/>
                <a:gd name="connsiteX1" fmla="*/ 0 w 361670"/>
                <a:gd name="connsiteY1" fmla="*/ 180667 h 361333"/>
                <a:gd name="connsiteX2" fmla="*/ 180836 w 361670"/>
                <a:gd name="connsiteY2" fmla="*/ 361334 h 361333"/>
                <a:gd name="connsiteX3" fmla="*/ 361671 w 361670"/>
                <a:gd name="connsiteY3" fmla="*/ 180667 h 361333"/>
                <a:gd name="connsiteX4" fmla="*/ 180836 w 361670"/>
                <a:gd name="connsiteY4" fmla="*/ 0 h 361333"/>
                <a:gd name="connsiteX5" fmla="*/ 251125 w 361670"/>
                <a:gd name="connsiteY5" fmla="*/ 68309 h 361333"/>
                <a:gd name="connsiteX6" fmla="*/ 270934 w 361670"/>
                <a:gd name="connsiteY6" fmla="*/ 88099 h 361333"/>
                <a:gd name="connsiteX7" fmla="*/ 251125 w 361670"/>
                <a:gd name="connsiteY7" fmla="*/ 107889 h 361333"/>
                <a:gd name="connsiteX8" fmla="*/ 231316 w 361670"/>
                <a:gd name="connsiteY8" fmla="*/ 88099 h 361333"/>
                <a:gd name="connsiteX9" fmla="*/ 251125 w 361670"/>
                <a:gd name="connsiteY9" fmla="*/ 68309 h 361333"/>
                <a:gd name="connsiteX10" fmla="*/ 180196 w 361670"/>
                <a:gd name="connsiteY10" fmla="*/ 114912 h 361333"/>
                <a:gd name="connsiteX11" fmla="*/ 200005 w 361670"/>
                <a:gd name="connsiteY11" fmla="*/ 134702 h 361333"/>
                <a:gd name="connsiteX12" fmla="*/ 200005 w 361670"/>
                <a:gd name="connsiteY12" fmla="*/ 135341 h 361333"/>
                <a:gd name="connsiteX13" fmla="*/ 200005 w 361670"/>
                <a:gd name="connsiteY13" fmla="*/ 135979 h 361333"/>
                <a:gd name="connsiteX14" fmla="*/ 180196 w 361670"/>
                <a:gd name="connsiteY14" fmla="*/ 155769 h 361333"/>
                <a:gd name="connsiteX15" fmla="*/ 162305 w 361670"/>
                <a:gd name="connsiteY15" fmla="*/ 143640 h 361333"/>
                <a:gd name="connsiteX16" fmla="*/ 160388 w 361670"/>
                <a:gd name="connsiteY16" fmla="*/ 135341 h 361333"/>
                <a:gd name="connsiteX17" fmla="*/ 180196 w 361670"/>
                <a:gd name="connsiteY17" fmla="*/ 114912 h 361333"/>
                <a:gd name="connsiteX18" fmla="*/ 107351 w 361670"/>
                <a:gd name="connsiteY18" fmla="*/ 68309 h 361333"/>
                <a:gd name="connsiteX19" fmla="*/ 127160 w 361670"/>
                <a:gd name="connsiteY19" fmla="*/ 88099 h 361333"/>
                <a:gd name="connsiteX20" fmla="*/ 107351 w 361670"/>
                <a:gd name="connsiteY20" fmla="*/ 107889 h 361333"/>
                <a:gd name="connsiteX21" fmla="*/ 87542 w 361670"/>
                <a:gd name="connsiteY21" fmla="*/ 88099 h 361333"/>
                <a:gd name="connsiteX22" fmla="*/ 107351 w 361670"/>
                <a:gd name="connsiteY22" fmla="*/ 68309 h 361333"/>
                <a:gd name="connsiteX23" fmla="*/ 67734 w 361670"/>
                <a:gd name="connsiteY23" fmla="*/ 185774 h 361333"/>
                <a:gd name="connsiteX24" fmla="*/ 66456 w 361670"/>
                <a:gd name="connsiteY24" fmla="*/ 185774 h 361333"/>
                <a:gd name="connsiteX25" fmla="*/ 61982 w 361670"/>
                <a:gd name="connsiteY25" fmla="*/ 178113 h 361333"/>
                <a:gd name="connsiteX26" fmla="*/ 75402 w 361670"/>
                <a:gd name="connsiteY26" fmla="*/ 123211 h 361333"/>
                <a:gd name="connsiteX27" fmla="*/ 83069 w 361670"/>
                <a:gd name="connsiteY27" fmla="*/ 118742 h 361333"/>
                <a:gd name="connsiteX28" fmla="*/ 87542 w 361670"/>
                <a:gd name="connsiteY28" fmla="*/ 126403 h 361333"/>
                <a:gd name="connsiteX29" fmla="*/ 74124 w 361670"/>
                <a:gd name="connsiteY29" fmla="*/ 181305 h 361333"/>
                <a:gd name="connsiteX30" fmla="*/ 67734 w 361670"/>
                <a:gd name="connsiteY30" fmla="*/ 185774 h 361333"/>
                <a:gd name="connsiteX31" fmla="*/ 134828 w 361670"/>
                <a:gd name="connsiteY31" fmla="*/ 197265 h 361333"/>
                <a:gd name="connsiteX32" fmla="*/ 129716 w 361670"/>
                <a:gd name="connsiteY32" fmla="*/ 199819 h 361333"/>
                <a:gd name="connsiteX33" fmla="*/ 129077 w 361670"/>
                <a:gd name="connsiteY33" fmla="*/ 199819 h 361333"/>
                <a:gd name="connsiteX34" fmla="*/ 129077 w 361670"/>
                <a:gd name="connsiteY34" fmla="*/ 252806 h 361333"/>
                <a:gd name="connsiteX35" fmla="*/ 122687 w 361670"/>
                <a:gd name="connsiteY35" fmla="*/ 259190 h 361333"/>
                <a:gd name="connsiteX36" fmla="*/ 116297 w 361670"/>
                <a:gd name="connsiteY36" fmla="*/ 252806 h 361333"/>
                <a:gd name="connsiteX37" fmla="*/ 116297 w 361670"/>
                <a:gd name="connsiteY37" fmla="*/ 199819 h 361333"/>
                <a:gd name="connsiteX38" fmla="*/ 100961 w 361670"/>
                <a:gd name="connsiteY38" fmla="*/ 199819 h 361333"/>
                <a:gd name="connsiteX39" fmla="*/ 100961 w 361670"/>
                <a:gd name="connsiteY39" fmla="*/ 252806 h 361333"/>
                <a:gd name="connsiteX40" fmla="*/ 94571 w 361670"/>
                <a:gd name="connsiteY40" fmla="*/ 259190 h 361333"/>
                <a:gd name="connsiteX41" fmla="*/ 88181 w 361670"/>
                <a:gd name="connsiteY41" fmla="*/ 252806 h 361333"/>
                <a:gd name="connsiteX42" fmla="*/ 88181 w 361670"/>
                <a:gd name="connsiteY42" fmla="*/ 199819 h 361333"/>
                <a:gd name="connsiteX43" fmla="*/ 87542 w 361670"/>
                <a:gd name="connsiteY43" fmla="*/ 199819 h 361333"/>
                <a:gd name="connsiteX44" fmla="*/ 82430 w 361670"/>
                <a:gd name="connsiteY44" fmla="*/ 197265 h 361333"/>
                <a:gd name="connsiteX45" fmla="*/ 81152 w 361670"/>
                <a:gd name="connsiteY45" fmla="*/ 192158 h 361333"/>
                <a:gd name="connsiteX46" fmla="*/ 95210 w 361670"/>
                <a:gd name="connsiteY46" fmla="*/ 122573 h 361333"/>
                <a:gd name="connsiteX47" fmla="*/ 101600 w 361670"/>
                <a:gd name="connsiteY47" fmla="*/ 117465 h 361333"/>
                <a:gd name="connsiteX48" fmla="*/ 115658 w 361670"/>
                <a:gd name="connsiteY48" fmla="*/ 117465 h 361333"/>
                <a:gd name="connsiteX49" fmla="*/ 122048 w 361670"/>
                <a:gd name="connsiteY49" fmla="*/ 122573 h 361333"/>
                <a:gd name="connsiteX50" fmla="*/ 136745 w 361670"/>
                <a:gd name="connsiteY50" fmla="*/ 192158 h 361333"/>
                <a:gd name="connsiteX51" fmla="*/ 134828 w 361670"/>
                <a:gd name="connsiteY51" fmla="*/ 197265 h 361333"/>
                <a:gd name="connsiteX52" fmla="*/ 207673 w 361670"/>
                <a:gd name="connsiteY52" fmla="*/ 244506 h 361333"/>
                <a:gd name="connsiteX53" fmla="*/ 202561 w 361670"/>
                <a:gd name="connsiteY53" fmla="*/ 247060 h 361333"/>
                <a:gd name="connsiteX54" fmla="*/ 201283 w 361670"/>
                <a:gd name="connsiteY54" fmla="*/ 247060 h 361333"/>
                <a:gd name="connsiteX55" fmla="*/ 201283 w 361670"/>
                <a:gd name="connsiteY55" fmla="*/ 300047 h 361333"/>
                <a:gd name="connsiteX56" fmla="*/ 194893 w 361670"/>
                <a:gd name="connsiteY56" fmla="*/ 306431 h 361333"/>
                <a:gd name="connsiteX57" fmla="*/ 188503 w 361670"/>
                <a:gd name="connsiteY57" fmla="*/ 300047 h 361333"/>
                <a:gd name="connsiteX58" fmla="*/ 188503 w 361670"/>
                <a:gd name="connsiteY58" fmla="*/ 247060 h 361333"/>
                <a:gd name="connsiteX59" fmla="*/ 175084 w 361670"/>
                <a:gd name="connsiteY59" fmla="*/ 247060 h 361333"/>
                <a:gd name="connsiteX60" fmla="*/ 175084 w 361670"/>
                <a:gd name="connsiteY60" fmla="*/ 300047 h 361333"/>
                <a:gd name="connsiteX61" fmla="*/ 168695 w 361670"/>
                <a:gd name="connsiteY61" fmla="*/ 306431 h 361333"/>
                <a:gd name="connsiteX62" fmla="*/ 162305 w 361670"/>
                <a:gd name="connsiteY62" fmla="*/ 300047 h 361333"/>
                <a:gd name="connsiteX63" fmla="*/ 162305 w 361670"/>
                <a:gd name="connsiteY63" fmla="*/ 247060 h 361333"/>
                <a:gd name="connsiteX64" fmla="*/ 160388 w 361670"/>
                <a:gd name="connsiteY64" fmla="*/ 247060 h 361333"/>
                <a:gd name="connsiteX65" fmla="*/ 155276 w 361670"/>
                <a:gd name="connsiteY65" fmla="*/ 244506 h 361333"/>
                <a:gd name="connsiteX66" fmla="*/ 153998 w 361670"/>
                <a:gd name="connsiteY66" fmla="*/ 239399 h 361333"/>
                <a:gd name="connsiteX67" fmla="*/ 168056 w 361670"/>
                <a:gd name="connsiteY67" fmla="*/ 169814 h 361333"/>
                <a:gd name="connsiteX68" fmla="*/ 174446 w 361670"/>
                <a:gd name="connsiteY68" fmla="*/ 164707 h 361333"/>
                <a:gd name="connsiteX69" fmla="*/ 188503 w 361670"/>
                <a:gd name="connsiteY69" fmla="*/ 164707 h 361333"/>
                <a:gd name="connsiteX70" fmla="*/ 194893 w 361670"/>
                <a:gd name="connsiteY70" fmla="*/ 169814 h 361333"/>
                <a:gd name="connsiteX71" fmla="*/ 209590 w 361670"/>
                <a:gd name="connsiteY71" fmla="*/ 239399 h 361333"/>
                <a:gd name="connsiteX72" fmla="*/ 207673 w 361670"/>
                <a:gd name="connsiteY72" fmla="*/ 244506 h 361333"/>
                <a:gd name="connsiteX73" fmla="*/ 277962 w 361670"/>
                <a:gd name="connsiteY73" fmla="*/ 197265 h 361333"/>
                <a:gd name="connsiteX74" fmla="*/ 272850 w 361670"/>
                <a:gd name="connsiteY74" fmla="*/ 199819 h 361333"/>
                <a:gd name="connsiteX75" fmla="*/ 272212 w 361670"/>
                <a:gd name="connsiteY75" fmla="*/ 199819 h 361333"/>
                <a:gd name="connsiteX76" fmla="*/ 272212 w 361670"/>
                <a:gd name="connsiteY76" fmla="*/ 252806 h 361333"/>
                <a:gd name="connsiteX77" fmla="*/ 265822 w 361670"/>
                <a:gd name="connsiteY77" fmla="*/ 259190 h 361333"/>
                <a:gd name="connsiteX78" fmla="*/ 259432 w 361670"/>
                <a:gd name="connsiteY78" fmla="*/ 252806 h 361333"/>
                <a:gd name="connsiteX79" fmla="*/ 259432 w 361670"/>
                <a:gd name="connsiteY79" fmla="*/ 199819 h 361333"/>
                <a:gd name="connsiteX80" fmla="*/ 244096 w 361670"/>
                <a:gd name="connsiteY80" fmla="*/ 199819 h 361333"/>
                <a:gd name="connsiteX81" fmla="*/ 244096 w 361670"/>
                <a:gd name="connsiteY81" fmla="*/ 252806 h 361333"/>
                <a:gd name="connsiteX82" fmla="*/ 237706 w 361670"/>
                <a:gd name="connsiteY82" fmla="*/ 259190 h 361333"/>
                <a:gd name="connsiteX83" fmla="*/ 231316 w 361670"/>
                <a:gd name="connsiteY83" fmla="*/ 252806 h 361333"/>
                <a:gd name="connsiteX84" fmla="*/ 231316 w 361670"/>
                <a:gd name="connsiteY84" fmla="*/ 199819 h 361333"/>
                <a:gd name="connsiteX85" fmla="*/ 230677 w 361670"/>
                <a:gd name="connsiteY85" fmla="*/ 199819 h 361333"/>
                <a:gd name="connsiteX86" fmla="*/ 225565 w 361670"/>
                <a:gd name="connsiteY86" fmla="*/ 197265 h 361333"/>
                <a:gd name="connsiteX87" fmla="*/ 224287 w 361670"/>
                <a:gd name="connsiteY87" fmla="*/ 192158 h 361333"/>
                <a:gd name="connsiteX88" fmla="*/ 238345 w 361670"/>
                <a:gd name="connsiteY88" fmla="*/ 122573 h 361333"/>
                <a:gd name="connsiteX89" fmla="*/ 244735 w 361670"/>
                <a:gd name="connsiteY89" fmla="*/ 117465 h 361333"/>
                <a:gd name="connsiteX90" fmla="*/ 258792 w 361670"/>
                <a:gd name="connsiteY90" fmla="*/ 117465 h 361333"/>
                <a:gd name="connsiteX91" fmla="*/ 265182 w 361670"/>
                <a:gd name="connsiteY91" fmla="*/ 122573 h 361333"/>
                <a:gd name="connsiteX92" fmla="*/ 279880 w 361670"/>
                <a:gd name="connsiteY92" fmla="*/ 192158 h 361333"/>
                <a:gd name="connsiteX93" fmla="*/ 277962 w 361670"/>
                <a:gd name="connsiteY93" fmla="*/ 197265 h 361333"/>
                <a:gd name="connsiteX94" fmla="*/ 294576 w 361670"/>
                <a:gd name="connsiteY94" fmla="*/ 185774 h 361333"/>
                <a:gd name="connsiteX95" fmla="*/ 293298 w 361670"/>
                <a:gd name="connsiteY95" fmla="*/ 185774 h 361333"/>
                <a:gd name="connsiteX96" fmla="*/ 286908 w 361670"/>
                <a:gd name="connsiteY96" fmla="*/ 180667 h 361333"/>
                <a:gd name="connsiteX97" fmla="*/ 273490 w 361670"/>
                <a:gd name="connsiteY97" fmla="*/ 125765 h 361333"/>
                <a:gd name="connsiteX98" fmla="*/ 277962 w 361670"/>
                <a:gd name="connsiteY98" fmla="*/ 118104 h 361333"/>
                <a:gd name="connsiteX99" fmla="*/ 285630 w 361670"/>
                <a:gd name="connsiteY99" fmla="*/ 122573 h 361333"/>
                <a:gd name="connsiteX100" fmla="*/ 299049 w 361670"/>
                <a:gd name="connsiteY100" fmla="*/ 177475 h 361333"/>
                <a:gd name="connsiteX101" fmla="*/ 294576 w 361670"/>
                <a:gd name="connsiteY101" fmla="*/ 185774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361670" h="361333">
                  <a:moveTo>
                    <a:pt x="180836" y="0"/>
                  </a:moveTo>
                  <a:cubicBezTo>
                    <a:pt x="80513" y="0"/>
                    <a:pt x="0" y="81077"/>
                    <a:pt x="0" y="180667"/>
                  </a:cubicBezTo>
                  <a:cubicBezTo>
                    <a:pt x="0" y="280895"/>
                    <a:pt x="81152" y="361334"/>
                    <a:pt x="180836" y="361334"/>
                  </a:cubicBezTo>
                  <a:cubicBezTo>
                    <a:pt x="281157" y="361334"/>
                    <a:pt x="361671" y="280257"/>
                    <a:pt x="361671" y="180667"/>
                  </a:cubicBezTo>
                  <a:cubicBezTo>
                    <a:pt x="361671" y="81077"/>
                    <a:pt x="280518" y="0"/>
                    <a:pt x="180836" y="0"/>
                  </a:cubicBezTo>
                  <a:close/>
                  <a:moveTo>
                    <a:pt x="251125" y="68309"/>
                  </a:moveTo>
                  <a:cubicBezTo>
                    <a:pt x="261987" y="68309"/>
                    <a:pt x="270934" y="77246"/>
                    <a:pt x="270934" y="88099"/>
                  </a:cubicBezTo>
                  <a:cubicBezTo>
                    <a:pt x="270934" y="98952"/>
                    <a:pt x="261987" y="107889"/>
                    <a:pt x="251125" y="107889"/>
                  </a:cubicBezTo>
                  <a:cubicBezTo>
                    <a:pt x="240262" y="107889"/>
                    <a:pt x="231316" y="98952"/>
                    <a:pt x="231316" y="88099"/>
                  </a:cubicBezTo>
                  <a:cubicBezTo>
                    <a:pt x="231316" y="77246"/>
                    <a:pt x="240262" y="68309"/>
                    <a:pt x="251125" y="68309"/>
                  </a:cubicBezTo>
                  <a:close/>
                  <a:moveTo>
                    <a:pt x="180196" y="114912"/>
                  </a:moveTo>
                  <a:cubicBezTo>
                    <a:pt x="191059" y="114912"/>
                    <a:pt x="200005" y="123849"/>
                    <a:pt x="200005" y="134702"/>
                  </a:cubicBezTo>
                  <a:cubicBezTo>
                    <a:pt x="200005" y="134702"/>
                    <a:pt x="200005" y="134702"/>
                    <a:pt x="200005" y="135341"/>
                  </a:cubicBezTo>
                  <a:cubicBezTo>
                    <a:pt x="200005" y="135341"/>
                    <a:pt x="200005" y="135341"/>
                    <a:pt x="200005" y="135979"/>
                  </a:cubicBezTo>
                  <a:cubicBezTo>
                    <a:pt x="200005" y="146832"/>
                    <a:pt x="191059" y="155769"/>
                    <a:pt x="180196" y="155769"/>
                  </a:cubicBezTo>
                  <a:cubicBezTo>
                    <a:pt x="171889" y="155769"/>
                    <a:pt x="164861" y="150662"/>
                    <a:pt x="162305" y="143640"/>
                  </a:cubicBezTo>
                  <a:cubicBezTo>
                    <a:pt x="161027" y="141086"/>
                    <a:pt x="160388" y="138533"/>
                    <a:pt x="160388" y="135341"/>
                  </a:cubicBezTo>
                  <a:cubicBezTo>
                    <a:pt x="160388" y="123849"/>
                    <a:pt x="169333" y="114912"/>
                    <a:pt x="180196" y="114912"/>
                  </a:cubicBezTo>
                  <a:close/>
                  <a:moveTo>
                    <a:pt x="107351" y="68309"/>
                  </a:moveTo>
                  <a:cubicBezTo>
                    <a:pt x="118214" y="68309"/>
                    <a:pt x="127160" y="77246"/>
                    <a:pt x="127160" y="88099"/>
                  </a:cubicBezTo>
                  <a:cubicBezTo>
                    <a:pt x="127160" y="98952"/>
                    <a:pt x="118214" y="107889"/>
                    <a:pt x="107351" y="107889"/>
                  </a:cubicBezTo>
                  <a:cubicBezTo>
                    <a:pt x="96488" y="107889"/>
                    <a:pt x="87542" y="98952"/>
                    <a:pt x="87542" y="88099"/>
                  </a:cubicBezTo>
                  <a:cubicBezTo>
                    <a:pt x="87542" y="77246"/>
                    <a:pt x="96488" y="68309"/>
                    <a:pt x="107351" y="68309"/>
                  </a:cubicBezTo>
                  <a:close/>
                  <a:moveTo>
                    <a:pt x="67734" y="185774"/>
                  </a:moveTo>
                  <a:cubicBezTo>
                    <a:pt x="67094" y="185774"/>
                    <a:pt x="66456" y="185774"/>
                    <a:pt x="66456" y="185774"/>
                  </a:cubicBezTo>
                  <a:cubicBezTo>
                    <a:pt x="63261" y="185135"/>
                    <a:pt x="60704" y="181305"/>
                    <a:pt x="61982" y="178113"/>
                  </a:cubicBezTo>
                  <a:lnTo>
                    <a:pt x="75402" y="123211"/>
                  </a:lnTo>
                  <a:cubicBezTo>
                    <a:pt x="76040" y="120019"/>
                    <a:pt x="79874" y="117465"/>
                    <a:pt x="83069" y="118742"/>
                  </a:cubicBezTo>
                  <a:cubicBezTo>
                    <a:pt x="86264" y="119381"/>
                    <a:pt x="88820" y="123211"/>
                    <a:pt x="87542" y="126403"/>
                  </a:cubicBezTo>
                  <a:lnTo>
                    <a:pt x="74124" y="181305"/>
                  </a:lnTo>
                  <a:cubicBezTo>
                    <a:pt x="73484" y="183859"/>
                    <a:pt x="70929" y="185774"/>
                    <a:pt x="67734" y="185774"/>
                  </a:cubicBezTo>
                  <a:close/>
                  <a:moveTo>
                    <a:pt x="134828" y="197265"/>
                  </a:moveTo>
                  <a:cubicBezTo>
                    <a:pt x="133550" y="198542"/>
                    <a:pt x="131633" y="199819"/>
                    <a:pt x="129716" y="199819"/>
                  </a:cubicBezTo>
                  <a:lnTo>
                    <a:pt x="129077" y="199819"/>
                  </a:lnTo>
                  <a:lnTo>
                    <a:pt x="129077" y="252806"/>
                  </a:lnTo>
                  <a:cubicBezTo>
                    <a:pt x="129077" y="256636"/>
                    <a:pt x="126521" y="259190"/>
                    <a:pt x="122687" y="259190"/>
                  </a:cubicBezTo>
                  <a:cubicBezTo>
                    <a:pt x="118853" y="259190"/>
                    <a:pt x="116297" y="256636"/>
                    <a:pt x="116297" y="252806"/>
                  </a:cubicBezTo>
                  <a:lnTo>
                    <a:pt x="116297" y="199819"/>
                  </a:lnTo>
                  <a:lnTo>
                    <a:pt x="100961" y="199819"/>
                  </a:lnTo>
                  <a:lnTo>
                    <a:pt x="100961" y="252806"/>
                  </a:lnTo>
                  <a:cubicBezTo>
                    <a:pt x="100961" y="256636"/>
                    <a:pt x="98405" y="259190"/>
                    <a:pt x="94571" y="259190"/>
                  </a:cubicBezTo>
                  <a:cubicBezTo>
                    <a:pt x="90737" y="259190"/>
                    <a:pt x="88181" y="256636"/>
                    <a:pt x="88181" y="252806"/>
                  </a:cubicBezTo>
                  <a:lnTo>
                    <a:pt x="88181" y="199819"/>
                  </a:lnTo>
                  <a:lnTo>
                    <a:pt x="87542" y="199819"/>
                  </a:lnTo>
                  <a:cubicBezTo>
                    <a:pt x="85625" y="199819"/>
                    <a:pt x="83708" y="199180"/>
                    <a:pt x="82430" y="197265"/>
                  </a:cubicBezTo>
                  <a:cubicBezTo>
                    <a:pt x="81152" y="195988"/>
                    <a:pt x="80513" y="194073"/>
                    <a:pt x="81152" y="192158"/>
                  </a:cubicBezTo>
                  <a:lnTo>
                    <a:pt x="95210" y="122573"/>
                  </a:lnTo>
                  <a:cubicBezTo>
                    <a:pt x="95849" y="119381"/>
                    <a:pt x="98405" y="117465"/>
                    <a:pt x="101600" y="117465"/>
                  </a:cubicBezTo>
                  <a:lnTo>
                    <a:pt x="115658" y="117465"/>
                  </a:lnTo>
                  <a:cubicBezTo>
                    <a:pt x="118853" y="117465"/>
                    <a:pt x="121409" y="119381"/>
                    <a:pt x="122048" y="122573"/>
                  </a:cubicBezTo>
                  <a:lnTo>
                    <a:pt x="136745" y="192158"/>
                  </a:lnTo>
                  <a:cubicBezTo>
                    <a:pt x="136745" y="194073"/>
                    <a:pt x="136106" y="195988"/>
                    <a:pt x="134828" y="197265"/>
                  </a:cubicBezTo>
                  <a:close/>
                  <a:moveTo>
                    <a:pt x="207673" y="244506"/>
                  </a:moveTo>
                  <a:cubicBezTo>
                    <a:pt x="206395" y="245783"/>
                    <a:pt x="204478" y="247060"/>
                    <a:pt x="202561" y="247060"/>
                  </a:cubicBezTo>
                  <a:lnTo>
                    <a:pt x="201283" y="247060"/>
                  </a:lnTo>
                  <a:lnTo>
                    <a:pt x="201283" y="300047"/>
                  </a:lnTo>
                  <a:cubicBezTo>
                    <a:pt x="201283" y="303878"/>
                    <a:pt x="198727" y="306431"/>
                    <a:pt x="194893" y="306431"/>
                  </a:cubicBezTo>
                  <a:cubicBezTo>
                    <a:pt x="191059" y="306431"/>
                    <a:pt x="188503" y="303878"/>
                    <a:pt x="188503" y="300047"/>
                  </a:cubicBezTo>
                  <a:lnTo>
                    <a:pt x="188503" y="247060"/>
                  </a:lnTo>
                  <a:lnTo>
                    <a:pt x="175084" y="247060"/>
                  </a:lnTo>
                  <a:lnTo>
                    <a:pt x="175084" y="300047"/>
                  </a:lnTo>
                  <a:cubicBezTo>
                    <a:pt x="175084" y="303878"/>
                    <a:pt x="172528" y="306431"/>
                    <a:pt x="168695" y="306431"/>
                  </a:cubicBezTo>
                  <a:cubicBezTo>
                    <a:pt x="164861" y="306431"/>
                    <a:pt x="162305" y="303878"/>
                    <a:pt x="162305" y="300047"/>
                  </a:cubicBezTo>
                  <a:lnTo>
                    <a:pt x="162305" y="247060"/>
                  </a:lnTo>
                  <a:lnTo>
                    <a:pt x="160388" y="247060"/>
                  </a:lnTo>
                  <a:cubicBezTo>
                    <a:pt x="158471" y="247060"/>
                    <a:pt x="156553" y="246422"/>
                    <a:pt x="155276" y="244506"/>
                  </a:cubicBezTo>
                  <a:cubicBezTo>
                    <a:pt x="153998" y="243230"/>
                    <a:pt x="153358" y="241314"/>
                    <a:pt x="153998" y="239399"/>
                  </a:cubicBezTo>
                  <a:lnTo>
                    <a:pt x="168056" y="169814"/>
                  </a:lnTo>
                  <a:cubicBezTo>
                    <a:pt x="168695" y="166622"/>
                    <a:pt x="171251" y="164707"/>
                    <a:pt x="174446" y="164707"/>
                  </a:cubicBezTo>
                  <a:lnTo>
                    <a:pt x="188503" y="164707"/>
                  </a:lnTo>
                  <a:cubicBezTo>
                    <a:pt x="191698" y="164707"/>
                    <a:pt x="194254" y="166622"/>
                    <a:pt x="194893" y="169814"/>
                  </a:cubicBezTo>
                  <a:lnTo>
                    <a:pt x="209590" y="239399"/>
                  </a:lnTo>
                  <a:cubicBezTo>
                    <a:pt x="208951" y="240676"/>
                    <a:pt x="208951" y="243230"/>
                    <a:pt x="207673" y="244506"/>
                  </a:cubicBezTo>
                  <a:close/>
                  <a:moveTo>
                    <a:pt x="277962" y="197265"/>
                  </a:moveTo>
                  <a:cubicBezTo>
                    <a:pt x="276685" y="198542"/>
                    <a:pt x="274767" y="199819"/>
                    <a:pt x="272850" y="199819"/>
                  </a:cubicBezTo>
                  <a:lnTo>
                    <a:pt x="272212" y="199819"/>
                  </a:lnTo>
                  <a:lnTo>
                    <a:pt x="272212" y="252806"/>
                  </a:lnTo>
                  <a:cubicBezTo>
                    <a:pt x="272212" y="256636"/>
                    <a:pt x="269655" y="259190"/>
                    <a:pt x="265822" y="259190"/>
                  </a:cubicBezTo>
                  <a:cubicBezTo>
                    <a:pt x="261987" y="259190"/>
                    <a:pt x="259432" y="256636"/>
                    <a:pt x="259432" y="252806"/>
                  </a:cubicBezTo>
                  <a:lnTo>
                    <a:pt x="259432" y="199819"/>
                  </a:lnTo>
                  <a:lnTo>
                    <a:pt x="244096" y="199819"/>
                  </a:lnTo>
                  <a:lnTo>
                    <a:pt x="244096" y="252806"/>
                  </a:lnTo>
                  <a:cubicBezTo>
                    <a:pt x="244096" y="256636"/>
                    <a:pt x="241540" y="259190"/>
                    <a:pt x="237706" y="259190"/>
                  </a:cubicBezTo>
                  <a:cubicBezTo>
                    <a:pt x="233872" y="259190"/>
                    <a:pt x="231316" y="256636"/>
                    <a:pt x="231316" y="252806"/>
                  </a:cubicBezTo>
                  <a:lnTo>
                    <a:pt x="231316" y="199819"/>
                  </a:lnTo>
                  <a:lnTo>
                    <a:pt x="230677" y="199819"/>
                  </a:lnTo>
                  <a:cubicBezTo>
                    <a:pt x="228760" y="199819"/>
                    <a:pt x="226843" y="199180"/>
                    <a:pt x="225565" y="197265"/>
                  </a:cubicBezTo>
                  <a:cubicBezTo>
                    <a:pt x="224287" y="195988"/>
                    <a:pt x="223648" y="194073"/>
                    <a:pt x="224287" y="192158"/>
                  </a:cubicBezTo>
                  <a:lnTo>
                    <a:pt x="238345" y="122573"/>
                  </a:lnTo>
                  <a:cubicBezTo>
                    <a:pt x="238984" y="119381"/>
                    <a:pt x="241540" y="117465"/>
                    <a:pt x="244735" y="117465"/>
                  </a:cubicBezTo>
                  <a:lnTo>
                    <a:pt x="258792" y="117465"/>
                  </a:lnTo>
                  <a:cubicBezTo>
                    <a:pt x="261987" y="117465"/>
                    <a:pt x="264544" y="119381"/>
                    <a:pt x="265182" y="122573"/>
                  </a:cubicBezTo>
                  <a:lnTo>
                    <a:pt x="279880" y="192158"/>
                  </a:lnTo>
                  <a:cubicBezTo>
                    <a:pt x="279880" y="194073"/>
                    <a:pt x="279240" y="195988"/>
                    <a:pt x="277962" y="197265"/>
                  </a:cubicBezTo>
                  <a:close/>
                  <a:moveTo>
                    <a:pt x="294576" y="185774"/>
                  </a:moveTo>
                  <a:cubicBezTo>
                    <a:pt x="293937" y="185774"/>
                    <a:pt x="293298" y="185774"/>
                    <a:pt x="293298" y="185774"/>
                  </a:cubicBezTo>
                  <a:cubicBezTo>
                    <a:pt x="290103" y="185774"/>
                    <a:pt x="287547" y="183859"/>
                    <a:pt x="286908" y="180667"/>
                  </a:cubicBezTo>
                  <a:lnTo>
                    <a:pt x="273490" y="125765"/>
                  </a:lnTo>
                  <a:cubicBezTo>
                    <a:pt x="272850" y="122573"/>
                    <a:pt x="274767" y="118742"/>
                    <a:pt x="277962" y="118104"/>
                  </a:cubicBezTo>
                  <a:cubicBezTo>
                    <a:pt x="281157" y="117465"/>
                    <a:pt x="284991" y="119381"/>
                    <a:pt x="285630" y="122573"/>
                  </a:cubicBezTo>
                  <a:lnTo>
                    <a:pt x="299049" y="177475"/>
                  </a:lnTo>
                  <a:cubicBezTo>
                    <a:pt x="300327" y="181305"/>
                    <a:pt x="298410" y="185135"/>
                    <a:pt x="294576" y="18577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36" name="Graphic 4">
              <a:extLst>
                <a:ext uri="{FF2B5EF4-FFF2-40B4-BE49-F238E27FC236}">
                  <a16:creationId xmlns:a16="http://schemas.microsoft.com/office/drawing/2014/main" id="{B57A1CF4-F8BF-4B3F-9487-3656793CF321}"/>
                </a:ext>
              </a:extLst>
            </p:cNvPr>
            <p:cNvSpPr/>
            <p:nvPr/>
          </p:nvSpPr>
          <p:spPr>
            <a:xfrm>
              <a:off x="5338153" y="4438945"/>
              <a:ext cx="26837" cy="56817"/>
            </a:xfrm>
            <a:custGeom>
              <a:avLst/>
              <a:gdLst>
                <a:gd name="connsiteX0" fmla="*/ 11502 w 26837"/>
                <a:gd name="connsiteY0" fmla="*/ 0 h 56817"/>
                <a:gd name="connsiteX1" fmla="*/ 0 w 26837"/>
                <a:gd name="connsiteY1" fmla="*/ 56817 h 56817"/>
                <a:gd name="connsiteX2" fmla="*/ 26837 w 26837"/>
                <a:gd name="connsiteY2" fmla="*/ 56817 h 56817"/>
                <a:gd name="connsiteX3" fmla="*/ 15336 w 26837"/>
                <a:gd name="connsiteY3" fmla="*/ 0 h 56817"/>
              </a:gdLst>
              <a:ahLst/>
              <a:cxnLst>
                <a:cxn ang="0">
                  <a:pos x="connsiteX0" y="connsiteY0"/>
                </a:cxn>
                <a:cxn ang="0">
                  <a:pos x="connsiteX1" y="connsiteY1"/>
                </a:cxn>
                <a:cxn ang="0">
                  <a:pos x="connsiteX2" y="connsiteY2"/>
                </a:cxn>
                <a:cxn ang="0">
                  <a:pos x="connsiteX3" y="connsiteY3"/>
                </a:cxn>
              </a:cxnLst>
              <a:rect l="l" t="t" r="r" b="b"/>
              <a:pathLst>
                <a:path w="26837" h="56817">
                  <a:moveTo>
                    <a:pt x="11502" y="0"/>
                  </a:moveTo>
                  <a:lnTo>
                    <a:pt x="0" y="56817"/>
                  </a:lnTo>
                  <a:lnTo>
                    <a:pt x="26837" y="56817"/>
                  </a:lnTo>
                  <a:lnTo>
                    <a:pt x="15336" y="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sp>
        <p:nvSpPr>
          <p:cNvPr id="137" name="Graphic 4">
            <a:extLst>
              <a:ext uri="{FF2B5EF4-FFF2-40B4-BE49-F238E27FC236}">
                <a16:creationId xmlns:a16="http://schemas.microsoft.com/office/drawing/2014/main" id="{F835BBFE-09FA-4A73-AFA4-0DAEA9E1A50D}"/>
              </a:ext>
            </a:extLst>
          </p:cNvPr>
          <p:cNvSpPr/>
          <p:nvPr/>
        </p:nvSpPr>
        <p:spPr>
          <a:xfrm>
            <a:off x="1205901" y="2914840"/>
            <a:ext cx="640080" cy="640080"/>
          </a:xfrm>
          <a:custGeom>
            <a:avLst/>
            <a:gdLst>
              <a:gd name="connsiteX0" fmla="*/ 180836 w 361670"/>
              <a:gd name="connsiteY0" fmla="*/ 0 h 361333"/>
              <a:gd name="connsiteX1" fmla="*/ 0 w 361670"/>
              <a:gd name="connsiteY1" fmla="*/ 180667 h 361333"/>
              <a:gd name="connsiteX2" fmla="*/ 180836 w 361670"/>
              <a:gd name="connsiteY2" fmla="*/ 361334 h 361333"/>
              <a:gd name="connsiteX3" fmla="*/ 361670 w 361670"/>
              <a:gd name="connsiteY3" fmla="*/ 180667 h 361333"/>
              <a:gd name="connsiteX4" fmla="*/ 180836 w 361670"/>
              <a:gd name="connsiteY4" fmla="*/ 0 h 361333"/>
              <a:gd name="connsiteX5" fmla="*/ 251125 w 361670"/>
              <a:gd name="connsiteY5" fmla="*/ 207479 h 361333"/>
              <a:gd name="connsiteX6" fmla="*/ 251125 w 361670"/>
              <a:gd name="connsiteY6" fmla="*/ 207479 h 361333"/>
              <a:gd name="connsiteX7" fmla="*/ 201283 w 361670"/>
              <a:gd name="connsiteY7" fmla="*/ 207479 h 361333"/>
              <a:gd name="connsiteX8" fmla="*/ 207673 w 361670"/>
              <a:gd name="connsiteY8" fmla="*/ 278342 h 361333"/>
              <a:gd name="connsiteX9" fmla="*/ 189142 w 361670"/>
              <a:gd name="connsiteY9" fmla="*/ 291110 h 361333"/>
              <a:gd name="connsiteX10" fmla="*/ 187225 w 361670"/>
              <a:gd name="connsiteY10" fmla="*/ 291110 h 361333"/>
              <a:gd name="connsiteX11" fmla="*/ 175723 w 361670"/>
              <a:gd name="connsiteY11" fmla="*/ 282172 h 361333"/>
              <a:gd name="connsiteX12" fmla="*/ 168056 w 361670"/>
              <a:gd name="connsiteY12" fmla="*/ 254721 h 361333"/>
              <a:gd name="connsiteX13" fmla="*/ 156553 w 361670"/>
              <a:gd name="connsiteY13" fmla="*/ 235569 h 361333"/>
              <a:gd name="connsiteX14" fmla="*/ 127799 w 361670"/>
              <a:gd name="connsiteY14" fmla="*/ 199819 h 361333"/>
              <a:gd name="connsiteX15" fmla="*/ 118853 w 361670"/>
              <a:gd name="connsiteY15" fmla="*/ 194711 h 361333"/>
              <a:gd name="connsiteX16" fmla="*/ 96488 w 361670"/>
              <a:gd name="connsiteY16" fmla="*/ 194711 h 361333"/>
              <a:gd name="connsiteX17" fmla="*/ 90098 w 361670"/>
              <a:gd name="connsiteY17" fmla="*/ 188327 h 361333"/>
              <a:gd name="connsiteX18" fmla="*/ 96488 w 361670"/>
              <a:gd name="connsiteY18" fmla="*/ 181944 h 361333"/>
              <a:gd name="connsiteX19" fmla="*/ 118853 w 361670"/>
              <a:gd name="connsiteY19" fmla="*/ 181944 h 361333"/>
              <a:gd name="connsiteX20" fmla="*/ 138662 w 361670"/>
              <a:gd name="connsiteY20" fmla="*/ 193435 h 361333"/>
              <a:gd name="connsiteX21" fmla="*/ 165500 w 361670"/>
              <a:gd name="connsiteY21" fmla="*/ 226631 h 361333"/>
              <a:gd name="connsiteX22" fmla="*/ 180197 w 361670"/>
              <a:gd name="connsiteY22" fmla="*/ 251529 h 361333"/>
              <a:gd name="connsiteX23" fmla="*/ 187225 w 361670"/>
              <a:gd name="connsiteY23" fmla="*/ 278342 h 361333"/>
              <a:gd name="connsiteX24" fmla="*/ 196172 w 361670"/>
              <a:gd name="connsiteY24" fmla="*/ 271958 h 361333"/>
              <a:gd name="connsiteX25" fmla="*/ 185947 w 361670"/>
              <a:gd name="connsiteY25" fmla="*/ 203649 h 361333"/>
              <a:gd name="connsiteX26" fmla="*/ 186587 w 361670"/>
              <a:gd name="connsiteY26" fmla="*/ 197903 h 361333"/>
              <a:gd name="connsiteX27" fmla="*/ 191698 w 361670"/>
              <a:gd name="connsiteY27" fmla="*/ 195350 h 361333"/>
              <a:gd name="connsiteX28" fmla="*/ 251125 w 361670"/>
              <a:gd name="connsiteY28" fmla="*/ 195350 h 361333"/>
              <a:gd name="connsiteX29" fmla="*/ 260071 w 361670"/>
              <a:gd name="connsiteY29" fmla="*/ 186412 h 361333"/>
              <a:gd name="connsiteX30" fmla="*/ 257515 w 361670"/>
              <a:gd name="connsiteY30" fmla="*/ 180028 h 361333"/>
              <a:gd name="connsiteX31" fmla="*/ 251764 w 361670"/>
              <a:gd name="connsiteY31" fmla="*/ 177475 h 361333"/>
              <a:gd name="connsiteX32" fmla="*/ 251125 w 361670"/>
              <a:gd name="connsiteY32" fmla="*/ 177475 h 361333"/>
              <a:gd name="connsiteX33" fmla="*/ 250486 w 361670"/>
              <a:gd name="connsiteY33" fmla="*/ 177475 h 361333"/>
              <a:gd name="connsiteX34" fmla="*/ 249846 w 361670"/>
              <a:gd name="connsiteY34" fmla="*/ 177475 h 361333"/>
              <a:gd name="connsiteX35" fmla="*/ 248569 w 361670"/>
              <a:gd name="connsiteY35" fmla="*/ 177475 h 361333"/>
              <a:gd name="connsiteX36" fmla="*/ 233233 w 361670"/>
              <a:gd name="connsiteY36" fmla="*/ 177475 h 361333"/>
              <a:gd name="connsiteX37" fmla="*/ 226843 w 361670"/>
              <a:gd name="connsiteY37" fmla="*/ 171091 h 361333"/>
              <a:gd name="connsiteX38" fmla="*/ 233233 w 361670"/>
              <a:gd name="connsiteY38" fmla="*/ 164707 h 361333"/>
              <a:gd name="connsiteX39" fmla="*/ 248569 w 361670"/>
              <a:gd name="connsiteY39" fmla="*/ 164707 h 361333"/>
              <a:gd name="connsiteX40" fmla="*/ 249208 w 361670"/>
              <a:gd name="connsiteY40" fmla="*/ 164707 h 361333"/>
              <a:gd name="connsiteX41" fmla="*/ 257515 w 361670"/>
              <a:gd name="connsiteY41" fmla="*/ 157046 h 361333"/>
              <a:gd name="connsiteX42" fmla="*/ 257515 w 361670"/>
              <a:gd name="connsiteY42" fmla="*/ 155769 h 361333"/>
              <a:gd name="connsiteX43" fmla="*/ 256876 w 361670"/>
              <a:gd name="connsiteY43" fmla="*/ 152577 h 361333"/>
              <a:gd name="connsiteX44" fmla="*/ 254959 w 361670"/>
              <a:gd name="connsiteY44" fmla="*/ 148747 h 361333"/>
              <a:gd name="connsiteX45" fmla="*/ 248569 w 361670"/>
              <a:gd name="connsiteY45" fmla="*/ 146193 h 361333"/>
              <a:gd name="connsiteX46" fmla="*/ 230677 w 361670"/>
              <a:gd name="connsiteY46" fmla="*/ 146193 h 361333"/>
              <a:gd name="connsiteX47" fmla="*/ 224287 w 361670"/>
              <a:gd name="connsiteY47" fmla="*/ 139809 h 361333"/>
              <a:gd name="connsiteX48" fmla="*/ 230677 w 361670"/>
              <a:gd name="connsiteY48" fmla="*/ 133425 h 361333"/>
              <a:gd name="connsiteX49" fmla="*/ 246013 w 361670"/>
              <a:gd name="connsiteY49" fmla="*/ 133425 h 361333"/>
              <a:gd name="connsiteX50" fmla="*/ 254320 w 361670"/>
              <a:gd name="connsiteY50" fmla="*/ 124488 h 361333"/>
              <a:gd name="connsiteX51" fmla="*/ 251764 w 361670"/>
              <a:gd name="connsiteY51" fmla="*/ 118104 h 361333"/>
              <a:gd name="connsiteX52" fmla="*/ 245374 w 361670"/>
              <a:gd name="connsiteY52" fmla="*/ 115550 h 361333"/>
              <a:gd name="connsiteX53" fmla="*/ 238345 w 361670"/>
              <a:gd name="connsiteY53" fmla="*/ 115550 h 361333"/>
              <a:gd name="connsiteX54" fmla="*/ 227482 w 361670"/>
              <a:gd name="connsiteY54" fmla="*/ 115550 h 361333"/>
              <a:gd name="connsiteX55" fmla="*/ 227482 w 361670"/>
              <a:gd name="connsiteY55" fmla="*/ 115550 h 361333"/>
              <a:gd name="connsiteX56" fmla="*/ 221092 w 361670"/>
              <a:gd name="connsiteY56" fmla="*/ 109166 h 361333"/>
              <a:gd name="connsiteX57" fmla="*/ 227482 w 361670"/>
              <a:gd name="connsiteY57" fmla="*/ 102782 h 361333"/>
              <a:gd name="connsiteX58" fmla="*/ 227482 w 361670"/>
              <a:gd name="connsiteY58" fmla="*/ 102782 h 361333"/>
              <a:gd name="connsiteX59" fmla="*/ 238345 w 361670"/>
              <a:gd name="connsiteY59" fmla="*/ 102782 h 361333"/>
              <a:gd name="connsiteX60" fmla="*/ 247291 w 361670"/>
              <a:gd name="connsiteY60" fmla="*/ 93845 h 361333"/>
              <a:gd name="connsiteX61" fmla="*/ 244735 w 361670"/>
              <a:gd name="connsiteY61" fmla="*/ 87461 h 361333"/>
              <a:gd name="connsiteX62" fmla="*/ 238345 w 361670"/>
              <a:gd name="connsiteY62" fmla="*/ 84907 h 361333"/>
              <a:gd name="connsiteX63" fmla="*/ 171251 w 361670"/>
              <a:gd name="connsiteY63" fmla="*/ 84907 h 361333"/>
              <a:gd name="connsiteX64" fmla="*/ 138022 w 361670"/>
              <a:gd name="connsiteY64" fmla="*/ 98313 h 361333"/>
              <a:gd name="connsiteX65" fmla="*/ 122048 w 361670"/>
              <a:gd name="connsiteY65" fmla="*/ 104697 h 361333"/>
              <a:gd name="connsiteX66" fmla="*/ 95849 w 361670"/>
              <a:gd name="connsiteY66" fmla="*/ 104697 h 361333"/>
              <a:gd name="connsiteX67" fmla="*/ 89459 w 361670"/>
              <a:gd name="connsiteY67" fmla="*/ 98313 h 361333"/>
              <a:gd name="connsiteX68" fmla="*/ 95849 w 361670"/>
              <a:gd name="connsiteY68" fmla="*/ 91930 h 361333"/>
              <a:gd name="connsiteX69" fmla="*/ 122048 w 361670"/>
              <a:gd name="connsiteY69" fmla="*/ 91930 h 361333"/>
              <a:gd name="connsiteX70" fmla="*/ 129077 w 361670"/>
              <a:gd name="connsiteY70" fmla="*/ 88738 h 361333"/>
              <a:gd name="connsiteX71" fmla="*/ 171251 w 361670"/>
              <a:gd name="connsiteY71" fmla="*/ 72139 h 361333"/>
              <a:gd name="connsiteX72" fmla="*/ 238345 w 361670"/>
              <a:gd name="connsiteY72" fmla="*/ 72139 h 361333"/>
              <a:gd name="connsiteX73" fmla="*/ 253681 w 361670"/>
              <a:gd name="connsiteY73" fmla="*/ 78523 h 361333"/>
              <a:gd name="connsiteX74" fmla="*/ 260071 w 361670"/>
              <a:gd name="connsiteY74" fmla="*/ 93845 h 361333"/>
              <a:gd name="connsiteX75" fmla="*/ 256236 w 361670"/>
              <a:gd name="connsiteY75" fmla="*/ 105974 h 361333"/>
              <a:gd name="connsiteX76" fmla="*/ 260710 w 361670"/>
              <a:gd name="connsiteY76" fmla="*/ 109166 h 361333"/>
              <a:gd name="connsiteX77" fmla="*/ 267100 w 361670"/>
              <a:gd name="connsiteY77" fmla="*/ 124488 h 361333"/>
              <a:gd name="connsiteX78" fmla="*/ 261987 w 361670"/>
              <a:gd name="connsiteY78" fmla="*/ 137894 h 361333"/>
              <a:gd name="connsiteX79" fmla="*/ 263905 w 361670"/>
              <a:gd name="connsiteY79" fmla="*/ 139809 h 361333"/>
              <a:gd name="connsiteX80" fmla="*/ 269016 w 361670"/>
              <a:gd name="connsiteY80" fmla="*/ 148108 h 361333"/>
              <a:gd name="connsiteX81" fmla="*/ 270295 w 361670"/>
              <a:gd name="connsiteY81" fmla="*/ 155131 h 361333"/>
              <a:gd name="connsiteX82" fmla="*/ 270295 w 361670"/>
              <a:gd name="connsiteY82" fmla="*/ 158323 h 361333"/>
              <a:gd name="connsiteX83" fmla="*/ 265182 w 361670"/>
              <a:gd name="connsiteY83" fmla="*/ 169176 h 361333"/>
              <a:gd name="connsiteX84" fmla="*/ 267100 w 361670"/>
              <a:gd name="connsiteY84" fmla="*/ 170452 h 361333"/>
              <a:gd name="connsiteX85" fmla="*/ 273490 w 361670"/>
              <a:gd name="connsiteY85" fmla="*/ 185774 h 361333"/>
              <a:gd name="connsiteX86" fmla="*/ 251125 w 361670"/>
              <a:gd name="connsiteY86" fmla="*/ 207479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361670" h="361333">
                <a:moveTo>
                  <a:pt x="180836" y="0"/>
                </a:moveTo>
                <a:cubicBezTo>
                  <a:pt x="80513" y="0"/>
                  <a:pt x="0" y="81077"/>
                  <a:pt x="0" y="180667"/>
                </a:cubicBezTo>
                <a:cubicBezTo>
                  <a:pt x="0" y="280257"/>
                  <a:pt x="81153" y="361334"/>
                  <a:pt x="180836" y="361334"/>
                </a:cubicBezTo>
                <a:cubicBezTo>
                  <a:pt x="281157" y="361334"/>
                  <a:pt x="361670" y="280257"/>
                  <a:pt x="361670" y="180667"/>
                </a:cubicBezTo>
                <a:cubicBezTo>
                  <a:pt x="361670" y="81077"/>
                  <a:pt x="281157" y="0"/>
                  <a:pt x="180836" y="0"/>
                </a:cubicBezTo>
                <a:close/>
                <a:moveTo>
                  <a:pt x="251125" y="207479"/>
                </a:moveTo>
                <a:cubicBezTo>
                  <a:pt x="251125" y="207479"/>
                  <a:pt x="251125" y="207479"/>
                  <a:pt x="251125" y="207479"/>
                </a:cubicBezTo>
                <a:lnTo>
                  <a:pt x="201283" y="207479"/>
                </a:lnTo>
                <a:cubicBezTo>
                  <a:pt x="209590" y="231100"/>
                  <a:pt x="217258" y="261105"/>
                  <a:pt x="207673" y="278342"/>
                </a:cubicBezTo>
                <a:cubicBezTo>
                  <a:pt x="203839" y="285364"/>
                  <a:pt x="197449" y="289194"/>
                  <a:pt x="189142" y="291110"/>
                </a:cubicBezTo>
                <a:cubicBezTo>
                  <a:pt x="188503" y="291110"/>
                  <a:pt x="187864" y="291110"/>
                  <a:pt x="187225" y="291110"/>
                </a:cubicBezTo>
                <a:cubicBezTo>
                  <a:pt x="182113" y="291110"/>
                  <a:pt x="177002" y="287279"/>
                  <a:pt x="175723" y="282172"/>
                </a:cubicBezTo>
                <a:lnTo>
                  <a:pt x="168056" y="254721"/>
                </a:lnTo>
                <a:cubicBezTo>
                  <a:pt x="166138" y="247698"/>
                  <a:pt x="162305" y="240676"/>
                  <a:pt x="156553" y="235569"/>
                </a:cubicBezTo>
                <a:cubicBezTo>
                  <a:pt x="146330" y="224716"/>
                  <a:pt x="135467" y="213225"/>
                  <a:pt x="127799" y="199819"/>
                </a:cubicBezTo>
                <a:cubicBezTo>
                  <a:pt x="125882" y="196627"/>
                  <a:pt x="122687" y="194711"/>
                  <a:pt x="118853" y="194711"/>
                </a:cubicBezTo>
                <a:lnTo>
                  <a:pt x="96488" y="194711"/>
                </a:lnTo>
                <a:cubicBezTo>
                  <a:pt x="92654" y="194711"/>
                  <a:pt x="90098" y="192158"/>
                  <a:pt x="90098" y="188327"/>
                </a:cubicBezTo>
                <a:cubicBezTo>
                  <a:pt x="90098" y="184497"/>
                  <a:pt x="92654" y="181944"/>
                  <a:pt x="96488" y="181944"/>
                </a:cubicBezTo>
                <a:lnTo>
                  <a:pt x="118853" y="181944"/>
                </a:lnTo>
                <a:cubicBezTo>
                  <a:pt x="127160" y="181944"/>
                  <a:pt x="134828" y="186412"/>
                  <a:pt x="138662" y="193435"/>
                </a:cubicBezTo>
                <a:cubicBezTo>
                  <a:pt x="145691" y="205564"/>
                  <a:pt x="155915" y="216417"/>
                  <a:pt x="165500" y="226631"/>
                </a:cubicBezTo>
                <a:cubicBezTo>
                  <a:pt x="172528" y="233654"/>
                  <a:pt x="177641" y="242591"/>
                  <a:pt x="180197" y="251529"/>
                </a:cubicBezTo>
                <a:lnTo>
                  <a:pt x="187225" y="278342"/>
                </a:lnTo>
                <a:cubicBezTo>
                  <a:pt x="191698" y="277703"/>
                  <a:pt x="194254" y="275788"/>
                  <a:pt x="196172" y="271958"/>
                </a:cubicBezTo>
                <a:cubicBezTo>
                  <a:pt x="202561" y="261105"/>
                  <a:pt x="198727" y="238122"/>
                  <a:pt x="185947" y="203649"/>
                </a:cubicBezTo>
                <a:cubicBezTo>
                  <a:pt x="185308" y="201734"/>
                  <a:pt x="185308" y="199180"/>
                  <a:pt x="186587" y="197903"/>
                </a:cubicBezTo>
                <a:cubicBezTo>
                  <a:pt x="187864" y="195988"/>
                  <a:pt x="189782" y="195350"/>
                  <a:pt x="191698" y="195350"/>
                </a:cubicBezTo>
                <a:lnTo>
                  <a:pt x="251125" y="195350"/>
                </a:lnTo>
                <a:cubicBezTo>
                  <a:pt x="256236" y="195350"/>
                  <a:pt x="260071" y="190881"/>
                  <a:pt x="260071" y="186412"/>
                </a:cubicBezTo>
                <a:cubicBezTo>
                  <a:pt x="260071" y="183859"/>
                  <a:pt x="259431" y="181944"/>
                  <a:pt x="257515" y="180028"/>
                </a:cubicBezTo>
                <a:cubicBezTo>
                  <a:pt x="256236" y="178752"/>
                  <a:pt x="253681" y="177475"/>
                  <a:pt x="251764" y="177475"/>
                </a:cubicBezTo>
                <a:lnTo>
                  <a:pt x="251125" y="177475"/>
                </a:lnTo>
                <a:cubicBezTo>
                  <a:pt x="251125" y="177475"/>
                  <a:pt x="250486" y="177475"/>
                  <a:pt x="250486" y="177475"/>
                </a:cubicBezTo>
                <a:cubicBezTo>
                  <a:pt x="250486" y="177475"/>
                  <a:pt x="249846" y="177475"/>
                  <a:pt x="249846" y="177475"/>
                </a:cubicBezTo>
                <a:cubicBezTo>
                  <a:pt x="249208" y="177475"/>
                  <a:pt x="248569" y="177475"/>
                  <a:pt x="248569" y="177475"/>
                </a:cubicBezTo>
                <a:lnTo>
                  <a:pt x="233233" y="177475"/>
                </a:lnTo>
                <a:cubicBezTo>
                  <a:pt x="229399" y="177475"/>
                  <a:pt x="226843" y="174921"/>
                  <a:pt x="226843" y="171091"/>
                </a:cubicBezTo>
                <a:cubicBezTo>
                  <a:pt x="226843" y="167260"/>
                  <a:pt x="229399" y="164707"/>
                  <a:pt x="233233" y="164707"/>
                </a:cubicBezTo>
                <a:lnTo>
                  <a:pt x="248569" y="164707"/>
                </a:lnTo>
                <a:cubicBezTo>
                  <a:pt x="248569" y="164707"/>
                  <a:pt x="249208" y="164707"/>
                  <a:pt x="249208" y="164707"/>
                </a:cubicBezTo>
                <a:cubicBezTo>
                  <a:pt x="253681" y="164707"/>
                  <a:pt x="256876" y="160876"/>
                  <a:pt x="257515" y="157046"/>
                </a:cubicBezTo>
                <a:cubicBezTo>
                  <a:pt x="257515" y="156408"/>
                  <a:pt x="257515" y="156408"/>
                  <a:pt x="257515" y="155769"/>
                </a:cubicBezTo>
                <a:cubicBezTo>
                  <a:pt x="257515" y="154492"/>
                  <a:pt x="257515" y="153854"/>
                  <a:pt x="256876" y="152577"/>
                </a:cubicBezTo>
                <a:cubicBezTo>
                  <a:pt x="256236" y="151300"/>
                  <a:pt x="255597" y="150024"/>
                  <a:pt x="254959" y="148747"/>
                </a:cubicBezTo>
                <a:cubicBezTo>
                  <a:pt x="253041" y="146832"/>
                  <a:pt x="251125" y="146193"/>
                  <a:pt x="248569" y="146193"/>
                </a:cubicBezTo>
                <a:lnTo>
                  <a:pt x="230677" y="146193"/>
                </a:lnTo>
                <a:cubicBezTo>
                  <a:pt x="226843" y="146193"/>
                  <a:pt x="224287" y="143640"/>
                  <a:pt x="224287" y="139809"/>
                </a:cubicBezTo>
                <a:cubicBezTo>
                  <a:pt x="224287" y="135979"/>
                  <a:pt x="226843" y="133425"/>
                  <a:pt x="230677" y="133425"/>
                </a:cubicBezTo>
                <a:lnTo>
                  <a:pt x="246013" y="133425"/>
                </a:lnTo>
                <a:cubicBezTo>
                  <a:pt x="250486" y="132787"/>
                  <a:pt x="254320" y="128957"/>
                  <a:pt x="254320" y="124488"/>
                </a:cubicBezTo>
                <a:cubicBezTo>
                  <a:pt x="254320" y="121934"/>
                  <a:pt x="253681" y="120019"/>
                  <a:pt x="251764" y="118104"/>
                </a:cubicBezTo>
                <a:cubicBezTo>
                  <a:pt x="249846" y="116189"/>
                  <a:pt x="247930" y="115550"/>
                  <a:pt x="245374" y="115550"/>
                </a:cubicBezTo>
                <a:lnTo>
                  <a:pt x="238345" y="115550"/>
                </a:lnTo>
                <a:lnTo>
                  <a:pt x="227482" y="115550"/>
                </a:lnTo>
                <a:lnTo>
                  <a:pt x="227482" y="115550"/>
                </a:lnTo>
                <a:cubicBezTo>
                  <a:pt x="223648" y="115550"/>
                  <a:pt x="221092" y="112997"/>
                  <a:pt x="221092" y="109166"/>
                </a:cubicBezTo>
                <a:cubicBezTo>
                  <a:pt x="221092" y="105336"/>
                  <a:pt x="223648" y="102782"/>
                  <a:pt x="227482" y="102782"/>
                </a:cubicBezTo>
                <a:lnTo>
                  <a:pt x="227482" y="102782"/>
                </a:lnTo>
                <a:lnTo>
                  <a:pt x="238345" y="102782"/>
                </a:lnTo>
                <a:cubicBezTo>
                  <a:pt x="243456" y="102782"/>
                  <a:pt x="247291" y="98952"/>
                  <a:pt x="247291" y="93845"/>
                </a:cubicBezTo>
                <a:cubicBezTo>
                  <a:pt x="247291" y="91291"/>
                  <a:pt x="246651" y="89376"/>
                  <a:pt x="244735" y="87461"/>
                </a:cubicBezTo>
                <a:cubicBezTo>
                  <a:pt x="242818" y="85546"/>
                  <a:pt x="240901" y="84907"/>
                  <a:pt x="238345" y="84907"/>
                </a:cubicBezTo>
                <a:lnTo>
                  <a:pt x="171251" y="84907"/>
                </a:lnTo>
                <a:cubicBezTo>
                  <a:pt x="159110" y="84907"/>
                  <a:pt x="146969" y="89376"/>
                  <a:pt x="138022" y="98313"/>
                </a:cubicBezTo>
                <a:cubicBezTo>
                  <a:pt x="133550" y="102144"/>
                  <a:pt x="127799" y="104697"/>
                  <a:pt x="122048" y="104697"/>
                </a:cubicBezTo>
                <a:lnTo>
                  <a:pt x="95849" y="104697"/>
                </a:lnTo>
                <a:cubicBezTo>
                  <a:pt x="92015" y="104697"/>
                  <a:pt x="89459" y="102144"/>
                  <a:pt x="89459" y="98313"/>
                </a:cubicBezTo>
                <a:cubicBezTo>
                  <a:pt x="89459" y="94483"/>
                  <a:pt x="92015" y="91930"/>
                  <a:pt x="95849" y="91930"/>
                </a:cubicBezTo>
                <a:lnTo>
                  <a:pt x="122048" y="91930"/>
                </a:lnTo>
                <a:cubicBezTo>
                  <a:pt x="124604" y="91930"/>
                  <a:pt x="127160" y="90653"/>
                  <a:pt x="129077" y="88738"/>
                </a:cubicBezTo>
                <a:cubicBezTo>
                  <a:pt x="140579" y="77885"/>
                  <a:pt x="155276" y="72139"/>
                  <a:pt x="171251" y="72139"/>
                </a:cubicBezTo>
                <a:lnTo>
                  <a:pt x="238345" y="72139"/>
                </a:lnTo>
                <a:cubicBezTo>
                  <a:pt x="244096" y="72139"/>
                  <a:pt x="249846" y="74693"/>
                  <a:pt x="253681" y="78523"/>
                </a:cubicBezTo>
                <a:cubicBezTo>
                  <a:pt x="257515" y="82354"/>
                  <a:pt x="260071" y="88099"/>
                  <a:pt x="260071" y="93845"/>
                </a:cubicBezTo>
                <a:cubicBezTo>
                  <a:pt x="260071" y="98313"/>
                  <a:pt x="258792" y="102782"/>
                  <a:pt x="256236" y="105974"/>
                </a:cubicBezTo>
                <a:cubicBezTo>
                  <a:pt x="257515" y="106613"/>
                  <a:pt x="259431" y="107889"/>
                  <a:pt x="260710" y="109166"/>
                </a:cubicBezTo>
                <a:cubicBezTo>
                  <a:pt x="264544" y="112997"/>
                  <a:pt x="267100" y="118742"/>
                  <a:pt x="267100" y="124488"/>
                </a:cubicBezTo>
                <a:cubicBezTo>
                  <a:pt x="267100" y="129595"/>
                  <a:pt x="265182" y="134702"/>
                  <a:pt x="261987" y="137894"/>
                </a:cubicBezTo>
                <a:cubicBezTo>
                  <a:pt x="262626" y="138533"/>
                  <a:pt x="263266" y="139171"/>
                  <a:pt x="263905" y="139809"/>
                </a:cubicBezTo>
                <a:cubicBezTo>
                  <a:pt x="266461" y="142363"/>
                  <a:pt x="268377" y="144916"/>
                  <a:pt x="269016" y="148108"/>
                </a:cubicBezTo>
                <a:cubicBezTo>
                  <a:pt x="269656" y="150024"/>
                  <a:pt x="270295" y="152577"/>
                  <a:pt x="270295" y="155131"/>
                </a:cubicBezTo>
                <a:cubicBezTo>
                  <a:pt x="270295" y="156408"/>
                  <a:pt x="270295" y="157046"/>
                  <a:pt x="270295" y="158323"/>
                </a:cubicBezTo>
                <a:cubicBezTo>
                  <a:pt x="269656" y="162792"/>
                  <a:pt x="267739" y="166622"/>
                  <a:pt x="265182" y="169176"/>
                </a:cubicBezTo>
                <a:cubicBezTo>
                  <a:pt x="265821" y="169814"/>
                  <a:pt x="266461" y="169814"/>
                  <a:pt x="267100" y="170452"/>
                </a:cubicBezTo>
                <a:cubicBezTo>
                  <a:pt x="270934" y="174283"/>
                  <a:pt x="273490" y="180028"/>
                  <a:pt x="273490" y="185774"/>
                </a:cubicBezTo>
                <a:cubicBezTo>
                  <a:pt x="272851" y="197903"/>
                  <a:pt x="263266" y="207479"/>
                  <a:pt x="251125" y="207479"/>
                </a:cubicBezTo>
                <a:close/>
              </a:path>
            </a:pathLst>
          </a:custGeom>
          <a:solidFill>
            <a:schemeClr val="accent3">
              <a:lumMod val="75000"/>
            </a:schemeClr>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86" name="Rectangle 5">
            <a:extLst>
              <a:ext uri="{FF2B5EF4-FFF2-40B4-BE49-F238E27FC236}">
                <a16:creationId xmlns:a16="http://schemas.microsoft.com/office/drawing/2014/main" id="{22C95272-1E01-4CCD-B1BD-ADD77C9F5FF1}"/>
              </a:ext>
            </a:extLst>
          </p:cNvPr>
          <p:cNvSpPr/>
          <p:nvPr/>
        </p:nvSpPr>
        <p:spPr bwMode="gray">
          <a:xfrm flipV="1">
            <a:off x="501652" y="749093"/>
            <a:ext cx="11134484" cy="27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829178" rtl="0" eaLnBrk="1" fontAlgn="auto" latinLnBrk="0" hangingPunct="1">
              <a:lnSpc>
                <a:spcPct val="100000"/>
              </a:lnSpc>
              <a:spcBef>
                <a:spcPts val="0"/>
              </a:spcBef>
              <a:spcAft>
                <a:spcPts val="0"/>
              </a:spcAft>
              <a:buClrTx/>
              <a:buSzTx/>
              <a:buFontTx/>
              <a:buNone/>
              <a:tabLst/>
              <a:defRPr/>
            </a:pPr>
            <a:endParaRPr kumimoji="0" lang="en-US" sz="1451" b="0" i="0" u="none" strike="noStrike" kern="1200" cap="none" spc="0" normalizeH="0" baseline="0" noProof="0">
              <a:ln>
                <a:noFill/>
              </a:ln>
              <a:solidFill>
                <a:prstClr val="white"/>
              </a:solidFill>
              <a:effectLst/>
              <a:uLnTx/>
              <a:uFillTx/>
              <a:latin typeface="Verdana"/>
              <a:ea typeface="+mn-ea"/>
              <a:cs typeface="+mn-cs"/>
            </a:endParaRPr>
          </a:p>
        </p:txBody>
      </p:sp>
      <p:sp>
        <p:nvSpPr>
          <p:cNvPr id="87" name="TextBox 86">
            <a:extLst>
              <a:ext uri="{FF2B5EF4-FFF2-40B4-BE49-F238E27FC236}">
                <a16:creationId xmlns:a16="http://schemas.microsoft.com/office/drawing/2014/main" id="{B7636CD4-3E96-468B-86CB-C0A44FC480A3}"/>
              </a:ext>
            </a:extLst>
          </p:cNvPr>
          <p:cNvSpPr txBox="1"/>
          <p:nvPr/>
        </p:nvSpPr>
        <p:spPr>
          <a:xfrm>
            <a:off x="10200640" y="263311"/>
            <a:ext cx="1435496" cy="43088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2800" b="0" i="0" u="none" strike="noStrike" kern="1200" cap="none" spc="0" normalizeH="0" baseline="0" noProof="0">
                <a:ln>
                  <a:noFill/>
                </a:ln>
                <a:solidFill>
                  <a:srgbClr val="D0D0CE"/>
                </a:solidFill>
                <a:effectLst/>
                <a:uLnTx/>
                <a:uFillTx/>
                <a:latin typeface="Verdana"/>
                <a:ea typeface="+mn-ea"/>
                <a:cs typeface="+mn-cs"/>
              </a:rPr>
              <a:t>S</a:t>
            </a:r>
            <a:r>
              <a:rPr kumimoji="0" lang="en-US" sz="2800" b="0" i="0" u="none" strike="noStrike" kern="1200" cap="none" spc="0" normalizeH="0" baseline="0" noProof="0">
                <a:ln>
                  <a:noFill/>
                </a:ln>
                <a:solidFill>
                  <a:srgbClr val="86BC25"/>
                </a:solidFill>
                <a:effectLst/>
                <a:uLnTx/>
                <a:uFillTx/>
                <a:latin typeface="Verdana"/>
                <a:ea typeface="+mn-ea"/>
                <a:cs typeface="+mn-cs"/>
              </a:rPr>
              <a:t>W</a:t>
            </a:r>
            <a:r>
              <a:rPr kumimoji="0" lang="en-US" sz="2800" b="0" i="0" u="none" strike="noStrike" kern="1200" cap="none" spc="0" normalizeH="0" baseline="0" noProof="0">
                <a:ln>
                  <a:noFill/>
                </a:ln>
                <a:solidFill>
                  <a:srgbClr val="D0D0CE"/>
                </a:solidFill>
                <a:effectLst/>
                <a:uLnTx/>
                <a:uFillTx/>
                <a:latin typeface="Verdana"/>
                <a:ea typeface="+mn-ea"/>
                <a:cs typeface="+mn-cs"/>
              </a:rPr>
              <a:t>OT</a:t>
            </a:r>
          </a:p>
        </p:txBody>
      </p:sp>
      <p:grpSp>
        <p:nvGrpSpPr>
          <p:cNvPr id="89" name="Graphic 4">
            <a:extLst>
              <a:ext uri="{FF2B5EF4-FFF2-40B4-BE49-F238E27FC236}">
                <a16:creationId xmlns:a16="http://schemas.microsoft.com/office/drawing/2014/main" id="{B7614153-C6BC-4B60-B475-6FED123ACB08}"/>
              </a:ext>
            </a:extLst>
          </p:cNvPr>
          <p:cNvGrpSpPr/>
          <p:nvPr/>
        </p:nvGrpSpPr>
        <p:grpSpPr>
          <a:xfrm>
            <a:off x="4002624" y="1111369"/>
            <a:ext cx="548642" cy="548638"/>
            <a:chOff x="8239823" y="3339623"/>
            <a:chExt cx="361670" cy="361333"/>
          </a:xfrm>
          <a:solidFill>
            <a:schemeClr val="accent1"/>
          </a:solidFill>
        </p:grpSpPr>
        <p:sp>
          <p:nvSpPr>
            <p:cNvPr id="90" name="Graphic 4">
              <a:extLst>
                <a:ext uri="{FF2B5EF4-FFF2-40B4-BE49-F238E27FC236}">
                  <a16:creationId xmlns:a16="http://schemas.microsoft.com/office/drawing/2014/main" id="{0B1D382F-5F84-4089-ADA7-91B41ED56653}"/>
                </a:ext>
              </a:extLst>
            </p:cNvPr>
            <p:cNvSpPr/>
            <p:nvPr/>
          </p:nvSpPr>
          <p:spPr>
            <a:xfrm>
              <a:off x="8327365" y="3430276"/>
              <a:ext cx="118853" cy="42134"/>
            </a:xfrm>
            <a:custGeom>
              <a:avLst/>
              <a:gdLst>
                <a:gd name="connsiteX0" fmla="*/ 59427 w 118853"/>
                <a:gd name="connsiteY0" fmla="*/ 42134 h 42134"/>
                <a:gd name="connsiteX1" fmla="*/ 118853 w 118853"/>
                <a:gd name="connsiteY1" fmla="*/ 21067 h 42134"/>
                <a:gd name="connsiteX2" fmla="*/ 59427 w 118853"/>
                <a:gd name="connsiteY2" fmla="*/ 0 h 42134"/>
                <a:gd name="connsiteX3" fmla="*/ 0 w 118853"/>
                <a:gd name="connsiteY3" fmla="*/ 21067 h 42134"/>
                <a:gd name="connsiteX4" fmla="*/ 59427 w 118853"/>
                <a:gd name="connsiteY4" fmla="*/ 42134 h 421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853" h="42134">
                  <a:moveTo>
                    <a:pt x="59427" y="42134"/>
                  </a:moveTo>
                  <a:cubicBezTo>
                    <a:pt x="96489" y="42134"/>
                    <a:pt x="118853" y="30005"/>
                    <a:pt x="118853" y="21067"/>
                  </a:cubicBezTo>
                  <a:cubicBezTo>
                    <a:pt x="118853" y="12768"/>
                    <a:pt x="95849" y="0"/>
                    <a:pt x="59427" y="0"/>
                  </a:cubicBezTo>
                  <a:cubicBezTo>
                    <a:pt x="23004" y="0"/>
                    <a:pt x="0" y="12768"/>
                    <a:pt x="0" y="21067"/>
                  </a:cubicBezTo>
                  <a:cubicBezTo>
                    <a:pt x="0" y="30005"/>
                    <a:pt x="23004" y="42134"/>
                    <a:pt x="59427" y="4213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93" name="Graphic 4">
              <a:extLst>
                <a:ext uri="{FF2B5EF4-FFF2-40B4-BE49-F238E27FC236}">
                  <a16:creationId xmlns:a16="http://schemas.microsoft.com/office/drawing/2014/main" id="{38A59C98-8D46-49C1-B20F-F1AABA78AB54}"/>
                </a:ext>
              </a:extLst>
            </p:cNvPr>
            <p:cNvSpPr/>
            <p:nvPr/>
          </p:nvSpPr>
          <p:spPr>
            <a:xfrm>
              <a:off x="8407879" y="3492201"/>
              <a:ext cx="118852" cy="118741"/>
            </a:xfrm>
            <a:custGeom>
              <a:avLst/>
              <a:gdLst>
                <a:gd name="connsiteX0" fmla="*/ 59426 w 118852"/>
                <a:gd name="connsiteY0" fmla="*/ 0 h 118741"/>
                <a:gd name="connsiteX1" fmla="*/ 0 w 118852"/>
                <a:gd name="connsiteY1" fmla="*/ 59371 h 118741"/>
                <a:gd name="connsiteX2" fmla="*/ 59426 w 118852"/>
                <a:gd name="connsiteY2" fmla="*/ 118742 h 118741"/>
                <a:gd name="connsiteX3" fmla="*/ 118853 w 118852"/>
                <a:gd name="connsiteY3" fmla="*/ 59371 h 118741"/>
                <a:gd name="connsiteX4" fmla="*/ 59426 w 118852"/>
                <a:gd name="connsiteY4" fmla="*/ 0 h 118741"/>
                <a:gd name="connsiteX5" fmla="*/ 59426 w 118852"/>
                <a:gd name="connsiteY5" fmla="*/ 52987 h 118741"/>
                <a:gd name="connsiteX6" fmla="*/ 82430 w 118852"/>
                <a:gd name="connsiteY6" fmla="*/ 75969 h 118741"/>
                <a:gd name="connsiteX7" fmla="*/ 65816 w 118852"/>
                <a:gd name="connsiteY7" fmla="*/ 97675 h 118741"/>
                <a:gd name="connsiteX8" fmla="*/ 65816 w 118852"/>
                <a:gd name="connsiteY8" fmla="*/ 103420 h 118741"/>
                <a:gd name="connsiteX9" fmla="*/ 59426 w 118852"/>
                <a:gd name="connsiteY9" fmla="*/ 109804 h 118741"/>
                <a:gd name="connsiteX10" fmla="*/ 53036 w 118852"/>
                <a:gd name="connsiteY10" fmla="*/ 103420 h 118741"/>
                <a:gd name="connsiteX11" fmla="*/ 53036 w 118852"/>
                <a:gd name="connsiteY11" fmla="*/ 97675 h 118741"/>
                <a:gd name="connsiteX12" fmla="*/ 36422 w 118852"/>
                <a:gd name="connsiteY12" fmla="*/ 75969 h 118741"/>
                <a:gd name="connsiteX13" fmla="*/ 42812 w 118852"/>
                <a:gd name="connsiteY13" fmla="*/ 69585 h 118741"/>
                <a:gd name="connsiteX14" fmla="*/ 49202 w 118852"/>
                <a:gd name="connsiteY14" fmla="*/ 75969 h 118741"/>
                <a:gd name="connsiteX15" fmla="*/ 59426 w 118852"/>
                <a:gd name="connsiteY15" fmla="*/ 86184 h 118741"/>
                <a:gd name="connsiteX16" fmla="*/ 69650 w 118852"/>
                <a:gd name="connsiteY16" fmla="*/ 75969 h 118741"/>
                <a:gd name="connsiteX17" fmla="*/ 59426 w 118852"/>
                <a:gd name="connsiteY17" fmla="*/ 65755 h 118741"/>
                <a:gd name="connsiteX18" fmla="*/ 36422 w 118852"/>
                <a:gd name="connsiteY18" fmla="*/ 42772 h 118741"/>
                <a:gd name="connsiteX19" fmla="*/ 53036 w 118852"/>
                <a:gd name="connsiteY19" fmla="*/ 21067 h 118741"/>
                <a:gd name="connsiteX20" fmla="*/ 53036 w 118852"/>
                <a:gd name="connsiteY20" fmla="*/ 15321 h 118741"/>
                <a:gd name="connsiteX21" fmla="*/ 59426 w 118852"/>
                <a:gd name="connsiteY21" fmla="*/ 8937 h 118741"/>
                <a:gd name="connsiteX22" fmla="*/ 65816 w 118852"/>
                <a:gd name="connsiteY22" fmla="*/ 15321 h 118741"/>
                <a:gd name="connsiteX23" fmla="*/ 65816 w 118852"/>
                <a:gd name="connsiteY23" fmla="*/ 21067 h 118741"/>
                <a:gd name="connsiteX24" fmla="*/ 82430 w 118852"/>
                <a:gd name="connsiteY24" fmla="*/ 42772 h 118741"/>
                <a:gd name="connsiteX25" fmla="*/ 76040 w 118852"/>
                <a:gd name="connsiteY25" fmla="*/ 49156 h 118741"/>
                <a:gd name="connsiteX26" fmla="*/ 69650 w 118852"/>
                <a:gd name="connsiteY26" fmla="*/ 42772 h 118741"/>
                <a:gd name="connsiteX27" fmla="*/ 59426 w 118852"/>
                <a:gd name="connsiteY27" fmla="*/ 32558 h 118741"/>
                <a:gd name="connsiteX28" fmla="*/ 49202 w 118852"/>
                <a:gd name="connsiteY28" fmla="*/ 42772 h 118741"/>
                <a:gd name="connsiteX29" fmla="*/ 59426 w 118852"/>
                <a:gd name="connsiteY29" fmla="*/ 52987 h 118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8852" h="118741">
                  <a:moveTo>
                    <a:pt x="59426" y="0"/>
                  </a:moveTo>
                  <a:cubicBezTo>
                    <a:pt x="26837" y="0"/>
                    <a:pt x="0" y="26812"/>
                    <a:pt x="0" y="59371"/>
                  </a:cubicBezTo>
                  <a:cubicBezTo>
                    <a:pt x="0" y="91929"/>
                    <a:pt x="26837" y="118742"/>
                    <a:pt x="59426" y="118742"/>
                  </a:cubicBezTo>
                  <a:cubicBezTo>
                    <a:pt x="92014" y="118742"/>
                    <a:pt x="118853" y="91929"/>
                    <a:pt x="118853" y="59371"/>
                  </a:cubicBezTo>
                  <a:cubicBezTo>
                    <a:pt x="118853" y="26812"/>
                    <a:pt x="92014" y="0"/>
                    <a:pt x="59426" y="0"/>
                  </a:cubicBezTo>
                  <a:close/>
                  <a:moveTo>
                    <a:pt x="59426" y="52987"/>
                  </a:moveTo>
                  <a:cubicBezTo>
                    <a:pt x="72206" y="52987"/>
                    <a:pt x="82430" y="63201"/>
                    <a:pt x="82430" y="75969"/>
                  </a:cubicBezTo>
                  <a:cubicBezTo>
                    <a:pt x="82430" y="86184"/>
                    <a:pt x="75401" y="95121"/>
                    <a:pt x="65816" y="97675"/>
                  </a:cubicBezTo>
                  <a:lnTo>
                    <a:pt x="65816" y="103420"/>
                  </a:lnTo>
                  <a:cubicBezTo>
                    <a:pt x="65816" y="107251"/>
                    <a:pt x="63260" y="109804"/>
                    <a:pt x="59426" y="109804"/>
                  </a:cubicBezTo>
                  <a:cubicBezTo>
                    <a:pt x="55592" y="109804"/>
                    <a:pt x="53036" y="107251"/>
                    <a:pt x="53036" y="103420"/>
                  </a:cubicBezTo>
                  <a:lnTo>
                    <a:pt x="53036" y="97675"/>
                  </a:lnTo>
                  <a:cubicBezTo>
                    <a:pt x="43451" y="95121"/>
                    <a:pt x="36422" y="86184"/>
                    <a:pt x="36422" y="75969"/>
                  </a:cubicBezTo>
                  <a:cubicBezTo>
                    <a:pt x="36422" y="72139"/>
                    <a:pt x="38978" y="69585"/>
                    <a:pt x="42812" y="69585"/>
                  </a:cubicBezTo>
                  <a:cubicBezTo>
                    <a:pt x="46646" y="69585"/>
                    <a:pt x="49202" y="72139"/>
                    <a:pt x="49202" y="75969"/>
                  </a:cubicBezTo>
                  <a:cubicBezTo>
                    <a:pt x="49202" y="81715"/>
                    <a:pt x="53675" y="86184"/>
                    <a:pt x="59426" y="86184"/>
                  </a:cubicBezTo>
                  <a:cubicBezTo>
                    <a:pt x="65177" y="86184"/>
                    <a:pt x="69650" y="81715"/>
                    <a:pt x="69650" y="75969"/>
                  </a:cubicBezTo>
                  <a:cubicBezTo>
                    <a:pt x="69650" y="70224"/>
                    <a:pt x="65177" y="65755"/>
                    <a:pt x="59426" y="65755"/>
                  </a:cubicBezTo>
                  <a:cubicBezTo>
                    <a:pt x="46646" y="65755"/>
                    <a:pt x="36422" y="55540"/>
                    <a:pt x="36422" y="42772"/>
                  </a:cubicBezTo>
                  <a:cubicBezTo>
                    <a:pt x="36422" y="32558"/>
                    <a:pt x="43451" y="23620"/>
                    <a:pt x="53036" y="21067"/>
                  </a:cubicBezTo>
                  <a:lnTo>
                    <a:pt x="53036" y="15321"/>
                  </a:lnTo>
                  <a:cubicBezTo>
                    <a:pt x="53036" y="11491"/>
                    <a:pt x="55592" y="8937"/>
                    <a:pt x="59426" y="8937"/>
                  </a:cubicBezTo>
                  <a:cubicBezTo>
                    <a:pt x="63260" y="8937"/>
                    <a:pt x="65816" y="11491"/>
                    <a:pt x="65816" y="15321"/>
                  </a:cubicBezTo>
                  <a:lnTo>
                    <a:pt x="65816" y="21067"/>
                  </a:lnTo>
                  <a:cubicBezTo>
                    <a:pt x="75401" y="23620"/>
                    <a:pt x="82430" y="32558"/>
                    <a:pt x="82430" y="42772"/>
                  </a:cubicBezTo>
                  <a:cubicBezTo>
                    <a:pt x="82430" y="46603"/>
                    <a:pt x="79874" y="49156"/>
                    <a:pt x="76040" y="49156"/>
                  </a:cubicBezTo>
                  <a:cubicBezTo>
                    <a:pt x="72206" y="49156"/>
                    <a:pt x="69650" y="46603"/>
                    <a:pt x="69650" y="42772"/>
                  </a:cubicBezTo>
                  <a:cubicBezTo>
                    <a:pt x="69650" y="37027"/>
                    <a:pt x="65177" y="32558"/>
                    <a:pt x="59426" y="32558"/>
                  </a:cubicBezTo>
                  <a:cubicBezTo>
                    <a:pt x="53675" y="32558"/>
                    <a:pt x="49202" y="37027"/>
                    <a:pt x="49202" y="42772"/>
                  </a:cubicBezTo>
                  <a:cubicBezTo>
                    <a:pt x="49202" y="48518"/>
                    <a:pt x="53675" y="52987"/>
                    <a:pt x="59426" y="52987"/>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02" name="Graphic 4">
              <a:extLst>
                <a:ext uri="{FF2B5EF4-FFF2-40B4-BE49-F238E27FC236}">
                  <a16:creationId xmlns:a16="http://schemas.microsoft.com/office/drawing/2014/main" id="{FFCE4DFD-C736-47C7-81BB-C71D972696E7}"/>
                </a:ext>
              </a:extLst>
            </p:cNvPr>
            <p:cNvSpPr/>
            <p:nvPr/>
          </p:nvSpPr>
          <p:spPr>
            <a:xfrm>
              <a:off x="8239823" y="3339623"/>
              <a:ext cx="361670" cy="361333"/>
            </a:xfrm>
            <a:custGeom>
              <a:avLst/>
              <a:gdLst>
                <a:gd name="connsiteX0" fmla="*/ 180836 w 361670"/>
                <a:gd name="connsiteY0" fmla="*/ 0 h 361333"/>
                <a:gd name="connsiteX1" fmla="*/ 0 w 361670"/>
                <a:gd name="connsiteY1" fmla="*/ 180667 h 361333"/>
                <a:gd name="connsiteX2" fmla="*/ 180836 w 361670"/>
                <a:gd name="connsiteY2" fmla="*/ 361333 h 361333"/>
                <a:gd name="connsiteX3" fmla="*/ 361670 w 361670"/>
                <a:gd name="connsiteY3" fmla="*/ 180667 h 361333"/>
                <a:gd name="connsiteX4" fmla="*/ 180836 w 361670"/>
                <a:gd name="connsiteY4" fmla="*/ 0 h 361333"/>
                <a:gd name="connsiteX5" fmla="*/ 141856 w 361670"/>
                <a:gd name="connsiteY5" fmla="*/ 187689 h 361333"/>
                <a:gd name="connsiteX6" fmla="*/ 148246 w 361670"/>
                <a:gd name="connsiteY6" fmla="*/ 194073 h 361333"/>
                <a:gd name="connsiteX7" fmla="*/ 141856 w 361670"/>
                <a:gd name="connsiteY7" fmla="*/ 200457 h 361333"/>
                <a:gd name="connsiteX8" fmla="*/ 141856 w 361670"/>
                <a:gd name="connsiteY8" fmla="*/ 200457 h 361333"/>
                <a:gd name="connsiteX9" fmla="*/ 88181 w 361670"/>
                <a:gd name="connsiteY9" fmla="*/ 186412 h 361333"/>
                <a:gd name="connsiteX10" fmla="*/ 88181 w 361670"/>
                <a:gd name="connsiteY10" fmla="*/ 194073 h 361333"/>
                <a:gd name="connsiteX11" fmla="*/ 142496 w 361670"/>
                <a:gd name="connsiteY11" fmla="*/ 215140 h 361333"/>
                <a:gd name="connsiteX12" fmla="*/ 148886 w 361670"/>
                <a:gd name="connsiteY12" fmla="*/ 221524 h 361333"/>
                <a:gd name="connsiteX13" fmla="*/ 142496 w 361670"/>
                <a:gd name="connsiteY13" fmla="*/ 227908 h 361333"/>
                <a:gd name="connsiteX14" fmla="*/ 142496 w 361670"/>
                <a:gd name="connsiteY14" fmla="*/ 227908 h 361333"/>
                <a:gd name="connsiteX15" fmla="*/ 88820 w 361670"/>
                <a:gd name="connsiteY15" fmla="*/ 213863 h 361333"/>
                <a:gd name="connsiteX16" fmla="*/ 88820 w 361670"/>
                <a:gd name="connsiteY16" fmla="*/ 221524 h 361333"/>
                <a:gd name="connsiteX17" fmla="*/ 148246 w 361670"/>
                <a:gd name="connsiteY17" fmla="*/ 242591 h 361333"/>
                <a:gd name="connsiteX18" fmla="*/ 154636 w 361670"/>
                <a:gd name="connsiteY18" fmla="*/ 248975 h 361333"/>
                <a:gd name="connsiteX19" fmla="*/ 148246 w 361670"/>
                <a:gd name="connsiteY19" fmla="*/ 255359 h 361333"/>
                <a:gd name="connsiteX20" fmla="*/ 76040 w 361670"/>
                <a:gd name="connsiteY20" fmla="*/ 221524 h 361333"/>
                <a:gd name="connsiteX21" fmla="*/ 76040 w 361670"/>
                <a:gd name="connsiteY21" fmla="*/ 111720 h 361333"/>
                <a:gd name="connsiteX22" fmla="*/ 148246 w 361670"/>
                <a:gd name="connsiteY22" fmla="*/ 77885 h 361333"/>
                <a:gd name="connsiteX23" fmla="*/ 220453 w 361670"/>
                <a:gd name="connsiteY23" fmla="*/ 111720 h 361333"/>
                <a:gd name="connsiteX24" fmla="*/ 148246 w 361670"/>
                <a:gd name="connsiteY24" fmla="*/ 145555 h 361333"/>
                <a:gd name="connsiteX25" fmla="*/ 88820 w 361670"/>
                <a:gd name="connsiteY25" fmla="*/ 131510 h 361333"/>
                <a:gd name="connsiteX26" fmla="*/ 88820 w 361670"/>
                <a:gd name="connsiteY26" fmla="*/ 139171 h 361333"/>
                <a:gd name="connsiteX27" fmla="*/ 148246 w 361670"/>
                <a:gd name="connsiteY27" fmla="*/ 160238 h 361333"/>
                <a:gd name="connsiteX28" fmla="*/ 154636 w 361670"/>
                <a:gd name="connsiteY28" fmla="*/ 166622 h 361333"/>
                <a:gd name="connsiteX29" fmla="*/ 148246 w 361670"/>
                <a:gd name="connsiteY29" fmla="*/ 173006 h 361333"/>
                <a:gd name="connsiteX30" fmla="*/ 88820 w 361670"/>
                <a:gd name="connsiteY30" fmla="*/ 158961 h 361333"/>
                <a:gd name="connsiteX31" fmla="*/ 88820 w 361670"/>
                <a:gd name="connsiteY31" fmla="*/ 166622 h 361333"/>
                <a:gd name="connsiteX32" fmla="*/ 141856 w 361670"/>
                <a:gd name="connsiteY32" fmla="*/ 187689 h 361333"/>
                <a:gd name="connsiteX33" fmla="*/ 227482 w 361670"/>
                <a:gd name="connsiteY33" fmla="*/ 284087 h 361333"/>
                <a:gd name="connsiteX34" fmla="*/ 155276 w 361670"/>
                <a:gd name="connsiteY34" fmla="*/ 211948 h 361333"/>
                <a:gd name="connsiteX35" fmla="*/ 227482 w 361670"/>
                <a:gd name="connsiteY35" fmla="*/ 139809 h 361333"/>
                <a:gd name="connsiteX36" fmla="*/ 299688 w 361670"/>
                <a:gd name="connsiteY36" fmla="*/ 211948 h 361333"/>
                <a:gd name="connsiteX37" fmla="*/ 227482 w 361670"/>
                <a:gd name="connsiteY37" fmla="*/ 284087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61670" h="361333">
                  <a:moveTo>
                    <a:pt x="180836" y="0"/>
                  </a:moveTo>
                  <a:cubicBezTo>
                    <a:pt x="80513" y="0"/>
                    <a:pt x="0" y="81077"/>
                    <a:pt x="0" y="180667"/>
                  </a:cubicBezTo>
                  <a:cubicBezTo>
                    <a:pt x="0" y="280257"/>
                    <a:pt x="81152" y="361333"/>
                    <a:pt x="180836" y="361333"/>
                  </a:cubicBezTo>
                  <a:cubicBezTo>
                    <a:pt x="281157" y="361333"/>
                    <a:pt x="361670" y="280257"/>
                    <a:pt x="361670" y="180667"/>
                  </a:cubicBezTo>
                  <a:cubicBezTo>
                    <a:pt x="361670" y="81077"/>
                    <a:pt x="281157" y="0"/>
                    <a:pt x="180836" y="0"/>
                  </a:cubicBezTo>
                  <a:close/>
                  <a:moveTo>
                    <a:pt x="141856" y="187689"/>
                  </a:moveTo>
                  <a:cubicBezTo>
                    <a:pt x="145691" y="187689"/>
                    <a:pt x="148246" y="190881"/>
                    <a:pt x="148246" y="194073"/>
                  </a:cubicBezTo>
                  <a:cubicBezTo>
                    <a:pt x="148246" y="197265"/>
                    <a:pt x="145051" y="200457"/>
                    <a:pt x="141856" y="200457"/>
                  </a:cubicBezTo>
                  <a:cubicBezTo>
                    <a:pt x="141856" y="200457"/>
                    <a:pt x="141856" y="200457"/>
                    <a:pt x="141856" y="200457"/>
                  </a:cubicBezTo>
                  <a:cubicBezTo>
                    <a:pt x="118853" y="199819"/>
                    <a:pt x="99683" y="194711"/>
                    <a:pt x="88181" y="186412"/>
                  </a:cubicBezTo>
                  <a:lnTo>
                    <a:pt x="88181" y="194073"/>
                  </a:lnTo>
                  <a:cubicBezTo>
                    <a:pt x="88181" y="201734"/>
                    <a:pt x="107351" y="213863"/>
                    <a:pt x="142496" y="215140"/>
                  </a:cubicBezTo>
                  <a:cubicBezTo>
                    <a:pt x="146330" y="215140"/>
                    <a:pt x="148886" y="218332"/>
                    <a:pt x="148886" y="221524"/>
                  </a:cubicBezTo>
                  <a:cubicBezTo>
                    <a:pt x="148886" y="224716"/>
                    <a:pt x="145691" y="227908"/>
                    <a:pt x="142496" y="227908"/>
                  </a:cubicBezTo>
                  <a:cubicBezTo>
                    <a:pt x="142496" y="227908"/>
                    <a:pt x="142496" y="227908"/>
                    <a:pt x="142496" y="227908"/>
                  </a:cubicBezTo>
                  <a:cubicBezTo>
                    <a:pt x="119492" y="227270"/>
                    <a:pt x="100322" y="222163"/>
                    <a:pt x="88820" y="213863"/>
                  </a:cubicBezTo>
                  <a:lnTo>
                    <a:pt x="88820" y="221524"/>
                  </a:lnTo>
                  <a:cubicBezTo>
                    <a:pt x="88820" y="229823"/>
                    <a:pt x="111824" y="242591"/>
                    <a:pt x="148246" y="242591"/>
                  </a:cubicBezTo>
                  <a:cubicBezTo>
                    <a:pt x="152081" y="242591"/>
                    <a:pt x="154636" y="245145"/>
                    <a:pt x="154636" y="248975"/>
                  </a:cubicBezTo>
                  <a:cubicBezTo>
                    <a:pt x="154636" y="252806"/>
                    <a:pt x="152081" y="255359"/>
                    <a:pt x="148246" y="255359"/>
                  </a:cubicBezTo>
                  <a:cubicBezTo>
                    <a:pt x="113102" y="255359"/>
                    <a:pt x="76040" y="243868"/>
                    <a:pt x="76040" y="221524"/>
                  </a:cubicBezTo>
                  <a:lnTo>
                    <a:pt x="76040" y="111720"/>
                  </a:lnTo>
                  <a:cubicBezTo>
                    <a:pt x="76040" y="90014"/>
                    <a:pt x="113102" y="77885"/>
                    <a:pt x="148246" y="77885"/>
                  </a:cubicBezTo>
                  <a:cubicBezTo>
                    <a:pt x="183391" y="77885"/>
                    <a:pt x="220453" y="90014"/>
                    <a:pt x="220453" y="111720"/>
                  </a:cubicBezTo>
                  <a:cubicBezTo>
                    <a:pt x="220453" y="133425"/>
                    <a:pt x="183391" y="145555"/>
                    <a:pt x="148246" y="145555"/>
                  </a:cubicBezTo>
                  <a:cubicBezTo>
                    <a:pt x="125881" y="145555"/>
                    <a:pt x="102878" y="140448"/>
                    <a:pt x="88820" y="131510"/>
                  </a:cubicBezTo>
                  <a:lnTo>
                    <a:pt x="88820" y="139171"/>
                  </a:lnTo>
                  <a:cubicBezTo>
                    <a:pt x="88820" y="148108"/>
                    <a:pt x="111185" y="160238"/>
                    <a:pt x="148246" y="160238"/>
                  </a:cubicBezTo>
                  <a:cubicBezTo>
                    <a:pt x="152081" y="160238"/>
                    <a:pt x="154636" y="162792"/>
                    <a:pt x="154636" y="166622"/>
                  </a:cubicBezTo>
                  <a:cubicBezTo>
                    <a:pt x="154636" y="170452"/>
                    <a:pt x="152081" y="173006"/>
                    <a:pt x="148246" y="173006"/>
                  </a:cubicBezTo>
                  <a:cubicBezTo>
                    <a:pt x="125881" y="173006"/>
                    <a:pt x="102878" y="167899"/>
                    <a:pt x="88820" y="158961"/>
                  </a:cubicBezTo>
                  <a:lnTo>
                    <a:pt x="88820" y="166622"/>
                  </a:lnTo>
                  <a:cubicBezTo>
                    <a:pt x="87542" y="174921"/>
                    <a:pt x="107351" y="186412"/>
                    <a:pt x="141856" y="187689"/>
                  </a:cubicBezTo>
                  <a:close/>
                  <a:moveTo>
                    <a:pt x="227482" y="284087"/>
                  </a:moveTo>
                  <a:cubicBezTo>
                    <a:pt x="187864" y="284087"/>
                    <a:pt x="155276" y="251529"/>
                    <a:pt x="155276" y="211948"/>
                  </a:cubicBezTo>
                  <a:cubicBezTo>
                    <a:pt x="155276" y="172368"/>
                    <a:pt x="187864" y="139809"/>
                    <a:pt x="227482" y="139809"/>
                  </a:cubicBezTo>
                  <a:cubicBezTo>
                    <a:pt x="267100" y="139809"/>
                    <a:pt x="299688" y="172368"/>
                    <a:pt x="299688" y="211948"/>
                  </a:cubicBezTo>
                  <a:cubicBezTo>
                    <a:pt x="299688" y="251529"/>
                    <a:pt x="267100" y="284087"/>
                    <a:pt x="227482" y="284087"/>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grpSp>
        <p:nvGrpSpPr>
          <p:cNvPr id="103" name="Graphic 4">
            <a:extLst>
              <a:ext uri="{FF2B5EF4-FFF2-40B4-BE49-F238E27FC236}">
                <a16:creationId xmlns:a16="http://schemas.microsoft.com/office/drawing/2014/main" id="{49B956F1-2BD9-476A-84D5-5D8D4894030C}"/>
              </a:ext>
            </a:extLst>
          </p:cNvPr>
          <p:cNvGrpSpPr/>
          <p:nvPr/>
        </p:nvGrpSpPr>
        <p:grpSpPr>
          <a:xfrm>
            <a:off x="3981642" y="4200294"/>
            <a:ext cx="580307" cy="548643"/>
            <a:chOff x="905454" y="1402723"/>
            <a:chExt cx="362309" cy="361971"/>
          </a:xfrm>
          <a:solidFill>
            <a:srgbClr val="62B5E5"/>
          </a:solidFill>
        </p:grpSpPr>
        <p:sp>
          <p:nvSpPr>
            <p:cNvPr id="104" name="Graphic 4">
              <a:extLst>
                <a:ext uri="{FF2B5EF4-FFF2-40B4-BE49-F238E27FC236}">
                  <a16:creationId xmlns:a16="http://schemas.microsoft.com/office/drawing/2014/main" id="{891B64DD-051B-424C-B709-384B3798CC13}"/>
                </a:ext>
              </a:extLst>
            </p:cNvPr>
            <p:cNvSpPr/>
            <p:nvPr/>
          </p:nvSpPr>
          <p:spPr>
            <a:xfrm>
              <a:off x="983411" y="1599988"/>
              <a:ext cx="57509" cy="67670"/>
            </a:xfrm>
            <a:custGeom>
              <a:avLst/>
              <a:gdLst>
                <a:gd name="connsiteX0" fmla="*/ 57509 w 57509"/>
                <a:gd name="connsiteY0" fmla="*/ 67670 h 67670"/>
                <a:gd name="connsiteX1" fmla="*/ 57509 w 57509"/>
                <a:gd name="connsiteY1" fmla="*/ 38304 h 67670"/>
                <a:gd name="connsiteX2" fmla="*/ 0 w 57509"/>
                <a:gd name="connsiteY2" fmla="*/ 0 h 67670"/>
                <a:gd name="connsiteX3" fmla="*/ 0 w 57509"/>
                <a:gd name="connsiteY3" fmla="*/ 67670 h 67670"/>
              </a:gdLst>
              <a:ahLst/>
              <a:cxnLst>
                <a:cxn ang="0">
                  <a:pos x="connsiteX0" y="connsiteY0"/>
                </a:cxn>
                <a:cxn ang="0">
                  <a:pos x="connsiteX1" y="connsiteY1"/>
                </a:cxn>
                <a:cxn ang="0">
                  <a:pos x="connsiteX2" y="connsiteY2"/>
                </a:cxn>
                <a:cxn ang="0">
                  <a:pos x="connsiteX3" y="connsiteY3"/>
                </a:cxn>
              </a:cxnLst>
              <a:rect l="l" t="t" r="r" b="b"/>
              <a:pathLst>
                <a:path w="57509" h="67670">
                  <a:moveTo>
                    <a:pt x="57509" y="67670"/>
                  </a:moveTo>
                  <a:lnTo>
                    <a:pt x="57509" y="38304"/>
                  </a:lnTo>
                  <a:lnTo>
                    <a:pt x="0" y="0"/>
                  </a:lnTo>
                  <a:lnTo>
                    <a:pt x="0" y="6767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05" name="Graphic 4">
              <a:extLst>
                <a:ext uri="{FF2B5EF4-FFF2-40B4-BE49-F238E27FC236}">
                  <a16:creationId xmlns:a16="http://schemas.microsoft.com/office/drawing/2014/main" id="{6DB873E9-47F5-4769-ABCE-C13A24BA0178}"/>
                </a:ext>
              </a:extLst>
            </p:cNvPr>
            <p:cNvSpPr/>
            <p:nvPr/>
          </p:nvSpPr>
          <p:spPr>
            <a:xfrm>
              <a:off x="1117599" y="1555300"/>
              <a:ext cx="70928" cy="112358"/>
            </a:xfrm>
            <a:custGeom>
              <a:avLst/>
              <a:gdLst>
                <a:gd name="connsiteX0" fmla="*/ 14058 w 70928"/>
                <a:gd name="connsiteY0" fmla="*/ 0 h 112358"/>
                <a:gd name="connsiteX1" fmla="*/ 0 w 70928"/>
                <a:gd name="connsiteY1" fmla="*/ 112358 h 112358"/>
                <a:gd name="connsiteX2" fmla="*/ 0 w 70928"/>
                <a:gd name="connsiteY2" fmla="*/ 112358 h 112358"/>
                <a:gd name="connsiteX3" fmla="*/ 70928 w 70928"/>
                <a:gd name="connsiteY3" fmla="*/ 112358 h 112358"/>
                <a:gd name="connsiteX4" fmla="*/ 49842 w 70928"/>
                <a:gd name="connsiteY4" fmla="*/ 0 h 1123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928" h="112358">
                  <a:moveTo>
                    <a:pt x="14058" y="0"/>
                  </a:moveTo>
                  <a:lnTo>
                    <a:pt x="0" y="112358"/>
                  </a:lnTo>
                  <a:lnTo>
                    <a:pt x="0" y="112358"/>
                  </a:lnTo>
                  <a:lnTo>
                    <a:pt x="70928" y="112358"/>
                  </a:lnTo>
                  <a:lnTo>
                    <a:pt x="49842" y="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06" name="Graphic 4">
              <a:extLst>
                <a:ext uri="{FF2B5EF4-FFF2-40B4-BE49-F238E27FC236}">
                  <a16:creationId xmlns:a16="http://schemas.microsoft.com/office/drawing/2014/main" id="{9F2C09BA-DC6B-4CCA-9D34-DB0280FA7FF6}"/>
                </a:ext>
              </a:extLst>
            </p:cNvPr>
            <p:cNvSpPr/>
            <p:nvPr/>
          </p:nvSpPr>
          <p:spPr>
            <a:xfrm>
              <a:off x="1053700" y="1599988"/>
              <a:ext cx="54314" cy="67670"/>
            </a:xfrm>
            <a:custGeom>
              <a:avLst/>
              <a:gdLst>
                <a:gd name="connsiteX0" fmla="*/ 50481 w 54314"/>
                <a:gd name="connsiteY0" fmla="*/ 67670 h 67670"/>
                <a:gd name="connsiteX1" fmla="*/ 54314 w 54314"/>
                <a:gd name="connsiteY1" fmla="*/ 36389 h 67670"/>
                <a:gd name="connsiteX2" fmla="*/ 0 w 54314"/>
                <a:gd name="connsiteY2" fmla="*/ 0 h 67670"/>
                <a:gd name="connsiteX3" fmla="*/ 0 w 54314"/>
                <a:gd name="connsiteY3" fmla="*/ 67670 h 67670"/>
              </a:gdLst>
              <a:ahLst/>
              <a:cxnLst>
                <a:cxn ang="0">
                  <a:pos x="connsiteX0" y="connsiteY0"/>
                </a:cxn>
                <a:cxn ang="0">
                  <a:pos x="connsiteX1" y="connsiteY1"/>
                </a:cxn>
                <a:cxn ang="0">
                  <a:pos x="connsiteX2" y="connsiteY2"/>
                </a:cxn>
                <a:cxn ang="0">
                  <a:pos x="connsiteX3" y="connsiteY3"/>
                </a:cxn>
              </a:cxnLst>
              <a:rect l="l" t="t" r="r" b="b"/>
              <a:pathLst>
                <a:path w="54314" h="67670">
                  <a:moveTo>
                    <a:pt x="50481" y="67670"/>
                  </a:moveTo>
                  <a:lnTo>
                    <a:pt x="54314" y="36389"/>
                  </a:lnTo>
                  <a:lnTo>
                    <a:pt x="0" y="0"/>
                  </a:lnTo>
                  <a:lnTo>
                    <a:pt x="0" y="6767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07" name="Graphic 4">
              <a:extLst>
                <a:ext uri="{FF2B5EF4-FFF2-40B4-BE49-F238E27FC236}">
                  <a16:creationId xmlns:a16="http://schemas.microsoft.com/office/drawing/2014/main" id="{31E6440E-78A3-4736-B034-C466F7BCD639}"/>
                </a:ext>
              </a:extLst>
            </p:cNvPr>
            <p:cNvSpPr/>
            <p:nvPr/>
          </p:nvSpPr>
          <p:spPr>
            <a:xfrm>
              <a:off x="905454" y="1402723"/>
              <a:ext cx="362309" cy="361971"/>
            </a:xfrm>
            <a:custGeom>
              <a:avLst/>
              <a:gdLst>
                <a:gd name="connsiteX0" fmla="*/ 180835 w 362309"/>
                <a:gd name="connsiteY0" fmla="*/ 0 h 361971"/>
                <a:gd name="connsiteX1" fmla="*/ 0 w 362309"/>
                <a:gd name="connsiteY1" fmla="*/ 181305 h 361971"/>
                <a:gd name="connsiteX2" fmla="*/ 180835 w 362309"/>
                <a:gd name="connsiteY2" fmla="*/ 361972 h 361971"/>
                <a:gd name="connsiteX3" fmla="*/ 362309 w 362309"/>
                <a:gd name="connsiteY3" fmla="*/ 181305 h 361971"/>
                <a:gd name="connsiteX4" fmla="*/ 362309 w 362309"/>
                <a:gd name="connsiteY4" fmla="*/ 181305 h 361971"/>
                <a:gd name="connsiteX5" fmla="*/ 180835 w 362309"/>
                <a:gd name="connsiteY5" fmla="*/ 0 h 361971"/>
                <a:gd name="connsiteX6" fmla="*/ 254959 w 362309"/>
                <a:gd name="connsiteY6" fmla="*/ 84907 h 361971"/>
                <a:gd name="connsiteX7" fmla="*/ 263904 w 362309"/>
                <a:gd name="connsiteY7" fmla="*/ 85545 h 361971"/>
                <a:gd name="connsiteX8" fmla="*/ 263904 w 362309"/>
                <a:gd name="connsiteY8" fmla="*/ 93845 h 361971"/>
                <a:gd name="connsiteX9" fmla="*/ 263265 w 362309"/>
                <a:gd name="connsiteY9" fmla="*/ 99590 h 361971"/>
                <a:gd name="connsiteX10" fmla="*/ 263904 w 362309"/>
                <a:gd name="connsiteY10" fmla="*/ 100229 h 361971"/>
                <a:gd name="connsiteX11" fmla="*/ 269016 w 362309"/>
                <a:gd name="connsiteY11" fmla="*/ 112358 h 361971"/>
                <a:gd name="connsiteX12" fmla="*/ 263265 w 362309"/>
                <a:gd name="connsiteY12" fmla="*/ 125126 h 361971"/>
                <a:gd name="connsiteX13" fmla="*/ 254320 w 362309"/>
                <a:gd name="connsiteY13" fmla="*/ 125126 h 361971"/>
                <a:gd name="connsiteX14" fmla="*/ 254320 w 362309"/>
                <a:gd name="connsiteY14" fmla="*/ 116188 h 361971"/>
                <a:gd name="connsiteX15" fmla="*/ 254320 w 362309"/>
                <a:gd name="connsiteY15" fmla="*/ 116188 h 361971"/>
                <a:gd name="connsiteX16" fmla="*/ 254959 w 362309"/>
                <a:gd name="connsiteY16" fmla="*/ 110443 h 361971"/>
                <a:gd name="connsiteX17" fmla="*/ 254320 w 362309"/>
                <a:gd name="connsiteY17" fmla="*/ 109804 h 361971"/>
                <a:gd name="connsiteX18" fmla="*/ 249208 w 362309"/>
                <a:gd name="connsiteY18" fmla="*/ 97675 h 361971"/>
                <a:gd name="connsiteX19" fmla="*/ 254959 w 362309"/>
                <a:gd name="connsiteY19" fmla="*/ 84907 h 361971"/>
                <a:gd name="connsiteX20" fmla="*/ 254959 w 362309"/>
                <a:gd name="connsiteY20" fmla="*/ 84907 h 361971"/>
                <a:gd name="connsiteX21" fmla="*/ 223009 w 362309"/>
                <a:gd name="connsiteY21" fmla="*/ 84907 h 361971"/>
                <a:gd name="connsiteX22" fmla="*/ 231955 w 362309"/>
                <a:gd name="connsiteY22" fmla="*/ 84907 h 361971"/>
                <a:gd name="connsiteX23" fmla="*/ 231955 w 362309"/>
                <a:gd name="connsiteY23" fmla="*/ 84907 h 361971"/>
                <a:gd name="connsiteX24" fmla="*/ 231955 w 362309"/>
                <a:gd name="connsiteY24" fmla="*/ 93845 h 361971"/>
                <a:gd name="connsiteX25" fmla="*/ 231316 w 362309"/>
                <a:gd name="connsiteY25" fmla="*/ 99590 h 361971"/>
                <a:gd name="connsiteX26" fmla="*/ 231955 w 362309"/>
                <a:gd name="connsiteY26" fmla="*/ 100229 h 361971"/>
                <a:gd name="connsiteX27" fmla="*/ 237067 w 362309"/>
                <a:gd name="connsiteY27" fmla="*/ 112358 h 361971"/>
                <a:gd name="connsiteX28" fmla="*/ 231316 w 362309"/>
                <a:gd name="connsiteY28" fmla="*/ 125126 h 361971"/>
                <a:gd name="connsiteX29" fmla="*/ 222370 w 362309"/>
                <a:gd name="connsiteY29" fmla="*/ 125126 h 361971"/>
                <a:gd name="connsiteX30" fmla="*/ 222370 w 362309"/>
                <a:gd name="connsiteY30" fmla="*/ 116188 h 361971"/>
                <a:gd name="connsiteX31" fmla="*/ 223009 w 362309"/>
                <a:gd name="connsiteY31" fmla="*/ 110443 h 361971"/>
                <a:gd name="connsiteX32" fmla="*/ 222370 w 362309"/>
                <a:gd name="connsiteY32" fmla="*/ 109804 h 361971"/>
                <a:gd name="connsiteX33" fmla="*/ 217258 w 362309"/>
                <a:gd name="connsiteY33" fmla="*/ 97675 h 361971"/>
                <a:gd name="connsiteX34" fmla="*/ 223009 w 362309"/>
                <a:gd name="connsiteY34" fmla="*/ 84907 h 361971"/>
                <a:gd name="connsiteX35" fmla="*/ 223009 w 362309"/>
                <a:gd name="connsiteY35" fmla="*/ 84907 h 361971"/>
                <a:gd name="connsiteX36" fmla="*/ 295854 w 362309"/>
                <a:gd name="connsiteY36" fmla="*/ 275788 h 361971"/>
                <a:gd name="connsiteX37" fmla="*/ 290742 w 362309"/>
                <a:gd name="connsiteY37" fmla="*/ 278342 h 361971"/>
                <a:gd name="connsiteX38" fmla="*/ 71567 w 362309"/>
                <a:gd name="connsiteY38" fmla="*/ 278342 h 361971"/>
                <a:gd name="connsiteX39" fmla="*/ 65177 w 362309"/>
                <a:gd name="connsiteY39" fmla="*/ 271958 h 361971"/>
                <a:gd name="connsiteX40" fmla="*/ 65177 w 362309"/>
                <a:gd name="connsiteY40" fmla="*/ 185774 h 361971"/>
                <a:gd name="connsiteX41" fmla="*/ 71567 w 362309"/>
                <a:gd name="connsiteY41" fmla="*/ 179390 h 361971"/>
                <a:gd name="connsiteX42" fmla="*/ 75401 w 362309"/>
                <a:gd name="connsiteY42" fmla="*/ 180667 h 361971"/>
                <a:gd name="connsiteX43" fmla="*/ 136106 w 362309"/>
                <a:gd name="connsiteY43" fmla="*/ 220886 h 361971"/>
                <a:gd name="connsiteX44" fmla="*/ 136106 w 362309"/>
                <a:gd name="connsiteY44" fmla="*/ 185774 h 361971"/>
                <a:gd name="connsiteX45" fmla="*/ 139301 w 362309"/>
                <a:gd name="connsiteY45" fmla="*/ 180028 h 361971"/>
                <a:gd name="connsiteX46" fmla="*/ 145691 w 362309"/>
                <a:gd name="connsiteY46" fmla="*/ 180667 h 361971"/>
                <a:gd name="connsiteX47" fmla="*/ 204478 w 362309"/>
                <a:gd name="connsiteY47" fmla="*/ 220247 h 361971"/>
                <a:gd name="connsiteX48" fmla="*/ 213424 w 362309"/>
                <a:gd name="connsiteY48" fmla="*/ 146193 h 361971"/>
                <a:gd name="connsiteX49" fmla="*/ 219814 w 362309"/>
                <a:gd name="connsiteY49" fmla="*/ 140448 h 361971"/>
                <a:gd name="connsiteX50" fmla="*/ 267099 w 362309"/>
                <a:gd name="connsiteY50" fmla="*/ 140448 h 361971"/>
                <a:gd name="connsiteX51" fmla="*/ 273489 w 362309"/>
                <a:gd name="connsiteY51" fmla="*/ 145555 h 361971"/>
                <a:gd name="connsiteX52" fmla="*/ 297132 w 362309"/>
                <a:gd name="connsiteY52" fmla="*/ 270681 h 361971"/>
                <a:gd name="connsiteX53" fmla="*/ 295854 w 362309"/>
                <a:gd name="connsiteY53" fmla="*/ 275788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62309" h="361971">
                  <a:moveTo>
                    <a:pt x="180835" y="0"/>
                  </a:moveTo>
                  <a:cubicBezTo>
                    <a:pt x="80513" y="0"/>
                    <a:pt x="0" y="81077"/>
                    <a:pt x="0" y="181305"/>
                  </a:cubicBezTo>
                  <a:cubicBezTo>
                    <a:pt x="0" y="281534"/>
                    <a:pt x="81152" y="361972"/>
                    <a:pt x="180835" y="361972"/>
                  </a:cubicBezTo>
                  <a:cubicBezTo>
                    <a:pt x="280518" y="361972"/>
                    <a:pt x="362309" y="280895"/>
                    <a:pt x="362309" y="181305"/>
                  </a:cubicBezTo>
                  <a:cubicBezTo>
                    <a:pt x="362309" y="181305"/>
                    <a:pt x="362309" y="181305"/>
                    <a:pt x="362309" y="181305"/>
                  </a:cubicBezTo>
                  <a:cubicBezTo>
                    <a:pt x="361670" y="80438"/>
                    <a:pt x="281157" y="0"/>
                    <a:pt x="180835" y="0"/>
                  </a:cubicBezTo>
                  <a:close/>
                  <a:moveTo>
                    <a:pt x="254959" y="84907"/>
                  </a:moveTo>
                  <a:cubicBezTo>
                    <a:pt x="257514" y="82353"/>
                    <a:pt x="261987" y="82992"/>
                    <a:pt x="263904" y="85545"/>
                  </a:cubicBezTo>
                  <a:cubicBezTo>
                    <a:pt x="265821" y="88099"/>
                    <a:pt x="265821" y="91291"/>
                    <a:pt x="263904" y="93845"/>
                  </a:cubicBezTo>
                  <a:cubicBezTo>
                    <a:pt x="261987" y="95121"/>
                    <a:pt x="261987" y="97675"/>
                    <a:pt x="263265" y="99590"/>
                  </a:cubicBezTo>
                  <a:cubicBezTo>
                    <a:pt x="263265" y="99590"/>
                    <a:pt x="263904" y="100229"/>
                    <a:pt x="263904" y="100229"/>
                  </a:cubicBezTo>
                  <a:cubicBezTo>
                    <a:pt x="267099" y="103420"/>
                    <a:pt x="269016" y="107889"/>
                    <a:pt x="269016" y="112358"/>
                  </a:cubicBezTo>
                  <a:cubicBezTo>
                    <a:pt x="269016" y="116827"/>
                    <a:pt x="267099" y="121934"/>
                    <a:pt x="263265" y="125126"/>
                  </a:cubicBezTo>
                  <a:cubicBezTo>
                    <a:pt x="260709" y="127680"/>
                    <a:pt x="256875" y="127680"/>
                    <a:pt x="254320" y="125126"/>
                  </a:cubicBezTo>
                  <a:cubicBezTo>
                    <a:pt x="251764" y="122572"/>
                    <a:pt x="251764" y="118742"/>
                    <a:pt x="254320" y="116188"/>
                  </a:cubicBezTo>
                  <a:lnTo>
                    <a:pt x="254320" y="116188"/>
                  </a:lnTo>
                  <a:cubicBezTo>
                    <a:pt x="256237" y="114912"/>
                    <a:pt x="256237" y="112358"/>
                    <a:pt x="254959" y="110443"/>
                  </a:cubicBezTo>
                  <a:cubicBezTo>
                    <a:pt x="254959" y="110443"/>
                    <a:pt x="254320" y="109804"/>
                    <a:pt x="254320" y="109804"/>
                  </a:cubicBezTo>
                  <a:cubicBezTo>
                    <a:pt x="251125" y="106612"/>
                    <a:pt x="249208" y="102144"/>
                    <a:pt x="249208" y="97675"/>
                  </a:cubicBezTo>
                  <a:cubicBezTo>
                    <a:pt x="249208" y="93206"/>
                    <a:pt x="251764" y="88099"/>
                    <a:pt x="254959" y="84907"/>
                  </a:cubicBezTo>
                  <a:lnTo>
                    <a:pt x="254959" y="84907"/>
                  </a:lnTo>
                  <a:close/>
                  <a:moveTo>
                    <a:pt x="223009" y="84907"/>
                  </a:moveTo>
                  <a:cubicBezTo>
                    <a:pt x="225565" y="82353"/>
                    <a:pt x="229399" y="82353"/>
                    <a:pt x="231955" y="84907"/>
                  </a:cubicBezTo>
                  <a:cubicBezTo>
                    <a:pt x="231955" y="84907"/>
                    <a:pt x="231955" y="84907"/>
                    <a:pt x="231955" y="84907"/>
                  </a:cubicBezTo>
                  <a:cubicBezTo>
                    <a:pt x="234511" y="87461"/>
                    <a:pt x="234511" y="91291"/>
                    <a:pt x="231955" y="93845"/>
                  </a:cubicBezTo>
                  <a:cubicBezTo>
                    <a:pt x="230038" y="95121"/>
                    <a:pt x="230038" y="97675"/>
                    <a:pt x="231316" y="99590"/>
                  </a:cubicBezTo>
                  <a:cubicBezTo>
                    <a:pt x="231316" y="99590"/>
                    <a:pt x="231955" y="100229"/>
                    <a:pt x="231955" y="100229"/>
                  </a:cubicBezTo>
                  <a:cubicBezTo>
                    <a:pt x="235150" y="103420"/>
                    <a:pt x="237067" y="107889"/>
                    <a:pt x="237067" y="112358"/>
                  </a:cubicBezTo>
                  <a:cubicBezTo>
                    <a:pt x="237067" y="116827"/>
                    <a:pt x="235150" y="121934"/>
                    <a:pt x="231316" y="125126"/>
                  </a:cubicBezTo>
                  <a:cubicBezTo>
                    <a:pt x="228760" y="127680"/>
                    <a:pt x="224926" y="127680"/>
                    <a:pt x="222370" y="125126"/>
                  </a:cubicBezTo>
                  <a:cubicBezTo>
                    <a:pt x="219814" y="122572"/>
                    <a:pt x="219814" y="118742"/>
                    <a:pt x="222370" y="116188"/>
                  </a:cubicBezTo>
                  <a:cubicBezTo>
                    <a:pt x="224287" y="114912"/>
                    <a:pt x="224287" y="112358"/>
                    <a:pt x="223009" y="110443"/>
                  </a:cubicBezTo>
                  <a:cubicBezTo>
                    <a:pt x="223009" y="110443"/>
                    <a:pt x="222370" y="109804"/>
                    <a:pt x="222370" y="109804"/>
                  </a:cubicBezTo>
                  <a:cubicBezTo>
                    <a:pt x="219175" y="106612"/>
                    <a:pt x="217258" y="102144"/>
                    <a:pt x="217258" y="97675"/>
                  </a:cubicBezTo>
                  <a:cubicBezTo>
                    <a:pt x="218536" y="92568"/>
                    <a:pt x="220453" y="88099"/>
                    <a:pt x="223009" y="84907"/>
                  </a:cubicBezTo>
                  <a:lnTo>
                    <a:pt x="223009" y="84907"/>
                  </a:lnTo>
                  <a:close/>
                  <a:moveTo>
                    <a:pt x="295854" y="275788"/>
                  </a:moveTo>
                  <a:cubicBezTo>
                    <a:pt x="294576" y="277065"/>
                    <a:pt x="292659" y="278342"/>
                    <a:pt x="290742" y="278342"/>
                  </a:cubicBezTo>
                  <a:lnTo>
                    <a:pt x="71567" y="278342"/>
                  </a:lnTo>
                  <a:cubicBezTo>
                    <a:pt x="67733" y="278342"/>
                    <a:pt x="65177" y="275788"/>
                    <a:pt x="65177" y="271958"/>
                  </a:cubicBezTo>
                  <a:lnTo>
                    <a:pt x="65177" y="185774"/>
                  </a:lnTo>
                  <a:cubicBezTo>
                    <a:pt x="65177" y="181944"/>
                    <a:pt x="67733" y="179390"/>
                    <a:pt x="71567" y="179390"/>
                  </a:cubicBezTo>
                  <a:cubicBezTo>
                    <a:pt x="72845" y="179390"/>
                    <a:pt x="74123" y="180028"/>
                    <a:pt x="75401" y="180667"/>
                  </a:cubicBezTo>
                  <a:lnTo>
                    <a:pt x="136106" y="220886"/>
                  </a:lnTo>
                  <a:lnTo>
                    <a:pt x="136106" y="185774"/>
                  </a:lnTo>
                  <a:cubicBezTo>
                    <a:pt x="136106" y="183220"/>
                    <a:pt x="137384" y="181305"/>
                    <a:pt x="139301" y="180028"/>
                  </a:cubicBezTo>
                  <a:cubicBezTo>
                    <a:pt x="141218" y="178752"/>
                    <a:pt x="143774" y="179390"/>
                    <a:pt x="145691" y="180667"/>
                  </a:cubicBezTo>
                  <a:lnTo>
                    <a:pt x="204478" y="220247"/>
                  </a:lnTo>
                  <a:lnTo>
                    <a:pt x="213424" y="146193"/>
                  </a:lnTo>
                  <a:cubicBezTo>
                    <a:pt x="214063" y="143001"/>
                    <a:pt x="216619" y="140448"/>
                    <a:pt x="219814" y="140448"/>
                  </a:cubicBezTo>
                  <a:lnTo>
                    <a:pt x="267099" y="140448"/>
                  </a:lnTo>
                  <a:cubicBezTo>
                    <a:pt x="270294" y="140448"/>
                    <a:pt x="272850" y="142363"/>
                    <a:pt x="273489" y="145555"/>
                  </a:cubicBezTo>
                  <a:lnTo>
                    <a:pt x="297132" y="270681"/>
                  </a:lnTo>
                  <a:cubicBezTo>
                    <a:pt x="297771" y="271958"/>
                    <a:pt x="297132" y="273873"/>
                    <a:pt x="295854" y="27578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grpSp>
        <p:nvGrpSpPr>
          <p:cNvPr id="100" name="Group 99">
            <a:extLst>
              <a:ext uri="{FF2B5EF4-FFF2-40B4-BE49-F238E27FC236}">
                <a16:creationId xmlns:a16="http://schemas.microsoft.com/office/drawing/2014/main" id="{C2F9F736-75C1-4771-89A4-ADFCAFC79E82}"/>
              </a:ext>
            </a:extLst>
          </p:cNvPr>
          <p:cNvGrpSpPr/>
          <p:nvPr/>
        </p:nvGrpSpPr>
        <p:grpSpPr>
          <a:xfrm>
            <a:off x="3160469" y="6389529"/>
            <a:ext cx="5871063" cy="357374"/>
            <a:chOff x="2789942" y="6324600"/>
            <a:chExt cx="5871063" cy="365760"/>
          </a:xfrm>
        </p:grpSpPr>
        <p:sp>
          <p:nvSpPr>
            <p:cNvPr id="101" name="Oval 100">
              <a:extLst>
                <a:ext uri="{FF2B5EF4-FFF2-40B4-BE49-F238E27FC236}">
                  <a16:creationId xmlns:a16="http://schemas.microsoft.com/office/drawing/2014/main" id="{476E1F61-44E4-4ADF-AB32-5F364954E726}"/>
                </a:ext>
              </a:extLst>
            </p:cNvPr>
            <p:cNvSpPr/>
            <p:nvPr/>
          </p:nvSpPr>
          <p:spPr bwMode="gray">
            <a:xfrm>
              <a:off x="4811486" y="6324600"/>
              <a:ext cx="365760" cy="365760"/>
            </a:xfrm>
            <a:prstGeom prst="ellipse">
              <a:avLst/>
            </a:prstGeom>
            <a:solidFill>
              <a:schemeClr val="accent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108" name="Oval 107">
              <a:extLst>
                <a:ext uri="{FF2B5EF4-FFF2-40B4-BE49-F238E27FC236}">
                  <a16:creationId xmlns:a16="http://schemas.microsoft.com/office/drawing/2014/main" id="{7A8C45A1-72B6-4AA0-BF00-083BDF004E97}"/>
                </a:ext>
              </a:extLst>
            </p:cNvPr>
            <p:cNvSpPr/>
            <p:nvPr/>
          </p:nvSpPr>
          <p:spPr bwMode="gray">
            <a:xfrm>
              <a:off x="6072053" y="6324600"/>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117" name="Oval 116">
              <a:extLst>
                <a:ext uri="{FF2B5EF4-FFF2-40B4-BE49-F238E27FC236}">
                  <a16:creationId xmlns:a16="http://schemas.microsoft.com/office/drawing/2014/main" id="{743466A5-5532-4A1D-8DAF-FB6B936C561A}"/>
                </a:ext>
              </a:extLst>
            </p:cNvPr>
            <p:cNvSpPr/>
            <p:nvPr/>
          </p:nvSpPr>
          <p:spPr bwMode="gray">
            <a:xfrm>
              <a:off x="7405717" y="6324600"/>
              <a:ext cx="365760" cy="365760"/>
            </a:xfrm>
            <a:prstGeom prst="ellipse">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118" name="TextBox 117">
              <a:extLst>
                <a:ext uri="{FF2B5EF4-FFF2-40B4-BE49-F238E27FC236}">
                  <a16:creationId xmlns:a16="http://schemas.microsoft.com/office/drawing/2014/main" id="{615F421E-A3D0-4716-B8F8-72A43AEB8869}"/>
                </a:ext>
              </a:extLst>
            </p:cNvPr>
            <p:cNvSpPr txBox="1"/>
            <p:nvPr/>
          </p:nvSpPr>
          <p:spPr>
            <a:xfrm>
              <a:off x="2789942" y="6442322"/>
              <a:ext cx="1698925"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1" u="none" strike="noStrike" kern="1200" cap="none" spc="0" normalizeH="0" baseline="0" noProof="0">
                  <a:ln>
                    <a:noFill/>
                  </a:ln>
                  <a:solidFill>
                    <a:srgbClr val="313131"/>
                  </a:solidFill>
                  <a:effectLst/>
                  <a:uLnTx/>
                  <a:uFillTx/>
                  <a:latin typeface="Verdana"/>
                  <a:ea typeface="+mn-ea"/>
                  <a:cs typeface="+mn-cs"/>
                </a:rPr>
                <a:t>Impact on Business</a:t>
              </a:r>
            </a:p>
          </p:txBody>
        </p:sp>
        <p:sp>
          <p:nvSpPr>
            <p:cNvPr id="119" name="TextBox 118">
              <a:extLst>
                <a:ext uri="{FF2B5EF4-FFF2-40B4-BE49-F238E27FC236}">
                  <a16:creationId xmlns:a16="http://schemas.microsoft.com/office/drawing/2014/main" id="{DC315919-C40A-4F1C-8C7B-5B36490E5957}"/>
                </a:ext>
              </a:extLst>
            </p:cNvPr>
            <p:cNvSpPr txBox="1"/>
            <p:nvPr/>
          </p:nvSpPr>
          <p:spPr>
            <a:xfrm>
              <a:off x="5247379" y="6420550"/>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Verdana"/>
                  <a:ea typeface="+mn-ea"/>
                  <a:cs typeface="+mn-cs"/>
                </a:rPr>
                <a:t>High</a:t>
              </a:r>
            </a:p>
          </p:txBody>
        </p:sp>
        <p:sp>
          <p:nvSpPr>
            <p:cNvPr id="120" name="TextBox 119">
              <a:extLst>
                <a:ext uri="{FF2B5EF4-FFF2-40B4-BE49-F238E27FC236}">
                  <a16:creationId xmlns:a16="http://schemas.microsoft.com/office/drawing/2014/main" id="{E3C703DA-EDD7-4FF8-ABB0-C40016321229}"/>
                </a:ext>
              </a:extLst>
            </p:cNvPr>
            <p:cNvSpPr txBox="1"/>
            <p:nvPr/>
          </p:nvSpPr>
          <p:spPr>
            <a:xfrm>
              <a:off x="6537499" y="6412891"/>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Verdana"/>
                  <a:ea typeface="+mn-ea"/>
                  <a:cs typeface="+mn-cs"/>
                </a:rPr>
                <a:t>Medium</a:t>
              </a:r>
            </a:p>
          </p:txBody>
        </p:sp>
        <p:sp>
          <p:nvSpPr>
            <p:cNvPr id="121" name="TextBox 120">
              <a:extLst>
                <a:ext uri="{FF2B5EF4-FFF2-40B4-BE49-F238E27FC236}">
                  <a16:creationId xmlns:a16="http://schemas.microsoft.com/office/drawing/2014/main" id="{37E17D5A-80B4-4BA2-913A-5498994F1CAB}"/>
                </a:ext>
              </a:extLst>
            </p:cNvPr>
            <p:cNvSpPr txBox="1"/>
            <p:nvPr/>
          </p:nvSpPr>
          <p:spPr>
            <a:xfrm>
              <a:off x="7899005" y="6412891"/>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Verdana"/>
                  <a:ea typeface="+mn-ea"/>
                  <a:cs typeface="+mn-cs"/>
                </a:rPr>
                <a:t>Low</a:t>
              </a:r>
            </a:p>
          </p:txBody>
        </p:sp>
      </p:grpSp>
    </p:spTree>
    <p:extLst>
      <p:ext uri="{BB962C8B-B14F-4D97-AF65-F5344CB8AC3E}">
        <p14:creationId xmlns:p14="http://schemas.microsoft.com/office/powerpoint/2010/main" val="1705055892"/>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8E525C8-5B83-4553-B7A8-F5F66115ADBA}"/>
              </a:ext>
            </a:extLst>
          </p:cNvPr>
          <p:cNvGraphicFramePr>
            <a:graphicFrameLocks noChangeAspect="1"/>
          </p:cNvGraphicFramePr>
          <p:nvPr>
            <p:custDataLst>
              <p:tags r:id="rId2"/>
            </p:custDataLst>
          </p:nvPr>
        </p:nvGraphicFramePr>
        <p:xfrm>
          <a:off x="1680" y="1440"/>
          <a:ext cx="1440" cy="1440"/>
        </p:xfrm>
        <a:graphic>
          <a:graphicData uri="http://schemas.openxmlformats.org/presentationml/2006/ole">
            <mc:AlternateContent xmlns:mc="http://schemas.openxmlformats.org/markup-compatibility/2006">
              <mc:Choice xmlns:v="urn:schemas-microsoft-com:vml" Requires="v">
                <p:oleObj spid="_x0000_s41018" name="think-cell Slide" r:id="rId5" imgW="498" imgH="499" progId="TCLayout.ActiveDocument.1">
                  <p:embed/>
                </p:oleObj>
              </mc:Choice>
              <mc:Fallback>
                <p:oleObj name="think-cell Slide" r:id="rId5" imgW="498" imgH="499" progId="TCLayout.ActiveDocument.1">
                  <p:embed/>
                  <p:pic>
                    <p:nvPicPr>
                      <p:cNvPr id="5" name="Object 4" hidden="1">
                        <a:extLst>
                          <a:ext uri="{FF2B5EF4-FFF2-40B4-BE49-F238E27FC236}">
                            <a16:creationId xmlns:a16="http://schemas.microsoft.com/office/drawing/2014/main" id="{D8E525C8-5B83-4553-B7A8-F5F66115ADBA}"/>
                          </a:ext>
                        </a:extLst>
                      </p:cNvPr>
                      <p:cNvPicPr/>
                      <p:nvPr/>
                    </p:nvPicPr>
                    <p:blipFill>
                      <a:blip r:embed="rId6"/>
                      <a:stretch>
                        <a:fillRect/>
                      </a:stretch>
                    </p:blipFill>
                    <p:spPr>
                      <a:xfrm>
                        <a:off x="1680" y="1440"/>
                        <a:ext cx="1440" cy="1440"/>
                      </a:xfrm>
                      <a:prstGeom prst="rect">
                        <a:avLst/>
                      </a:prstGeom>
                    </p:spPr>
                  </p:pic>
                </p:oleObj>
              </mc:Fallback>
            </mc:AlternateContent>
          </a:graphicData>
        </a:graphic>
      </p:graphicFrame>
      <p:sp>
        <p:nvSpPr>
          <p:cNvPr id="88" name="Rectangle 87" hidden="1">
            <a:extLst>
              <a:ext uri="{FF2B5EF4-FFF2-40B4-BE49-F238E27FC236}">
                <a16:creationId xmlns:a16="http://schemas.microsoft.com/office/drawing/2014/main" id="{E8660C98-62A0-423C-8A5A-044FD3662E7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088" b="0" i="0" u="none" strike="noStrike" kern="1200" cap="none" spc="0" normalizeH="0" baseline="0" noProof="0">
              <a:ln>
                <a:noFill/>
              </a:ln>
              <a:solidFill>
                <a:prstClr val="white"/>
              </a:solidFill>
              <a:effectLst/>
              <a:uLnTx/>
              <a:uFillTx/>
              <a:latin typeface="Verdana"/>
              <a:ea typeface="+mn-ea"/>
              <a:cs typeface="+mn-cs"/>
            </a:endParaRPr>
          </a:p>
        </p:txBody>
      </p:sp>
      <p:sp>
        <p:nvSpPr>
          <p:cNvPr id="2" name="Rectangle 1" hidden="1">
            <a:extLst>
              <a:ext uri="{FF2B5EF4-FFF2-40B4-BE49-F238E27FC236}">
                <a16:creationId xmlns:a16="http://schemas.microsoft.com/office/drawing/2014/main" id="{2A521930-E564-4B05-B60F-B4D4B607A7F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Avenir Next LT Pro Light" panose="020B0304020202020204" pitchFamily="34" charset="0"/>
              <a:ea typeface="+mn-ea"/>
              <a:cs typeface="+mn-cs"/>
            </a:endParaRPr>
          </a:p>
        </p:txBody>
      </p:sp>
      <p:sp>
        <p:nvSpPr>
          <p:cNvPr id="33" name="Rectangle 32" hidden="1">
            <a:extLst>
              <a:ext uri="{FF2B5EF4-FFF2-40B4-BE49-F238E27FC236}">
                <a16:creationId xmlns:a16="http://schemas.microsoft.com/office/drawing/2014/main" id="{5CEEA709-822B-4D97-95B5-1E93A1A05919}"/>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54" name="Rectangle 53" hidden="1">
            <a:extLst>
              <a:ext uri="{FF2B5EF4-FFF2-40B4-BE49-F238E27FC236}">
                <a16:creationId xmlns:a16="http://schemas.microsoft.com/office/drawing/2014/main" id="{225F56F8-8BC1-48B6-BEFF-20E4914FDA4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58" name="Rectangle 57" hidden="1">
            <a:extLst>
              <a:ext uri="{FF2B5EF4-FFF2-40B4-BE49-F238E27FC236}">
                <a16:creationId xmlns:a16="http://schemas.microsoft.com/office/drawing/2014/main" id="{50C0A6EC-D618-4045-A144-16336B53AEFE}"/>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62" name="Rectangle 61" hidden="1">
            <a:extLst>
              <a:ext uri="{FF2B5EF4-FFF2-40B4-BE49-F238E27FC236}">
                <a16:creationId xmlns:a16="http://schemas.microsoft.com/office/drawing/2014/main" id="{8AC4DE8A-A90A-45C4-A128-6D6EC2EA41AF}"/>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123" name="Rectangle 122" hidden="1">
            <a:extLst>
              <a:ext uri="{FF2B5EF4-FFF2-40B4-BE49-F238E27FC236}">
                <a16:creationId xmlns:a16="http://schemas.microsoft.com/office/drawing/2014/main" id="{891D9B62-8447-4BF2-AAD5-EE8A0DC6CA59}"/>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154" name="Rectangle 153" hidden="1">
            <a:extLst>
              <a:ext uri="{FF2B5EF4-FFF2-40B4-BE49-F238E27FC236}">
                <a16:creationId xmlns:a16="http://schemas.microsoft.com/office/drawing/2014/main" id="{E6055FF4-59BE-4A31-A244-49C2AAC1E7B4}"/>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157" name="Rectangle 156" hidden="1">
            <a:extLst>
              <a:ext uri="{FF2B5EF4-FFF2-40B4-BE49-F238E27FC236}">
                <a16:creationId xmlns:a16="http://schemas.microsoft.com/office/drawing/2014/main" id="{79987C92-84CE-44DC-A97C-59F767A61EC1}"/>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361" name="Rectangle 360" hidden="1">
            <a:extLst>
              <a:ext uri="{FF2B5EF4-FFF2-40B4-BE49-F238E27FC236}">
                <a16:creationId xmlns:a16="http://schemas.microsoft.com/office/drawing/2014/main" id="{58D700BD-6F8F-4F7C-8892-9034C7A065B1}"/>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05" name="Rectangle 404" hidden="1">
            <a:extLst>
              <a:ext uri="{FF2B5EF4-FFF2-40B4-BE49-F238E27FC236}">
                <a16:creationId xmlns:a16="http://schemas.microsoft.com/office/drawing/2014/main" id="{0CEE0670-BDA8-4520-8F9D-5C046A637342}"/>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5" name="Rectangle 44" hidden="1">
            <a:extLst>
              <a:ext uri="{FF2B5EF4-FFF2-40B4-BE49-F238E27FC236}">
                <a16:creationId xmlns:a16="http://schemas.microsoft.com/office/drawing/2014/main" id="{767854C1-3E6E-4F2E-98B4-2A1F7DB28D5C}"/>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725"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219" name="Rectangle 218" hidden="1">
            <a:extLst>
              <a:ext uri="{FF2B5EF4-FFF2-40B4-BE49-F238E27FC236}">
                <a16:creationId xmlns:a16="http://schemas.microsoft.com/office/drawing/2014/main" id="{847846C5-C801-4BEE-9506-A16841F90D4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725" b="0" i="0" u="none" strike="noStrike" kern="1200" cap="none" spc="0" normalizeH="0" baseline="0" noProof="0">
              <a:ln>
                <a:noFill/>
              </a:ln>
              <a:solidFill>
                <a:prstClr val="white"/>
              </a:solidFill>
              <a:effectLst/>
              <a:uLnTx/>
              <a:uFillTx/>
              <a:latin typeface="Verdana"/>
              <a:ea typeface="+mn-ea"/>
              <a:cs typeface="+mn-cs"/>
            </a:endParaRPr>
          </a:p>
        </p:txBody>
      </p:sp>
      <p:sp>
        <p:nvSpPr>
          <p:cNvPr id="332" name="Rectangle 331" hidden="1">
            <a:extLst>
              <a:ext uri="{FF2B5EF4-FFF2-40B4-BE49-F238E27FC236}">
                <a16:creationId xmlns:a16="http://schemas.microsoft.com/office/drawing/2014/main" id="{B1BAC627-2155-4A3C-960D-101193C2287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088" b="0" i="0" u="none" strike="noStrike" kern="1200" cap="none" spc="0" normalizeH="0" baseline="0" noProof="0">
              <a:ln>
                <a:noFill/>
              </a:ln>
              <a:solidFill>
                <a:prstClr val="white"/>
              </a:solidFill>
              <a:effectLst/>
              <a:uLnTx/>
              <a:uFillTx/>
              <a:latin typeface="Verdana"/>
              <a:ea typeface="+mn-ea"/>
              <a:cs typeface="+mn-cs"/>
            </a:endParaRPr>
          </a:p>
        </p:txBody>
      </p:sp>
      <p:sp>
        <p:nvSpPr>
          <p:cNvPr id="532" name="Rectangle 531" hidden="1">
            <a:extLst>
              <a:ext uri="{FF2B5EF4-FFF2-40B4-BE49-F238E27FC236}">
                <a16:creationId xmlns:a16="http://schemas.microsoft.com/office/drawing/2014/main" id="{25F5028C-BFCA-4679-826B-D8FEBFE44C90}"/>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Avenir Next LT Pro Light" panose="020B0304020202020204" pitchFamily="34" charset="0"/>
              <a:ea typeface="+mn-ea"/>
              <a:cs typeface="+mn-cs"/>
            </a:endParaRPr>
          </a:p>
        </p:txBody>
      </p:sp>
      <p:sp>
        <p:nvSpPr>
          <p:cNvPr id="645" name="Rectangle 644" hidden="1">
            <a:extLst>
              <a:ext uri="{FF2B5EF4-FFF2-40B4-BE49-F238E27FC236}">
                <a16:creationId xmlns:a16="http://schemas.microsoft.com/office/drawing/2014/main" id="{E3C87C7A-307E-4E40-BF24-596ACA913F2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660" name="Rectangle 659" hidden="1">
            <a:extLst>
              <a:ext uri="{FF2B5EF4-FFF2-40B4-BE49-F238E27FC236}">
                <a16:creationId xmlns:a16="http://schemas.microsoft.com/office/drawing/2014/main" id="{2ECBF87A-E661-4272-A3A4-31486CCA0A14}"/>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0" name="Title 2">
            <a:extLst>
              <a:ext uri="{FF2B5EF4-FFF2-40B4-BE49-F238E27FC236}">
                <a16:creationId xmlns:a16="http://schemas.microsoft.com/office/drawing/2014/main" id="{4B8DEF8B-01E9-42C6-8321-05FF6A851792}"/>
              </a:ext>
            </a:extLst>
          </p:cNvPr>
          <p:cNvSpPr>
            <a:spLocks noGrp="1"/>
          </p:cNvSpPr>
          <p:nvPr>
            <p:ph type="title"/>
          </p:nvPr>
        </p:nvSpPr>
        <p:spPr>
          <a:xfrm>
            <a:off x="501652" y="317503"/>
            <a:ext cx="11162350" cy="334101"/>
          </a:xfrm>
        </p:spPr>
        <p:txBody>
          <a:bodyPr vert="horz"/>
          <a:lstStyle/>
          <a:p>
            <a:r>
              <a:rPr lang="en-US" sz="1814" b="1" dirty="0"/>
              <a:t>WBSEDCL’s Weakness Analysis (2/2)</a:t>
            </a:r>
          </a:p>
        </p:txBody>
      </p:sp>
      <p:sp>
        <p:nvSpPr>
          <p:cNvPr id="162" name="TextBox 161">
            <a:extLst>
              <a:ext uri="{FF2B5EF4-FFF2-40B4-BE49-F238E27FC236}">
                <a16:creationId xmlns:a16="http://schemas.microsoft.com/office/drawing/2014/main" id="{D94E36FD-E4A9-4D1E-9EFD-1AFCAE215DE0}"/>
              </a:ext>
            </a:extLst>
          </p:cNvPr>
          <p:cNvSpPr txBox="1"/>
          <p:nvPr/>
        </p:nvSpPr>
        <p:spPr>
          <a:xfrm>
            <a:off x="4931450" y="4966683"/>
            <a:ext cx="5843023" cy="1077218"/>
          </a:xfrm>
          <a:prstGeom prst="rect">
            <a:avLst/>
          </a:prstGeom>
          <a:noFill/>
        </p:spPr>
        <p:txBody>
          <a:bodyPr wrap="square" lIns="0" tIns="0" rIns="0" bIns="0" rtlCol="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12169">
                    <a:lumMod val="60000"/>
                    <a:lumOff val="40000"/>
                  </a:srgbClr>
                </a:solidFill>
                <a:effectLst/>
                <a:uLnTx/>
                <a:uFillTx/>
                <a:latin typeface="Verdana"/>
                <a:ea typeface="+mn-ea"/>
                <a:cs typeface="+mn-cs"/>
              </a:rPr>
              <a:t>Complex Tariff Slabs  and Inadequate Fixed Charge Coverage in Tariff: </a:t>
            </a:r>
            <a:r>
              <a:rPr lang="en-US" sz="1400" dirty="0">
                <a:solidFill>
                  <a:prstClr val="black"/>
                </a:solidFill>
                <a:latin typeface="Verdana"/>
              </a:rPr>
              <a:t>WBSEDCL has a very complex Tariff categories with several slabs. </a:t>
            </a:r>
            <a:r>
              <a:rPr kumimoji="0" lang="en-US" sz="1400" b="0" i="0" u="none" strike="noStrike" kern="1200" cap="none" spc="0" normalizeH="0" baseline="0" noProof="0" dirty="0">
                <a:ln>
                  <a:noFill/>
                </a:ln>
                <a:solidFill>
                  <a:prstClr val="black"/>
                </a:solidFill>
                <a:effectLst/>
                <a:uLnTx/>
                <a:uFillTx/>
                <a:latin typeface="Verdana"/>
                <a:ea typeface="+mn-ea"/>
                <a:cs typeface="+mn-cs"/>
              </a:rPr>
              <a:t>WBSEDCL Fixed charges for consumers in several categories are much lower than industry and regional peers leading to volume risks in cost recovery.</a:t>
            </a:r>
            <a:endParaRPr kumimoji="0" lang="en-US" sz="1400" b="0" i="1" u="none" strike="noStrike" kern="1200" cap="none" spc="0" normalizeH="0" baseline="0" noProof="0" dirty="0">
              <a:ln>
                <a:noFill/>
              </a:ln>
              <a:solidFill>
                <a:prstClr val="white"/>
              </a:solidFill>
              <a:effectLst/>
              <a:uLnTx/>
              <a:uFillTx/>
              <a:latin typeface="Verdana"/>
              <a:ea typeface="+mn-ea"/>
              <a:cs typeface="+mn-cs"/>
            </a:endParaRPr>
          </a:p>
        </p:txBody>
      </p:sp>
      <p:sp>
        <p:nvSpPr>
          <p:cNvPr id="163" name="TextBox 162">
            <a:extLst>
              <a:ext uri="{FF2B5EF4-FFF2-40B4-BE49-F238E27FC236}">
                <a16:creationId xmlns:a16="http://schemas.microsoft.com/office/drawing/2014/main" id="{2E0890B0-9FBE-4964-84D5-558A96E9E2C0}"/>
              </a:ext>
            </a:extLst>
          </p:cNvPr>
          <p:cNvSpPr txBox="1"/>
          <p:nvPr/>
        </p:nvSpPr>
        <p:spPr>
          <a:xfrm>
            <a:off x="4904687" y="3959051"/>
            <a:ext cx="5831180" cy="861774"/>
          </a:xfrm>
          <a:prstGeom prst="rect">
            <a:avLst/>
          </a:prstGeom>
          <a:noFill/>
        </p:spPr>
        <p:txBody>
          <a:bodyPr wrap="square" lIns="0" tIns="0" rIns="0" bIns="0" rtlCol="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62B5E5"/>
                </a:solidFill>
                <a:effectLst/>
                <a:uLnTx/>
                <a:uFillTx/>
                <a:latin typeface="Verdana"/>
                <a:ea typeface="+mn-ea"/>
                <a:cs typeface="+mn-cs"/>
              </a:rPr>
              <a:t>Low Billing efficiency : </a:t>
            </a:r>
            <a:r>
              <a:rPr kumimoji="0" lang="en-US" sz="1400" b="0" i="0" u="none" strike="noStrike" kern="1200" cap="none" spc="0" normalizeH="0" baseline="0" noProof="0" dirty="0">
                <a:ln>
                  <a:noFill/>
                </a:ln>
                <a:solidFill>
                  <a:prstClr val="black"/>
                </a:solidFill>
                <a:effectLst/>
                <a:uLnTx/>
                <a:uFillTx/>
                <a:latin typeface="Verdana"/>
                <a:ea typeface="+mn-ea"/>
                <a:cs typeface="+mn-cs"/>
              </a:rPr>
              <a:t>WBSEDCL has billing efficiency lower than industry peers in India. </a:t>
            </a:r>
            <a:r>
              <a:rPr lang="en-US" sz="1400" dirty="0">
                <a:solidFill>
                  <a:prstClr val="black"/>
                </a:solidFill>
                <a:latin typeface="Verdana"/>
              </a:rPr>
              <a:t>Deployment of alternate models along with leveraging smart metering solutions in a targeted manner</a:t>
            </a:r>
            <a:r>
              <a:rPr kumimoji="0" lang="en-US" sz="1400" b="0" i="0" u="none" strike="noStrike" kern="1200" cap="none" spc="0" normalizeH="0" baseline="0" noProof="0" dirty="0">
                <a:ln>
                  <a:noFill/>
                </a:ln>
                <a:solidFill>
                  <a:prstClr val="black"/>
                </a:solidFill>
                <a:effectLst/>
                <a:uLnTx/>
                <a:uFillTx/>
                <a:latin typeface="Verdana"/>
                <a:ea typeface="+mn-ea"/>
                <a:cs typeface="+mn-cs"/>
              </a:rPr>
              <a:t> is essential for a long term resolution</a:t>
            </a:r>
          </a:p>
        </p:txBody>
      </p:sp>
      <p:sp>
        <p:nvSpPr>
          <p:cNvPr id="164" name="TextBox 163">
            <a:extLst>
              <a:ext uri="{FF2B5EF4-FFF2-40B4-BE49-F238E27FC236}">
                <a16:creationId xmlns:a16="http://schemas.microsoft.com/office/drawing/2014/main" id="{7692A00F-7EB1-4BA3-8804-BA4629A178E2}"/>
              </a:ext>
            </a:extLst>
          </p:cNvPr>
          <p:cNvSpPr txBox="1"/>
          <p:nvPr/>
        </p:nvSpPr>
        <p:spPr>
          <a:xfrm>
            <a:off x="4931451" y="1820310"/>
            <a:ext cx="5843021" cy="1077218"/>
          </a:xfrm>
          <a:prstGeom prst="rect">
            <a:avLst/>
          </a:prstGeom>
          <a:noFill/>
        </p:spPr>
        <p:txBody>
          <a:bodyPr wrap="square" lIns="0" tIns="0" rIns="0" bIns="0" rtlCol="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12169"/>
                </a:solidFill>
                <a:effectLst/>
                <a:uLnTx/>
                <a:uFillTx/>
                <a:latin typeface="Verdana"/>
                <a:ea typeface="+mn-ea"/>
                <a:cs typeface="+mn-cs"/>
              </a:rPr>
              <a:t>High Industrial Tariff and New Green Tariff: </a:t>
            </a:r>
            <a:r>
              <a:rPr kumimoji="0" lang="en-US" sz="1400" b="0" i="0" u="none" strike="noStrike" kern="1200" cap="none" spc="0" normalizeH="0" baseline="0" noProof="0" dirty="0">
                <a:ln>
                  <a:noFill/>
                </a:ln>
                <a:solidFill>
                  <a:prstClr val="black"/>
                </a:solidFill>
                <a:effectLst/>
                <a:uLnTx/>
                <a:uFillTx/>
                <a:latin typeface="Verdana"/>
                <a:ea typeface="+mn-ea"/>
                <a:cs typeface="+mn-cs"/>
              </a:rPr>
              <a:t>Industrial tariff rate for WBSEDCL is quite high compared to other </a:t>
            </a:r>
            <a:r>
              <a:rPr lang="en-US" sz="1400" dirty="0">
                <a:solidFill>
                  <a:prstClr val="black"/>
                </a:solidFill>
                <a:latin typeface="Verdana"/>
              </a:rPr>
              <a:t>distribution </a:t>
            </a:r>
            <a:r>
              <a:rPr kumimoji="0" lang="en-US" sz="1400" b="0" i="0" u="none" strike="noStrike" kern="1200" cap="none" spc="0" normalizeH="0" baseline="0" noProof="0" dirty="0">
                <a:ln>
                  <a:noFill/>
                </a:ln>
                <a:solidFill>
                  <a:prstClr val="black"/>
                </a:solidFill>
                <a:effectLst/>
                <a:uLnTx/>
                <a:uFillTx/>
                <a:latin typeface="Verdana"/>
                <a:ea typeface="+mn-ea"/>
                <a:cs typeface="+mn-cs"/>
              </a:rPr>
              <a:t>utilities across the country and other utilities with operations within the state. Further, this will have impact on </a:t>
            </a:r>
            <a:r>
              <a:rPr kumimoji="0" lang="en-US" sz="1400" b="1" i="0" u="none" strike="noStrike" kern="1200" cap="none" spc="0" normalizeH="0" baseline="0" noProof="0" dirty="0">
                <a:ln>
                  <a:noFill/>
                </a:ln>
                <a:solidFill>
                  <a:prstClr val="black"/>
                </a:solidFill>
                <a:effectLst/>
                <a:uLnTx/>
                <a:uFillTx/>
                <a:latin typeface="Verdana"/>
                <a:ea typeface="+mn-ea"/>
                <a:cs typeface="+mn-cs"/>
              </a:rPr>
              <a:t>the newly introduced Green Tariff by WBERC in FY23 Tariff order</a:t>
            </a:r>
          </a:p>
        </p:txBody>
      </p:sp>
      <p:sp>
        <p:nvSpPr>
          <p:cNvPr id="165" name="TextBox 164">
            <a:extLst>
              <a:ext uri="{FF2B5EF4-FFF2-40B4-BE49-F238E27FC236}">
                <a16:creationId xmlns:a16="http://schemas.microsoft.com/office/drawing/2014/main" id="{0FE5E898-E938-410C-AB01-9185110C4C13}"/>
              </a:ext>
            </a:extLst>
          </p:cNvPr>
          <p:cNvSpPr txBox="1"/>
          <p:nvPr/>
        </p:nvSpPr>
        <p:spPr>
          <a:xfrm>
            <a:off x="4943292" y="2934194"/>
            <a:ext cx="5831180" cy="861774"/>
          </a:xfrm>
          <a:prstGeom prst="rect">
            <a:avLst/>
          </a:prstGeom>
          <a:noFill/>
        </p:spPr>
        <p:txBody>
          <a:bodyPr wrap="square" lIns="0" tIns="0" rIns="0" bIns="0" rtlCol="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46A38"/>
                </a:solidFill>
                <a:effectLst/>
                <a:uLnTx/>
                <a:uFillTx/>
                <a:latin typeface="Verdana"/>
                <a:ea typeface="+mn-ea"/>
                <a:cs typeface="+mn-cs"/>
              </a:rPr>
              <a:t>Limited Leveraging of IT / IOT:  </a:t>
            </a:r>
            <a:r>
              <a:rPr kumimoji="0" lang="en-US" sz="1400" b="0" i="0" u="none" strike="noStrike" kern="1200" cap="none" spc="0" normalizeH="0" baseline="0" noProof="0" dirty="0">
                <a:ln>
                  <a:noFill/>
                </a:ln>
                <a:solidFill>
                  <a:prstClr val="black"/>
                </a:solidFill>
                <a:effectLst/>
                <a:uLnTx/>
                <a:uFillTx/>
                <a:latin typeface="Verdana"/>
                <a:ea typeface="+mn-ea"/>
                <a:cs typeface="+mn-cs"/>
              </a:rPr>
              <a:t>Upgrading to S4 HANA, leveraging of IT/ IOT solutions , SCADA integration with GIS for commercial management, network asset management and addressing technical aspects is limited </a:t>
            </a:r>
          </a:p>
        </p:txBody>
      </p:sp>
      <p:grpSp>
        <p:nvGrpSpPr>
          <p:cNvPr id="208" name="Group 207">
            <a:extLst>
              <a:ext uri="{FF2B5EF4-FFF2-40B4-BE49-F238E27FC236}">
                <a16:creationId xmlns:a16="http://schemas.microsoft.com/office/drawing/2014/main" id="{A52B6A4B-EB9F-4FDB-B890-5426B6D7B060}"/>
              </a:ext>
            </a:extLst>
          </p:cNvPr>
          <p:cNvGrpSpPr/>
          <p:nvPr/>
        </p:nvGrpSpPr>
        <p:grpSpPr>
          <a:xfrm>
            <a:off x="2441642" y="1371533"/>
            <a:ext cx="1337549" cy="694394"/>
            <a:chOff x="4207048" y="2110398"/>
            <a:chExt cx="1337549" cy="694394"/>
          </a:xfrm>
        </p:grpSpPr>
        <p:cxnSp>
          <p:nvCxnSpPr>
            <p:cNvPr id="209" name="Straight Connector 208">
              <a:extLst>
                <a:ext uri="{FF2B5EF4-FFF2-40B4-BE49-F238E27FC236}">
                  <a16:creationId xmlns:a16="http://schemas.microsoft.com/office/drawing/2014/main" id="{17451F4A-F14E-4571-B270-9F82F1124D06}"/>
                </a:ext>
              </a:extLst>
            </p:cNvPr>
            <p:cNvCxnSpPr>
              <a:cxnSpLocks/>
            </p:cNvCxnSpPr>
            <p:nvPr/>
          </p:nvCxnSpPr>
          <p:spPr>
            <a:xfrm>
              <a:off x="4922598" y="2110398"/>
              <a:ext cx="621999" cy="0"/>
            </a:xfrm>
            <a:prstGeom prst="line">
              <a:avLst/>
            </a:prstGeom>
            <a:ln w="15875" cap="rnd">
              <a:solidFill>
                <a:schemeClr val="accent1"/>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5206FE82-69BE-43EB-8E6D-D374825BC645}"/>
                </a:ext>
              </a:extLst>
            </p:cNvPr>
            <p:cNvCxnSpPr>
              <a:cxnSpLocks/>
            </p:cNvCxnSpPr>
            <p:nvPr/>
          </p:nvCxnSpPr>
          <p:spPr>
            <a:xfrm flipH="1">
              <a:off x="4207048" y="2129350"/>
              <a:ext cx="696600" cy="675442"/>
            </a:xfrm>
            <a:prstGeom prst="line">
              <a:avLst/>
            </a:prstGeom>
            <a:ln w="15875" cap="rnd">
              <a:solidFill>
                <a:schemeClr val="accent1"/>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435EC7E7-EBBA-44E8-B633-175559ECC83D}"/>
              </a:ext>
            </a:extLst>
          </p:cNvPr>
          <p:cNvGrpSpPr/>
          <p:nvPr/>
        </p:nvGrpSpPr>
        <p:grpSpPr>
          <a:xfrm>
            <a:off x="2318598" y="1956957"/>
            <a:ext cx="608790" cy="2616293"/>
            <a:chOff x="3973224" y="2415815"/>
            <a:chExt cx="608790" cy="2616293"/>
          </a:xfrm>
        </p:grpSpPr>
        <p:sp>
          <p:nvSpPr>
            <p:cNvPr id="207" name="Oval 206">
              <a:extLst>
                <a:ext uri="{FF2B5EF4-FFF2-40B4-BE49-F238E27FC236}">
                  <a16:creationId xmlns:a16="http://schemas.microsoft.com/office/drawing/2014/main" id="{CC088920-D3E1-4D2E-87F2-40271683EF48}"/>
                </a:ext>
              </a:extLst>
            </p:cNvPr>
            <p:cNvSpPr/>
            <p:nvPr/>
          </p:nvSpPr>
          <p:spPr bwMode="gray">
            <a:xfrm>
              <a:off x="3973224" y="2415815"/>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211" name="Oval 210">
              <a:extLst>
                <a:ext uri="{FF2B5EF4-FFF2-40B4-BE49-F238E27FC236}">
                  <a16:creationId xmlns:a16="http://schemas.microsoft.com/office/drawing/2014/main" id="{A72EE3C8-ABD1-453A-A4B9-A8604DC00F9E}"/>
                </a:ext>
              </a:extLst>
            </p:cNvPr>
            <p:cNvSpPr/>
            <p:nvPr/>
          </p:nvSpPr>
          <p:spPr bwMode="gray">
            <a:xfrm>
              <a:off x="4289746" y="3058122"/>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212" name="Oval 211">
              <a:extLst>
                <a:ext uri="{FF2B5EF4-FFF2-40B4-BE49-F238E27FC236}">
                  <a16:creationId xmlns:a16="http://schemas.microsoft.com/office/drawing/2014/main" id="{F49F2C48-CEF5-45B7-A974-0C48AE060C1E}"/>
                </a:ext>
              </a:extLst>
            </p:cNvPr>
            <p:cNvSpPr/>
            <p:nvPr/>
          </p:nvSpPr>
          <p:spPr bwMode="gray">
            <a:xfrm>
              <a:off x="4354598" y="3694917"/>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213" name="Oval 212">
              <a:extLst>
                <a:ext uri="{FF2B5EF4-FFF2-40B4-BE49-F238E27FC236}">
                  <a16:creationId xmlns:a16="http://schemas.microsoft.com/office/drawing/2014/main" id="{1E8A13D5-FB97-4E8E-A1EB-ED3EAA0C93FE}"/>
                </a:ext>
              </a:extLst>
            </p:cNvPr>
            <p:cNvSpPr/>
            <p:nvPr/>
          </p:nvSpPr>
          <p:spPr bwMode="gray">
            <a:xfrm>
              <a:off x="4263503" y="4241855"/>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214" name="Oval 213">
              <a:extLst>
                <a:ext uri="{FF2B5EF4-FFF2-40B4-BE49-F238E27FC236}">
                  <a16:creationId xmlns:a16="http://schemas.microsoft.com/office/drawing/2014/main" id="{375B23E2-5BCE-437B-BA0D-A4E52C261EB2}"/>
                </a:ext>
              </a:extLst>
            </p:cNvPr>
            <p:cNvSpPr/>
            <p:nvPr/>
          </p:nvSpPr>
          <p:spPr bwMode="gray">
            <a:xfrm>
              <a:off x="3986624" y="4804692"/>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grpSp>
      <p:cxnSp>
        <p:nvCxnSpPr>
          <p:cNvPr id="215" name="Straight Connector 214">
            <a:extLst>
              <a:ext uri="{FF2B5EF4-FFF2-40B4-BE49-F238E27FC236}">
                <a16:creationId xmlns:a16="http://schemas.microsoft.com/office/drawing/2014/main" id="{6D961EF7-BB78-4A30-AD92-115825B35566}"/>
              </a:ext>
            </a:extLst>
          </p:cNvPr>
          <p:cNvCxnSpPr>
            <a:cxnSpLocks/>
          </p:cNvCxnSpPr>
          <p:nvPr/>
        </p:nvCxnSpPr>
        <p:spPr>
          <a:xfrm>
            <a:off x="2814019" y="3352903"/>
            <a:ext cx="965172" cy="0"/>
          </a:xfrm>
          <a:prstGeom prst="line">
            <a:avLst/>
          </a:prstGeom>
          <a:ln w="15875" cap="rnd">
            <a:solidFill>
              <a:schemeClr val="accent2"/>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grpSp>
        <p:nvGrpSpPr>
          <p:cNvPr id="216" name="Group 215">
            <a:extLst>
              <a:ext uri="{FF2B5EF4-FFF2-40B4-BE49-F238E27FC236}">
                <a16:creationId xmlns:a16="http://schemas.microsoft.com/office/drawing/2014/main" id="{EF600E48-D033-4A09-84DC-C0131509A413}"/>
              </a:ext>
            </a:extLst>
          </p:cNvPr>
          <p:cNvGrpSpPr/>
          <p:nvPr/>
        </p:nvGrpSpPr>
        <p:grpSpPr>
          <a:xfrm>
            <a:off x="2441643" y="4459542"/>
            <a:ext cx="1485536" cy="979618"/>
            <a:chOff x="4207049" y="5198407"/>
            <a:chExt cx="1393083" cy="747346"/>
          </a:xfrm>
        </p:grpSpPr>
        <p:cxnSp>
          <p:nvCxnSpPr>
            <p:cNvPr id="217" name="Straight Connector 216">
              <a:extLst>
                <a:ext uri="{FF2B5EF4-FFF2-40B4-BE49-F238E27FC236}">
                  <a16:creationId xmlns:a16="http://schemas.microsoft.com/office/drawing/2014/main" id="{1C7A8044-C3AD-4D3B-96EC-3B821E9D1AD7}"/>
                </a:ext>
              </a:extLst>
            </p:cNvPr>
            <p:cNvCxnSpPr>
              <a:cxnSpLocks/>
            </p:cNvCxnSpPr>
            <p:nvPr/>
          </p:nvCxnSpPr>
          <p:spPr>
            <a:xfrm>
              <a:off x="4978133" y="5945753"/>
              <a:ext cx="621999" cy="0"/>
            </a:xfrm>
            <a:prstGeom prst="line">
              <a:avLst/>
            </a:prstGeom>
            <a:ln w="15875" cap="rnd">
              <a:solidFill>
                <a:schemeClr val="accent4">
                  <a:lumMod val="60000"/>
                  <a:lumOff val="40000"/>
                </a:schemeClr>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44AE611F-7FB7-4543-B263-74D3DB20DDA6}"/>
                </a:ext>
              </a:extLst>
            </p:cNvPr>
            <p:cNvCxnSpPr>
              <a:cxnSpLocks/>
            </p:cNvCxnSpPr>
            <p:nvPr/>
          </p:nvCxnSpPr>
          <p:spPr>
            <a:xfrm flipH="1" flipV="1">
              <a:off x="4207049" y="5198407"/>
              <a:ext cx="741652" cy="747345"/>
            </a:xfrm>
            <a:prstGeom prst="line">
              <a:avLst/>
            </a:prstGeom>
            <a:ln w="15875" cap="rnd">
              <a:solidFill>
                <a:schemeClr val="accent4">
                  <a:lumMod val="60000"/>
                  <a:lumOff val="40000"/>
                </a:schemeClr>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220" name="Group 219">
            <a:extLst>
              <a:ext uri="{FF2B5EF4-FFF2-40B4-BE49-F238E27FC236}">
                <a16:creationId xmlns:a16="http://schemas.microsoft.com/office/drawing/2014/main" id="{C0EEC686-E52E-4F51-8BE8-BB17E9FE906A}"/>
              </a:ext>
            </a:extLst>
          </p:cNvPr>
          <p:cNvGrpSpPr/>
          <p:nvPr/>
        </p:nvGrpSpPr>
        <p:grpSpPr>
          <a:xfrm>
            <a:off x="2757980" y="2412341"/>
            <a:ext cx="1021211" cy="300631"/>
            <a:chOff x="4523386" y="3151206"/>
            <a:chExt cx="1021211" cy="300631"/>
          </a:xfrm>
        </p:grpSpPr>
        <p:cxnSp>
          <p:nvCxnSpPr>
            <p:cNvPr id="221" name="Straight Connector 220">
              <a:extLst>
                <a:ext uri="{FF2B5EF4-FFF2-40B4-BE49-F238E27FC236}">
                  <a16:creationId xmlns:a16="http://schemas.microsoft.com/office/drawing/2014/main" id="{3305C77B-B2A8-47D2-9760-3D4C289B712F}"/>
                </a:ext>
              </a:extLst>
            </p:cNvPr>
            <p:cNvCxnSpPr>
              <a:cxnSpLocks/>
            </p:cNvCxnSpPr>
            <p:nvPr/>
          </p:nvCxnSpPr>
          <p:spPr>
            <a:xfrm>
              <a:off x="4922598" y="3151712"/>
              <a:ext cx="621999" cy="0"/>
            </a:xfrm>
            <a:prstGeom prst="line">
              <a:avLst/>
            </a:prstGeom>
            <a:ln w="15875" cap="rnd">
              <a:solidFill>
                <a:schemeClr val="accent4"/>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0248B095-4C28-4536-B7F9-3B128686F64B}"/>
                </a:ext>
              </a:extLst>
            </p:cNvPr>
            <p:cNvCxnSpPr>
              <a:cxnSpLocks/>
            </p:cNvCxnSpPr>
            <p:nvPr/>
          </p:nvCxnSpPr>
          <p:spPr>
            <a:xfrm flipH="1">
              <a:off x="4523386" y="3151206"/>
              <a:ext cx="371734" cy="300631"/>
            </a:xfrm>
            <a:prstGeom prst="line">
              <a:avLst/>
            </a:prstGeom>
            <a:ln w="15875" cap="rnd">
              <a:solidFill>
                <a:schemeClr val="accent4"/>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223" name="Group 222">
            <a:extLst>
              <a:ext uri="{FF2B5EF4-FFF2-40B4-BE49-F238E27FC236}">
                <a16:creationId xmlns:a16="http://schemas.microsoft.com/office/drawing/2014/main" id="{BC7C90C5-4E59-46B4-A49C-AE827652D5F0}"/>
              </a:ext>
            </a:extLst>
          </p:cNvPr>
          <p:cNvGrpSpPr/>
          <p:nvPr/>
        </p:nvGrpSpPr>
        <p:grpSpPr>
          <a:xfrm>
            <a:off x="2722585" y="3895946"/>
            <a:ext cx="1056606" cy="391402"/>
            <a:chOff x="4487991" y="4634811"/>
            <a:chExt cx="1056606" cy="391402"/>
          </a:xfrm>
        </p:grpSpPr>
        <p:cxnSp>
          <p:nvCxnSpPr>
            <p:cNvPr id="224" name="Straight Connector 223">
              <a:extLst>
                <a:ext uri="{FF2B5EF4-FFF2-40B4-BE49-F238E27FC236}">
                  <a16:creationId xmlns:a16="http://schemas.microsoft.com/office/drawing/2014/main" id="{D8B81160-2574-41F3-A5E3-4CC8302998AF}"/>
                </a:ext>
              </a:extLst>
            </p:cNvPr>
            <p:cNvCxnSpPr>
              <a:cxnSpLocks/>
            </p:cNvCxnSpPr>
            <p:nvPr/>
          </p:nvCxnSpPr>
          <p:spPr>
            <a:xfrm>
              <a:off x="4922598" y="5026213"/>
              <a:ext cx="621999" cy="0"/>
            </a:xfrm>
            <a:prstGeom prst="line">
              <a:avLst/>
            </a:prstGeom>
            <a:ln w="15875" cap="rnd">
              <a:solidFill>
                <a:schemeClr val="accent3"/>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09DABC1F-4D41-4EB7-A4DC-C117FE57BFB2}"/>
                </a:ext>
              </a:extLst>
            </p:cNvPr>
            <p:cNvCxnSpPr>
              <a:cxnSpLocks/>
            </p:cNvCxnSpPr>
            <p:nvPr/>
          </p:nvCxnSpPr>
          <p:spPr>
            <a:xfrm flipH="1" flipV="1">
              <a:off x="4487991" y="4634811"/>
              <a:ext cx="419702" cy="391183"/>
            </a:xfrm>
            <a:prstGeom prst="line">
              <a:avLst/>
            </a:prstGeom>
            <a:ln w="15875" cap="rnd">
              <a:solidFill>
                <a:schemeClr val="accent3"/>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4" name="Group 3">
            <a:extLst>
              <a:ext uri="{FF2B5EF4-FFF2-40B4-BE49-F238E27FC236}">
                <a16:creationId xmlns:a16="http://schemas.microsoft.com/office/drawing/2014/main" id="{0EFB063A-9A57-4FB2-B73C-7AD4E791F4D6}"/>
              </a:ext>
            </a:extLst>
          </p:cNvPr>
          <p:cNvGrpSpPr/>
          <p:nvPr/>
        </p:nvGrpSpPr>
        <p:grpSpPr>
          <a:xfrm>
            <a:off x="393341" y="2136339"/>
            <a:ext cx="2286000" cy="2286000"/>
            <a:chOff x="380600" y="1693103"/>
            <a:chExt cx="4113462" cy="4088045"/>
          </a:xfrm>
        </p:grpSpPr>
        <p:sp>
          <p:nvSpPr>
            <p:cNvPr id="148" name="Arc 147">
              <a:extLst>
                <a:ext uri="{FF2B5EF4-FFF2-40B4-BE49-F238E27FC236}">
                  <a16:creationId xmlns:a16="http://schemas.microsoft.com/office/drawing/2014/main" id="{9030AAFA-ACEB-4A54-9A08-B4B7652A851A}"/>
                </a:ext>
              </a:extLst>
            </p:cNvPr>
            <p:cNvSpPr/>
            <p:nvPr/>
          </p:nvSpPr>
          <p:spPr>
            <a:xfrm>
              <a:off x="380600" y="1693103"/>
              <a:ext cx="4088045" cy="4088045"/>
            </a:xfrm>
            <a:prstGeom prst="arc">
              <a:avLst>
                <a:gd name="adj1" fmla="val 16812435"/>
                <a:gd name="adj2" fmla="val 4781030"/>
              </a:avLst>
            </a:prstGeom>
            <a:ln w="25400" cap="rnd">
              <a:solidFill>
                <a:schemeClr val="accent6">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prstClr val="black"/>
                </a:solidFill>
                <a:effectLst/>
                <a:uLnTx/>
                <a:uFillTx/>
                <a:latin typeface="Verdana"/>
                <a:ea typeface="+mn-ea"/>
                <a:cs typeface="+mn-cs"/>
              </a:endParaRPr>
            </a:p>
          </p:txBody>
        </p:sp>
        <p:sp>
          <p:nvSpPr>
            <p:cNvPr id="149" name="Arc 148">
              <a:extLst>
                <a:ext uri="{FF2B5EF4-FFF2-40B4-BE49-F238E27FC236}">
                  <a16:creationId xmlns:a16="http://schemas.microsoft.com/office/drawing/2014/main" id="{0C94EEA9-9C98-4B91-A554-AA252EFFBB8F}"/>
                </a:ext>
              </a:extLst>
            </p:cNvPr>
            <p:cNvSpPr/>
            <p:nvPr/>
          </p:nvSpPr>
          <p:spPr>
            <a:xfrm flipH="1">
              <a:off x="406017" y="1693103"/>
              <a:ext cx="4088045" cy="4088045"/>
            </a:xfrm>
            <a:prstGeom prst="arc">
              <a:avLst>
                <a:gd name="adj1" fmla="val 16812435"/>
                <a:gd name="adj2" fmla="val 4781841"/>
              </a:avLst>
            </a:prstGeom>
            <a:ln w="25400" cap="rnd">
              <a:solidFill>
                <a:schemeClr val="accent6">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prstClr val="black"/>
                </a:solidFill>
                <a:effectLst/>
                <a:uLnTx/>
                <a:uFillTx/>
                <a:latin typeface="Verdana"/>
                <a:ea typeface="+mn-ea"/>
                <a:cs typeface="+mn-cs"/>
              </a:endParaRPr>
            </a:p>
          </p:txBody>
        </p:sp>
        <p:sp>
          <p:nvSpPr>
            <p:cNvPr id="150" name="Oval 149">
              <a:extLst>
                <a:ext uri="{FF2B5EF4-FFF2-40B4-BE49-F238E27FC236}">
                  <a16:creationId xmlns:a16="http://schemas.microsoft.com/office/drawing/2014/main" id="{E6483AB2-DD13-4C35-A67B-1076C768B46B}"/>
                </a:ext>
              </a:extLst>
            </p:cNvPr>
            <p:cNvSpPr/>
            <p:nvPr/>
          </p:nvSpPr>
          <p:spPr bwMode="gray">
            <a:xfrm>
              <a:off x="618308" y="1899909"/>
              <a:ext cx="3674434" cy="3674434"/>
            </a:xfrm>
            <a:prstGeom prst="ellipse">
              <a:avLst/>
            </a:prstGeom>
            <a:noFill/>
            <a:ln w="19050" algn="ctr">
              <a:solidFill>
                <a:srgbClr val="046A38"/>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151" name="Oval 150">
              <a:extLst>
                <a:ext uri="{FF2B5EF4-FFF2-40B4-BE49-F238E27FC236}">
                  <a16:creationId xmlns:a16="http://schemas.microsoft.com/office/drawing/2014/main" id="{DFBA97AC-3179-45F9-9E3B-EE4E3166898D}"/>
                </a:ext>
              </a:extLst>
            </p:cNvPr>
            <p:cNvSpPr/>
            <p:nvPr/>
          </p:nvSpPr>
          <p:spPr bwMode="gray">
            <a:xfrm>
              <a:off x="785328" y="2066929"/>
              <a:ext cx="3340395" cy="3340395"/>
            </a:xfrm>
            <a:prstGeom prst="ellipse">
              <a:avLst/>
            </a:prstGeom>
            <a:noFill/>
            <a:ln w="19050" algn="ctr">
              <a:solidFill>
                <a:srgbClr val="009A44"/>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152" name="Oval 151">
              <a:extLst>
                <a:ext uri="{FF2B5EF4-FFF2-40B4-BE49-F238E27FC236}">
                  <a16:creationId xmlns:a16="http://schemas.microsoft.com/office/drawing/2014/main" id="{8EB1C895-CF38-49A2-8FC8-970CDCA274F6}"/>
                </a:ext>
              </a:extLst>
            </p:cNvPr>
            <p:cNvSpPr/>
            <p:nvPr/>
          </p:nvSpPr>
          <p:spPr bwMode="gray">
            <a:xfrm>
              <a:off x="937164" y="2218765"/>
              <a:ext cx="3036722" cy="3036722"/>
            </a:xfrm>
            <a:prstGeom prst="ellipse">
              <a:avLst/>
            </a:prstGeom>
            <a:noFill/>
            <a:ln w="19050" algn="ctr">
              <a:solidFill>
                <a:srgbClr val="009A44"/>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153" name="Oval 152">
              <a:extLst>
                <a:ext uri="{FF2B5EF4-FFF2-40B4-BE49-F238E27FC236}">
                  <a16:creationId xmlns:a16="http://schemas.microsoft.com/office/drawing/2014/main" id="{A0D73A2E-4EA5-4CB9-8C5B-3037EA65E517}"/>
                </a:ext>
              </a:extLst>
            </p:cNvPr>
            <p:cNvSpPr/>
            <p:nvPr/>
          </p:nvSpPr>
          <p:spPr bwMode="gray">
            <a:xfrm>
              <a:off x="1075197" y="2356798"/>
              <a:ext cx="2760657" cy="2760657"/>
            </a:xfrm>
            <a:prstGeom prst="ellipse">
              <a:avLst/>
            </a:prstGeom>
            <a:noFill/>
            <a:ln w="19050" algn="ctr">
              <a:solidFill>
                <a:srgbClr val="43B02A"/>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grpSp>
      <p:sp>
        <p:nvSpPr>
          <p:cNvPr id="91" name="Rectangle 90">
            <a:extLst>
              <a:ext uri="{FF2B5EF4-FFF2-40B4-BE49-F238E27FC236}">
                <a16:creationId xmlns:a16="http://schemas.microsoft.com/office/drawing/2014/main" id="{01472869-1965-426F-8440-1C6F5950E5BC}"/>
              </a:ext>
            </a:extLst>
          </p:cNvPr>
          <p:cNvSpPr/>
          <p:nvPr/>
        </p:nvSpPr>
        <p:spPr>
          <a:xfrm>
            <a:off x="4931449" y="1278746"/>
            <a:ext cx="5843021" cy="430887"/>
          </a:xfrm>
          <a:prstGeom prst="rect">
            <a:avLst/>
          </a:prstGeom>
        </p:spPr>
        <p:txBody>
          <a:bodyPr wrap="square" lIns="0" tIns="0" rIns="0" bIns="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tab pos="4803775" algn="l"/>
              </a:tabLst>
              <a:defRPr/>
            </a:pPr>
            <a:r>
              <a:rPr kumimoji="0" lang="en-US" sz="1400" b="1" i="0" u="none" strike="noStrike" kern="1200" cap="none" spc="0" normalizeH="0" baseline="0" noProof="0" dirty="0">
                <a:ln>
                  <a:noFill/>
                </a:ln>
                <a:solidFill>
                  <a:srgbClr val="86BC25"/>
                </a:solidFill>
                <a:effectLst/>
                <a:uLnTx/>
                <a:uFillTx/>
                <a:latin typeface="Verdana"/>
                <a:ea typeface="+mn-ea"/>
                <a:cs typeface="+mn-cs"/>
              </a:rPr>
              <a:t>Unable to meet RPO Obligation: </a:t>
            </a:r>
            <a:r>
              <a:rPr kumimoji="0" lang="en-US" sz="1400" b="0" i="0" u="none" strike="noStrike" kern="1200" cap="none" spc="0" normalizeH="0" baseline="0" noProof="0" dirty="0">
                <a:ln>
                  <a:noFill/>
                </a:ln>
                <a:solidFill>
                  <a:prstClr val="black"/>
                </a:solidFill>
                <a:effectLst/>
                <a:uLnTx/>
                <a:uFillTx/>
                <a:latin typeface="Verdana"/>
                <a:ea typeface="+mn-ea"/>
                <a:cs typeface="+mn-cs"/>
              </a:rPr>
              <a:t>WBSEDCL has not been able to  meet the RPO obligations stipulated by WBERC.</a:t>
            </a:r>
          </a:p>
        </p:txBody>
      </p:sp>
      <p:sp>
        <p:nvSpPr>
          <p:cNvPr id="92" name="Graphic 4">
            <a:extLst>
              <a:ext uri="{FF2B5EF4-FFF2-40B4-BE49-F238E27FC236}">
                <a16:creationId xmlns:a16="http://schemas.microsoft.com/office/drawing/2014/main" id="{3094A703-8FE4-4481-833D-F34B54B03177}"/>
              </a:ext>
            </a:extLst>
          </p:cNvPr>
          <p:cNvSpPr/>
          <p:nvPr/>
        </p:nvSpPr>
        <p:spPr>
          <a:xfrm>
            <a:off x="3992931" y="2100607"/>
            <a:ext cx="548640" cy="548640"/>
          </a:xfrm>
          <a:custGeom>
            <a:avLst/>
            <a:gdLst>
              <a:gd name="connsiteX0" fmla="*/ 180835 w 361670"/>
              <a:gd name="connsiteY0" fmla="*/ 0 h 361333"/>
              <a:gd name="connsiteX1" fmla="*/ 0 w 361670"/>
              <a:gd name="connsiteY1" fmla="*/ 180667 h 361333"/>
              <a:gd name="connsiteX2" fmla="*/ 180835 w 361670"/>
              <a:gd name="connsiteY2" fmla="*/ 361333 h 361333"/>
              <a:gd name="connsiteX3" fmla="*/ 361670 w 361670"/>
              <a:gd name="connsiteY3" fmla="*/ 180667 h 361333"/>
              <a:gd name="connsiteX4" fmla="*/ 180835 w 361670"/>
              <a:gd name="connsiteY4" fmla="*/ 0 h 361333"/>
              <a:gd name="connsiteX5" fmla="*/ 171889 w 361670"/>
              <a:gd name="connsiteY5" fmla="*/ 87461 h 361333"/>
              <a:gd name="connsiteX6" fmla="*/ 180835 w 361670"/>
              <a:gd name="connsiteY6" fmla="*/ 87461 h 361333"/>
              <a:gd name="connsiteX7" fmla="*/ 187225 w 361670"/>
              <a:gd name="connsiteY7" fmla="*/ 93845 h 361333"/>
              <a:gd name="connsiteX8" fmla="*/ 180835 w 361670"/>
              <a:gd name="connsiteY8" fmla="*/ 100229 h 361333"/>
              <a:gd name="connsiteX9" fmla="*/ 171889 w 361670"/>
              <a:gd name="connsiteY9" fmla="*/ 100229 h 361333"/>
              <a:gd name="connsiteX10" fmla="*/ 165500 w 361670"/>
              <a:gd name="connsiteY10" fmla="*/ 93845 h 361333"/>
              <a:gd name="connsiteX11" fmla="*/ 171889 w 361670"/>
              <a:gd name="connsiteY11" fmla="*/ 87461 h 361333"/>
              <a:gd name="connsiteX12" fmla="*/ 171889 w 361670"/>
              <a:gd name="connsiteY12" fmla="*/ 121934 h 361333"/>
              <a:gd name="connsiteX13" fmla="*/ 198088 w 361670"/>
              <a:gd name="connsiteY13" fmla="*/ 121934 h 361333"/>
              <a:gd name="connsiteX14" fmla="*/ 204478 w 361670"/>
              <a:gd name="connsiteY14" fmla="*/ 128318 h 361333"/>
              <a:gd name="connsiteX15" fmla="*/ 198088 w 361670"/>
              <a:gd name="connsiteY15" fmla="*/ 134702 h 361333"/>
              <a:gd name="connsiteX16" fmla="*/ 171889 w 361670"/>
              <a:gd name="connsiteY16" fmla="*/ 134702 h 361333"/>
              <a:gd name="connsiteX17" fmla="*/ 165500 w 361670"/>
              <a:gd name="connsiteY17" fmla="*/ 128318 h 361333"/>
              <a:gd name="connsiteX18" fmla="*/ 171889 w 361670"/>
              <a:gd name="connsiteY18" fmla="*/ 121934 h 361333"/>
              <a:gd name="connsiteX19" fmla="*/ 171889 w 361670"/>
              <a:gd name="connsiteY19" fmla="*/ 157046 h 361333"/>
              <a:gd name="connsiteX20" fmla="*/ 215341 w 361670"/>
              <a:gd name="connsiteY20" fmla="*/ 157046 h 361333"/>
              <a:gd name="connsiteX21" fmla="*/ 221731 w 361670"/>
              <a:gd name="connsiteY21" fmla="*/ 163430 h 361333"/>
              <a:gd name="connsiteX22" fmla="*/ 215341 w 361670"/>
              <a:gd name="connsiteY22" fmla="*/ 169814 h 361333"/>
              <a:gd name="connsiteX23" fmla="*/ 171889 w 361670"/>
              <a:gd name="connsiteY23" fmla="*/ 169814 h 361333"/>
              <a:gd name="connsiteX24" fmla="*/ 165500 w 361670"/>
              <a:gd name="connsiteY24" fmla="*/ 163430 h 361333"/>
              <a:gd name="connsiteX25" fmla="*/ 171889 w 361670"/>
              <a:gd name="connsiteY25" fmla="*/ 157046 h 361333"/>
              <a:gd name="connsiteX26" fmla="*/ 171889 w 361670"/>
              <a:gd name="connsiteY26" fmla="*/ 191519 h 361333"/>
              <a:gd name="connsiteX27" fmla="*/ 232594 w 361670"/>
              <a:gd name="connsiteY27" fmla="*/ 191519 h 361333"/>
              <a:gd name="connsiteX28" fmla="*/ 238984 w 361670"/>
              <a:gd name="connsiteY28" fmla="*/ 197903 h 361333"/>
              <a:gd name="connsiteX29" fmla="*/ 232594 w 361670"/>
              <a:gd name="connsiteY29" fmla="*/ 204287 h 361333"/>
              <a:gd name="connsiteX30" fmla="*/ 171889 w 361670"/>
              <a:gd name="connsiteY30" fmla="*/ 204287 h 361333"/>
              <a:gd name="connsiteX31" fmla="*/ 165500 w 361670"/>
              <a:gd name="connsiteY31" fmla="*/ 197903 h 361333"/>
              <a:gd name="connsiteX32" fmla="*/ 171889 w 361670"/>
              <a:gd name="connsiteY32" fmla="*/ 191519 h 361333"/>
              <a:gd name="connsiteX33" fmla="*/ 171889 w 361670"/>
              <a:gd name="connsiteY33" fmla="*/ 226631 h 361333"/>
              <a:gd name="connsiteX34" fmla="*/ 250486 w 361670"/>
              <a:gd name="connsiteY34" fmla="*/ 226631 h 361333"/>
              <a:gd name="connsiteX35" fmla="*/ 256876 w 361670"/>
              <a:gd name="connsiteY35" fmla="*/ 233015 h 361333"/>
              <a:gd name="connsiteX36" fmla="*/ 250486 w 361670"/>
              <a:gd name="connsiteY36" fmla="*/ 239399 h 361333"/>
              <a:gd name="connsiteX37" fmla="*/ 171889 w 361670"/>
              <a:gd name="connsiteY37" fmla="*/ 239399 h 361333"/>
              <a:gd name="connsiteX38" fmla="*/ 165500 w 361670"/>
              <a:gd name="connsiteY38" fmla="*/ 233015 h 361333"/>
              <a:gd name="connsiteX39" fmla="*/ 171889 w 361670"/>
              <a:gd name="connsiteY39" fmla="*/ 226631 h 361333"/>
              <a:gd name="connsiteX40" fmla="*/ 146969 w 361670"/>
              <a:gd name="connsiteY40" fmla="*/ 249614 h 361333"/>
              <a:gd name="connsiteX41" fmla="*/ 124604 w 361670"/>
              <a:gd name="connsiteY41" fmla="*/ 271958 h 361333"/>
              <a:gd name="connsiteX42" fmla="*/ 122687 w 361670"/>
              <a:gd name="connsiteY42" fmla="*/ 273234 h 361333"/>
              <a:gd name="connsiteX43" fmla="*/ 120131 w 361670"/>
              <a:gd name="connsiteY43" fmla="*/ 273873 h 361333"/>
              <a:gd name="connsiteX44" fmla="*/ 117575 w 361670"/>
              <a:gd name="connsiteY44" fmla="*/ 273234 h 361333"/>
              <a:gd name="connsiteX45" fmla="*/ 115658 w 361670"/>
              <a:gd name="connsiteY45" fmla="*/ 271958 h 361333"/>
              <a:gd name="connsiteX46" fmla="*/ 93293 w 361670"/>
              <a:gd name="connsiteY46" fmla="*/ 249614 h 361333"/>
              <a:gd name="connsiteX47" fmla="*/ 93293 w 361670"/>
              <a:gd name="connsiteY47" fmla="*/ 240676 h 361333"/>
              <a:gd name="connsiteX48" fmla="*/ 102239 w 361670"/>
              <a:gd name="connsiteY48" fmla="*/ 240676 h 361333"/>
              <a:gd name="connsiteX49" fmla="*/ 113741 w 361670"/>
              <a:gd name="connsiteY49" fmla="*/ 252167 h 361333"/>
              <a:gd name="connsiteX50" fmla="*/ 113741 w 361670"/>
              <a:gd name="connsiteY50" fmla="*/ 93845 h 361333"/>
              <a:gd name="connsiteX51" fmla="*/ 120131 w 361670"/>
              <a:gd name="connsiteY51" fmla="*/ 87461 h 361333"/>
              <a:gd name="connsiteX52" fmla="*/ 126521 w 361670"/>
              <a:gd name="connsiteY52" fmla="*/ 93845 h 361333"/>
              <a:gd name="connsiteX53" fmla="*/ 126521 w 361670"/>
              <a:gd name="connsiteY53" fmla="*/ 252167 h 361333"/>
              <a:gd name="connsiteX54" fmla="*/ 138022 w 361670"/>
              <a:gd name="connsiteY54" fmla="*/ 240676 h 361333"/>
              <a:gd name="connsiteX55" fmla="*/ 146969 w 361670"/>
              <a:gd name="connsiteY55" fmla="*/ 240676 h 361333"/>
              <a:gd name="connsiteX56" fmla="*/ 146969 w 361670"/>
              <a:gd name="connsiteY56" fmla="*/ 249614 h 361333"/>
              <a:gd name="connsiteX57" fmla="*/ 263904 w 361670"/>
              <a:gd name="connsiteY57" fmla="*/ 273873 h 361333"/>
              <a:gd name="connsiteX58" fmla="*/ 172528 w 361670"/>
              <a:gd name="connsiteY58" fmla="*/ 273873 h 361333"/>
              <a:gd name="connsiteX59" fmla="*/ 166138 w 361670"/>
              <a:gd name="connsiteY59" fmla="*/ 267489 h 361333"/>
              <a:gd name="connsiteX60" fmla="*/ 172528 w 361670"/>
              <a:gd name="connsiteY60" fmla="*/ 261105 h 361333"/>
              <a:gd name="connsiteX61" fmla="*/ 263904 w 361670"/>
              <a:gd name="connsiteY61" fmla="*/ 261105 h 361333"/>
              <a:gd name="connsiteX62" fmla="*/ 270294 w 361670"/>
              <a:gd name="connsiteY62" fmla="*/ 267489 h 361333"/>
              <a:gd name="connsiteX63" fmla="*/ 263904 w 361670"/>
              <a:gd name="connsiteY63" fmla="*/ 273873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361670" h="361333">
                <a:moveTo>
                  <a:pt x="180835" y="0"/>
                </a:moveTo>
                <a:cubicBezTo>
                  <a:pt x="80513" y="0"/>
                  <a:pt x="0" y="81077"/>
                  <a:pt x="0" y="180667"/>
                </a:cubicBezTo>
                <a:cubicBezTo>
                  <a:pt x="0" y="280895"/>
                  <a:pt x="81152" y="361333"/>
                  <a:pt x="180835" y="361333"/>
                </a:cubicBezTo>
                <a:cubicBezTo>
                  <a:pt x="280518" y="361333"/>
                  <a:pt x="361670" y="280257"/>
                  <a:pt x="361670" y="180667"/>
                </a:cubicBezTo>
                <a:cubicBezTo>
                  <a:pt x="361670" y="81077"/>
                  <a:pt x="280518" y="0"/>
                  <a:pt x="180835" y="0"/>
                </a:cubicBezTo>
                <a:close/>
                <a:moveTo>
                  <a:pt x="171889" y="87461"/>
                </a:moveTo>
                <a:lnTo>
                  <a:pt x="180835" y="87461"/>
                </a:lnTo>
                <a:cubicBezTo>
                  <a:pt x="184669" y="87461"/>
                  <a:pt x="187225" y="90014"/>
                  <a:pt x="187225" y="93845"/>
                </a:cubicBezTo>
                <a:cubicBezTo>
                  <a:pt x="187225" y="97675"/>
                  <a:pt x="184669" y="100229"/>
                  <a:pt x="180835" y="100229"/>
                </a:cubicBezTo>
                <a:lnTo>
                  <a:pt x="171889" y="100229"/>
                </a:lnTo>
                <a:cubicBezTo>
                  <a:pt x="168055" y="100229"/>
                  <a:pt x="165500" y="97675"/>
                  <a:pt x="165500" y="93845"/>
                </a:cubicBezTo>
                <a:cubicBezTo>
                  <a:pt x="165500" y="90014"/>
                  <a:pt x="168695" y="87461"/>
                  <a:pt x="171889" y="87461"/>
                </a:cubicBezTo>
                <a:close/>
                <a:moveTo>
                  <a:pt x="171889" y="121934"/>
                </a:moveTo>
                <a:lnTo>
                  <a:pt x="198088" y="121934"/>
                </a:lnTo>
                <a:cubicBezTo>
                  <a:pt x="201922" y="121934"/>
                  <a:pt x="204478" y="124488"/>
                  <a:pt x="204478" y="128318"/>
                </a:cubicBezTo>
                <a:cubicBezTo>
                  <a:pt x="204478" y="132148"/>
                  <a:pt x="201922" y="134702"/>
                  <a:pt x="198088" y="134702"/>
                </a:cubicBezTo>
                <a:lnTo>
                  <a:pt x="171889" y="134702"/>
                </a:lnTo>
                <a:cubicBezTo>
                  <a:pt x="168055" y="134702"/>
                  <a:pt x="165500" y="132148"/>
                  <a:pt x="165500" y="128318"/>
                </a:cubicBezTo>
                <a:cubicBezTo>
                  <a:pt x="165500" y="124488"/>
                  <a:pt x="168695" y="121934"/>
                  <a:pt x="171889" y="121934"/>
                </a:cubicBezTo>
                <a:close/>
                <a:moveTo>
                  <a:pt x="171889" y="157046"/>
                </a:moveTo>
                <a:lnTo>
                  <a:pt x="215341" y="157046"/>
                </a:lnTo>
                <a:cubicBezTo>
                  <a:pt x="219175" y="157046"/>
                  <a:pt x="221731" y="159600"/>
                  <a:pt x="221731" y="163430"/>
                </a:cubicBezTo>
                <a:cubicBezTo>
                  <a:pt x="221731" y="167260"/>
                  <a:pt x="219175" y="169814"/>
                  <a:pt x="215341" y="169814"/>
                </a:cubicBezTo>
                <a:lnTo>
                  <a:pt x="171889" y="169814"/>
                </a:lnTo>
                <a:cubicBezTo>
                  <a:pt x="168055" y="169814"/>
                  <a:pt x="165500" y="167260"/>
                  <a:pt x="165500" y="163430"/>
                </a:cubicBezTo>
                <a:cubicBezTo>
                  <a:pt x="165500" y="159600"/>
                  <a:pt x="168695" y="157046"/>
                  <a:pt x="171889" y="157046"/>
                </a:cubicBezTo>
                <a:close/>
                <a:moveTo>
                  <a:pt x="171889" y="191519"/>
                </a:moveTo>
                <a:lnTo>
                  <a:pt x="232594" y="191519"/>
                </a:lnTo>
                <a:cubicBezTo>
                  <a:pt x="236428" y="191519"/>
                  <a:pt x="238984" y="194073"/>
                  <a:pt x="238984" y="197903"/>
                </a:cubicBezTo>
                <a:cubicBezTo>
                  <a:pt x="238984" y="201734"/>
                  <a:pt x="236428" y="204287"/>
                  <a:pt x="232594" y="204287"/>
                </a:cubicBezTo>
                <a:lnTo>
                  <a:pt x="171889" y="204287"/>
                </a:lnTo>
                <a:cubicBezTo>
                  <a:pt x="168055" y="204287"/>
                  <a:pt x="165500" y="201734"/>
                  <a:pt x="165500" y="197903"/>
                </a:cubicBezTo>
                <a:cubicBezTo>
                  <a:pt x="165500" y="194073"/>
                  <a:pt x="168695" y="191519"/>
                  <a:pt x="171889" y="191519"/>
                </a:cubicBezTo>
                <a:close/>
                <a:moveTo>
                  <a:pt x="171889" y="226631"/>
                </a:moveTo>
                <a:lnTo>
                  <a:pt x="250486" y="226631"/>
                </a:lnTo>
                <a:cubicBezTo>
                  <a:pt x="254319" y="226631"/>
                  <a:pt x="256876" y="229185"/>
                  <a:pt x="256876" y="233015"/>
                </a:cubicBezTo>
                <a:cubicBezTo>
                  <a:pt x="256876" y="236846"/>
                  <a:pt x="254319" y="239399"/>
                  <a:pt x="250486" y="239399"/>
                </a:cubicBezTo>
                <a:lnTo>
                  <a:pt x="171889" y="239399"/>
                </a:lnTo>
                <a:cubicBezTo>
                  <a:pt x="168055" y="239399"/>
                  <a:pt x="165500" y="236846"/>
                  <a:pt x="165500" y="233015"/>
                </a:cubicBezTo>
                <a:cubicBezTo>
                  <a:pt x="165500" y="229185"/>
                  <a:pt x="168695" y="226631"/>
                  <a:pt x="171889" y="226631"/>
                </a:cubicBezTo>
                <a:close/>
                <a:moveTo>
                  <a:pt x="146969" y="249614"/>
                </a:moveTo>
                <a:lnTo>
                  <a:pt x="124604" y="271958"/>
                </a:lnTo>
                <a:cubicBezTo>
                  <a:pt x="123965" y="272596"/>
                  <a:pt x="123326" y="273234"/>
                  <a:pt x="122687" y="273234"/>
                </a:cubicBezTo>
                <a:cubicBezTo>
                  <a:pt x="122048" y="273873"/>
                  <a:pt x="120770" y="273873"/>
                  <a:pt x="120131" y="273873"/>
                </a:cubicBezTo>
                <a:cubicBezTo>
                  <a:pt x="119492" y="273873"/>
                  <a:pt x="118214" y="273873"/>
                  <a:pt x="117575" y="273234"/>
                </a:cubicBezTo>
                <a:cubicBezTo>
                  <a:pt x="116936" y="272596"/>
                  <a:pt x="116297" y="272596"/>
                  <a:pt x="115658" y="271958"/>
                </a:cubicBezTo>
                <a:lnTo>
                  <a:pt x="93293" y="249614"/>
                </a:lnTo>
                <a:cubicBezTo>
                  <a:pt x="90737" y="247060"/>
                  <a:pt x="90737" y="243230"/>
                  <a:pt x="93293" y="240676"/>
                </a:cubicBezTo>
                <a:cubicBezTo>
                  <a:pt x="95849" y="238123"/>
                  <a:pt x="99683" y="238123"/>
                  <a:pt x="102239" y="240676"/>
                </a:cubicBezTo>
                <a:lnTo>
                  <a:pt x="113741" y="252167"/>
                </a:lnTo>
                <a:lnTo>
                  <a:pt x="113741" y="93845"/>
                </a:lnTo>
                <a:cubicBezTo>
                  <a:pt x="113741" y="90014"/>
                  <a:pt x="116297" y="87461"/>
                  <a:pt x="120131" y="87461"/>
                </a:cubicBezTo>
                <a:cubicBezTo>
                  <a:pt x="123965" y="87461"/>
                  <a:pt x="126521" y="90014"/>
                  <a:pt x="126521" y="93845"/>
                </a:cubicBezTo>
                <a:lnTo>
                  <a:pt x="126521" y="252167"/>
                </a:lnTo>
                <a:lnTo>
                  <a:pt x="138022" y="240676"/>
                </a:lnTo>
                <a:cubicBezTo>
                  <a:pt x="140579" y="238123"/>
                  <a:pt x="144412" y="238123"/>
                  <a:pt x="146969" y="240676"/>
                </a:cubicBezTo>
                <a:cubicBezTo>
                  <a:pt x="149525" y="243230"/>
                  <a:pt x="149525" y="247060"/>
                  <a:pt x="146969" y="249614"/>
                </a:cubicBezTo>
                <a:close/>
                <a:moveTo>
                  <a:pt x="263904" y="273873"/>
                </a:moveTo>
                <a:lnTo>
                  <a:pt x="172528" y="273873"/>
                </a:lnTo>
                <a:cubicBezTo>
                  <a:pt x="168695" y="273873"/>
                  <a:pt x="166138" y="271319"/>
                  <a:pt x="166138" y="267489"/>
                </a:cubicBezTo>
                <a:cubicBezTo>
                  <a:pt x="166138" y="263659"/>
                  <a:pt x="168695" y="261105"/>
                  <a:pt x="172528" y="261105"/>
                </a:cubicBezTo>
                <a:lnTo>
                  <a:pt x="263904" y="261105"/>
                </a:lnTo>
                <a:cubicBezTo>
                  <a:pt x="267739" y="261105"/>
                  <a:pt x="270294" y="263659"/>
                  <a:pt x="270294" y="267489"/>
                </a:cubicBezTo>
                <a:cubicBezTo>
                  <a:pt x="270294" y="271319"/>
                  <a:pt x="267099" y="273873"/>
                  <a:pt x="263904" y="273873"/>
                </a:cubicBezTo>
                <a:close/>
              </a:path>
            </a:pathLst>
          </a:custGeom>
          <a:solidFill>
            <a:schemeClr val="accent4"/>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94" name="Oval 93">
            <a:extLst>
              <a:ext uri="{FF2B5EF4-FFF2-40B4-BE49-F238E27FC236}">
                <a16:creationId xmlns:a16="http://schemas.microsoft.com/office/drawing/2014/main" id="{0BED2EEF-11B5-4665-9870-A215F00A9EF9}"/>
              </a:ext>
            </a:extLst>
          </p:cNvPr>
          <p:cNvSpPr/>
          <p:nvPr/>
        </p:nvSpPr>
        <p:spPr bwMode="gray">
          <a:xfrm>
            <a:off x="11016121" y="1345578"/>
            <a:ext cx="365760" cy="365760"/>
          </a:xfrm>
          <a:prstGeom prst="ellipse">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95" name="Oval 94">
            <a:extLst>
              <a:ext uri="{FF2B5EF4-FFF2-40B4-BE49-F238E27FC236}">
                <a16:creationId xmlns:a16="http://schemas.microsoft.com/office/drawing/2014/main" id="{8A549D52-C77A-48CA-953C-60E16FC44BDF}"/>
              </a:ext>
            </a:extLst>
          </p:cNvPr>
          <p:cNvSpPr/>
          <p:nvPr/>
        </p:nvSpPr>
        <p:spPr bwMode="gray">
          <a:xfrm>
            <a:off x="11030342" y="2238892"/>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96" name="Oval 95">
            <a:extLst>
              <a:ext uri="{FF2B5EF4-FFF2-40B4-BE49-F238E27FC236}">
                <a16:creationId xmlns:a16="http://schemas.microsoft.com/office/drawing/2014/main" id="{6584F8A4-A139-436A-85D9-4AD44E38223F}"/>
              </a:ext>
            </a:extLst>
          </p:cNvPr>
          <p:cNvSpPr/>
          <p:nvPr/>
        </p:nvSpPr>
        <p:spPr bwMode="gray">
          <a:xfrm>
            <a:off x="11030342" y="3190607"/>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97" name="Oval 96">
            <a:extLst>
              <a:ext uri="{FF2B5EF4-FFF2-40B4-BE49-F238E27FC236}">
                <a16:creationId xmlns:a16="http://schemas.microsoft.com/office/drawing/2014/main" id="{CECD2715-28A6-42E0-9310-93BA6EB9EFDB}"/>
              </a:ext>
            </a:extLst>
          </p:cNvPr>
          <p:cNvSpPr/>
          <p:nvPr/>
        </p:nvSpPr>
        <p:spPr bwMode="gray">
          <a:xfrm>
            <a:off x="11014172" y="4032059"/>
            <a:ext cx="365760" cy="365760"/>
          </a:xfrm>
          <a:prstGeom prst="ellipse">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98" name="Oval 97">
            <a:extLst>
              <a:ext uri="{FF2B5EF4-FFF2-40B4-BE49-F238E27FC236}">
                <a16:creationId xmlns:a16="http://schemas.microsoft.com/office/drawing/2014/main" id="{88D6CD3A-A4D6-4453-88BF-AF79FDCAB408}"/>
              </a:ext>
            </a:extLst>
          </p:cNvPr>
          <p:cNvSpPr/>
          <p:nvPr/>
        </p:nvSpPr>
        <p:spPr bwMode="gray">
          <a:xfrm>
            <a:off x="11030342" y="5193566"/>
            <a:ext cx="365760" cy="365760"/>
          </a:xfrm>
          <a:prstGeom prst="ellipse">
            <a:avLst/>
          </a:prstGeom>
          <a:solidFill>
            <a:srgbClr val="FFC0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99" name="Graphic 4">
            <a:extLst>
              <a:ext uri="{FF2B5EF4-FFF2-40B4-BE49-F238E27FC236}">
                <a16:creationId xmlns:a16="http://schemas.microsoft.com/office/drawing/2014/main" id="{E753F73E-ECBB-4705-B712-67DCEFA32501}"/>
              </a:ext>
            </a:extLst>
          </p:cNvPr>
          <p:cNvSpPr/>
          <p:nvPr/>
        </p:nvSpPr>
        <p:spPr>
          <a:xfrm>
            <a:off x="3990667" y="3196725"/>
            <a:ext cx="548640" cy="548640"/>
          </a:xfrm>
          <a:custGeom>
            <a:avLst/>
            <a:gdLst>
              <a:gd name="connsiteX0" fmla="*/ 180835 w 361670"/>
              <a:gd name="connsiteY0" fmla="*/ 0 h 361333"/>
              <a:gd name="connsiteX1" fmla="*/ 0 w 361670"/>
              <a:gd name="connsiteY1" fmla="*/ 180667 h 361333"/>
              <a:gd name="connsiteX2" fmla="*/ 180835 w 361670"/>
              <a:gd name="connsiteY2" fmla="*/ 361333 h 361333"/>
              <a:gd name="connsiteX3" fmla="*/ 361670 w 361670"/>
              <a:gd name="connsiteY3" fmla="*/ 180667 h 361333"/>
              <a:gd name="connsiteX4" fmla="*/ 180835 w 361670"/>
              <a:gd name="connsiteY4" fmla="*/ 0 h 361333"/>
              <a:gd name="connsiteX5" fmla="*/ 279240 w 361670"/>
              <a:gd name="connsiteY5" fmla="*/ 257275 h 361333"/>
              <a:gd name="connsiteX6" fmla="*/ 81791 w 361670"/>
              <a:gd name="connsiteY6" fmla="*/ 257275 h 361333"/>
              <a:gd name="connsiteX7" fmla="*/ 75401 w 361670"/>
              <a:gd name="connsiteY7" fmla="*/ 250891 h 361333"/>
              <a:gd name="connsiteX8" fmla="*/ 75401 w 361670"/>
              <a:gd name="connsiteY8" fmla="*/ 109804 h 361333"/>
              <a:gd name="connsiteX9" fmla="*/ 81791 w 361670"/>
              <a:gd name="connsiteY9" fmla="*/ 103420 h 361333"/>
              <a:gd name="connsiteX10" fmla="*/ 88181 w 361670"/>
              <a:gd name="connsiteY10" fmla="*/ 109804 h 361333"/>
              <a:gd name="connsiteX11" fmla="*/ 88181 w 361670"/>
              <a:gd name="connsiteY11" fmla="*/ 244507 h 361333"/>
              <a:gd name="connsiteX12" fmla="*/ 279240 w 361670"/>
              <a:gd name="connsiteY12" fmla="*/ 244507 h 361333"/>
              <a:gd name="connsiteX13" fmla="*/ 285630 w 361670"/>
              <a:gd name="connsiteY13" fmla="*/ 250891 h 361333"/>
              <a:gd name="connsiteX14" fmla="*/ 279240 w 361670"/>
              <a:gd name="connsiteY14" fmla="*/ 257275 h 361333"/>
              <a:gd name="connsiteX15" fmla="*/ 283713 w 361670"/>
              <a:gd name="connsiteY15" fmla="*/ 128956 h 361333"/>
              <a:gd name="connsiteX16" fmla="*/ 206395 w 361670"/>
              <a:gd name="connsiteY16" fmla="*/ 206203 h 361333"/>
              <a:gd name="connsiteX17" fmla="*/ 201922 w 361670"/>
              <a:gd name="connsiteY17" fmla="*/ 208118 h 361333"/>
              <a:gd name="connsiteX18" fmla="*/ 197449 w 361670"/>
              <a:gd name="connsiteY18" fmla="*/ 206203 h 361333"/>
              <a:gd name="connsiteX19" fmla="*/ 159748 w 361670"/>
              <a:gd name="connsiteY19" fmla="*/ 168537 h 361333"/>
              <a:gd name="connsiteX20" fmla="*/ 115019 w 361670"/>
              <a:gd name="connsiteY20" fmla="*/ 213225 h 361333"/>
              <a:gd name="connsiteX21" fmla="*/ 110546 w 361670"/>
              <a:gd name="connsiteY21" fmla="*/ 215140 h 361333"/>
              <a:gd name="connsiteX22" fmla="*/ 106073 w 361670"/>
              <a:gd name="connsiteY22" fmla="*/ 213225 h 361333"/>
              <a:gd name="connsiteX23" fmla="*/ 106073 w 361670"/>
              <a:gd name="connsiteY23" fmla="*/ 204287 h 361333"/>
              <a:gd name="connsiteX24" fmla="*/ 155275 w 361670"/>
              <a:gd name="connsiteY24" fmla="*/ 155131 h 361333"/>
              <a:gd name="connsiteX25" fmla="*/ 159748 w 361670"/>
              <a:gd name="connsiteY25" fmla="*/ 153216 h 361333"/>
              <a:gd name="connsiteX26" fmla="*/ 164221 w 361670"/>
              <a:gd name="connsiteY26" fmla="*/ 155131 h 361333"/>
              <a:gd name="connsiteX27" fmla="*/ 201922 w 361670"/>
              <a:gd name="connsiteY27" fmla="*/ 192796 h 361333"/>
              <a:gd name="connsiteX28" fmla="*/ 274767 w 361670"/>
              <a:gd name="connsiteY28" fmla="*/ 120019 h 361333"/>
              <a:gd name="connsiteX29" fmla="*/ 283713 w 361670"/>
              <a:gd name="connsiteY29" fmla="*/ 120019 h 361333"/>
              <a:gd name="connsiteX30" fmla="*/ 283713 w 361670"/>
              <a:gd name="connsiteY30" fmla="*/ 128956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61670" h="361333">
                <a:moveTo>
                  <a:pt x="180835" y="0"/>
                </a:moveTo>
                <a:cubicBezTo>
                  <a:pt x="80513" y="0"/>
                  <a:pt x="0" y="81077"/>
                  <a:pt x="0" y="180667"/>
                </a:cubicBezTo>
                <a:cubicBezTo>
                  <a:pt x="0" y="280895"/>
                  <a:pt x="81152" y="361333"/>
                  <a:pt x="180835" y="361333"/>
                </a:cubicBezTo>
                <a:cubicBezTo>
                  <a:pt x="281157" y="361333"/>
                  <a:pt x="361670" y="280257"/>
                  <a:pt x="361670" y="180667"/>
                </a:cubicBezTo>
                <a:cubicBezTo>
                  <a:pt x="361670" y="81077"/>
                  <a:pt x="280518" y="0"/>
                  <a:pt x="180835" y="0"/>
                </a:cubicBezTo>
                <a:close/>
                <a:moveTo>
                  <a:pt x="279240" y="257275"/>
                </a:moveTo>
                <a:lnTo>
                  <a:pt x="81791" y="257275"/>
                </a:lnTo>
                <a:cubicBezTo>
                  <a:pt x="77957" y="257275"/>
                  <a:pt x="75401" y="254721"/>
                  <a:pt x="75401" y="250891"/>
                </a:cubicBezTo>
                <a:lnTo>
                  <a:pt x="75401" y="109804"/>
                </a:lnTo>
                <a:cubicBezTo>
                  <a:pt x="75401" y="105974"/>
                  <a:pt x="77957" y="103420"/>
                  <a:pt x="81791" y="103420"/>
                </a:cubicBezTo>
                <a:cubicBezTo>
                  <a:pt x="85625" y="103420"/>
                  <a:pt x="88181" y="105974"/>
                  <a:pt x="88181" y="109804"/>
                </a:cubicBezTo>
                <a:lnTo>
                  <a:pt x="88181" y="244507"/>
                </a:lnTo>
                <a:lnTo>
                  <a:pt x="279240" y="244507"/>
                </a:lnTo>
                <a:cubicBezTo>
                  <a:pt x="283074" y="244507"/>
                  <a:pt x="285630" y="247060"/>
                  <a:pt x="285630" y="250891"/>
                </a:cubicBezTo>
                <a:cubicBezTo>
                  <a:pt x="285630" y="254721"/>
                  <a:pt x="283074" y="257275"/>
                  <a:pt x="279240" y="257275"/>
                </a:cubicBezTo>
                <a:close/>
                <a:moveTo>
                  <a:pt x="283713" y="128956"/>
                </a:moveTo>
                <a:lnTo>
                  <a:pt x="206395" y="206203"/>
                </a:lnTo>
                <a:cubicBezTo>
                  <a:pt x="205117" y="207479"/>
                  <a:pt x="203839" y="208118"/>
                  <a:pt x="201922" y="208118"/>
                </a:cubicBezTo>
                <a:cubicBezTo>
                  <a:pt x="200005" y="208118"/>
                  <a:pt x="198727" y="207479"/>
                  <a:pt x="197449" y="206203"/>
                </a:cubicBezTo>
                <a:lnTo>
                  <a:pt x="159748" y="168537"/>
                </a:lnTo>
                <a:lnTo>
                  <a:pt x="115019" y="213225"/>
                </a:lnTo>
                <a:cubicBezTo>
                  <a:pt x="113741" y="214502"/>
                  <a:pt x="111824" y="215140"/>
                  <a:pt x="110546" y="215140"/>
                </a:cubicBezTo>
                <a:cubicBezTo>
                  <a:pt x="109268" y="215140"/>
                  <a:pt x="107351" y="214502"/>
                  <a:pt x="106073" y="213225"/>
                </a:cubicBezTo>
                <a:cubicBezTo>
                  <a:pt x="103517" y="210671"/>
                  <a:pt x="103517" y="206841"/>
                  <a:pt x="106073" y="204287"/>
                </a:cubicBezTo>
                <a:lnTo>
                  <a:pt x="155275" y="155131"/>
                </a:lnTo>
                <a:cubicBezTo>
                  <a:pt x="156553" y="153854"/>
                  <a:pt x="157832" y="153216"/>
                  <a:pt x="159748" y="153216"/>
                </a:cubicBezTo>
                <a:cubicBezTo>
                  <a:pt x="161665" y="153216"/>
                  <a:pt x="162943" y="153854"/>
                  <a:pt x="164221" y="155131"/>
                </a:cubicBezTo>
                <a:lnTo>
                  <a:pt x="201922" y="192796"/>
                </a:lnTo>
                <a:lnTo>
                  <a:pt x="274767" y="120019"/>
                </a:lnTo>
                <a:cubicBezTo>
                  <a:pt x="277323" y="117465"/>
                  <a:pt x="281157" y="117465"/>
                  <a:pt x="283713" y="120019"/>
                </a:cubicBezTo>
                <a:cubicBezTo>
                  <a:pt x="286269" y="122572"/>
                  <a:pt x="286269" y="126403"/>
                  <a:pt x="283713" y="128956"/>
                </a:cubicBezTo>
                <a:close/>
              </a:path>
            </a:pathLst>
          </a:custGeom>
          <a:solidFill>
            <a:schemeClr val="accent2"/>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nvGrpSpPr>
          <p:cNvPr id="129" name="Graphic 4">
            <a:extLst>
              <a:ext uri="{FF2B5EF4-FFF2-40B4-BE49-F238E27FC236}">
                <a16:creationId xmlns:a16="http://schemas.microsoft.com/office/drawing/2014/main" id="{8055F14F-970F-47CF-BA8A-9417EE31156F}"/>
              </a:ext>
            </a:extLst>
          </p:cNvPr>
          <p:cNvGrpSpPr/>
          <p:nvPr/>
        </p:nvGrpSpPr>
        <p:grpSpPr>
          <a:xfrm>
            <a:off x="4005697" y="5138506"/>
            <a:ext cx="548643" cy="548637"/>
            <a:chOff x="5099808" y="4308712"/>
            <a:chExt cx="361670" cy="361333"/>
          </a:xfrm>
          <a:solidFill>
            <a:srgbClr val="0F58FD"/>
          </a:solidFill>
        </p:grpSpPr>
        <p:sp>
          <p:nvSpPr>
            <p:cNvPr id="130" name="Graphic 4">
              <a:extLst>
                <a:ext uri="{FF2B5EF4-FFF2-40B4-BE49-F238E27FC236}">
                  <a16:creationId xmlns:a16="http://schemas.microsoft.com/office/drawing/2014/main" id="{B9B1639B-65C8-4A63-958A-A2A9EEB08356}"/>
                </a:ext>
              </a:extLst>
            </p:cNvPr>
            <p:cNvSpPr/>
            <p:nvPr/>
          </p:nvSpPr>
          <p:spPr>
            <a:xfrm>
              <a:off x="5200130" y="4389788"/>
              <a:ext cx="14057" cy="14044"/>
            </a:xfrm>
            <a:custGeom>
              <a:avLst/>
              <a:gdLst>
                <a:gd name="connsiteX0" fmla="*/ 7029 w 14057"/>
                <a:gd name="connsiteY0" fmla="*/ 14045 h 14044"/>
                <a:gd name="connsiteX1" fmla="*/ 14058 w 14057"/>
                <a:gd name="connsiteY1" fmla="*/ 7022 h 14044"/>
                <a:gd name="connsiteX2" fmla="*/ 7029 w 14057"/>
                <a:gd name="connsiteY2" fmla="*/ 0 h 14044"/>
                <a:gd name="connsiteX3" fmla="*/ 0 w 14057"/>
                <a:gd name="connsiteY3" fmla="*/ 7022 h 14044"/>
                <a:gd name="connsiteX4" fmla="*/ 7029 w 14057"/>
                <a:gd name="connsiteY4" fmla="*/ 14045 h 140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57" h="14044">
                  <a:moveTo>
                    <a:pt x="7029" y="14045"/>
                  </a:moveTo>
                  <a:cubicBezTo>
                    <a:pt x="10863" y="14045"/>
                    <a:pt x="14058" y="10853"/>
                    <a:pt x="14058" y="7022"/>
                  </a:cubicBezTo>
                  <a:cubicBezTo>
                    <a:pt x="14058" y="3192"/>
                    <a:pt x="10863" y="0"/>
                    <a:pt x="7029" y="0"/>
                  </a:cubicBezTo>
                  <a:cubicBezTo>
                    <a:pt x="3195" y="0"/>
                    <a:pt x="0" y="3192"/>
                    <a:pt x="0" y="7022"/>
                  </a:cubicBezTo>
                  <a:cubicBezTo>
                    <a:pt x="0" y="10853"/>
                    <a:pt x="3195" y="14045"/>
                    <a:pt x="7029" y="1404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31" name="Graphic 4">
              <a:extLst>
                <a:ext uri="{FF2B5EF4-FFF2-40B4-BE49-F238E27FC236}">
                  <a16:creationId xmlns:a16="http://schemas.microsoft.com/office/drawing/2014/main" id="{61F91234-8CB3-4C6C-A55E-8161359C0B4C}"/>
                </a:ext>
              </a:extLst>
            </p:cNvPr>
            <p:cNvSpPr/>
            <p:nvPr/>
          </p:nvSpPr>
          <p:spPr>
            <a:xfrm>
              <a:off x="5195018" y="4438945"/>
              <a:ext cx="26837" cy="56817"/>
            </a:xfrm>
            <a:custGeom>
              <a:avLst/>
              <a:gdLst>
                <a:gd name="connsiteX0" fmla="*/ 11502 w 26837"/>
                <a:gd name="connsiteY0" fmla="*/ 0 h 56817"/>
                <a:gd name="connsiteX1" fmla="*/ 0 w 26837"/>
                <a:gd name="connsiteY1" fmla="*/ 56817 h 56817"/>
                <a:gd name="connsiteX2" fmla="*/ 26838 w 26837"/>
                <a:gd name="connsiteY2" fmla="*/ 56817 h 56817"/>
                <a:gd name="connsiteX3" fmla="*/ 15336 w 26837"/>
                <a:gd name="connsiteY3" fmla="*/ 0 h 56817"/>
              </a:gdLst>
              <a:ahLst/>
              <a:cxnLst>
                <a:cxn ang="0">
                  <a:pos x="connsiteX0" y="connsiteY0"/>
                </a:cxn>
                <a:cxn ang="0">
                  <a:pos x="connsiteX1" y="connsiteY1"/>
                </a:cxn>
                <a:cxn ang="0">
                  <a:pos x="connsiteX2" y="connsiteY2"/>
                </a:cxn>
                <a:cxn ang="0">
                  <a:pos x="connsiteX3" y="connsiteY3"/>
                </a:cxn>
              </a:cxnLst>
              <a:rect l="l" t="t" r="r" b="b"/>
              <a:pathLst>
                <a:path w="26837" h="56817">
                  <a:moveTo>
                    <a:pt x="11502" y="0"/>
                  </a:moveTo>
                  <a:lnTo>
                    <a:pt x="0" y="56817"/>
                  </a:lnTo>
                  <a:lnTo>
                    <a:pt x="26838" y="56817"/>
                  </a:lnTo>
                  <a:lnTo>
                    <a:pt x="15336" y="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32" name="Graphic 4">
              <a:extLst>
                <a:ext uri="{FF2B5EF4-FFF2-40B4-BE49-F238E27FC236}">
                  <a16:creationId xmlns:a16="http://schemas.microsoft.com/office/drawing/2014/main" id="{B855B057-D1CD-4F07-93D4-C91BEB4229EE}"/>
                </a:ext>
              </a:extLst>
            </p:cNvPr>
            <p:cNvSpPr/>
            <p:nvPr/>
          </p:nvSpPr>
          <p:spPr>
            <a:xfrm>
              <a:off x="5343904" y="4389788"/>
              <a:ext cx="14057" cy="14044"/>
            </a:xfrm>
            <a:custGeom>
              <a:avLst/>
              <a:gdLst>
                <a:gd name="connsiteX0" fmla="*/ 14058 w 14057"/>
                <a:gd name="connsiteY0" fmla="*/ 7022 h 14044"/>
                <a:gd name="connsiteX1" fmla="*/ 7029 w 14057"/>
                <a:gd name="connsiteY1" fmla="*/ 14044 h 14044"/>
                <a:gd name="connsiteX2" fmla="*/ 0 w 14057"/>
                <a:gd name="connsiteY2" fmla="*/ 7022 h 14044"/>
                <a:gd name="connsiteX3" fmla="*/ 7029 w 14057"/>
                <a:gd name="connsiteY3" fmla="*/ 0 h 14044"/>
                <a:gd name="connsiteX4" fmla="*/ 14058 w 14057"/>
                <a:gd name="connsiteY4" fmla="*/ 7022 h 140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57" h="14044">
                  <a:moveTo>
                    <a:pt x="14058" y="7022"/>
                  </a:moveTo>
                  <a:cubicBezTo>
                    <a:pt x="14058" y="10900"/>
                    <a:pt x="10911" y="14044"/>
                    <a:pt x="7029" y="14044"/>
                  </a:cubicBezTo>
                  <a:cubicBezTo>
                    <a:pt x="3147" y="14044"/>
                    <a:pt x="0" y="10900"/>
                    <a:pt x="0" y="7022"/>
                  </a:cubicBezTo>
                  <a:cubicBezTo>
                    <a:pt x="0" y="3144"/>
                    <a:pt x="3147" y="0"/>
                    <a:pt x="7029" y="0"/>
                  </a:cubicBezTo>
                  <a:cubicBezTo>
                    <a:pt x="10911" y="0"/>
                    <a:pt x="14058" y="3144"/>
                    <a:pt x="14058" y="702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33" name="Graphic 4">
              <a:extLst>
                <a:ext uri="{FF2B5EF4-FFF2-40B4-BE49-F238E27FC236}">
                  <a16:creationId xmlns:a16="http://schemas.microsoft.com/office/drawing/2014/main" id="{190C6A5C-AA35-4B9D-856E-D68F0EE5BFE7}"/>
                </a:ext>
              </a:extLst>
            </p:cNvPr>
            <p:cNvSpPr/>
            <p:nvPr/>
          </p:nvSpPr>
          <p:spPr>
            <a:xfrm>
              <a:off x="5267225" y="4486186"/>
              <a:ext cx="27476" cy="56817"/>
            </a:xfrm>
            <a:custGeom>
              <a:avLst/>
              <a:gdLst>
                <a:gd name="connsiteX0" fmla="*/ 12141 w 27476"/>
                <a:gd name="connsiteY0" fmla="*/ 0 h 56817"/>
                <a:gd name="connsiteX1" fmla="*/ 0 w 27476"/>
                <a:gd name="connsiteY1" fmla="*/ 56818 h 56817"/>
                <a:gd name="connsiteX2" fmla="*/ 27477 w 27476"/>
                <a:gd name="connsiteY2" fmla="*/ 56818 h 56817"/>
                <a:gd name="connsiteX3" fmla="*/ 15336 w 27476"/>
                <a:gd name="connsiteY3" fmla="*/ 0 h 56817"/>
              </a:gdLst>
              <a:ahLst/>
              <a:cxnLst>
                <a:cxn ang="0">
                  <a:pos x="connsiteX0" y="connsiteY0"/>
                </a:cxn>
                <a:cxn ang="0">
                  <a:pos x="connsiteX1" y="connsiteY1"/>
                </a:cxn>
                <a:cxn ang="0">
                  <a:pos x="connsiteX2" y="connsiteY2"/>
                </a:cxn>
                <a:cxn ang="0">
                  <a:pos x="connsiteX3" y="connsiteY3"/>
                </a:cxn>
              </a:cxnLst>
              <a:rect l="l" t="t" r="r" b="b"/>
              <a:pathLst>
                <a:path w="27476" h="56817">
                  <a:moveTo>
                    <a:pt x="12141" y="0"/>
                  </a:moveTo>
                  <a:lnTo>
                    <a:pt x="0" y="56818"/>
                  </a:lnTo>
                  <a:lnTo>
                    <a:pt x="27477" y="56818"/>
                  </a:lnTo>
                  <a:lnTo>
                    <a:pt x="15336" y="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34" name="Graphic 4">
              <a:extLst>
                <a:ext uri="{FF2B5EF4-FFF2-40B4-BE49-F238E27FC236}">
                  <a16:creationId xmlns:a16="http://schemas.microsoft.com/office/drawing/2014/main" id="{AEAD701C-9518-49DC-BE16-514EFC77B5C8}"/>
                </a:ext>
              </a:extLst>
            </p:cNvPr>
            <p:cNvSpPr/>
            <p:nvPr/>
          </p:nvSpPr>
          <p:spPr>
            <a:xfrm>
              <a:off x="5273615" y="4437668"/>
              <a:ext cx="13419" cy="12767"/>
            </a:xfrm>
            <a:custGeom>
              <a:avLst/>
              <a:gdLst>
                <a:gd name="connsiteX0" fmla="*/ 6390 w 13419"/>
                <a:gd name="connsiteY0" fmla="*/ 12768 h 12767"/>
                <a:gd name="connsiteX1" fmla="*/ 13419 w 13419"/>
                <a:gd name="connsiteY1" fmla="*/ 6384 h 12767"/>
                <a:gd name="connsiteX2" fmla="*/ 7029 w 13419"/>
                <a:gd name="connsiteY2" fmla="*/ 0 h 12767"/>
                <a:gd name="connsiteX3" fmla="*/ 0 w 13419"/>
                <a:gd name="connsiteY3" fmla="*/ 7022 h 12767"/>
                <a:gd name="connsiteX4" fmla="*/ 639 w 13419"/>
                <a:gd name="connsiteY4" fmla="*/ 9576 h 12767"/>
                <a:gd name="connsiteX5" fmla="*/ 6390 w 13419"/>
                <a:gd name="connsiteY5"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19" h="12767">
                  <a:moveTo>
                    <a:pt x="6390" y="12768"/>
                  </a:moveTo>
                  <a:cubicBezTo>
                    <a:pt x="10224" y="12768"/>
                    <a:pt x="12780" y="9576"/>
                    <a:pt x="13419" y="6384"/>
                  </a:cubicBezTo>
                  <a:cubicBezTo>
                    <a:pt x="13419" y="2554"/>
                    <a:pt x="10224" y="0"/>
                    <a:pt x="7029" y="0"/>
                  </a:cubicBezTo>
                  <a:cubicBezTo>
                    <a:pt x="3195" y="0"/>
                    <a:pt x="0" y="3192"/>
                    <a:pt x="0" y="7022"/>
                  </a:cubicBezTo>
                  <a:cubicBezTo>
                    <a:pt x="0" y="7661"/>
                    <a:pt x="0" y="8938"/>
                    <a:pt x="639" y="9576"/>
                  </a:cubicBezTo>
                  <a:cubicBezTo>
                    <a:pt x="1278" y="10853"/>
                    <a:pt x="3834"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35" name="Graphic 4">
              <a:extLst>
                <a:ext uri="{FF2B5EF4-FFF2-40B4-BE49-F238E27FC236}">
                  <a16:creationId xmlns:a16="http://schemas.microsoft.com/office/drawing/2014/main" id="{2E312859-2EA4-43FA-96C1-9435CE22ABE3}"/>
                </a:ext>
              </a:extLst>
            </p:cNvPr>
            <p:cNvSpPr/>
            <p:nvPr/>
          </p:nvSpPr>
          <p:spPr>
            <a:xfrm>
              <a:off x="5099808" y="4308712"/>
              <a:ext cx="361670" cy="361333"/>
            </a:xfrm>
            <a:custGeom>
              <a:avLst/>
              <a:gdLst>
                <a:gd name="connsiteX0" fmla="*/ 180836 w 361670"/>
                <a:gd name="connsiteY0" fmla="*/ 0 h 361333"/>
                <a:gd name="connsiteX1" fmla="*/ 0 w 361670"/>
                <a:gd name="connsiteY1" fmla="*/ 180667 h 361333"/>
                <a:gd name="connsiteX2" fmla="*/ 180836 w 361670"/>
                <a:gd name="connsiteY2" fmla="*/ 361334 h 361333"/>
                <a:gd name="connsiteX3" fmla="*/ 361671 w 361670"/>
                <a:gd name="connsiteY3" fmla="*/ 180667 h 361333"/>
                <a:gd name="connsiteX4" fmla="*/ 180836 w 361670"/>
                <a:gd name="connsiteY4" fmla="*/ 0 h 361333"/>
                <a:gd name="connsiteX5" fmla="*/ 251125 w 361670"/>
                <a:gd name="connsiteY5" fmla="*/ 68309 h 361333"/>
                <a:gd name="connsiteX6" fmla="*/ 270934 w 361670"/>
                <a:gd name="connsiteY6" fmla="*/ 88099 h 361333"/>
                <a:gd name="connsiteX7" fmla="*/ 251125 w 361670"/>
                <a:gd name="connsiteY7" fmla="*/ 107889 h 361333"/>
                <a:gd name="connsiteX8" fmla="*/ 231316 w 361670"/>
                <a:gd name="connsiteY8" fmla="*/ 88099 h 361333"/>
                <a:gd name="connsiteX9" fmla="*/ 251125 w 361670"/>
                <a:gd name="connsiteY9" fmla="*/ 68309 h 361333"/>
                <a:gd name="connsiteX10" fmla="*/ 180196 w 361670"/>
                <a:gd name="connsiteY10" fmla="*/ 114912 h 361333"/>
                <a:gd name="connsiteX11" fmla="*/ 200005 w 361670"/>
                <a:gd name="connsiteY11" fmla="*/ 134702 h 361333"/>
                <a:gd name="connsiteX12" fmla="*/ 200005 w 361670"/>
                <a:gd name="connsiteY12" fmla="*/ 135341 h 361333"/>
                <a:gd name="connsiteX13" fmla="*/ 200005 w 361670"/>
                <a:gd name="connsiteY13" fmla="*/ 135979 h 361333"/>
                <a:gd name="connsiteX14" fmla="*/ 180196 w 361670"/>
                <a:gd name="connsiteY14" fmla="*/ 155769 h 361333"/>
                <a:gd name="connsiteX15" fmla="*/ 162305 w 361670"/>
                <a:gd name="connsiteY15" fmla="*/ 143640 h 361333"/>
                <a:gd name="connsiteX16" fmla="*/ 160388 w 361670"/>
                <a:gd name="connsiteY16" fmla="*/ 135341 h 361333"/>
                <a:gd name="connsiteX17" fmla="*/ 180196 w 361670"/>
                <a:gd name="connsiteY17" fmla="*/ 114912 h 361333"/>
                <a:gd name="connsiteX18" fmla="*/ 107351 w 361670"/>
                <a:gd name="connsiteY18" fmla="*/ 68309 h 361333"/>
                <a:gd name="connsiteX19" fmla="*/ 127160 w 361670"/>
                <a:gd name="connsiteY19" fmla="*/ 88099 h 361333"/>
                <a:gd name="connsiteX20" fmla="*/ 107351 w 361670"/>
                <a:gd name="connsiteY20" fmla="*/ 107889 h 361333"/>
                <a:gd name="connsiteX21" fmla="*/ 87542 w 361670"/>
                <a:gd name="connsiteY21" fmla="*/ 88099 h 361333"/>
                <a:gd name="connsiteX22" fmla="*/ 107351 w 361670"/>
                <a:gd name="connsiteY22" fmla="*/ 68309 h 361333"/>
                <a:gd name="connsiteX23" fmla="*/ 67734 w 361670"/>
                <a:gd name="connsiteY23" fmla="*/ 185774 h 361333"/>
                <a:gd name="connsiteX24" fmla="*/ 66456 w 361670"/>
                <a:gd name="connsiteY24" fmla="*/ 185774 h 361333"/>
                <a:gd name="connsiteX25" fmla="*/ 61982 w 361670"/>
                <a:gd name="connsiteY25" fmla="*/ 178113 h 361333"/>
                <a:gd name="connsiteX26" fmla="*/ 75402 w 361670"/>
                <a:gd name="connsiteY26" fmla="*/ 123211 h 361333"/>
                <a:gd name="connsiteX27" fmla="*/ 83069 w 361670"/>
                <a:gd name="connsiteY27" fmla="*/ 118742 h 361333"/>
                <a:gd name="connsiteX28" fmla="*/ 87542 w 361670"/>
                <a:gd name="connsiteY28" fmla="*/ 126403 h 361333"/>
                <a:gd name="connsiteX29" fmla="*/ 74124 w 361670"/>
                <a:gd name="connsiteY29" fmla="*/ 181305 h 361333"/>
                <a:gd name="connsiteX30" fmla="*/ 67734 w 361670"/>
                <a:gd name="connsiteY30" fmla="*/ 185774 h 361333"/>
                <a:gd name="connsiteX31" fmla="*/ 134828 w 361670"/>
                <a:gd name="connsiteY31" fmla="*/ 197265 h 361333"/>
                <a:gd name="connsiteX32" fmla="*/ 129716 w 361670"/>
                <a:gd name="connsiteY32" fmla="*/ 199819 h 361333"/>
                <a:gd name="connsiteX33" fmla="*/ 129077 w 361670"/>
                <a:gd name="connsiteY33" fmla="*/ 199819 h 361333"/>
                <a:gd name="connsiteX34" fmla="*/ 129077 w 361670"/>
                <a:gd name="connsiteY34" fmla="*/ 252806 h 361333"/>
                <a:gd name="connsiteX35" fmla="*/ 122687 w 361670"/>
                <a:gd name="connsiteY35" fmla="*/ 259190 h 361333"/>
                <a:gd name="connsiteX36" fmla="*/ 116297 w 361670"/>
                <a:gd name="connsiteY36" fmla="*/ 252806 h 361333"/>
                <a:gd name="connsiteX37" fmla="*/ 116297 w 361670"/>
                <a:gd name="connsiteY37" fmla="*/ 199819 h 361333"/>
                <a:gd name="connsiteX38" fmla="*/ 100961 w 361670"/>
                <a:gd name="connsiteY38" fmla="*/ 199819 h 361333"/>
                <a:gd name="connsiteX39" fmla="*/ 100961 w 361670"/>
                <a:gd name="connsiteY39" fmla="*/ 252806 h 361333"/>
                <a:gd name="connsiteX40" fmla="*/ 94571 w 361670"/>
                <a:gd name="connsiteY40" fmla="*/ 259190 h 361333"/>
                <a:gd name="connsiteX41" fmla="*/ 88181 w 361670"/>
                <a:gd name="connsiteY41" fmla="*/ 252806 h 361333"/>
                <a:gd name="connsiteX42" fmla="*/ 88181 w 361670"/>
                <a:gd name="connsiteY42" fmla="*/ 199819 h 361333"/>
                <a:gd name="connsiteX43" fmla="*/ 87542 w 361670"/>
                <a:gd name="connsiteY43" fmla="*/ 199819 h 361333"/>
                <a:gd name="connsiteX44" fmla="*/ 82430 w 361670"/>
                <a:gd name="connsiteY44" fmla="*/ 197265 h 361333"/>
                <a:gd name="connsiteX45" fmla="*/ 81152 w 361670"/>
                <a:gd name="connsiteY45" fmla="*/ 192158 h 361333"/>
                <a:gd name="connsiteX46" fmla="*/ 95210 w 361670"/>
                <a:gd name="connsiteY46" fmla="*/ 122573 h 361333"/>
                <a:gd name="connsiteX47" fmla="*/ 101600 w 361670"/>
                <a:gd name="connsiteY47" fmla="*/ 117465 h 361333"/>
                <a:gd name="connsiteX48" fmla="*/ 115658 w 361670"/>
                <a:gd name="connsiteY48" fmla="*/ 117465 h 361333"/>
                <a:gd name="connsiteX49" fmla="*/ 122048 w 361670"/>
                <a:gd name="connsiteY49" fmla="*/ 122573 h 361333"/>
                <a:gd name="connsiteX50" fmla="*/ 136745 w 361670"/>
                <a:gd name="connsiteY50" fmla="*/ 192158 h 361333"/>
                <a:gd name="connsiteX51" fmla="*/ 134828 w 361670"/>
                <a:gd name="connsiteY51" fmla="*/ 197265 h 361333"/>
                <a:gd name="connsiteX52" fmla="*/ 207673 w 361670"/>
                <a:gd name="connsiteY52" fmla="*/ 244506 h 361333"/>
                <a:gd name="connsiteX53" fmla="*/ 202561 w 361670"/>
                <a:gd name="connsiteY53" fmla="*/ 247060 h 361333"/>
                <a:gd name="connsiteX54" fmla="*/ 201283 w 361670"/>
                <a:gd name="connsiteY54" fmla="*/ 247060 h 361333"/>
                <a:gd name="connsiteX55" fmla="*/ 201283 w 361670"/>
                <a:gd name="connsiteY55" fmla="*/ 300047 h 361333"/>
                <a:gd name="connsiteX56" fmla="*/ 194893 w 361670"/>
                <a:gd name="connsiteY56" fmla="*/ 306431 h 361333"/>
                <a:gd name="connsiteX57" fmla="*/ 188503 w 361670"/>
                <a:gd name="connsiteY57" fmla="*/ 300047 h 361333"/>
                <a:gd name="connsiteX58" fmla="*/ 188503 w 361670"/>
                <a:gd name="connsiteY58" fmla="*/ 247060 h 361333"/>
                <a:gd name="connsiteX59" fmla="*/ 175084 w 361670"/>
                <a:gd name="connsiteY59" fmla="*/ 247060 h 361333"/>
                <a:gd name="connsiteX60" fmla="*/ 175084 w 361670"/>
                <a:gd name="connsiteY60" fmla="*/ 300047 h 361333"/>
                <a:gd name="connsiteX61" fmla="*/ 168695 w 361670"/>
                <a:gd name="connsiteY61" fmla="*/ 306431 h 361333"/>
                <a:gd name="connsiteX62" fmla="*/ 162305 w 361670"/>
                <a:gd name="connsiteY62" fmla="*/ 300047 h 361333"/>
                <a:gd name="connsiteX63" fmla="*/ 162305 w 361670"/>
                <a:gd name="connsiteY63" fmla="*/ 247060 h 361333"/>
                <a:gd name="connsiteX64" fmla="*/ 160388 w 361670"/>
                <a:gd name="connsiteY64" fmla="*/ 247060 h 361333"/>
                <a:gd name="connsiteX65" fmla="*/ 155276 w 361670"/>
                <a:gd name="connsiteY65" fmla="*/ 244506 h 361333"/>
                <a:gd name="connsiteX66" fmla="*/ 153998 w 361670"/>
                <a:gd name="connsiteY66" fmla="*/ 239399 h 361333"/>
                <a:gd name="connsiteX67" fmla="*/ 168056 w 361670"/>
                <a:gd name="connsiteY67" fmla="*/ 169814 h 361333"/>
                <a:gd name="connsiteX68" fmla="*/ 174446 w 361670"/>
                <a:gd name="connsiteY68" fmla="*/ 164707 h 361333"/>
                <a:gd name="connsiteX69" fmla="*/ 188503 w 361670"/>
                <a:gd name="connsiteY69" fmla="*/ 164707 h 361333"/>
                <a:gd name="connsiteX70" fmla="*/ 194893 w 361670"/>
                <a:gd name="connsiteY70" fmla="*/ 169814 h 361333"/>
                <a:gd name="connsiteX71" fmla="*/ 209590 w 361670"/>
                <a:gd name="connsiteY71" fmla="*/ 239399 h 361333"/>
                <a:gd name="connsiteX72" fmla="*/ 207673 w 361670"/>
                <a:gd name="connsiteY72" fmla="*/ 244506 h 361333"/>
                <a:gd name="connsiteX73" fmla="*/ 277962 w 361670"/>
                <a:gd name="connsiteY73" fmla="*/ 197265 h 361333"/>
                <a:gd name="connsiteX74" fmla="*/ 272850 w 361670"/>
                <a:gd name="connsiteY74" fmla="*/ 199819 h 361333"/>
                <a:gd name="connsiteX75" fmla="*/ 272212 w 361670"/>
                <a:gd name="connsiteY75" fmla="*/ 199819 h 361333"/>
                <a:gd name="connsiteX76" fmla="*/ 272212 w 361670"/>
                <a:gd name="connsiteY76" fmla="*/ 252806 h 361333"/>
                <a:gd name="connsiteX77" fmla="*/ 265822 w 361670"/>
                <a:gd name="connsiteY77" fmla="*/ 259190 h 361333"/>
                <a:gd name="connsiteX78" fmla="*/ 259432 w 361670"/>
                <a:gd name="connsiteY78" fmla="*/ 252806 h 361333"/>
                <a:gd name="connsiteX79" fmla="*/ 259432 w 361670"/>
                <a:gd name="connsiteY79" fmla="*/ 199819 h 361333"/>
                <a:gd name="connsiteX80" fmla="*/ 244096 w 361670"/>
                <a:gd name="connsiteY80" fmla="*/ 199819 h 361333"/>
                <a:gd name="connsiteX81" fmla="*/ 244096 w 361670"/>
                <a:gd name="connsiteY81" fmla="*/ 252806 h 361333"/>
                <a:gd name="connsiteX82" fmla="*/ 237706 w 361670"/>
                <a:gd name="connsiteY82" fmla="*/ 259190 h 361333"/>
                <a:gd name="connsiteX83" fmla="*/ 231316 w 361670"/>
                <a:gd name="connsiteY83" fmla="*/ 252806 h 361333"/>
                <a:gd name="connsiteX84" fmla="*/ 231316 w 361670"/>
                <a:gd name="connsiteY84" fmla="*/ 199819 h 361333"/>
                <a:gd name="connsiteX85" fmla="*/ 230677 w 361670"/>
                <a:gd name="connsiteY85" fmla="*/ 199819 h 361333"/>
                <a:gd name="connsiteX86" fmla="*/ 225565 w 361670"/>
                <a:gd name="connsiteY86" fmla="*/ 197265 h 361333"/>
                <a:gd name="connsiteX87" fmla="*/ 224287 w 361670"/>
                <a:gd name="connsiteY87" fmla="*/ 192158 h 361333"/>
                <a:gd name="connsiteX88" fmla="*/ 238345 w 361670"/>
                <a:gd name="connsiteY88" fmla="*/ 122573 h 361333"/>
                <a:gd name="connsiteX89" fmla="*/ 244735 w 361670"/>
                <a:gd name="connsiteY89" fmla="*/ 117465 h 361333"/>
                <a:gd name="connsiteX90" fmla="*/ 258792 w 361670"/>
                <a:gd name="connsiteY90" fmla="*/ 117465 h 361333"/>
                <a:gd name="connsiteX91" fmla="*/ 265182 w 361670"/>
                <a:gd name="connsiteY91" fmla="*/ 122573 h 361333"/>
                <a:gd name="connsiteX92" fmla="*/ 279880 w 361670"/>
                <a:gd name="connsiteY92" fmla="*/ 192158 h 361333"/>
                <a:gd name="connsiteX93" fmla="*/ 277962 w 361670"/>
                <a:gd name="connsiteY93" fmla="*/ 197265 h 361333"/>
                <a:gd name="connsiteX94" fmla="*/ 294576 w 361670"/>
                <a:gd name="connsiteY94" fmla="*/ 185774 h 361333"/>
                <a:gd name="connsiteX95" fmla="*/ 293298 w 361670"/>
                <a:gd name="connsiteY95" fmla="*/ 185774 h 361333"/>
                <a:gd name="connsiteX96" fmla="*/ 286908 w 361670"/>
                <a:gd name="connsiteY96" fmla="*/ 180667 h 361333"/>
                <a:gd name="connsiteX97" fmla="*/ 273490 w 361670"/>
                <a:gd name="connsiteY97" fmla="*/ 125765 h 361333"/>
                <a:gd name="connsiteX98" fmla="*/ 277962 w 361670"/>
                <a:gd name="connsiteY98" fmla="*/ 118104 h 361333"/>
                <a:gd name="connsiteX99" fmla="*/ 285630 w 361670"/>
                <a:gd name="connsiteY99" fmla="*/ 122573 h 361333"/>
                <a:gd name="connsiteX100" fmla="*/ 299049 w 361670"/>
                <a:gd name="connsiteY100" fmla="*/ 177475 h 361333"/>
                <a:gd name="connsiteX101" fmla="*/ 294576 w 361670"/>
                <a:gd name="connsiteY101" fmla="*/ 185774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361670" h="361333">
                  <a:moveTo>
                    <a:pt x="180836" y="0"/>
                  </a:moveTo>
                  <a:cubicBezTo>
                    <a:pt x="80513" y="0"/>
                    <a:pt x="0" y="81077"/>
                    <a:pt x="0" y="180667"/>
                  </a:cubicBezTo>
                  <a:cubicBezTo>
                    <a:pt x="0" y="280895"/>
                    <a:pt x="81152" y="361334"/>
                    <a:pt x="180836" y="361334"/>
                  </a:cubicBezTo>
                  <a:cubicBezTo>
                    <a:pt x="281157" y="361334"/>
                    <a:pt x="361671" y="280257"/>
                    <a:pt x="361671" y="180667"/>
                  </a:cubicBezTo>
                  <a:cubicBezTo>
                    <a:pt x="361671" y="81077"/>
                    <a:pt x="280518" y="0"/>
                    <a:pt x="180836" y="0"/>
                  </a:cubicBezTo>
                  <a:close/>
                  <a:moveTo>
                    <a:pt x="251125" y="68309"/>
                  </a:moveTo>
                  <a:cubicBezTo>
                    <a:pt x="261987" y="68309"/>
                    <a:pt x="270934" y="77246"/>
                    <a:pt x="270934" y="88099"/>
                  </a:cubicBezTo>
                  <a:cubicBezTo>
                    <a:pt x="270934" y="98952"/>
                    <a:pt x="261987" y="107889"/>
                    <a:pt x="251125" y="107889"/>
                  </a:cubicBezTo>
                  <a:cubicBezTo>
                    <a:pt x="240262" y="107889"/>
                    <a:pt x="231316" y="98952"/>
                    <a:pt x="231316" y="88099"/>
                  </a:cubicBezTo>
                  <a:cubicBezTo>
                    <a:pt x="231316" y="77246"/>
                    <a:pt x="240262" y="68309"/>
                    <a:pt x="251125" y="68309"/>
                  </a:cubicBezTo>
                  <a:close/>
                  <a:moveTo>
                    <a:pt x="180196" y="114912"/>
                  </a:moveTo>
                  <a:cubicBezTo>
                    <a:pt x="191059" y="114912"/>
                    <a:pt x="200005" y="123849"/>
                    <a:pt x="200005" y="134702"/>
                  </a:cubicBezTo>
                  <a:cubicBezTo>
                    <a:pt x="200005" y="134702"/>
                    <a:pt x="200005" y="134702"/>
                    <a:pt x="200005" y="135341"/>
                  </a:cubicBezTo>
                  <a:cubicBezTo>
                    <a:pt x="200005" y="135341"/>
                    <a:pt x="200005" y="135341"/>
                    <a:pt x="200005" y="135979"/>
                  </a:cubicBezTo>
                  <a:cubicBezTo>
                    <a:pt x="200005" y="146832"/>
                    <a:pt x="191059" y="155769"/>
                    <a:pt x="180196" y="155769"/>
                  </a:cubicBezTo>
                  <a:cubicBezTo>
                    <a:pt x="171889" y="155769"/>
                    <a:pt x="164861" y="150662"/>
                    <a:pt x="162305" y="143640"/>
                  </a:cubicBezTo>
                  <a:cubicBezTo>
                    <a:pt x="161027" y="141086"/>
                    <a:pt x="160388" y="138533"/>
                    <a:pt x="160388" y="135341"/>
                  </a:cubicBezTo>
                  <a:cubicBezTo>
                    <a:pt x="160388" y="123849"/>
                    <a:pt x="169333" y="114912"/>
                    <a:pt x="180196" y="114912"/>
                  </a:cubicBezTo>
                  <a:close/>
                  <a:moveTo>
                    <a:pt x="107351" y="68309"/>
                  </a:moveTo>
                  <a:cubicBezTo>
                    <a:pt x="118214" y="68309"/>
                    <a:pt x="127160" y="77246"/>
                    <a:pt x="127160" y="88099"/>
                  </a:cubicBezTo>
                  <a:cubicBezTo>
                    <a:pt x="127160" y="98952"/>
                    <a:pt x="118214" y="107889"/>
                    <a:pt x="107351" y="107889"/>
                  </a:cubicBezTo>
                  <a:cubicBezTo>
                    <a:pt x="96488" y="107889"/>
                    <a:pt x="87542" y="98952"/>
                    <a:pt x="87542" y="88099"/>
                  </a:cubicBezTo>
                  <a:cubicBezTo>
                    <a:pt x="87542" y="77246"/>
                    <a:pt x="96488" y="68309"/>
                    <a:pt x="107351" y="68309"/>
                  </a:cubicBezTo>
                  <a:close/>
                  <a:moveTo>
                    <a:pt x="67734" y="185774"/>
                  </a:moveTo>
                  <a:cubicBezTo>
                    <a:pt x="67094" y="185774"/>
                    <a:pt x="66456" y="185774"/>
                    <a:pt x="66456" y="185774"/>
                  </a:cubicBezTo>
                  <a:cubicBezTo>
                    <a:pt x="63261" y="185135"/>
                    <a:pt x="60704" y="181305"/>
                    <a:pt x="61982" y="178113"/>
                  </a:cubicBezTo>
                  <a:lnTo>
                    <a:pt x="75402" y="123211"/>
                  </a:lnTo>
                  <a:cubicBezTo>
                    <a:pt x="76040" y="120019"/>
                    <a:pt x="79874" y="117465"/>
                    <a:pt x="83069" y="118742"/>
                  </a:cubicBezTo>
                  <a:cubicBezTo>
                    <a:pt x="86264" y="119381"/>
                    <a:pt x="88820" y="123211"/>
                    <a:pt x="87542" y="126403"/>
                  </a:cubicBezTo>
                  <a:lnTo>
                    <a:pt x="74124" y="181305"/>
                  </a:lnTo>
                  <a:cubicBezTo>
                    <a:pt x="73484" y="183859"/>
                    <a:pt x="70929" y="185774"/>
                    <a:pt x="67734" y="185774"/>
                  </a:cubicBezTo>
                  <a:close/>
                  <a:moveTo>
                    <a:pt x="134828" y="197265"/>
                  </a:moveTo>
                  <a:cubicBezTo>
                    <a:pt x="133550" y="198542"/>
                    <a:pt x="131633" y="199819"/>
                    <a:pt x="129716" y="199819"/>
                  </a:cubicBezTo>
                  <a:lnTo>
                    <a:pt x="129077" y="199819"/>
                  </a:lnTo>
                  <a:lnTo>
                    <a:pt x="129077" y="252806"/>
                  </a:lnTo>
                  <a:cubicBezTo>
                    <a:pt x="129077" y="256636"/>
                    <a:pt x="126521" y="259190"/>
                    <a:pt x="122687" y="259190"/>
                  </a:cubicBezTo>
                  <a:cubicBezTo>
                    <a:pt x="118853" y="259190"/>
                    <a:pt x="116297" y="256636"/>
                    <a:pt x="116297" y="252806"/>
                  </a:cubicBezTo>
                  <a:lnTo>
                    <a:pt x="116297" y="199819"/>
                  </a:lnTo>
                  <a:lnTo>
                    <a:pt x="100961" y="199819"/>
                  </a:lnTo>
                  <a:lnTo>
                    <a:pt x="100961" y="252806"/>
                  </a:lnTo>
                  <a:cubicBezTo>
                    <a:pt x="100961" y="256636"/>
                    <a:pt x="98405" y="259190"/>
                    <a:pt x="94571" y="259190"/>
                  </a:cubicBezTo>
                  <a:cubicBezTo>
                    <a:pt x="90737" y="259190"/>
                    <a:pt x="88181" y="256636"/>
                    <a:pt x="88181" y="252806"/>
                  </a:cubicBezTo>
                  <a:lnTo>
                    <a:pt x="88181" y="199819"/>
                  </a:lnTo>
                  <a:lnTo>
                    <a:pt x="87542" y="199819"/>
                  </a:lnTo>
                  <a:cubicBezTo>
                    <a:pt x="85625" y="199819"/>
                    <a:pt x="83708" y="199180"/>
                    <a:pt x="82430" y="197265"/>
                  </a:cubicBezTo>
                  <a:cubicBezTo>
                    <a:pt x="81152" y="195988"/>
                    <a:pt x="80513" y="194073"/>
                    <a:pt x="81152" y="192158"/>
                  </a:cubicBezTo>
                  <a:lnTo>
                    <a:pt x="95210" y="122573"/>
                  </a:lnTo>
                  <a:cubicBezTo>
                    <a:pt x="95849" y="119381"/>
                    <a:pt x="98405" y="117465"/>
                    <a:pt x="101600" y="117465"/>
                  </a:cubicBezTo>
                  <a:lnTo>
                    <a:pt x="115658" y="117465"/>
                  </a:lnTo>
                  <a:cubicBezTo>
                    <a:pt x="118853" y="117465"/>
                    <a:pt x="121409" y="119381"/>
                    <a:pt x="122048" y="122573"/>
                  </a:cubicBezTo>
                  <a:lnTo>
                    <a:pt x="136745" y="192158"/>
                  </a:lnTo>
                  <a:cubicBezTo>
                    <a:pt x="136745" y="194073"/>
                    <a:pt x="136106" y="195988"/>
                    <a:pt x="134828" y="197265"/>
                  </a:cubicBezTo>
                  <a:close/>
                  <a:moveTo>
                    <a:pt x="207673" y="244506"/>
                  </a:moveTo>
                  <a:cubicBezTo>
                    <a:pt x="206395" y="245783"/>
                    <a:pt x="204478" y="247060"/>
                    <a:pt x="202561" y="247060"/>
                  </a:cubicBezTo>
                  <a:lnTo>
                    <a:pt x="201283" y="247060"/>
                  </a:lnTo>
                  <a:lnTo>
                    <a:pt x="201283" y="300047"/>
                  </a:lnTo>
                  <a:cubicBezTo>
                    <a:pt x="201283" y="303878"/>
                    <a:pt x="198727" y="306431"/>
                    <a:pt x="194893" y="306431"/>
                  </a:cubicBezTo>
                  <a:cubicBezTo>
                    <a:pt x="191059" y="306431"/>
                    <a:pt x="188503" y="303878"/>
                    <a:pt x="188503" y="300047"/>
                  </a:cubicBezTo>
                  <a:lnTo>
                    <a:pt x="188503" y="247060"/>
                  </a:lnTo>
                  <a:lnTo>
                    <a:pt x="175084" y="247060"/>
                  </a:lnTo>
                  <a:lnTo>
                    <a:pt x="175084" y="300047"/>
                  </a:lnTo>
                  <a:cubicBezTo>
                    <a:pt x="175084" y="303878"/>
                    <a:pt x="172528" y="306431"/>
                    <a:pt x="168695" y="306431"/>
                  </a:cubicBezTo>
                  <a:cubicBezTo>
                    <a:pt x="164861" y="306431"/>
                    <a:pt x="162305" y="303878"/>
                    <a:pt x="162305" y="300047"/>
                  </a:cubicBezTo>
                  <a:lnTo>
                    <a:pt x="162305" y="247060"/>
                  </a:lnTo>
                  <a:lnTo>
                    <a:pt x="160388" y="247060"/>
                  </a:lnTo>
                  <a:cubicBezTo>
                    <a:pt x="158471" y="247060"/>
                    <a:pt x="156553" y="246422"/>
                    <a:pt x="155276" y="244506"/>
                  </a:cubicBezTo>
                  <a:cubicBezTo>
                    <a:pt x="153998" y="243230"/>
                    <a:pt x="153358" y="241314"/>
                    <a:pt x="153998" y="239399"/>
                  </a:cubicBezTo>
                  <a:lnTo>
                    <a:pt x="168056" y="169814"/>
                  </a:lnTo>
                  <a:cubicBezTo>
                    <a:pt x="168695" y="166622"/>
                    <a:pt x="171251" y="164707"/>
                    <a:pt x="174446" y="164707"/>
                  </a:cubicBezTo>
                  <a:lnTo>
                    <a:pt x="188503" y="164707"/>
                  </a:lnTo>
                  <a:cubicBezTo>
                    <a:pt x="191698" y="164707"/>
                    <a:pt x="194254" y="166622"/>
                    <a:pt x="194893" y="169814"/>
                  </a:cubicBezTo>
                  <a:lnTo>
                    <a:pt x="209590" y="239399"/>
                  </a:lnTo>
                  <a:cubicBezTo>
                    <a:pt x="208951" y="240676"/>
                    <a:pt x="208951" y="243230"/>
                    <a:pt x="207673" y="244506"/>
                  </a:cubicBezTo>
                  <a:close/>
                  <a:moveTo>
                    <a:pt x="277962" y="197265"/>
                  </a:moveTo>
                  <a:cubicBezTo>
                    <a:pt x="276685" y="198542"/>
                    <a:pt x="274767" y="199819"/>
                    <a:pt x="272850" y="199819"/>
                  </a:cubicBezTo>
                  <a:lnTo>
                    <a:pt x="272212" y="199819"/>
                  </a:lnTo>
                  <a:lnTo>
                    <a:pt x="272212" y="252806"/>
                  </a:lnTo>
                  <a:cubicBezTo>
                    <a:pt x="272212" y="256636"/>
                    <a:pt x="269655" y="259190"/>
                    <a:pt x="265822" y="259190"/>
                  </a:cubicBezTo>
                  <a:cubicBezTo>
                    <a:pt x="261987" y="259190"/>
                    <a:pt x="259432" y="256636"/>
                    <a:pt x="259432" y="252806"/>
                  </a:cubicBezTo>
                  <a:lnTo>
                    <a:pt x="259432" y="199819"/>
                  </a:lnTo>
                  <a:lnTo>
                    <a:pt x="244096" y="199819"/>
                  </a:lnTo>
                  <a:lnTo>
                    <a:pt x="244096" y="252806"/>
                  </a:lnTo>
                  <a:cubicBezTo>
                    <a:pt x="244096" y="256636"/>
                    <a:pt x="241540" y="259190"/>
                    <a:pt x="237706" y="259190"/>
                  </a:cubicBezTo>
                  <a:cubicBezTo>
                    <a:pt x="233872" y="259190"/>
                    <a:pt x="231316" y="256636"/>
                    <a:pt x="231316" y="252806"/>
                  </a:cubicBezTo>
                  <a:lnTo>
                    <a:pt x="231316" y="199819"/>
                  </a:lnTo>
                  <a:lnTo>
                    <a:pt x="230677" y="199819"/>
                  </a:lnTo>
                  <a:cubicBezTo>
                    <a:pt x="228760" y="199819"/>
                    <a:pt x="226843" y="199180"/>
                    <a:pt x="225565" y="197265"/>
                  </a:cubicBezTo>
                  <a:cubicBezTo>
                    <a:pt x="224287" y="195988"/>
                    <a:pt x="223648" y="194073"/>
                    <a:pt x="224287" y="192158"/>
                  </a:cubicBezTo>
                  <a:lnTo>
                    <a:pt x="238345" y="122573"/>
                  </a:lnTo>
                  <a:cubicBezTo>
                    <a:pt x="238984" y="119381"/>
                    <a:pt x="241540" y="117465"/>
                    <a:pt x="244735" y="117465"/>
                  </a:cubicBezTo>
                  <a:lnTo>
                    <a:pt x="258792" y="117465"/>
                  </a:lnTo>
                  <a:cubicBezTo>
                    <a:pt x="261987" y="117465"/>
                    <a:pt x="264544" y="119381"/>
                    <a:pt x="265182" y="122573"/>
                  </a:cubicBezTo>
                  <a:lnTo>
                    <a:pt x="279880" y="192158"/>
                  </a:lnTo>
                  <a:cubicBezTo>
                    <a:pt x="279880" y="194073"/>
                    <a:pt x="279240" y="195988"/>
                    <a:pt x="277962" y="197265"/>
                  </a:cubicBezTo>
                  <a:close/>
                  <a:moveTo>
                    <a:pt x="294576" y="185774"/>
                  </a:moveTo>
                  <a:cubicBezTo>
                    <a:pt x="293937" y="185774"/>
                    <a:pt x="293298" y="185774"/>
                    <a:pt x="293298" y="185774"/>
                  </a:cubicBezTo>
                  <a:cubicBezTo>
                    <a:pt x="290103" y="185774"/>
                    <a:pt x="287547" y="183859"/>
                    <a:pt x="286908" y="180667"/>
                  </a:cubicBezTo>
                  <a:lnTo>
                    <a:pt x="273490" y="125765"/>
                  </a:lnTo>
                  <a:cubicBezTo>
                    <a:pt x="272850" y="122573"/>
                    <a:pt x="274767" y="118742"/>
                    <a:pt x="277962" y="118104"/>
                  </a:cubicBezTo>
                  <a:cubicBezTo>
                    <a:pt x="281157" y="117465"/>
                    <a:pt x="284991" y="119381"/>
                    <a:pt x="285630" y="122573"/>
                  </a:cubicBezTo>
                  <a:lnTo>
                    <a:pt x="299049" y="177475"/>
                  </a:lnTo>
                  <a:cubicBezTo>
                    <a:pt x="300327" y="181305"/>
                    <a:pt x="298410" y="185135"/>
                    <a:pt x="294576" y="18577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36" name="Graphic 4">
              <a:extLst>
                <a:ext uri="{FF2B5EF4-FFF2-40B4-BE49-F238E27FC236}">
                  <a16:creationId xmlns:a16="http://schemas.microsoft.com/office/drawing/2014/main" id="{B57A1CF4-F8BF-4B3F-9487-3656793CF321}"/>
                </a:ext>
              </a:extLst>
            </p:cNvPr>
            <p:cNvSpPr/>
            <p:nvPr/>
          </p:nvSpPr>
          <p:spPr>
            <a:xfrm>
              <a:off x="5338153" y="4438945"/>
              <a:ext cx="26837" cy="56817"/>
            </a:xfrm>
            <a:custGeom>
              <a:avLst/>
              <a:gdLst>
                <a:gd name="connsiteX0" fmla="*/ 11502 w 26837"/>
                <a:gd name="connsiteY0" fmla="*/ 0 h 56817"/>
                <a:gd name="connsiteX1" fmla="*/ 0 w 26837"/>
                <a:gd name="connsiteY1" fmla="*/ 56817 h 56817"/>
                <a:gd name="connsiteX2" fmla="*/ 26837 w 26837"/>
                <a:gd name="connsiteY2" fmla="*/ 56817 h 56817"/>
                <a:gd name="connsiteX3" fmla="*/ 15336 w 26837"/>
                <a:gd name="connsiteY3" fmla="*/ 0 h 56817"/>
              </a:gdLst>
              <a:ahLst/>
              <a:cxnLst>
                <a:cxn ang="0">
                  <a:pos x="connsiteX0" y="connsiteY0"/>
                </a:cxn>
                <a:cxn ang="0">
                  <a:pos x="connsiteX1" y="connsiteY1"/>
                </a:cxn>
                <a:cxn ang="0">
                  <a:pos x="connsiteX2" y="connsiteY2"/>
                </a:cxn>
                <a:cxn ang="0">
                  <a:pos x="connsiteX3" y="connsiteY3"/>
                </a:cxn>
              </a:cxnLst>
              <a:rect l="l" t="t" r="r" b="b"/>
              <a:pathLst>
                <a:path w="26837" h="56817">
                  <a:moveTo>
                    <a:pt x="11502" y="0"/>
                  </a:moveTo>
                  <a:lnTo>
                    <a:pt x="0" y="56817"/>
                  </a:lnTo>
                  <a:lnTo>
                    <a:pt x="26837" y="56817"/>
                  </a:lnTo>
                  <a:lnTo>
                    <a:pt x="15336" y="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sp>
        <p:nvSpPr>
          <p:cNvPr id="137" name="Graphic 4">
            <a:extLst>
              <a:ext uri="{FF2B5EF4-FFF2-40B4-BE49-F238E27FC236}">
                <a16:creationId xmlns:a16="http://schemas.microsoft.com/office/drawing/2014/main" id="{F835BBFE-09FA-4A73-AFA4-0DAEA9E1A50D}"/>
              </a:ext>
            </a:extLst>
          </p:cNvPr>
          <p:cNvSpPr/>
          <p:nvPr/>
        </p:nvSpPr>
        <p:spPr>
          <a:xfrm>
            <a:off x="1205901" y="2937998"/>
            <a:ext cx="640080" cy="640080"/>
          </a:xfrm>
          <a:custGeom>
            <a:avLst/>
            <a:gdLst>
              <a:gd name="connsiteX0" fmla="*/ 180836 w 361670"/>
              <a:gd name="connsiteY0" fmla="*/ 0 h 361333"/>
              <a:gd name="connsiteX1" fmla="*/ 0 w 361670"/>
              <a:gd name="connsiteY1" fmla="*/ 180667 h 361333"/>
              <a:gd name="connsiteX2" fmla="*/ 180836 w 361670"/>
              <a:gd name="connsiteY2" fmla="*/ 361334 h 361333"/>
              <a:gd name="connsiteX3" fmla="*/ 361670 w 361670"/>
              <a:gd name="connsiteY3" fmla="*/ 180667 h 361333"/>
              <a:gd name="connsiteX4" fmla="*/ 180836 w 361670"/>
              <a:gd name="connsiteY4" fmla="*/ 0 h 361333"/>
              <a:gd name="connsiteX5" fmla="*/ 251125 w 361670"/>
              <a:gd name="connsiteY5" fmla="*/ 207479 h 361333"/>
              <a:gd name="connsiteX6" fmla="*/ 251125 w 361670"/>
              <a:gd name="connsiteY6" fmla="*/ 207479 h 361333"/>
              <a:gd name="connsiteX7" fmla="*/ 201283 w 361670"/>
              <a:gd name="connsiteY7" fmla="*/ 207479 h 361333"/>
              <a:gd name="connsiteX8" fmla="*/ 207673 w 361670"/>
              <a:gd name="connsiteY8" fmla="*/ 278342 h 361333"/>
              <a:gd name="connsiteX9" fmla="*/ 189142 w 361670"/>
              <a:gd name="connsiteY9" fmla="*/ 291110 h 361333"/>
              <a:gd name="connsiteX10" fmla="*/ 187225 w 361670"/>
              <a:gd name="connsiteY10" fmla="*/ 291110 h 361333"/>
              <a:gd name="connsiteX11" fmla="*/ 175723 w 361670"/>
              <a:gd name="connsiteY11" fmla="*/ 282172 h 361333"/>
              <a:gd name="connsiteX12" fmla="*/ 168056 w 361670"/>
              <a:gd name="connsiteY12" fmla="*/ 254721 h 361333"/>
              <a:gd name="connsiteX13" fmla="*/ 156553 w 361670"/>
              <a:gd name="connsiteY13" fmla="*/ 235569 h 361333"/>
              <a:gd name="connsiteX14" fmla="*/ 127799 w 361670"/>
              <a:gd name="connsiteY14" fmla="*/ 199819 h 361333"/>
              <a:gd name="connsiteX15" fmla="*/ 118853 w 361670"/>
              <a:gd name="connsiteY15" fmla="*/ 194711 h 361333"/>
              <a:gd name="connsiteX16" fmla="*/ 96488 w 361670"/>
              <a:gd name="connsiteY16" fmla="*/ 194711 h 361333"/>
              <a:gd name="connsiteX17" fmla="*/ 90098 w 361670"/>
              <a:gd name="connsiteY17" fmla="*/ 188327 h 361333"/>
              <a:gd name="connsiteX18" fmla="*/ 96488 w 361670"/>
              <a:gd name="connsiteY18" fmla="*/ 181944 h 361333"/>
              <a:gd name="connsiteX19" fmla="*/ 118853 w 361670"/>
              <a:gd name="connsiteY19" fmla="*/ 181944 h 361333"/>
              <a:gd name="connsiteX20" fmla="*/ 138662 w 361670"/>
              <a:gd name="connsiteY20" fmla="*/ 193435 h 361333"/>
              <a:gd name="connsiteX21" fmla="*/ 165500 w 361670"/>
              <a:gd name="connsiteY21" fmla="*/ 226631 h 361333"/>
              <a:gd name="connsiteX22" fmla="*/ 180197 w 361670"/>
              <a:gd name="connsiteY22" fmla="*/ 251529 h 361333"/>
              <a:gd name="connsiteX23" fmla="*/ 187225 w 361670"/>
              <a:gd name="connsiteY23" fmla="*/ 278342 h 361333"/>
              <a:gd name="connsiteX24" fmla="*/ 196172 w 361670"/>
              <a:gd name="connsiteY24" fmla="*/ 271958 h 361333"/>
              <a:gd name="connsiteX25" fmla="*/ 185947 w 361670"/>
              <a:gd name="connsiteY25" fmla="*/ 203649 h 361333"/>
              <a:gd name="connsiteX26" fmla="*/ 186587 w 361670"/>
              <a:gd name="connsiteY26" fmla="*/ 197903 h 361333"/>
              <a:gd name="connsiteX27" fmla="*/ 191698 w 361670"/>
              <a:gd name="connsiteY27" fmla="*/ 195350 h 361333"/>
              <a:gd name="connsiteX28" fmla="*/ 251125 w 361670"/>
              <a:gd name="connsiteY28" fmla="*/ 195350 h 361333"/>
              <a:gd name="connsiteX29" fmla="*/ 260071 w 361670"/>
              <a:gd name="connsiteY29" fmla="*/ 186412 h 361333"/>
              <a:gd name="connsiteX30" fmla="*/ 257515 w 361670"/>
              <a:gd name="connsiteY30" fmla="*/ 180028 h 361333"/>
              <a:gd name="connsiteX31" fmla="*/ 251764 w 361670"/>
              <a:gd name="connsiteY31" fmla="*/ 177475 h 361333"/>
              <a:gd name="connsiteX32" fmla="*/ 251125 w 361670"/>
              <a:gd name="connsiteY32" fmla="*/ 177475 h 361333"/>
              <a:gd name="connsiteX33" fmla="*/ 250486 w 361670"/>
              <a:gd name="connsiteY33" fmla="*/ 177475 h 361333"/>
              <a:gd name="connsiteX34" fmla="*/ 249846 w 361670"/>
              <a:gd name="connsiteY34" fmla="*/ 177475 h 361333"/>
              <a:gd name="connsiteX35" fmla="*/ 248569 w 361670"/>
              <a:gd name="connsiteY35" fmla="*/ 177475 h 361333"/>
              <a:gd name="connsiteX36" fmla="*/ 233233 w 361670"/>
              <a:gd name="connsiteY36" fmla="*/ 177475 h 361333"/>
              <a:gd name="connsiteX37" fmla="*/ 226843 w 361670"/>
              <a:gd name="connsiteY37" fmla="*/ 171091 h 361333"/>
              <a:gd name="connsiteX38" fmla="*/ 233233 w 361670"/>
              <a:gd name="connsiteY38" fmla="*/ 164707 h 361333"/>
              <a:gd name="connsiteX39" fmla="*/ 248569 w 361670"/>
              <a:gd name="connsiteY39" fmla="*/ 164707 h 361333"/>
              <a:gd name="connsiteX40" fmla="*/ 249208 w 361670"/>
              <a:gd name="connsiteY40" fmla="*/ 164707 h 361333"/>
              <a:gd name="connsiteX41" fmla="*/ 257515 w 361670"/>
              <a:gd name="connsiteY41" fmla="*/ 157046 h 361333"/>
              <a:gd name="connsiteX42" fmla="*/ 257515 w 361670"/>
              <a:gd name="connsiteY42" fmla="*/ 155769 h 361333"/>
              <a:gd name="connsiteX43" fmla="*/ 256876 w 361670"/>
              <a:gd name="connsiteY43" fmla="*/ 152577 h 361333"/>
              <a:gd name="connsiteX44" fmla="*/ 254959 w 361670"/>
              <a:gd name="connsiteY44" fmla="*/ 148747 h 361333"/>
              <a:gd name="connsiteX45" fmla="*/ 248569 w 361670"/>
              <a:gd name="connsiteY45" fmla="*/ 146193 h 361333"/>
              <a:gd name="connsiteX46" fmla="*/ 230677 w 361670"/>
              <a:gd name="connsiteY46" fmla="*/ 146193 h 361333"/>
              <a:gd name="connsiteX47" fmla="*/ 224287 w 361670"/>
              <a:gd name="connsiteY47" fmla="*/ 139809 h 361333"/>
              <a:gd name="connsiteX48" fmla="*/ 230677 w 361670"/>
              <a:gd name="connsiteY48" fmla="*/ 133425 h 361333"/>
              <a:gd name="connsiteX49" fmla="*/ 246013 w 361670"/>
              <a:gd name="connsiteY49" fmla="*/ 133425 h 361333"/>
              <a:gd name="connsiteX50" fmla="*/ 254320 w 361670"/>
              <a:gd name="connsiteY50" fmla="*/ 124488 h 361333"/>
              <a:gd name="connsiteX51" fmla="*/ 251764 w 361670"/>
              <a:gd name="connsiteY51" fmla="*/ 118104 h 361333"/>
              <a:gd name="connsiteX52" fmla="*/ 245374 w 361670"/>
              <a:gd name="connsiteY52" fmla="*/ 115550 h 361333"/>
              <a:gd name="connsiteX53" fmla="*/ 238345 w 361670"/>
              <a:gd name="connsiteY53" fmla="*/ 115550 h 361333"/>
              <a:gd name="connsiteX54" fmla="*/ 227482 w 361670"/>
              <a:gd name="connsiteY54" fmla="*/ 115550 h 361333"/>
              <a:gd name="connsiteX55" fmla="*/ 227482 w 361670"/>
              <a:gd name="connsiteY55" fmla="*/ 115550 h 361333"/>
              <a:gd name="connsiteX56" fmla="*/ 221092 w 361670"/>
              <a:gd name="connsiteY56" fmla="*/ 109166 h 361333"/>
              <a:gd name="connsiteX57" fmla="*/ 227482 w 361670"/>
              <a:gd name="connsiteY57" fmla="*/ 102782 h 361333"/>
              <a:gd name="connsiteX58" fmla="*/ 227482 w 361670"/>
              <a:gd name="connsiteY58" fmla="*/ 102782 h 361333"/>
              <a:gd name="connsiteX59" fmla="*/ 238345 w 361670"/>
              <a:gd name="connsiteY59" fmla="*/ 102782 h 361333"/>
              <a:gd name="connsiteX60" fmla="*/ 247291 w 361670"/>
              <a:gd name="connsiteY60" fmla="*/ 93845 h 361333"/>
              <a:gd name="connsiteX61" fmla="*/ 244735 w 361670"/>
              <a:gd name="connsiteY61" fmla="*/ 87461 h 361333"/>
              <a:gd name="connsiteX62" fmla="*/ 238345 w 361670"/>
              <a:gd name="connsiteY62" fmla="*/ 84907 h 361333"/>
              <a:gd name="connsiteX63" fmla="*/ 171251 w 361670"/>
              <a:gd name="connsiteY63" fmla="*/ 84907 h 361333"/>
              <a:gd name="connsiteX64" fmla="*/ 138022 w 361670"/>
              <a:gd name="connsiteY64" fmla="*/ 98313 h 361333"/>
              <a:gd name="connsiteX65" fmla="*/ 122048 w 361670"/>
              <a:gd name="connsiteY65" fmla="*/ 104697 h 361333"/>
              <a:gd name="connsiteX66" fmla="*/ 95849 w 361670"/>
              <a:gd name="connsiteY66" fmla="*/ 104697 h 361333"/>
              <a:gd name="connsiteX67" fmla="*/ 89459 w 361670"/>
              <a:gd name="connsiteY67" fmla="*/ 98313 h 361333"/>
              <a:gd name="connsiteX68" fmla="*/ 95849 w 361670"/>
              <a:gd name="connsiteY68" fmla="*/ 91930 h 361333"/>
              <a:gd name="connsiteX69" fmla="*/ 122048 w 361670"/>
              <a:gd name="connsiteY69" fmla="*/ 91930 h 361333"/>
              <a:gd name="connsiteX70" fmla="*/ 129077 w 361670"/>
              <a:gd name="connsiteY70" fmla="*/ 88738 h 361333"/>
              <a:gd name="connsiteX71" fmla="*/ 171251 w 361670"/>
              <a:gd name="connsiteY71" fmla="*/ 72139 h 361333"/>
              <a:gd name="connsiteX72" fmla="*/ 238345 w 361670"/>
              <a:gd name="connsiteY72" fmla="*/ 72139 h 361333"/>
              <a:gd name="connsiteX73" fmla="*/ 253681 w 361670"/>
              <a:gd name="connsiteY73" fmla="*/ 78523 h 361333"/>
              <a:gd name="connsiteX74" fmla="*/ 260071 w 361670"/>
              <a:gd name="connsiteY74" fmla="*/ 93845 h 361333"/>
              <a:gd name="connsiteX75" fmla="*/ 256236 w 361670"/>
              <a:gd name="connsiteY75" fmla="*/ 105974 h 361333"/>
              <a:gd name="connsiteX76" fmla="*/ 260710 w 361670"/>
              <a:gd name="connsiteY76" fmla="*/ 109166 h 361333"/>
              <a:gd name="connsiteX77" fmla="*/ 267100 w 361670"/>
              <a:gd name="connsiteY77" fmla="*/ 124488 h 361333"/>
              <a:gd name="connsiteX78" fmla="*/ 261987 w 361670"/>
              <a:gd name="connsiteY78" fmla="*/ 137894 h 361333"/>
              <a:gd name="connsiteX79" fmla="*/ 263905 w 361670"/>
              <a:gd name="connsiteY79" fmla="*/ 139809 h 361333"/>
              <a:gd name="connsiteX80" fmla="*/ 269016 w 361670"/>
              <a:gd name="connsiteY80" fmla="*/ 148108 h 361333"/>
              <a:gd name="connsiteX81" fmla="*/ 270295 w 361670"/>
              <a:gd name="connsiteY81" fmla="*/ 155131 h 361333"/>
              <a:gd name="connsiteX82" fmla="*/ 270295 w 361670"/>
              <a:gd name="connsiteY82" fmla="*/ 158323 h 361333"/>
              <a:gd name="connsiteX83" fmla="*/ 265182 w 361670"/>
              <a:gd name="connsiteY83" fmla="*/ 169176 h 361333"/>
              <a:gd name="connsiteX84" fmla="*/ 267100 w 361670"/>
              <a:gd name="connsiteY84" fmla="*/ 170452 h 361333"/>
              <a:gd name="connsiteX85" fmla="*/ 273490 w 361670"/>
              <a:gd name="connsiteY85" fmla="*/ 185774 h 361333"/>
              <a:gd name="connsiteX86" fmla="*/ 251125 w 361670"/>
              <a:gd name="connsiteY86" fmla="*/ 207479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361670" h="361333">
                <a:moveTo>
                  <a:pt x="180836" y="0"/>
                </a:moveTo>
                <a:cubicBezTo>
                  <a:pt x="80513" y="0"/>
                  <a:pt x="0" y="81077"/>
                  <a:pt x="0" y="180667"/>
                </a:cubicBezTo>
                <a:cubicBezTo>
                  <a:pt x="0" y="280257"/>
                  <a:pt x="81153" y="361334"/>
                  <a:pt x="180836" y="361334"/>
                </a:cubicBezTo>
                <a:cubicBezTo>
                  <a:pt x="281157" y="361334"/>
                  <a:pt x="361670" y="280257"/>
                  <a:pt x="361670" y="180667"/>
                </a:cubicBezTo>
                <a:cubicBezTo>
                  <a:pt x="361670" y="81077"/>
                  <a:pt x="281157" y="0"/>
                  <a:pt x="180836" y="0"/>
                </a:cubicBezTo>
                <a:close/>
                <a:moveTo>
                  <a:pt x="251125" y="207479"/>
                </a:moveTo>
                <a:cubicBezTo>
                  <a:pt x="251125" y="207479"/>
                  <a:pt x="251125" y="207479"/>
                  <a:pt x="251125" y="207479"/>
                </a:cubicBezTo>
                <a:lnTo>
                  <a:pt x="201283" y="207479"/>
                </a:lnTo>
                <a:cubicBezTo>
                  <a:pt x="209590" y="231100"/>
                  <a:pt x="217258" y="261105"/>
                  <a:pt x="207673" y="278342"/>
                </a:cubicBezTo>
                <a:cubicBezTo>
                  <a:pt x="203839" y="285364"/>
                  <a:pt x="197449" y="289194"/>
                  <a:pt x="189142" y="291110"/>
                </a:cubicBezTo>
                <a:cubicBezTo>
                  <a:pt x="188503" y="291110"/>
                  <a:pt x="187864" y="291110"/>
                  <a:pt x="187225" y="291110"/>
                </a:cubicBezTo>
                <a:cubicBezTo>
                  <a:pt x="182113" y="291110"/>
                  <a:pt x="177002" y="287279"/>
                  <a:pt x="175723" y="282172"/>
                </a:cubicBezTo>
                <a:lnTo>
                  <a:pt x="168056" y="254721"/>
                </a:lnTo>
                <a:cubicBezTo>
                  <a:pt x="166138" y="247698"/>
                  <a:pt x="162305" y="240676"/>
                  <a:pt x="156553" y="235569"/>
                </a:cubicBezTo>
                <a:cubicBezTo>
                  <a:pt x="146330" y="224716"/>
                  <a:pt x="135467" y="213225"/>
                  <a:pt x="127799" y="199819"/>
                </a:cubicBezTo>
                <a:cubicBezTo>
                  <a:pt x="125882" y="196627"/>
                  <a:pt x="122687" y="194711"/>
                  <a:pt x="118853" y="194711"/>
                </a:cubicBezTo>
                <a:lnTo>
                  <a:pt x="96488" y="194711"/>
                </a:lnTo>
                <a:cubicBezTo>
                  <a:pt x="92654" y="194711"/>
                  <a:pt x="90098" y="192158"/>
                  <a:pt x="90098" y="188327"/>
                </a:cubicBezTo>
                <a:cubicBezTo>
                  <a:pt x="90098" y="184497"/>
                  <a:pt x="92654" y="181944"/>
                  <a:pt x="96488" y="181944"/>
                </a:cubicBezTo>
                <a:lnTo>
                  <a:pt x="118853" y="181944"/>
                </a:lnTo>
                <a:cubicBezTo>
                  <a:pt x="127160" y="181944"/>
                  <a:pt x="134828" y="186412"/>
                  <a:pt x="138662" y="193435"/>
                </a:cubicBezTo>
                <a:cubicBezTo>
                  <a:pt x="145691" y="205564"/>
                  <a:pt x="155915" y="216417"/>
                  <a:pt x="165500" y="226631"/>
                </a:cubicBezTo>
                <a:cubicBezTo>
                  <a:pt x="172528" y="233654"/>
                  <a:pt x="177641" y="242591"/>
                  <a:pt x="180197" y="251529"/>
                </a:cubicBezTo>
                <a:lnTo>
                  <a:pt x="187225" y="278342"/>
                </a:lnTo>
                <a:cubicBezTo>
                  <a:pt x="191698" y="277703"/>
                  <a:pt x="194254" y="275788"/>
                  <a:pt x="196172" y="271958"/>
                </a:cubicBezTo>
                <a:cubicBezTo>
                  <a:pt x="202561" y="261105"/>
                  <a:pt x="198727" y="238122"/>
                  <a:pt x="185947" y="203649"/>
                </a:cubicBezTo>
                <a:cubicBezTo>
                  <a:pt x="185308" y="201734"/>
                  <a:pt x="185308" y="199180"/>
                  <a:pt x="186587" y="197903"/>
                </a:cubicBezTo>
                <a:cubicBezTo>
                  <a:pt x="187864" y="195988"/>
                  <a:pt x="189782" y="195350"/>
                  <a:pt x="191698" y="195350"/>
                </a:cubicBezTo>
                <a:lnTo>
                  <a:pt x="251125" y="195350"/>
                </a:lnTo>
                <a:cubicBezTo>
                  <a:pt x="256236" y="195350"/>
                  <a:pt x="260071" y="190881"/>
                  <a:pt x="260071" y="186412"/>
                </a:cubicBezTo>
                <a:cubicBezTo>
                  <a:pt x="260071" y="183859"/>
                  <a:pt x="259431" y="181944"/>
                  <a:pt x="257515" y="180028"/>
                </a:cubicBezTo>
                <a:cubicBezTo>
                  <a:pt x="256236" y="178752"/>
                  <a:pt x="253681" y="177475"/>
                  <a:pt x="251764" y="177475"/>
                </a:cubicBezTo>
                <a:lnTo>
                  <a:pt x="251125" y="177475"/>
                </a:lnTo>
                <a:cubicBezTo>
                  <a:pt x="251125" y="177475"/>
                  <a:pt x="250486" y="177475"/>
                  <a:pt x="250486" y="177475"/>
                </a:cubicBezTo>
                <a:cubicBezTo>
                  <a:pt x="250486" y="177475"/>
                  <a:pt x="249846" y="177475"/>
                  <a:pt x="249846" y="177475"/>
                </a:cubicBezTo>
                <a:cubicBezTo>
                  <a:pt x="249208" y="177475"/>
                  <a:pt x="248569" y="177475"/>
                  <a:pt x="248569" y="177475"/>
                </a:cubicBezTo>
                <a:lnTo>
                  <a:pt x="233233" y="177475"/>
                </a:lnTo>
                <a:cubicBezTo>
                  <a:pt x="229399" y="177475"/>
                  <a:pt x="226843" y="174921"/>
                  <a:pt x="226843" y="171091"/>
                </a:cubicBezTo>
                <a:cubicBezTo>
                  <a:pt x="226843" y="167260"/>
                  <a:pt x="229399" y="164707"/>
                  <a:pt x="233233" y="164707"/>
                </a:cubicBezTo>
                <a:lnTo>
                  <a:pt x="248569" y="164707"/>
                </a:lnTo>
                <a:cubicBezTo>
                  <a:pt x="248569" y="164707"/>
                  <a:pt x="249208" y="164707"/>
                  <a:pt x="249208" y="164707"/>
                </a:cubicBezTo>
                <a:cubicBezTo>
                  <a:pt x="253681" y="164707"/>
                  <a:pt x="256876" y="160876"/>
                  <a:pt x="257515" y="157046"/>
                </a:cubicBezTo>
                <a:cubicBezTo>
                  <a:pt x="257515" y="156408"/>
                  <a:pt x="257515" y="156408"/>
                  <a:pt x="257515" y="155769"/>
                </a:cubicBezTo>
                <a:cubicBezTo>
                  <a:pt x="257515" y="154492"/>
                  <a:pt x="257515" y="153854"/>
                  <a:pt x="256876" y="152577"/>
                </a:cubicBezTo>
                <a:cubicBezTo>
                  <a:pt x="256236" y="151300"/>
                  <a:pt x="255597" y="150024"/>
                  <a:pt x="254959" y="148747"/>
                </a:cubicBezTo>
                <a:cubicBezTo>
                  <a:pt x="253041" y="146832"/>
                  <a:pt x="251125" y="146193"/>
                  <a:pt x="248569" y="146193"/>
                </a:cubicBezTo>
                <a:lnTo>
                  <a:pt x="230677" y="146193"/>
                </a:lnTo>
                <a:cubicBezTo>
                  <a:pt x="226843" y="146193"/>
                  <a:pt x="224287" y="143640"/>
                  <a:pt x="224287" y="139809"/>
                </a:cubicBezTo>
                <a:cubicBezTo>
                  <a:pt x="224287" y="135979"/>
                  <a:pt x="226843" y="133425"/>
                  <a:pt x="230677" y="133425"/>
                </a:cubicBezTo>
                <a:lnTo>
                  <a:pt x="246013" y="133425"/>
                </a:lnTo>
                <a:cubicBezTo>
                  <a:pt x="250486" y="132787"/>
                  <a:pt x="254320" y="128957"/>
                  <a:pt x="254320" y="124488"/>
                </a:cubicBezTo>
                <a:cubicBezTo>
                  <a:pt x="254320" y="121934"/>
                  <a:pt x="253681" y="120019"/>
                  <a:pt x="251764" y="118104"/>
                </a:cubicBezTo>
                <a:cubicBezTo>
                  <a:pt x="249846" y="116189"/>
                  <a:pt x="247930" y="115550"/>
                  <a:pt x="245374" y="115550"/>
                </a:cubicBezTo>
                <a:lnTo>
                  <a:pt x="238345" y="115550"/>
                </a:lnTo>
                <a:lnTo>
                  <a:pt x="227482" y="115550"/>
                </a:lnTo>
                <a:lnTo>
                  <a:pt x="227482" y="115550"/>
                </a:lnTo>
                <a:cubicBezTo>
                  <a:pt x="223648" y="115550"/>
                  <a:pt x="221092" y="112997"/>
                  <a:pt x="221092" y="109166"/>
                </a:cubicBezTo>
                <a:cubicBezTo>
                  <a:pt x="221092" y="105336"/>
                  <a:pt x="223648" y="102782"/>
                  <a:pt x="227482" y="102782"/>
                </a:cubicBezTo>
                <a:lnTo>
                  <a:pt x="227482" y="102782"/>
                </a:lnTo>
                <a:lnTo>
                  <a:pt x="238345" y="102782"/>
                </a:lnTo>
                <a:cubicBezTo>
                  <a:pt x="243456" y="102782"/>
                  <a:pt x="247291" y="98952"/>
                  <a:pt x="247291" y="93845"/>
                </a:cubicBezTo>
                <a:cubicBezTo>
                  <a:pt x="247291" y="91291"/>
                  <a:pt x="246651" y="89376"/>
                  <a:pt x="244735" y="87461"/>
                </a:cubicBezTo>
                <a:cubicBezTo>
                  <a:pt x="242818" y="85546"/>
                  <a:pt x="240901" y="84907"/>
                  <a:pt x="238345" y="84907"/>
                </a:cubicBezTo>
                <a:lnTo>
                  <a:pt x="171251" y="84907"/>
                </a:lnTo>
                <a:cubicBezTo>
                  <a:pt x="159110" y="84907"/>
                  <a:pt x="146969" y="89376"/>
                  <a:pt x="138022" y="98313"/>
                </a:cubicBezTo>
                <a:cubicBezTo>
                  <a:pt x="133550" y="102144"/>
                  <a:pt x="127799" y="104697"/>
                  <a:pt x="122048" y="104697"/>
                </a:cubicBezTo>
                <a:lnTo>
                  <a:pt x="95849" y="104697"/>
                </a:lnTo>
                <a:cubicBezTo>
                  <a:pt x="92015" y="104697"/>
                  <a:pt x="89459" y="102144"/>
                  <a:pt x="89459" y="98313"/>
                </a:cubicBezTo>
                <a:cubicBezTo>
                  <a:pt x="89459" y="94483"/>
                  <a:pt x="92015" y="91930"/>
                  <a:pt x="95849" y="91930"/>
                </a:cubicBezTo>
                <a:lnTo>
                  <a:pt x="122048" y="91930"/>
                </a:lnTo>
                <a:cubicBezTo>
                  <a:pt x="124604" y="91930"/>
                  <a:pt x="127160" y="90653"/>
                  <a:pt x="129077" y="88738"/>
                </a:cubicBezTo>
                <a:cubicBezTo>
                  <a:pt x="140579" y="77885"/>
                  <a:pt x="155276" y="72139"/>
                  <a:pt x="171251" y="72139"/>
                </a:cubicBezTo>
                <a:lnTo>
                  <a:pt x="238345" y="72139"/>
                </a:lnTo>
                <a:cubicBezTo>
                  <a:pt x="244096" y="72139"/>
                  <a:pt x="249846" y="74693"/>
                  <a:pt x="253681" y="78523"/>
                </a:cubicBezTo>
                <a:cubicBezTo>
                  <a:pt x="257515" y="82354"/>
                  <a:pt x="260071" y="88099"/>
                  <a:pt x="260071" y="93845"/>
                </a:cubicBezTo>
                <a:cubicBezTo>
                  <a:pt x="260071" y="98313"/>
                  <a:pt x="258792" y="102782"/>
                  <a:pt x="256236" y="105974"/>
                </a:cubicBezTo>
                <a:cubicBezTo>
                  <a:pt x="257515" y="106613"/>
                  <a:pt x="259431" y="107889"/>
                  <a:pt x="260710" y="109166"/>
                </a:cubicBezTo>
                <a:cubicBezTo>
                  <a:pt x="264544" y="112997"/>
                  <a:pt x="267100" y="118742"/>
                  <a:pt x="267100" y="124488"/>
                </a:cubicBezTo>
                <a:cubicBezTo>
                  <a:pt x="267100" y="129595"/>
                  <a:pt x="265182" y="134702"/>
                  <a:pt x="261987" y="137894"/>
                </a:cubicBezTo>
                <a:cubicBezTo>
                  <a:pt x="262626" y="138533"/>
                  <a:pt x="263266" y="139171"/>
                  <a:pt x="263905" y="139809"/>
                </a:cubicBezTo>
                <a:cubicBezTo>
                  <a:pt x="266461" y="142363"/>
                  <a:pt x="268377" y="144916"/>
                  <a:pt x="269016" y="148108"/>
                </a:cubicBezTo>
                <a:cubicBezTo>
                  <a:pt x="269656" y="150024"/>
                  <a:pt x="270295" y="152577"/>
                  <a:pt x="270295" y="155131"/>
                </a:cubicBezTo>
                <a:cubicBezTo>
                  <a:pt x="270295" y="156408"/>
                  <a:pt x="270295" y="157046"/>
                  <a:pt x="270295" y="158323"/>
                </a:cubicBezTo>
                <a:cubicBezTo>
                  <a:pt x="269656" y="162792"/>
                  <a:pt x="267739" y="166622"/>
                  <a:pt x="265182" y="169176"/>
                </a:cubicBezTo>
                <a:cubicBezTo>
                  <a:pt x="265821" y="169814"/>
                  <a:pt x="266461" y="169814"/>
                  <a:pt x="267100" y="170452"/>
                </a:cubicBezTo>
                <a:cubicBezTo>
                  <a:pt x="270934" y="174283"/>
                  <a:pt x="273490" y="180028"/>
                  <a:pt x="273490" y="185774"/>
                </a:cubicBezTo>
                <a:cubicBezTo>
                  <a:pt x="272851" y="197903"/>
                  <a:pt x="263266" y="207479"/>
                  <a:pt x="251125" y="207479"/>
                </a:cubicBezTo>
                <a:close/>
              </a:path>
            </a:pathLst>
          </a:custGeom>
          <a:solidFill>
            <a:schemeClr val="accent3">
              <a:lumMod val="75000"/>
            </a:schemeClr>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86" name="Rectangle 5">
            <a:extLst>
              <a:ext uri="{FF2B5EF4-FFF2-40B4-BE49-F238E27FC236}">
                <a16:creationId xmlns:a16="http://schemas.microsoft.com/office/drawing/2014/main" id="{22C95272-1E01-4CCD-B1BD-ADD77C9F5FF1}"/>
              </a:ext>
            </a:extLst>
          </p:cNvPr>
          <p:cNvSpPr/>
          <p:nvPr/>
        </p:nvSpPr>
        <p:spPr bwMode="gray">
          <a:xfrm flipV="1">
            <a:off x="501652" y="749093"/>
            <a:ext cx="11134484" cy="27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829178" rtl="0" eaLnBrk="1" fontAlgn="auto" latinLnBrk="0" hangingPunct="1">
              <a:lnSpc>
                <a:spcPct val="100000"/>
              </a:lnSpc>
              <a:spcBef>
                <a:spcPts val="0"/>
              </a:spcBef>
              <a:spcAft>
                <a:spcPts val="0"/>
              </a:spcAft>
              <a:buClrTx/>
              <a:buSzTx/>
              <a:buFontTx/>
              <a:buNone/>
              <a:tabLst/>
              <a:defRPr/>
            </a:pPr>
            <a:endParaRPr kumimoji="0" lang="en-US" sz="1451" b="0" i="0" u="none" strike="noStrike" kern="1200" cap="none" spc="0" normalizeH="0" baseline="0" noProof="0">
              <a:ln>
                <a:noFill/>
              </a:ln>
              <a:solidFill>
                <a:prstClr val="white"/>
              </a:solidFill>
              <a:effectLst/>
              <a:uLnTx/>
              <a:uFillTx/>
              <a:latin typeface="Verdana"/>
              <a:ea typeface="+mn-ea"/>
              <a:cs typeface="+mn-cs"/>
            </a:endParaRPr>
          </a:p>
        </p:txBody>
      </p:sp>
      <p:sp>
        <p:nvSpPr>
          <p:cNvPr id="87" name="TextBox 86">
            <a:extLst>
              <a:ext uri="{FF2B5EF4-FFF2-40B4-BE49-F238E27FC236}">
                <a16:creationId xmlns:a16="http://schemas.microsoft.com/office/drawing/2014/main" id="{B7636CD4-3E96-468B-86CB-C0A44FC480A3}"/>
              </a:ext>
            </a:extLst>
          </p:cNvPr>
          <p:cNvSpPr txBox="1"/>
          <p:nvPr/>
        </p:nvSpPr>
        <p:spPr>
          <a:xfrm>
            <a:off x="10200640" y="263311"/>
            <a:ext cx="1435496" cy="43088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2800" b="0" i="0" u="none" strike="noStrike" kern="1200" cap="none" spc="0" normalizeH="0" baseline="0" noProof="0">
                <a:ln>
                  <a:noFill/>
                </a:ln>
                <a:solidFill>
                  <a:srgbClr val="D0D0CE"/>
                </a:solidFill>
                <a:effectLst/>
                <a:uLnTx/>
                <a:uFillTx/>
                <a:latin typeface="Verdana"/>
                <a:ea typeface="+mn-ea"/>
                <a:cs typeface="+mn-cs"/>
              </a:rPr>
              <a:t>S</a:t>
            </a:r>
            <a:r>
              <a:rPr kumimoji="0" lang="en-US" sz="2800" b="0" i="0" u="none" strike="noStrike" kern="1200" cap="none" spc="0" normalizeH="0" baseline="0" noProof="0">
                <a:ln>
                  <a:noFill/>
                </a:ln>
                <a:solidFill>
                  <a:srgbClr val="86BC25"/>
                </a:solidFill>
                <a:effectLst/>
                <a:uLnTx/>
                <a:uFillTx/>
                <a:latin typeface="Verdana"/>
                <a:ea typeface="+mn-ea"/>
                <a:cs typeface="+mn-cs"/>
              </a:rPr>
              <a:t>W</a:t>
            </a:r>
            <a:r>
              <a:rPr kumimoji="0" lang="en-US" sz="2800" b="0" i="0" u="none" strike="noStrike" kern="1200" cap="none" spc="0" normalizeH="0" baseline="0" noProof="0">
                <a:ln>
                  <a:noFill/>
                </a:ln>
                <a:solidFill>
                  <a:srgbClr val="D0D0CE"/>
                </a:solidFill>
                <a:effectLst/>
                <a:uLnTx/>
                <a:uFillTx/>
                <a:latin typeface="Verdana"/>
                <a:ea typeface="+mn-ea"/>
                <a:cs typeface="+mn-cs"/>
              </a:rPr>
              <a:t>OT</a:t>
            </a:r>
          </a:p>
        </p:txBody>
      </p:sp>
      <p:grpSp>
        <p:nvGrpSpPr>
          <p:cNvPr id="89" name="Graphic 4">
            <a:extLst>
              <a:ext uri="{FF2B5EF4-FFF2-40B4-BE49-F238E27FC236}">
                <a16:creationId xmlns:a16="http://schemas.microsoft.com/office/drawing/2014/main" id="{B7614153-C6BC-4B60-B475-6FED123ACB08}"/>
              </a:ext>
            </a:extLst>
          </p:cNvPr>
          <p:cNvGrpSpPr/>
          <p:nvPr/>
        </p:nvGrpSpPr>
        <p:grpSpPr>
          <a:xfrm>
            <a:off x="4002624" y="1222663"/>
            <a:ext cx="548642" cy="548638"/>
            <a:chOff x="8239823" y="3339623"/>
            <a:chExt cx="361670" cy="361333"/>
          </a:xfrm>
          <a:solidFill>
            <a:schemeClr val="accent1"/>
          </a:solidFill>
        </p:grpSpPr>
        <p:sp>
          <p:nvSpPr>
            <p:cNvPr id="90" name="Graphic 4">
              <a:extLst>
                <a:ext uri="{FF2B5EF4-FFF2-40B4-BE49-F238E27FC236}">
                  <a16:creationId xmlns:a16="http://schemas.microsoft.com/office/drawing/2014/main" id="{0B1D382F-5F84-4089-ADA7-91B41ED56653}"/>
                </a:ext>
              </a:extLst>
            </p:cNvPr>
            <p:cNvSpPr/>
            <p:nvPr/>
          </p:nvSpPr>
          <p:spPr>
            <a:xfrm>
              <a:off x="8327365" y="3430276"/>
              <a:ext cx="118853" cy="42134"/>
            </a:xfrm>
            <a:custGeom>
              <a:avLst/>
              <a:gdLst>
                <a:gd name="connsiteX0" fmla="*/ 59427 w 118853"/>
                <a:gd name="connsiteY0" fmla="*/ 42134 h 42134"/>
                <a:gd name="connsiteX1" fmla="*/ 118853 w 118853"/>
                <a:gd name="connsiteY1" fmla="*/ 21067 h 42134"/>
                <a:gd name="connsiteX2" fmla="*/ 59427 w 118853"/>
                <a:gd name="connsiteY2" fmla="*/ 0 h 42134"/>
                <a:gd name="connsiteX3" fmla="*/ 0 w 118853"/>
                <a:gd name="connsiteY3" fmla="*/ 21067 h 42134"/>
                <a:gd name="connsiteX4" fmla="*/ 59427 w 118853"/>
                <a:gd name="connsiteY4" fmla="*/ 42134 h 421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853" h="42134">
                  <a:moveTo>
                    <a:pt x="59427" y="42134"/>
                  </a:moveTo>
                  <a:cubicBezTo>
                    <a:pt x="96489" y="42134"/>
                    <a:pt x="118853" y="30005"/>
                    <a:pt x="118853" y="21067"/>
                  </a:cubicBezTo>
                  <a:cubicBezTo>
                    <a:pt x="118853" y="12768"/>
                    <a:pt x="95849" y="0"/>
                    <a:pt x="59427" y="0"/>
                  </a:cubicBezTo>
                  <a:cubicBezTo>
                    <a:pt x="23004" y="0"/>
                    <a:pt x="0" y="12768"/>
                    <a:pt x="0" y="21067"/>
                  </a:cubicBezTo>
                  <a:cubicBezTo>
                    <a:pt x="0" y="30005"/>
                    <a:pt x="23004" y="42134"/>
                    <a:pt x="59427" y="4213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93" name="Graphic 4">
              <a:extLst>
                <a:ext uri="{FF2B5EF4-FFF2-40B4-BE49-F238E27FC236}">
                  <a16:creationId xmlns:a16="http://schemas.microsoft.com/office/drawing/2014/main" id="{38A59C98-8D46-49C1-B20F-F1AABA78AB54}"/>
                </a:ext>
              </a:extLst>
            </p:cNvPr>
            <p:cNvSpPr/>
            <p:nvPr/>
          </p:nvSpPr>
          <p:spPr>
            <a:xfrm>
              <a:off x="8407879" y="3492201"/>
              <a:ext cx="118852" cy="118741"/>
            </a:xfrm>
            <a:custGeom>
              <a:avLst/>
              <a:gdLst>
                <a:gd name="connsiteX0" fmla="*/ 59426 w 118852"/>
                <a:gd name="connsiteY0" fmla="*/ 0 h 118741"/>
                <a:gd name="connsiteX1" fmla="*/ 0 w 118852"/>
                <a:gd name="connsiteY1" fmla="*/ 59371 h 118741"/>
                <a:gd name="connsiteX2" fmla="*/ 59426 w 118852"/>
                <a:gd name="connsiteY2" fmla="*/ 118742 h 118741"/>
                <a:gd name="connsiteX3" fmla="*/ 118853 w 118852"/>
                <a:gd name="connsiteY3" fmla="*/ 59371 h 118741"/>
                <a:gd name="connsiteX4" fmla="*/ 59426 w 118852"/>
                <a:gd name="connsiteY4" fmla="*/ 0 h 118741"/>
                <a:gd name="connsiteX5" fmla="*/ 59426 w 118852"/>
                <a:gd name="connsiteY5" fmla="*/ 52987 h 118741"/>
                <a:gd name="connsiteX6" fmla="*/ 82430 w 118852"/>
                <a:gd name="connsiteY6" fmla="*/ 75969 h 118741"/>
                <a:gd name="connsiteX7" fmla="*/ 65816 w 118852"/>
                <a:gd name="connsiteY7" fmla="*/ 97675 h 118741"/>
                <a:gd name="connsiteX8" fmla="*/ 65816 w 118852"/>
                <a:gd name="connsiteY8" fmla="*/ 103420 h 118741"/>
                <a:gd name="connsiteX9" fmla="*/ 59426 w 118852"/>
                <a:gd name="connsiteY9" fmla="*/ 109804 h 118741"/>
                <a:gd name="connsiteX10" fmla="*/ 53036 w 118852"/>
                <a:gd name="connsiteY10" fmla="*/ 103420 h 118741"/>
                <a:gd name="connsiteX11" fmla="*/ 53036 w 118852"/>
                <a:gd name="connsiteY11" fmla="*/ 97675 h 118741"/>
                <a:gd name="connsiteX12" fmla="*/ 36422 w 118852"/>
                <a:gd name="connsiteY12" fmla="*/ 75969 h 118741"/>
                <a:gd name="connsiteX13" fmla="*/ 42812 w 118852"/>
                <a:gd name="connsiteY13" fmla="*/ 69585 h 118741"/>
                <a:gd name="connsiteX14" fmla="*/ 49202 w 118852"/>
                <a:gd name="connsiteY14" fmla="*/ 75969 h 118741"/>
                <a:gd name="connsiteX15" fmla="*/ 59426 w 118852"/>
                <a:gd name="connsiteY15" fmla="*/ 86184 h 118741"/>
                <a:gd name="connsiteX16" fmla="*/ 69650 w 118852"/>
                <a:gd name="connsiteY16" fmla="*/ 75969 h 118741"/>
                <a:gd name="connsiteX17" fmla="*/ 59426 w 118852"/>
                <a:gd name="connsiteY17" fmla="*/ 65755 h 118741"/>
                <a:gd name="connsiteX18" fmla="*/ 36422 w 118852"/>
                <a:gd name="connsiteY18" fmla="*/ 42772 h 118741"/>
                <a:gd name="connsiteX19" fmla="*/ 53036 w 118852"/>
                <a:gd name="connsiteY19" fmla="*/ 21067 h 118741"/>
                <a:gd name="connsiteX20" fmla="*/ 53036 w 118852"/>
                <a:gd name="connsiteY20" fmla="*/ 15321 h 118741"/>
                <a:gd name="connsiteX21" fmla="*/ 59426 w 118852"/>
                <a:gd name="connsiteY21" fmla="*/ 8937 h 118741"/>
                <a:gd name="connsiteX22" fmla="*/ 65816 w 118852"/>
                <a:gd name="connsiteY22" fmla="*/ 15321 h 118741"/>
                <a:gd name="connsiteX23" fmla="*/ 65816 w 118852"/>
                <a:gd name="connsiteY23" fmla="*/ 21067 h 118741"/>
                <a:gd name="connsiteX24" fmla="*/ 82430 w 118852"/>
                <a:gd name="connsiteY24" fmla="*/ 42772 h 118741"/>
                <a:gd name="connsiteX25" fmla="*/ 76040 w 118852"/>
                <a:gd name="connsiteY25" fmla="*/ 49156 h 118741"/>
                <a:gd name="connsiteX26" fmla="*/ 69650 w 118852"/>
                <a:gd name="connsiteY26" fmla="*/ 42772 h 118741"/>
                <a:gd name="connsiteX27" fmla="*/ 59426 w 118852"/>
                <a:gd name="connsiteY27" fmla="*/ 32558 h 118741"/>
                <a:gd name="connsiteX28" fmla="*/ 49202 w 118852"/>
                <a:gd name="connsiteY28" fmla="*/ 42772 h 118741"/>
                <a:gd name="connsiteX29" fmla="*/ 59426 w 118852"/>
                <a:gd name="connsiteY29" fmla="*/ 52987 h 118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8852" h="118741">
                  <a:moveTo>
                    <a:pt x="59426" y="0"/>
                  </a:moveTo>
                  <a:cubicBezTo>
                    <a:pt x="26837" y="0"/>
                    <a:pt x="0" y="26812"/>
                    <a:pt x="0" y="59371"/>
                  </a:cubicBezTo>
                  <a:cubicBezTo>
                    <a:pt x="0" y="91929"/>
                    <a:pt x="26837" y="118742"/>
                    <a:pt x="59426" y="118742"/>
                  </a:cubicBezTo>
                  <a:cubicBezTo>
                    <a:pt x="92014" y="118742"/>
                    <a:pt x="118853" y="91929"/>
                    <a:pt x="118853" y="59371"/>
                  </a:cubicBezTo>
                  <a:cubicBezTo>
                    <a:pt x="118853" y="26812"/>
                    <a:pt x="92014" y="0"/>
                    <a:pt x="59426" y="0"/>
                  </a:cubicBezTo>
                  <a:close/>
                  <a:moveTo>
                    <a:pt x="59426" y="52987"/>
                  </a:moveTo>
                  <a:cubicBezTo>
                    <a:pt x="72206" y="52987"/>
                    <a:pt x="82430" y="63201"/>
                    <a:pt x="82430" y="75969"/>
                  </a:cubicBezTo>
                  <a:cubicBezTo>
                    <a:pt x="82430" y="86184"/>
                    <a:pt x="75401" y="95121"/>
                    <a:pt x="65816" y="97675"/>
                  </a:cubicBezTo>
                  <a:lnTo>
                    <a:pt x="65816" y="103420"/>
                  </a:lnTo>
                  <a:cubicBezTo>
                    <a:pt x="65816" y="107251"/>
                    <a:pt x="63260" y="109804"/>
                    <a:pt x="59426" y="109804"/>
                  </a:cubicBezTo>
                  <a:cubicBezTo>
                    <a:pt x="55592" y="109804"/>
                    <a:pt x="53036" y="107251"/>
                    <a:pt x="53036" y="103420"/>
                  </a:cubicBezTo>
                  <a:lnTo>
                    <a:pt x="53036" y="97675"/>
                  </a:lnTo>
                  <a:cubicBezTo>
                    <a:pt x="43451" y="95121"/>
                    <a:pt x="36422" y="86184"/>
                    <a:pt x="36422" y="75969"/>
                  </a:cubicBezTo>
                  <a:cubicBezTo>
                    <a:pt x="36422" y="72139"/>
                    <a:pt x="38978" y="69585"/>
                    <a:pt x="42812" y="69585"/>
                  </a:cubicBezTo>
                  <a:cubicBezTo>
                    <a:pt x="46646" y="69585"/>
                    <a:pt x="49202" y="72139"/>
                    <a:pt x="49202" y="75969"/>
                  </a:cubicBezTo>
                  <a:cubicBezTo>
                    <a:pt x="49202" y="81715"/>
                    <a:pt x="53675" y="86184"/>
                    <a:pt x="59426" y="86184"/>
                  </a:cubicBezTo>
                  <a:cubicBezTo>
                    <a:pt x="65177" y="86184"/>
                    <a:pt x="69650" y="81715"/>
                    <a:pt x="69650" y="75969"/>
                  </a:cubicBezTo>
                  <a:cubicBezTo>
                    <a:pt x="69650" y="70224"/>
                    <a:pt x="65177" y="65755"/>
                    <a:pt x="59426" y="65755"/>
                  </a:cubicBezTo>
                  <a:cubicBezTo>
                    <a:pt x="46646" y="65755"/>
                    <a:pt x="36422" y="55540"/>
                    <a:pt x="36422" y="42772"/>
                  </a:cubicBezTo>
                  <a:cubicBezTo>
                    <a:pt x="36422" y="32558"/>
                    <a:pt x="43451" y="23620"/>
                    <a:pt x="53036" y="21067"/>
                  </a:cubicBezTo>
                  <a:lnTo>
                    <a:pt x="53036" y="15321"/>
                  </a:lnTo>
                  <a:cubicBezTo>
                    <a:pt x="53036" y="11491"/>
                    <a:pt x="55592" y="8937"/>
                    <a:pt x="59426" y="8937"/>
                  </a:cubicBezTo>
                  <a:cubicBezTo>
                    <a:pt x="63260" y="8937"/>
                    <a:pt x="65816" y="11491"/>
                    <a:pt x="65816" y="15321"/>
                  </a:cubicBezTo>
                  <a:lnTo>
                    <a:pt x="65816" y="21067"/>
                  </a:lnTo>
                  <a:cubicBezTo>
                    <a:pt x="75401" y="23620"/>
                    <a:pt x="82430" y="32558"/>
                    <a:pt x="82430" y="42772"/>
                  </a:cubicBezTo>
                  <a:cubicBezTo>
                    <a:pt x="82430" y="46603"/>
                    <a:pt x="79874" y="49156"/>
                    <a:pt x="76040" y="49156"/>
                  </a:cubicBezTo>
                  <a:cubicBezTo>
                    <a:pt x="72206" y="49156"/>
                    <a:pt x="69650" y="46603"/>
                    <a:pt x="69650" y="42772"/>
                  </a:cubicBezTo>
                  <a:cubicBezTo>
                    <a:pt x="69650" y="37027"/>
                    <a:pt x="65177" y="32558"/>
                    <a:pt x="59426" y="32558"/>
                  </a:cubicBezTo>
                  <a:cubicBezTo>
                    <a:pt x="53675" y="32558"/>
                    <a:pt x="49202" y="37027"/>
                    <a:pt x="49202" y="42772"/>
                  </a:cubicBezTo>
                  <a:cubicBezTo>
                    <a:pt x="49202" y="48518"/>
                    <a:pt x="53675" y="52987"/>
                    <a:pt x="59426" y="52987"/>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02" name="Graphic 4">
              <a:extLst>
                <a:ext uri="{FF2B5EF4-FFF2-40B4-BE49-F238E27FC236}">
                  <a16:creationId xmlns:a16="http://schemas.microsoft.com/office/drawing/2014/main" id="{FFCE4DFD-C736-47C7-81BB-C71D972696E7}"/>
                </a:ext>
              </a:extLst>
            </p:cNvPr>
            <p:cNvSpPr/>
            <p:nvPr/>
          </p:nvSpPr>
          <p:spPr>
            <a:xfrm>
              <a:off x="8239823" y="3339623"/>
              <a:ext cx="361670" cy="361333"/>
            </a:xfrm>
            <a:custGeom>
              <a:avLst/>
              <a:gdLst>
                <a:gd name="connsiteX0" fmla="*/ 180836 w 361670"/>
                <a:gd name="connsiteY0" fmla="*/ 0 h 361333"/>
                <a:gd name="connsiteX1" fmla="*/ 0 w 361670"/>
                <a:gd name="connsiteY1" fmla="*/ 180667 h 361333"/>
                <a:gd name="connsiteX2" fmla="*/ 180836 w 361670"/>
                <a:gd name="connsiteY2" fmla="*/ 361333 h 361333"/>
                <a:gd name="connsiteX3" fmla="*/ 361670 w 361670"/>
                <a:gd name="connsiteY3" fmla="*/ 180667 h 361333"/>
                <a:gd name="connsiteX4" fmla="*/ 180836 w 361670"/>
                <a:gd name="connsiteY4" fmla="*/ 0 h 361333"/>
                <a:gd name="connsiteX5" fmla="*/ 141856 w 361670"/>
                <a:gd name="connsiteY5" fmla="*/ 187689 h 361333"/>
                <a:gd name="connsiteX6" fmla="*/ 148246 w 361670"/>
                <a:gd name="connsiteY6" fmla="*/ 194073 h 361333"/>
                <a:gd name="connsiteX7" fmla="*/ 141856 w 361670"/>
                <a:gd name="connsiteY7" fmla="*/ 200457 h 361333"/>
                <a:gd name="connsiteX8" fmla="*/ 141856 w 361670"/>
                <a:gd name="connsiteY8" fmla="*/ 200457 h 361333"/>
                <a:gd name="connsiteX9" fmla="*/ 88181 w 361670"/>
                <a:gd name="connsiteY9" fmla="*/ 186412 h 361333"/>
                <a:gd name="connsiteX10" fmla="*/ 88181 w 361670"/>
                <a:gd name="connsiteY10" fmla="*/ 194073 h 361333"/>
                <a:gd name="connsiteX11" fmla="*/ 142496 w 361670"/>
                <a:gd name="connsiteY11" fmla="*/ 215140 h 361333"/>
                <a:gd name="connsiteX12" fmla="*/ 148886 w 361670"/>
                <a:gd name="connsiteY12" fmla="*/ 221524 h 361333"/>
                <a:gd name="connsiteX13" fmla="*/ 142496 w 361670"/>
                <a:gd name="connsiteY13" fmla="*/ 227908 h 361333"/>
                <a:gd name="connsiteX14" fmla="*/ 142496 w 361670"/>
                <a:gd name="connsiteY14" fmla="*/ 227908 h 361333"/>
                <a:gd name="connsiteX15" fmla="*/ 88820 w 361670"/>
                <a:gd name="connsiteY15" fmla="*/ 213863 h 361333"/>
                <a:gd name="connsiteX16" fmla="*/ 88820 w 361670"/>
                <a:gd name="connsiteY16" fmla="*/ 221524 h 361333"/>
                <a:gd name="connsiteX17" fmla="*/ 148246 w 361670"/>
                <a:gd name="connsiteY17" fmla="*/ 242591 h 361333"/>
                <a:gd name="connsiteX18" fmla="*/ 154636 w 361670"/>
                <a:gd name="connsiteY18" fmla="*/ 248975 h 361333"/>
                <a:gd name="connsiteX19" fmla="*/ 148246 w 361670"/>
                <a:gd name="connsiteY19" fmla="*/ 255359 h 361333"/>
                <a:gd name="connsiteX20" fmla="*/ 76040 w 361670"/>
                <a:gd name="connsiteY20" fmla="*/ 221524 h 361333"/>
                <a:gd name="connsiteX21" fmla="*/ 76040 w 361670"/>
                <a:gd name="connsiteY21" fmla="*/ 111720 h 361333"/>
                <a:gd name="connsiteX22" fmla="*/ 148246 w 361670"/>
                <a:gd name="connsiteY22" fmla="*/ 77885 h 361333"/>
                <a:gd name="connsiteX23" fmla="*/ 220453 w 361670"/>
                <a:gd name="connsiteY23" fmla="*/ 111720 h 361333"/>
                <a:gd name="connsiteX24" fmla="*/ 148246 w 361670"/>
                <a:gd name="connsiteY24" fmla="*/ 145555 h 361333"/>
                <a:gd name="connsiteX25" fmla="*/ 88820 w 361670"/>
                <a:gd name="connsiteY25" fmla="*/ 131510 h 361333"/>
                <a:gd name="connsiteX26" fmla="*/ 88820 w 361670"/>
                <a:gd name="connsiteY26" fmla="*/ 139171 h 361333"/>
                <a:gd name="connsiteX27" fmla="*/ 148246 w 361670"/>
                <a:gd name="connsiteY27" fmla="*/ 160238 h 361333"/>
                <a:gd name="connsiteX28" fmla="*/ 154636 w 361670"/>
                <a:gd name="connsiteY28" fmla="*/ 166622 h 361333"/>
                <a:gd name="connsiteX29" fmla="*/ 148246 w 361670"/>
                <a:gd name="connsiteY29" fmla="*/ 173006 h 361333"/>
                <a:gd name="connsiteX30" fmla="*/ 88820 w 361670"/>
                <a:gd name="connsiteY30" fmla="*/ 158961 h 361333"/>
                <a:gd name="connsiteX31" fmla="*/ 88820 w 361670"/>
                <a:gd name="connsiteY31" fmla="*/ 166622 h 361333"/>
                <a:gd name="connsiteX32" fmla="*/ 141856 w 361670"/>
                <a:gd name="connsiteY32" fmla="*/ 187689 h 361333"/>
                <a:gd name="connsiteX33" fmla="*/ 227482 w 361670"/>
                <a:gd name="connsiteY33" fmla="*/ 284087 h 361333"/>
                <a:gd name="connsiteX34" fmla="*/ 155276 w 361670"/>
                <a:gd name="connsiteY34" fmla="*/ 211948 h 361333"/>
                <a:gd name="connsiteX35" fmla="*/ 227482 w 361670"/>
                <a:gd name="connsiteY35" fmla="*/ 139809 h 361333"/>
                <a:gd name="connsiteX36" fmla="*/ 299688 w 361670"/>
                <a:gd name="connsiteY36" fmla="*/ 211948 h 361333"/>
                <a:gd name="connsiteX37" fmla="*/ 227482 w 361670"/>
                <a:gd name="connsiteY37" fmla="*/ 284087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61670" h="361333">
                  <a:moveTo>
                    <a:pt x="180836" y="0"/>
                  </a:moveTo>
                  <a:cubicBezTo>
                    <a:pt x="80513" y="0"/>
                    <a:pt x="0" y="81077"/>
                    <a:pt x="0" y="180667"/>
                  </a:cubicBezTo>
                  <a:cubicBezTo>
                    <a:pt x="0" y="280257"/>
                    <a:pt x="81152" y="361333"/>
                    <a:pt x="180836" y="361333"/>
                  </a:cubicBezTo>
                  <a:cubicBezTo>
                    <a:pt x="281157" y="361333"/>
                    <a:pt x="361670" y="280257"/>
                    <a:pt x="361670" y="180667"/>
                  </a:cubicBezTo>
                  <a:cubicBezTo>
                    <a:pt x="361670" y="81077"/>
                    <a:pt x="281157" y="0"/>
                    <a:pt x="180836" y="0"/>
                  </a:cubicBezTo>
                  <a:close/>
                  <a:moveTo>
                    <a:pt x="141856" y="187689"/>
                  </a:moveTo>
                  <a:cubicBezTo>
                    <a:pt x="145691" y="187689"/>
                    <a:pt x="148246" y="190881"/>
                    <a:pt x="148246" y="194073"/>
                  </a:cubicBezTo>
                  <a:cubicBezTo>
                    <a:pt x="148246" y="197265"/>
                    <a:pt x="145051" y="200457"/>
                    <a:pt x="141856" y="200457"/>
                  </a:cubicBezTo>
                  <a:cubicBezTo>
                    <a:pt x="141856" y="200457"/>
                    <a:pt x="141856" y="200457"/>
                    <a:pt x="141856" y="200457"/>
                  </a:cubicBezTo>
                  <a:cubicBezTo>
                    <a:pt x="118853" y="199819"/>
                    <a:pt x="99683" y="194711"/>
                    <a:pt x="88181" y="186412"/>
                  </a:cubicBezTo>
                  <a:lnTo>
                    <a:pt x="88181" y="194073"/>
                  </a:lnTo>
                  <a:cubicBezTo>
                    <a:pt x="88181" y="201734"/>
                    <a:pt x="107351" y="213863"/>
                    <a:pt x="142496" y="215140"/>
                  </a:cubicBezTo>
                  <a:cubicBezTo>
                    <a:pt x="146330" y="215140"/>
                    <a:pt x="148886" y="218332"/>
                    <a:pt x="148886" y="221524"/>
                  </a:cubicBezTo>
                  <a:cubicBezTo>
                    <a:pt x="148886" y="224716"/>
                    <a:pt x="145691" y="227908"/>
                    <a:pt x="142496" y="227908"/>
                  </a:cubicBezTo>
                  <a:cubicBezTo>
                    <a:pt x="142496" y="227908"/>
                    <a:pt x="142496" y="227908"/>
                    <a:pt x="142496" y="227908"/>
                  </a:cubicBezTo>
                  <a:cubicBezTo>
                    <a:pt x="119492" y="227270"/>
                    <a:pt x="100322" y="222163"/>
                    <a:pt x="88820" y="213863"/>
                  </a:cubicBezTo>
                  <a:lnTo>
                    <a:pt x="88820" y="221524"/>
                  </a:lnTo>
                  <a:cubicBezTo>
                    <a:pt x="88820" y="229823"/>
                    <a:pt x="111824" y="242591"/>
                    <a:pt x="148246" y="242591"/>
                  </a:cubicBezTo>
                  <a:cubicBezTo>
                    <a:pt x="152081" y="242591"/>
                    <a:pt x="154636" y="245145"/>
                    <a:pt x="154636" y="248975"/>
                  </a:cubicBezTo>
                  <a:cubicBezTo>
                    <a:pt x="154636" y="252806"/>
                    <a:pt x="152081" y="255359"/>
                    <a:pt x="148246" y="255359"/>
                  </a:cubicBezTo>
                  <a:cubicBezTo>
                    <a:pt x="113102" y="255359"/>
                    <a:pt x="76040" y="243868"/>
                    <a:pt x="76040" y="221524"/>
                  </a:cubicBezTo>
                  <a:lnTo>
                    <a:pt x="76040" y="111720"/>
                  </a:lnTo>
                  <a:cubicBezTo>
                    <a:pt x="76040" y="90014"/>
                    <a:pt x="113102" y="77885"/>
                    <a:pt x="148246" y="77885"/>
                  </a:cubicBezTo>
                  <a:cubicBezTo>
                    <a:pt x="183391" y="77885"/>
                    <a:pt x="220453" y="90014"/>
                    <a:pt x="220453" y="111720"/>
                  </a:cubicBezTo>
                  <a:cubicBezTo>
                    <a:pt x="220453" y="133425"/>
                    <a:pt x="183391" y="145555"/>
                    <a:pt x="148246" y="145555"/>
                  </a:cubicBezTo>
                  <a:cubicBezTo>
                    <a:pt x="125881" y="145555"/>
                    <a:pt x="102878" y="140448"/>
                    <a:pt x="88820" y="131510"/>
                  </a:cubicBezTo>
                  <a:lnTo>
                    <a:pt x="88820" y="139171"/>
                  </a:lnTo>
                  <a:cubicBezTo>
                    <a:pt x="88820" y="148108"/>
                    <a:pt x="111185" y="160238"/>
                    <a:pt x="148246" y="160238"/>
                  </a:cubicBezTo>
                  <a:cubicBezTo>
                    <a:pt x="152081" y="160238"/>
                    <a:pt x="154636" y="162792"/>
                    <a:pt x="154636" y="166622"/>
                  </a:cubicBezTo>
                  <a:cubicBezTo>
                    <a:pt x="154636" y="170452"/>
                    <a:pt x="152081" y="173006"/>
                    <a:pt x="148246" y="173006"/>
                  </a:cubicBezTo>
                  <a:cubicBezTo>
                    <a:pt x="125881" y="173006"/>
                    <a:pt x="102878" y="167899"/>
                    <a:pt x="88820" y="158961"/>
                  </a:cubicBezTo>
                  <a:lnTo>
                    <a:pt x="88820" y="166622"/>
                  </a:lnTo>
                  <a:cubicBezTo>
                    <a:pt x="87542" y="174921"/>
                    <a:pt x="107351" y="186412"/>
                    <a:pt x="141856" y="187689"/>
                  </a:cubicBezTo>
                  <a:close/>
                  <a:moveTo>
                    <a:pt x="227482" y="284087"/>
                  </a:moveTo>
                  <a:cubicBezTo>
                    <a:pt x="187864" y="284087"/>
                    <a:pt x="155276" y="251529"/>
                    <a:pt x="155276" y="211948"/>
                  </a:cubicBezTo>
                  <a:cubicBezTo>
                    <a:pt x="155276" y="172368"/>
                    <a:pt x="187864" y="139809"/>
                    <a:pt x="227482" y="139809"/>
                  </a:cubicBezTo>
                  <a:cubicBezTo>
                    <a:pt x="267100" y="139809"/>
                    <a:pt x="299688" y="172368"/>
                    <a:pt x="299688" y="211948"/>
                  </a:cubicBezTo>
                  <a:cubicBezTo>
                    <a:pt x="299688" y="251529"/>
                    <a:pt x="267100" y="284087"/>
                    <a:pt x="227482" y="284087"/>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grpSp>
        <p:nvGrpSpPr>
          <p:cNvPr id="103" name="Graphic 4">
            <a:extLst>
              <a:ext uri="{FF2B5EF4-FFF2-40B4-BE49-F238E27FC236}">
                <a16:creationId xmlns:a16="http://schemas.microsoft.com/office/drawing/2014/main" id="{49B956F1-2BD9-476A-84D5-5D8D4894030C}"/>
              </a:ext>
            </a:extLst>
          </p:cNvPr>
          <p:cNvGrpSpPr/>
          <p:nvPr/>
        </p:nvGrpSpPr>
        <p:grpSpPr>
          <a:xfrm>
            <a:off x="3981642" y="4047180"/>
            <a:ext cx="580307" cy="548643"/>
            <a:chOff x="905454" y="1402723"/>
            <a:chExt cx="362309" cy="361971"/>
          </a:xfrm>
          <a:solidFill>
            <a:srgbClr val="62B5E5"/>
          </a:solidFill>
        </p:grpSpPr>
        <p:sp>
          <p:nvSpPr>
            <p:cNvPr id="104" name="Graphic 4">
              <a:extLst>
                <a:ext uri="{FF2B5EF4-FFF2-40B4-BE49-F238E27FC236}">
                  <a16:creationId xmlns:a16="http://schemas.microsoft.com/office/drawing/2014/main" id="{891B64DD-051B-424C-B709-384B3798CC13}"/>
                </a:ext>
              </a:extLst>
            </p:cNvPr>
            <p:cNvSpPr/>
            <p:nvPr/>
          </p:nvSpPr>
          <p:spPr>
            <a:xfrm>
              <a:off x="983411" y="1599988"/>
              <a:ext cx="57509" cy="67670"/>
            </a:xfrm>
            <a:custGeom>
              <a:avLst/>
              <a:gdLst>
                <a:gd name="connsiteX0" fmla="*/ 57509 w 57509"/>
                <a:gd name="connsiteY0" fmla="*/ 67670 h 67670"/>
                <a:gd name="connsiteX1" fmla="*/ 57509 w 57509"/>
                <a:gd name="connsiteY1" fmla="*/ 38304 h 67670"/>
                <a:gd name="connsiteX2" fmla="*/ 0 w 57509"/>
                <a:gd name="connsiteY2" fmla="*/ 0 h 67670"/>
                <a:gd name="connsiteX3" fmla="*/ 0 w 57509"/>
                <a:gd name="connsiteY3" fmla="*/ 67670 h 67670"/>
              </a:gdLst>
              <a:ahLst/>
              <a:cxnLst>
                <a:cxn ang="0">
                  <a:pos x="connsiteX0" y="connsiteY0"/>
                </a:cxn>
                <a:cxn ang="0">
                  <a:pos x="connsiteX1" y="connsiteY1"/>
                </a:cxn>
                <a:cxn ang="0">
                  <a:pos x="connsiteX2" y="connsiteY2"/>
                </a:cxn>
                <a:cxn ang="0">
                  <a:pos x="connsiteX3" y="connsiteY3"/>
                </a:cxn>
              </a:cxnLst>
              <a:rect l="l" t="t" r="r" b="b"/>
              <a:pathLst>
                <a:path w="57509" h="67670">
                  <a:moveTo>
                    <a:pt x="57509" y="67670"/>
                  </a:moveTo>
                  <a:lnTo>
                    <a:pt x="57509" y="38304"/>
                  </a:lnTo>
                  <a:lnTo>
                    <a:pt x="0" y="0"/>
                  </a:lnTo>
                  <a:lnTo>
                    <a:pt x="0" y="6767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05" name="Graphic 4">
              <a:extLst>
                <a:ext uri="{FF2B5EF4-FFF2-40B4-BE49-F238E27FC236}">
                  <a16:creationId xmlns:a16="http://schemas.microsoft.com/office/drawing/2014/main" id="{6DB873E9-47F5-4769-ABCE-C13A24BA0178}"/>
                </a:ext>
              </a:extLst>
            </p:cNvPr>
            <p:cNvSpPr/>
            <p:nvPr/>
          </p:nvSpPr>
          <p:spPr>
            <a:xfrm>
              <a:off x="1117599" y="1555300"/>
              <a:ext cx="70928" cy="112358"/>
            </a:xfrm>
            <a:custGeom>
              <a:avLst/>
              <a:gdLst>
                <a:gd name="connsiteX0" fmla="*/ 14058 w 70928"/>
                <a:gd name="connsiteY0" fmla="*/ 0 h 112358"/>
                <a:gd name="connsiteX1" fmla="*/ 0 w 70928"/>
                <a:gd name="connsiteY1" fmla="*/ 112358 h 112358"/>
                <a:gd name="connsiteX2" fmla="*/ 0 w 70928"/>
                <a:gd name="connsiteY2" fmla="*/ 112358 h 112358"/>
                <a:gd name="connsiteX3" fmla="*/ 70928 w 70928"/>
                <a:gd name="connsiteY3" fmla="*/ 112358 h 112358"/>
                <a:gd name="connsiteX4" fmla="*/ 49842 w 70928"/>
                <a:gd name="connsiteY4" fmla="*/ 0 h 1123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928" h="112358">
                  <a:moveTo>
                    <a:pt x="14058" y="0"/>
                  </a:moveTo>
                  <a:lnTo>
                    <a:pt x="0" y="112358"/>
                  </a:lnTo>
                  <a:lnTo>
                    <a:pt x="0" y="112358"/>
                  </a:lnTo>
                  <a:lnTo>
                    <a:pt x="70928" y="112358"/>
                  </a:lnTo>
                  <a:lnTo>
                    <a:pt x="49842" y="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06" name="Graphic 4">
              <a:extLst>
                <a:ext uri="{FF2B5EF4-FFF2-40B4-BE49-F238E27FC236}">
                  <a16:creationId xmlns:a16="http://schemas.microsoft.com/office/drawing/2014/main" id="{9F2C09BA-DC6B-4CCA-9D34-DB0280FA7FF6}"/>
                </a:ext>
              </a:extLst>
            </p:cNvPr>
            <p:cNvSpPr/>
            <p:nvPr/>
          </p:nvSpPr>
          <p:spPr>
            <a:xfrm>
              <a:off x="1053700" y="1599988"/>
              <a:ext cx="54314" cy="67670"/>
            </a:xfrm>
            <a:custGeom>
              <a:avLst/>
              <a:gdLst>
                <a:gd name="connsiteX0" fmla="*/ 50481 w 54314"/>
                <a:gd name="connsiteY0" fmla="*/ 67670 h 67670"/>
                <a:gd name="connsiteX1" fmla="*/ 54314 w 54314"/>
                <a:gd name="connsiteY1" fmla="*/ 36389 h 67670"/>
                <a:gd name="connsiteX2" fmla="*/ 0 w 54314"/>
                <a:gd name="connsiteY2" fmla="*/ 0 h 67670"/>
                <a:gd name="connsiteX3" fmla="*/ 0 w 54314"/>
                <a:gd name="connsiteY3" fmla="*/ 67670 h 67670"/>
              </a:gdLst>
              <a:ahLst/>
              <a:cxnLst>
                <a:cxn ang="0">
                  <a:pos x="connsiteX0" y="connsiteY0"/>
                </a:cxn>
                <a:cxn ang="0">
                  <a:pos x="connsiteX1" y="connsiteY1"/>
                </a:cxn>
                <a:cxn ang="0">
                  <a:pos x="connsiteX2" y="connsiteY2"/>
                </a:cxn>
                <a:cxn ang="0">
                  <a:pos x="connsiteX3" y="connsiteY3"/>
                </a:cxn>
              </a:cxnLst>
              <a:rect l="l" t="t" r="r" b="b"/>
              <a:pathLst>
                <a:path w="54314" h="67670">
                  <a:moveTo>
                    <a:pt x="50481" y="67670"/>
                  </a:moveTo>
                  <a:lnTo>
                    <a:pt x="54314" y="36389"/>
                  </a:lnTo>
                  <a:lnTo>
                    <a:pt x="0" y="0"/>
                  </a:lnTo>
                  <a:lnTo>
                    <a:pt x="0" y="6767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07" name="Graphic 4">
              <a:extLst>
                <a:ext uri="{FF2B5EF4-FFF2-40B4-BE49-F238E27FC236}">
                  <a16:creationId xmlns:a16="http://schemas.microsoft.com/office/drawing/2014/main" id="{31E6440E-78A3-4736-B034-C466F7BCD639}"/>
                </a:ext>
              </a:extLst>
            </p:cNvPr>
            <p:cNvSpPr/>
            <p:nvPr/>
          </p:nvSpPr>
          <p:spPr>
            <a:xfrm>
              <a:off x="905454" y="1402723"/>
              <a:ext cx="362309" cy="361971"/>
            </a:xfrm>
            <a:custGeom>
              <a:avLst/>
              <a:gdLst>
                <a:gd name="connsiteX0" fmla="*/ 180835 w 362309"/>
                <a:gd name="connsiteY0" fmla="*/ 0 h 361971"/>
                <a:gd name="connsiteX1" fmla="*/ 0 w 362309"/>
                <a:gd name="connsiteY1" fmla="*/ 181305 h 361971"/>
                <a:gd name="connsiteX2" fmla="*/ 180835 w 362309"/>
                <a:gd name="connsiteY2" fmla="*/ 361972 h 361971"/>
                <a:gd name="connsiteX3" fmla="*/ 362309 w 362309"/>
                <a:gd name="connsiteY3" fmla="*/ 181305 h 361971"/>
                <a:gd name="connsiteX4" fmla="*/ 362309 w 362309"/>
                <a:gd name="connsiteY4" fmla="*/ 181305 h 361971"/>
                <a:gd name="connsiteX5" fmla="*/ 180835 w 362309"/>
                <a:gd name="connsiteY5" fmla="*/ 0 h 361971"/>
                <a:gd name="connsiteX6" fmla="*/ 254959 w 362309"/>
                <a:gd name="connsiteY6" fmla="*/ 84907 h 361971"/>
                <a:gd name="connsiteX7" fmla="*/ 263904 w 362309"/>
                <a:gd name="connsiteY7" fmla="*/ 85545 h 361971"/>
                <a:gd name="connsiteX8" fmla="*/ 263904 w 362309"/>
                <a:gd name="connsiteY8" fmla="*/ 93845 h 361971"/>
                <a:gd name="connsiteX9" fmla="*/ 263265 w 362309"/>
                <a:gd name="connsiteY9" fmla="*/ 99590 h 361971"/>
                <a:gd name="connsiteX10" fmla="*/ 263904 w 362309"/>
                <a:gd name="connsiteY10" fmla="*/ 100229 h 361971"/>
                <a:gd name="connsiteX11" fmla="*/ 269016 w 362309"/>
                <a:gd name="connsiteY11" fmla="*/ 112358 h 361971"/>
                <a:gd name="connsiteX12" fmla="*/ 263265 w 362309"/>
                <a:gd name="connsiteY12" fmla="*/ 125126 h 361971"/>
                <a:gd name="connsiteX13" fmla="*/ 254320 w 362309"/>
                <a:gd name="connsiteY13" fmla="*/ 125126 h 361971"/>
                <a:gd name="connsiteX14" fmla="*/ 254320 w 362309"/>
                <a:gd name="connsiteY14" fmla="*/ 116188 h 361971"/>
                <a:gd name="connsiteX15" fmla="*/ 254320 w 362309"/>
                <a:gd name="connsiteY15" fmla="*/ 116188 h 361971"/>
                <a:gd name="connsiteX16" fmla="*/ 254959 w 362309"/>
                <a:gd name="connsiteY16" fmla="*/ 110443 h 361971"/>
                <a:gd name="connsiteX17" fmla="*/ 254320 w 362309"/>
                <a:gd name="connsiteY17" fmla="*/ 109804 h 361971"/>
                <a:gd name="connsiteX18" fmla="*/ 249208 w 362309"/>
                <a:gd name="connsiteY18" fmla="*/ 97675 h 361971"/>
                <a:gd name="connsiteX19" fmla="*/ 254959 w 362309"/>
                <a:gd name="connsiteY19" fmla="*/ 84907 h 361971"/>
                <a:gd name="connsiteX20" fmla="*/ 254959 w 362309"/>
                <a:gd name="connsiteY20" fmla="*/ 84907 h 361971"/>
                <a:gd name="connsiteX21" fmla="*/ 223009 w 362309"/>
                <a:gd name="connsiteY21" fmla="*/ 84907 h 361971"/>
                <a:gd name="connsiteX22" fmla="*/ 231955 w 362309"/>
                <a:gd name="connsiteY22" fmla="*/ 84907 h 361971"/>
                <a:gd name="connsiteX23" fmla="*/ 231955 w 362309"/>
                <a:gd name="connsiteY23" fmla="*/ 84907 h 361971"/>
                <a:gd name="connsiteX24" fmla="*/ 231955 w 362309"/>
                <a:gd name="connsiteY24" fmla="*/ 93845 h 361971"/>
                <a:gd name="connsiteX25" fmla="*/ 231316 w 362309"/>
                <a:gd name="connsiteY25" fmla="*/ 99590 h 361971"/>
                <a:gd name="connsiteX26" fmla="*/ 231955 w 362309"/>
                <a:gd name="connsiteY26" fmla="*/ 100229 h 361971"/>
                <a:gd name="connsiteX27" fmla="*/ 237067 w 362309"/>
                <a:gd name="connsiteY27" fmla="*/ 112358 h 361971"/>
                <a:gd name="connsiteX28" fmla="*/ 231316 w 362309"/>
                <a:gd name="connsiteY28" fmla="*/ 125126 h 361971"/>
                <a:gd name="connsiteX29" fmla="*/ 222370 w 362309"/>
                <a:gd name="connsiteY29" fmla="*/ 125126 h 361971"/>
                <a:gd name="connsiteX30" fmla="*/ 222370 w 362309"/>
                <a:gd name="connsiteY30" fmla="*/ 116188 h 361971"/>
                <a:gd name="connsiteX31" fmla="*/ 223009 w 362309"/>
                <a:gd name="connsiteY31" fmla="*/ 110443 h 361971"/>
                <a:gd name="connsiteX32" fmla="*/ 222370 w 362309"/>
                <a:gd name="connsiteY32" fmla="*/ 109804 h 361971"/>
                <a:gd name="connsiteX33" fmla="*/ 217258 w 362309"/>
                <a:gd name="connsiteY33" fmla="*/ 97675 h 361971"/>
                <a:gd name="connsiteX34" fmla="*/ 223009 w 362309"/>
                <a:gd name="connsiteY34" fmla="*/ 84907 h 361971"/>
                <a:gd name="connsiteX35" fmla="*/ 223009 w 362309"/>
                <a:gd name="connsiteY35" fmla="*/ 84907 h 361971"/>
                <a:gd name="connsiteX36" fmla="*/ 295854 w 362309"/>
                <a:gd name="connsiteY36" fmla="*/ 275788 h 361971"/>
                <a:gd name="connsiteX37" fmla="*/ 290742 w 362309"/>
                <a:gd name="connsiteY37" fmla="*/ 278342 h 361971"/>
                <a:gd name="connsiteX38" fmla="*/ 71567 w 362309"/>
                <a:gd name="connsiteY38" fmla="*/ 278342 h 361971"/>
                <a:gd name="connsiteX39" fmla="*/ 65177 w 362309"/>
                <a:gd name="connsiteY39" fmla="*/ 271958 h 361971"/>
                <a:gd name="connsiteX40" fmla="*/ 65177 w 362309"/>
                <a:gd name="connsiteY40" fmla="*/ 185774 h 361971"/>
                <a:gd name="connsiteX41" fmla="*/ 71567 w 362309"/>
                <a:gd name="connsiteY41" fmla="*/ 179390 h 361971"/>
                <a:gd name="connsiteX42" fmla="*/ 75401 w 362309"/>
                <a:gd name="connsiteY42" fmla="*/ 180667 h 361971"/>
                <a:gd name="connsiteX43" fmla="*/ 136106 w 362309"/>
                <a:gd name="connsiteY43" fmla="*/ 220886 h 361971"/>
                <a:gd name="connsiteX44" fmla="*/ 136106 w 362309"/>
                <a:gd name="connsiteY44" fmla="*/ 185774 h 361971"/>
                <a:gd name="connsiteX45" fmla="*/ 139301 w 362309"/>
                <a:gd name="connsiteY45" fmla="*/ 180028 h 361971"/>
                <a:gd name="connsiteX46" fmla="*/ 145691 w 362309"/>
                <a:gd name="connsiteY46" fmla="*/ 180667 h 361971"/>
                <a:gd name="connsiteX47" fmla="*/ 204478 w 362309"/>
                <a:gd name="connsiteY47" fmla="*/ 220247 h 361971"/>
                <a:gd name="connsiteX48" fmla="*/ 213424 w 362309"/>
                <a:gd name="connsiteY48" fmla="*/ 146193 h 361971"/>
                <a:gd name="connsiteX49" fmla="*/ 219814 w 362309"/>
                <a:gd name="connsiteY49" fmla="*/ 140448 h 361971"/>
                <a:gd name="connsiteX50" fmla="*/ 267099 w 362309"/>
                <a:gd name="connsiteY50" fmla="*/ 140448 h 361971"/>
                <a:gd name="connsiteX51" fmla="*/ 273489 w 362309"/>
                <a:gd name="connsiteY51" fmla="*/ 145555 h 361971"/>
                <a:gd name="connsiteX52" fmla="*/ 297132 w 362309"/>
                <a:gd name="connsiteY52" fmla="*/ 270681 h 361971"/>
                <a:gd name="connsiteX53" fmla="*/ 295854 w 362309"/>
                <a:gd name="connsiteY53" fmla="*/ 275788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62309" h="361971">
                  <a:moveTo>
                    <a:pt x="180835" y="0"/>
                  </a:moveTo>
                  <a:cubicBezTo>
                    <a:pt x="80513" y="0"/>
                    <a:pt x="0" y="81077"/>
                    <a:pt x="0" y="181305"/>
                  </a:cubicBezTo>
                  <a:cubicBezTo>
                    <a:pt x="0" y="281534"/>
                    <a:pt x="81152" y="361972"/>
                    <a:pt x="180835" y="361972"/>
                  </a:cubicBezTo>
                  <a:cubicBezTo>
                    <a:pt x="280518" y="361972"/>
                    <a:pt x="362309" y="280895"/>
                    <a:pt x="362309" y="181305"/>
                  </a:cubicBezTo>
                  <a:cubicBezTo>
                    <a:pt x="362309" y="181305"/>
                    <a:pt x="362309" y="181305"/>
                    <a:pt x="362309" y="181305"/>
                  </a:cubicBezTo>
                  <a:cubicBezTo>
                    <a:pt x="361670" y="80438"/>
                    <a:pt x="281157" y="0"/>
                    <a:pt x="180835" y="0"/>
                  </a:cubicBezTo>
                  <a:close/>
                  <a:moveTo>
                    <a:pt x="254959" y="84907"/>
                  </a:moveTo>
                  <a:cubicBezTo>
                    <a:pt x="257514" y="82353"/>
                    <a:pt x="261987" y="82992"/>
                    <a:pt x="263904" y="85545"/>
                  </a:cubicBezTo>
                  <a:cubicBezTo>
                    <a:pt x="265821" y="88099"/>
                    <a:pt x="265821" y="91291"/>
                    <a:pt x="263904" y="93845"/>
                  </a:cubicBezTo>
                  <a:cubicBezTo>
                    <a:pt x="261987" y="95121"/>
                    <a:pt x="261987" y="97675"/>
                    <a:pt x="263265" y="99590"/>
                  </a:cubicBezTo>
                  <a:cubicBezTo>
                    <a:pt x="263265" y="99590"/>
                    <a:pt x="263904" y="100229"/>
                    <a:pt x="263904" y="100229"/>
                  </a:cubicBezTo>
                  <a:cubicBezTo>
                    <a:pt x="267099" y="103420"/>
                    <a:pt x="269016" y="107889"/>
                    <a:pt x="269016" y="112358"/>
                  </a:cubicBezTo>
                  <a:cubicBezTo>
                    <a:pt x="269016" y="116827"/>
                    <a:pt x="267099" y="121934"/>
                    <a:pt x="263265" y="125126"/>
                  </a:cubicBezTo>
                  <a:cubicBezTo>
                    <a:pt x="260709" y="127680"/>
                    <a:pt x="256875" y="127680"/>
                    <a:pt x="254320" y="125126"/>
                  </a:cubicBezTo>
                  <a:cubicBezTo>
                    <a:pt x="251764" y="122572"/>
                    <a:pt x="251764" y="118742"/>
                    <a:pt x="254320" y="116188"/>
                  </a:cubicBezTo>
                  <a:lnTo>
                    <a:pt x="254320" y="116188"/>
                  </a:lnTo>
                  <a:cubicBezTo>
                    <a:pt x="256237" y="114912"/>
                    <a:pt x="256237" y="112358"/>
                    <a:pt x="254959" y="110443"/>
                  </a:cubicBezTo>
                  <a:cubicBezTo>
                    <a:pt x="254959" y="110443"/>
                    <a:pt x="254320" y="109804"/>
                    <a:pt x="254320" y="109804"/>
                  </a:cubicBezTo>
                  <a:cubicBezTo>
                    <a:pt x="251125" y="106612"/>
                    <a:pt x="249208" y="102144"/>
                    <a:pt x="249208" y="97675"/>
                  </a:cubicBezTo>
                  <a:cubicBezTo>
                    <a:pt x="249208" y="93206"/>
                    <a:pt x="251764" y="88099"/>
                    <a:pt x="254959" y="84907"/>
                  </a:cubicBezTo>
                  <a:lnTo>
                    <a:pt x="254959" y="84907"/>
                  </a:lnTo>
                  <a:close/>
                  <a:moveTo>
                    <a:pt x="223009" y="84907"/>
                  </a:moveTo>
                  <a:cubicBezTo>
                    <a:pt x="225565" y="82353"/>
                    <a:pt x="229399" y="82353"/>
                    <a:pt x="231955" y="84907"/>
                  </a:cubicBezTo>
                  <a:cubicBezTo>
                    <a:pt x="231955" y="84907"/>
                    <a:pt x="231955" y="84907"/>
                    <a:pt x="231955" y="84907"/>
                  </a:cubicBezTo>
                  <a:cubicBezTo>
                    <a:pt x="234511" y="87461"/>
                    <a:pt x="234511" y="91291"/>
                    <a:pt x="231955" y="93845"/>
                  </a:cubicBezTo>
                  <a:cubicBezTo>
                    <a:pt x="230038" y="95121"/>
                    <a:pt x="230038" y="97675"/>
                    <a:pt x="231316" y="99590"/>
                  </a:cubicBezTo>
                  <a:cubicBezTo>
                    <a:pt x="231316" y="99590"/>
                    <a:pt x="231955" y="100229"/>
                    <a:pt x="231955" y="100229"/>
                  </a:cubicBezTo>
                  <a:cubicBezTo>
                    <a:pt x="235150" y="103420"/>
                    <a:pt x="237067" y="107889"/>
                    <a:pt x="237067" y="112358"/>
                  </a:cubicBezTo>
                  <a:cubicBezTo>
                    <a:pt x="237067" y="116827"/>
                    <a:pt x="235150" y="121934"/>
                    <a:pt x="231316" y="125126"/>
                  </a:cubicBezTo>
                  <a:cubicBezTo>
                    <a:pt x="228760" y="127680"/>
                    <a:pt x="224926" y="127680"/>
                    <a:pt x="222370" y="125126"/>
                  </a:cubicBezTo>
                  <a:cubicBezTo>
                    <a:pt x="219814" y="122572"/>
                    <a:pt x="219814" y="118742"/>
                    <a:pt x="222370" y="116188"/>
                  </a:cubicBezTo>
                  <a:cubicBezTo>
                    <a:pt x="224287" y="114912"/>
                    <a:pt x="224287" y="112358"/>
                    <a:pt x="223009" y="110443"/>
                  </a:cubicBezTo>
                  <a:cubicBezTo>
                    <a:pt x="223009" y="110443"/>
                    <a:pt x="222370" y="109804"/>
                    <a:pt x="222370" y="109804"/>
                  </a:cubicBezTo>
                  <a:cubicBezTo>
                    <a:pt x="219175" y="106612"/>
                    <a:pt x="217258" y="102144"/>
                    <a:pt x="217258" y="97675"/>
                  </a:cubicBezTo>
                  <a:cubicBezTo>
                    <a:pt x="218536" y="92568"/>
                    <a:pt x="220453" y="88099"/>
                    <a:pt x="223009" y="84907"/>
                  </a:cubicBezTo>
                  <a:lnTo>
                    <a:pt x="223009" y="84907"/>
                  </a:lnTo>
                  <a:close/>
                  <a:moveTo>
                    <a:pt x="295854" y="275788"/>
                  </a:moveTo>
                  <a:cubicBezTo>
                    <a:pt x="294576" y="277065"/>
                    <a:pt x="292659" y="278342"/>
                    <a:pt x="290742" y="278342"/>
                  </a:cubicBezTo>
                  <a:lnTo>
                    <a:pt x="71567" y="278342"/>
                  </a:lnTo>
                  <a:cubicBezTo>
                    <a:pt x="67733" y="278342"/>
                    <a:pt x="65177" y="275788"/>
                    <a:pt x="65177" y="271958"/>
                  </a:cubicBezTo>
                  <a:lnTo>
                    <a:pt x="65177" y="185774"/>
                  </a:lnTo>
                  <a:cubicBezTo>
                    <a:pt x="65177" y="181944"/>
                    <a:pt x="67733" y="179390"/>
                    <a:pt x="71567" y="179390"/>
                  </a:cubicBezTo>
                  <a:cubicBezTo>
                    <a:pt x="72845" y="179390"/>
                    <a:pt x="74123" y="180028"/>
                    <a:pt x="75401" y="180667"/>
                  </a:cubicBezTo>
                  <a:lnTo>
                    <a:pt x="136106" y="220886"/>
                  </a:lnTo>
                  <a:lnTo>
                    <a:pt x="136106" y="185774"/>
                  </a:lnTo>
                  <a:cubicBezTo>
                    <a:pt x="136106" y="183220"/>
                    <a:pt x="137384" y="181305"/>
                    <a:pt x="139301" y="180028"/>
                  </a:cubicBezTo>
                  <a:cubicBezTo>
                    <a:pt x="141218" y="178752"/>
                    <a:pt x="143774" y="179390"/>
                    <a:pt x="145691" y="180667"/>
                  </a:cubicBezTo>
                  <a:lnTo>
                    <a:pt x="204478" y="220247"/>
                  </a:lnTo>
                  <a:lnTo>
                    <a:pt x="213424" y="146193"/>
                  </a:lnTo>
                  <a:cubicBezTo>
                    <a:pt x="214063" y="143001"/>
                    <a:pt x="216619" y="140448"/>
                    <a:pt x="219814" y="140448"/>
                  </a:cubicBezTo>
                  <a:lnTo>
                    <a:pt x="267099" y="140448"/>
                  </a:lnTo>
                  <a:cubicBezTo>
                    <a:pt x="270294" y="140448"/>
                    <a:pt x="272850" y="142363"/>
                    <a:pt x="273489" y="145555"/>
                  </a:cubicBezTo>
                  <a:lnTo>
                    <a:pt x="297132" y="270681"/>
                  </a:lnTo>
                  <a:cubicBezTo>
                    <a:pt x="297771" y="271958"/>
                    <a:pt x="297132" y="273873"/>
                    <a:pt x="295854" y="27578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grpSp>
        <p:nvGrpSpPr>
          <p:cNvPr id="100" name="Group 99">
            <a:extLst>
              <a:ext uri="{FF2B5EF4-FFF2-40B4-BE49-F238E27FC236}">
                <a16:creationId xmlns:a16="http://schemas.microsoft.com/office/drawing/2014/main" id="{94C2FAB2-F31F-4716-98E8-A481CEEF054A}"/>
              </a:ext>
            </a:extLst>
          </p:cNvPr>
          <p:cNvGrpSpPr/>
          <p:nvPr/>
        </p:nvGrpSpPr>
        <p:grpSpPr>
          <a:xfrm>
            <a:off x="3160469" y="6389529"/>
            <a:ext cx="5871063" cy="357374"/>
            <a:chOff x="2789942" y="6324600"/>
            <a:chExt cx="5871063" cy="365760"/>
          </a:xfrm>
        </p:grpSpPr>
        <p:sp>
          <p:nvSpPr>
            <p:cNvPr id="101" name="Oval 100">
              <a:extLst>
                <a:ext uri="{FF2B5EF4-FFF2-40B4-BE49-F238E27FC236}">
                  <a16:creationId xmlns:a16="http://schemas.microsoft.com/office/drawing/2014/main" id="{7B1C0C40-1221-4977-BA5E-C2D118805D77}"/>
                </a:ext>
              </a:extLst>
            </p:cNvPr>
            <p:cNvSpPr/>
            <p:nvPr/>
          </p:nvSpPr>
          <p:spPr bwMode="gray">
            <a:xfrm>
              <a:off x="4811486" y="6324600"/>
              <a:ext cx="365760" cy="365760"/>
            </a:xfrm>
            <a:prstGeom prst="ellipse">
              <a:avLst/>
            </a:prstGeom>
            <a:solidFill>
              <a:schemeClr val="accent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108" name="Oval 107">
              <a:extLst>
                <a:ext uri="{FF2B5EF4-FFF2-40B4-BE49-F238E27FC236}">
                  <a16:creationId xmlns:a16="http://schemas.microsoft.com/office/drawing/2014/main" id="{CE4C023F-90A8-4524-ACE2-4FEBA3C95AB6}"/>
                </a:ext>
              </a:extLst>
            </p:cNvPr>
            <p:cNvSpPr/>
            <p:nvPr/>
          </p:nvSpPr>
          <p:spPr bwMode="gray">
            <a:xfrm>
              <a:off x="6072053" y="6324600"/>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117" name="Oval 116">
              <a:extLst>
                <a:ext uri="{FF2B5EF4-FFF2-40B4-BE49-F238E27FC236}">
                  <a16:creationId xmlns:a16="http://schemas.microsoft.com/office/drawing/2014/main" id="{B5334353-34B5-423C-A8DD-5B9C9E3DEA53}"/>
                </a:ext>
              </a:extLst>
            </p:cNvPr>
            <p:cNvSpPr/>
            <p:nvPr/>
          </p:nvSpPr>
          <p:spPr bwMode="gray">
            <a:xfrm>
              <a:off x="7405717" y="6324600"/>
              <a:ext cx="365760" cy="365760"/>
            </a:xfrm>
            <a:prstGeom prst="ellipse">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118" name="TextBox 117">
              <a:extLst>
                <a:ext uri="{FF2B5EF4-FFF2-40B4-BE49-F238E27FC236}">
                  <a16:creationId xmlns:a16="http://schemas.microsoft.com/office/drawing/2014/main" id="{316A8634-9C31-48E1-832E-6B440C10B391}"/>
                </a:ext>
              </a:extLst>
            </p:cNvPr>
            <p:cNvSpPr txBox="1"/>
            <p:nvPr/>
          </p:nvSpPr>
          <p:spPr>
            <a:xfrm>
              <a:off x="2789942" y="6442322"/>
              <a:ext cx="1698925"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1" u="none" strike="noStrike" kern="1200" cap="none" spc="0" normalizeH="0" baseline="0" noProof="0">
                  <a:ln>
                    <a:noFill/>
                  </a:ln>
                  <a:solidFill>
                    <a:srgbClr val="313131"/>
                  </a:solidFill>
                  <a:effectLst/>
                  <a:uLnTx/>
                  <a:uFillTx/>
                  <a:latin typeface="Verdana"/>
                  <a:ea typeface="+mn-ea"/>
                  <a:cs typeface="+mn-cs"/>
                </a:rPr>
                <a:t>Impact on Business</a:t>
              </a:r>
            </a:p>
          </p:txBody>
        </p:sp>
        <p:sp>
          <p:nvSpPr>
            <p:cNvPr id="119" name="TextBox 118">
              <a:extLst>
                <a:ext uri="{FF2B5EF4-FFF2-40B4-BE49-F238E27FC236}">
                  <a16:creationId xmlns:a16="http://schemas.microsoft.com/office/drawing/2014/main" id="{011E96B4-C946-4BCA-9B87-ADA8CA53C3F8}"/>
                </a:ext>
              </a:extLst>
            </p:cNvPr>
            <p:cNvSpPr txBox="1"/>
            <p:nvPr/>
          </p:nvSpPr>
          <p:spPr>
            <a:xfrm>
              <a:off x="5247379" y="6420550"/>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Verdana"/>
                  <a:ea typeface="+mn-ea"/>
                  <a:cs typeface="+mn-cs"/>
                </a:rPr>
                <a:t>High</a:t>
              </a:r>
            </a:p>
          </p:txBody>
        </p:sp>
        <p:sp>
          <p:nvSpPr>
            <p:cNvPr id="120" name="TextBox 119">
              <a:extLst>
                <a:ext uri="{FF2B5EF4-FFF2-40B4-BE49-F238E27FC236}">
                  <a16:creationId xmlns:a16="http://schemas.microsoft.com/office/drawing/2014/main" id="{8376FBA2-5248-4DB4-908B-6E70B02C0601}"/>
                </a:ext>
              </a:extLst>
            </p:cNvPr>
            <p:cNvSpPr txBox="1"/>
            <p:nvPr/>
          </p:nvSpPr>
          <p:spPr>
            <a:xfrm>
              <a:off x="6537499" y="6412891"/>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Verdana"/>
                  <a:ea typeface="+mn-ea"/>
                  <a:cs typeface="+mn-cs"/>
                </a:rPr>
                <a:t>Medium</a:t>
              </a:r>
            </a:p>
          </p:txBody>
        </p:sp>
        <p:sp>
          <p:nvSpPr>
            <p:cNvPr id="121" name="TextBox 120">
              <a:extLst>
                <a:ext uri="{FF2B5EF4-FFF2-40B4-BE49-F238E27FC236}">
                  <a16:creationId xmlns:a16="http://schemas.microsoft.com/office/drawing/2014/main" id="{DF5FFB19-F7E4-48ED-A9E8-3B8B467808FC}"/>
                </a:ext>
              </a:extLst>
            </p:cNvPr>
            <p:cNvSpPr txBox="1"/>
            <p:nvPr/>
          </p:nvSpPr>
          <p:spPr>
            <a:xfrm>
              <a:off x="7899005" y="6412891"/>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Verdana"/>
                  <a:ea typeface="+mn-ea"/>
                  <a:cs typeface="+mn-cs"/>
                </a:rPr>
                <a:t>Low</a:t>
              </a:r>
            </a:p>
          </p:txBody>
        </p:sp>
      </p:grpSp>
    </p:spTree>
    <p:extLst>
      <p:ext uri="{BB962C8B-B14F-4D97-AF65-F5344CB8AC3E}">
        <p14:creationId xmlns:p14="http://schemas.microsoft.com/office/powerpoint/2010/main" val="1978036182"/>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8E525C8-5B83-4553-B7A8-F5F66115ADBA}"/>
              </a:ext>
            </a:extLst>
          </p:cNvPr>
          <p:cNvGraphicFramePr>
            <a:graphicFrameLocks noChangeAspect="1"/>
          </p:cNvGraphicFramePr>
          <p:nvPr>
            <p:custDataLst>
              <p:tags r:id="rId2"/>
            </p:custDataLst>
          </p:nvPr>
        </p:nvGraphicFramePr>
        <p:xfrm>
          <a:off x="1680" y="1440"/>
          <a:ext cx="1440" cy="1440"/>
        </p:xfrm>
        <a:graphic>
          <a:graphicData uri="http://schemas.openxmlformats.org/presentationml/2006/ole">
            <mc:AlternateContent xmlns:mc="http://schemas.openxmlformats.org/markup-compatibility/2006">
              <mc:Choice xmlns:v="urn:schemas-microsoft-com:vml" Requires="v">
                <p:oleObj spid="_x0000_s42042" name="think-cell Slide" r:id="rId5" imgW="498" imgH="499" progId="TCLayout.ActiveDocument.1">
                  <p:embed/>
                </p:oleObj>
              </mc:Choice>
              <mc:Fallback>
                <p:oleObj name="think-cell Slide" r:id="rId5" imgW="498" imgH="499" progId="TCLayout.ActiveDocument.1">
                  <p:embed/>
                  <p:pic>
                    <p:nvPicPr>
                      <p:cNvPr id="5" name="Object 4" hidden="1">
                        <a:extLst>
                          <a:ext uri="{FF2B5EF4-FFF2-40B4-BE49-F238E27FC236}">
                            <a16:creationId xmlns:a16="http://schemas.microsoft.com/office/drawing/2014/main" id="{D8E525C8-5B83-4553-B7A8-F5F66115ADBA}"/>
                          </a:ext>
                        </a:extLst>
                      </p:cNvPr>
                      <p:cNvPicPr/>
                      <p:nvPr/>
                    </p:nvPicPr>
                    <p:blipFill>
                      <a:blip r:embed="rId6"/>
                      <a:stretch>
                        <a:fillRect/>
                      </a:stretch>
                    </p:blipFill>
                    <p:spPr>
                      <a:xfrm>
                        <a:off x="1680" y="1440"/>
                        <a:ext cx="1440" cy="1440"/>
                      </a:xfrm>
                      <a:prstGeom prst="rect">
                        <a:avLst/>
                      </a:prstGeom>
                    </p:spPr>
                  </p:pic>
                </p:oleObj>
              </mc:Fallback>
            </mc:AlternateContent>
          </a:graphicData>
        </a:graphic>
      </p:graphicFrame>
      <p:sp>
        <p:nvSpPr>
          <p:cNvPr id="88" name="Rectangle 87" hidden="1">
            <a:extLst>
              <a:ext uri="{FF2B5EF4-FFF2-40B4-BE49-F238E27FC236}">
                <a16:creationId xmlns:a16="http://schemas.microsoft.com/office/drawing/2014/main" id="{E8660C98-62A0-423C-8A5A-044FD3662E7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088" b="0" i="0" u="none" strike="noStrike" kern="1200" cap="none" spc="0" normalizeH="0" baseline="0" noProof="0">
              <a:ln>
                <a:noFill/>
              </a:ln>
              <a:solidFill>
                <a:prstClr val="white"/>
              </a:solidFill>
              <a:effectLst/>
              <a:uLnTx/>
              <a:uFillTx/>
              <a:latin typeface="Verdana"/>
              <a:ea typeface="+mn-ea"/>
              <a:cs typeface="+mn-cs"/>
            </a:endParaRPr>
          </a:p>
        </p:txBody>
      </p:sp>
      <p:sp>
        <p:nvSpPr>
          <p:cNvPr id="2" name="Rectangle 1" hidden="1">
            <a:extLst>
              <a:ext uri="{FF2B5EF4-FFF2-40B4-BE49-F238E27FC236}">
                <a16:creationId xmlns:a16="http://schemas.microsoft.com/office/drawing/2014/main" id="{2A521930-E564-4B05-B60F-B4D4B607A7F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Avenir Next LT Pro Light" panose="020B0304020202020204" pitchFamily="34" charset="0"/>
              <a:ea typeface="+mn-ea"/>
              <a:cs typeface="+mn-cs"/>
            </a:endParaRPr>
          </a:p>
        </p:txBody>
      </p:sp>
      <p:sp>
        <p:nvSpPr>
          <p:cNvPr id="33" name="Rectangle 32" hidden="1">
            <a:extLst>
              <a:ext uri="{FF2B5EF4-FFF2-40B4-BE49-F238E27FC236}">
                <a16:creationId xmlns:a16="http://schemas.microsoft.com/office/drawing/2014/main" id="{5CEEA709-822B-4D97-95B5-1E93A1A05919}"/>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54" name="Rectangle 53" hidden="1">
            <a:extLst>
              <a:ext uri="{FF2B5EF4-FFF2-40B4-BE49-F238E27FC236}">
                <a16:creationId xmlns:a16="http://schemas.microsoft.com/office/drawing/2014/main" id="{225F56F8-8BC1-48B6-BEFF-20E4914FDA4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58" name="Rectangle 57" hidden="1">
            <a:extLst>
              <a:ext uri="{FF2B5EF4-FFF2-40B4-BE49-F238E27FC236}">
                <a16:creationId xmlns:a16="http://schemas.microsoft.com/office/drawing/2014/main" id="{50C0A6EC-D618-4045-A144-16336B53AEFE}"/>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62" name="Rectangle 61" hidden="1">
            <a:extLst>
              <a:ext uri="{FF2B5EF4-FFF2-40B4-BE49-F238E27FC236}">
                <a16:creationId xmlns:a16="http://schemas.microsoft.com/office/drawing/2014/main" id="{8AC4DE8A-A90A-45C4-A128-6D6EC2EA41AF}"/>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123" name="Rectangle 122" hidden="1">
            <a:extLst>
              <a:ext uri="{FF2B5EF4-FFF2-40B4-BE49-F238E27FC236}">
                <a16:creationId xmlns:a16="http://schemas.microsoft.com/office/drawing/2014/main" id="{891D9B62-8447-4BF2-AAD5-EE8A0DC6CA59}"/>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154" name="Rectangle 153" hidden="1">
            <a:extLst>
              <a:ext uri="{FF2B5EF4-FFF2-40B4-BE49-F238E27FC236}">
                <a16:creationId xmlns:a16="http://schemas.microsoft.com/office/drawing/2014/main" id="{E6055FF4-59BE-4A31-A244-49C2AAC1E7B4}"/>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157" name="Rectangle 156" hidden="1">
            <a:extLst>
              <a:ext uri="{FF2B5EF4-FFF2-40B4-BE49-F238E27FC236}">
                <a16:creationId xmlns:a16="http://schemas.microsoft.com/office/drawing/2014/main" id="{79987C92-84CE-44DC-A97C-59F767A61EC1}"/>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361" name="Rectangle 360" hidden="1">
            <a:extLst>
              <a:ext uri="{FF2B5EF4-FFF2-40B4-BE49-F238E27FC236}">
                <a16:creationId xmlns:a16="http://schemas.microsoft.com/office/drawing/2014/main" id="{58D700BD-6F8F-4F7C-8892-9034C7A065B1}"/>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05" name="Rectangle 404" hidden="1">
            <a:extLst>
              <a:ext uri="{FF2B5EF4-FFF2-40B4-BE49-F238E27FC236}">
                <a16:creationId xmlns:a16="http://schemas.microsoft.com/office/drawing/2014/main" id="{0CEE0670-BDA8-4520-8F9D-5C046A637342}"/>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5" name="Rectangle 44" hidden="1">
            <a:extLst>
              <a:ext uri="{FF2B5EF4-FFF2-40B4-BE49-F238E27FC236}">
                <a16:creationId xmlns:a16="http://schemas.microsoft.com/office/drawing/2014/main" id="{767854C1-3E6E-4F2E-98B4-2A1F7DB28D5C}"/>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725"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219" name="Rectangle 218" hidden="1">
            <a:extLst>
              <a:ext uri="{FF2B5EF4-FFF2-40B4-BE49-F238E27FC236}">
                <a16:creationId xmlns:a16="http://schemas.microsoft.com/office/drawing/2014/main" id="{847846C5-C801-4BEE-9506-A16841F90D4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725" b="0" i="0" u="none" strike="noStrike" kern="1200" cap="none" spc="0" normalizeH="0" baseline="0" noProof="0">
              <a:ln>
                <a:noFill/>
              </a:ln>
              <a:solidFill>
                <a:prstClr val="white"/>
              </a:solidFill>
              <a:effectLst/>
              <a:uLnTx/>
              <a:uFillTx/>
              <a:latin typeface="Verdana"/>
              <a:ea typeface="+mn-ea"/>
              <a:cs typeface="+mn-cs"/>
            </a:endParaRPr>
          </a:p>
        </p:txBody>
      </p:sp>
      <p:sp>
        <p:nvSpPr>
          <p:cNvPr id="332" name="Rectangle 331" hidden="1">
            <a:extLst>
              <a:ext uri="{FF2B5EF4-FFF2-40B4-BE49-F238E27FC236}">
                <a16:creationId xmlns:a16="http://schemas.microsoft.com/office/drawing/2014/main" id="{B1BAC627-2155-4A3C-960D-101193C2287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088" b="0" i="0" u="none" strike="noStrike" kern="1200" cap="none" spc="0" normalizeH="0" baseline="0" noProof="0">
              <a:ln>
                <a:noFill/>
              </a:ln>
              <a:solidFill>
                <a:prstClr val="white"/>
              </a:solidFill>
              <a:effectLst/>
              <a:uLnTx/>
              <a:uFillTx/>
              <a:latin typeface="Verdana"/>
              <a:ea typeface="+mn-ea"/>
              <a:cs typeface="+mn-cs"/>
            </a:endParaRPr>
          </a:p>
        </p:txBody>
      </p:sp>
      <p:sp>
        <p:nvSpPr>
          <p:cNvPr id="532" name="Rectangle 531" hidden="1">
            <a:extLst>
              <a:ext uri="{FF2B5EF4-FFF2-40B4-BE49-F238E27FC236}">
                <a16:creationId xmlns:a16="http://schemas.microsoft.com/office/drawing/2014/main" id="{25F5028C-BFCA-4679-826B-D8FEBFE44C90}"/>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Avenir Next LT Pro Light" panose="020B0304020202020204" pitchFamily="34" charset="0"/>
              <a:ea typeface="+mn-ea"/>
              <a:cs typeface="+mn-cs"/>
            </a:endParaRPr>
          </a:p>
        </p:txBody>
      </p:sp>
      <p:sp>
        <p:nvSpPr>
          <p:cNvPr id="645" name="Rectangle 644" hidden="1">
            <a:extLst>
              <a:ext uri="{FF2B5EF4-FFF2-40B4-BE49-F238E27FC236}">
                <a16:creationId xmlns:a16="http://schemas.microsoft.com/office/drawing/2014/main" id="{E3C87C7A-307E-4E40-BF24-596ACA913F2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660" name="Rectangle 659" hidden="1">
            <a:extLst>
              <a:ext uri="{FF2B5EF4-FFF2-40B4-BE49-F238E27FC236}">
                <a16:creationId xmlns:a16="http://schemas.microsoft.com/office/drawing/2014/main" id="{2ECBF87A-E661-4272-A3A4-31486CCA0A14}"/>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0" name="Title 2">
            <a:extLst>
              <a:ext uri="{FF2B5EF4-FFF2-40B4-BE49-F238E27FC236}">
                <a16:creationId xmlns:a16="http://schemas.microsoft.com/office/drawing/2014/main" id="{4B8DEF8B-01E9-42C6-8321-05FF6A851792}"/>
              </a:ext>
            </a:extLst>
          </p:cNvPr>
          <p:cNvSpPr>
            <a:spLocks noGrp="1"/>
          </p:cNvSpPr>
          <p:nvPr>
            <p:ph type="title"/>
          </p:nvPr>
        </p:nvSpPr>
        <p:spPr>
          <a:xfrm>
            <a:off x="501652" y="317503"/>
            <a:ext cx="11162350" cy="334101"/>
          </a:xfrm>
        </p:spPr>
        <p:txBody>
          <a:bodyPr vert="horz"/>
          <a:lstStyle/>
          <a:p>
            <a:r>
              <a:rPr lang="en-US" sz="1814" b="1" dirty="0"/>
              <a:t>WBSEDCLS’s Opportunities Analysis (1/2)</a:t>
            </a:r>
          </a:p>
        </p:txBody>
      </p:sp>
      <p:sp>
        <p:nvSpPr>
          <p:cNvPr id="161" name="Rectangle 160">
            <a:extLst>
              <a:ext uri="{FF2B5EF4-FFF2-40B4-BE49-F238E27FC236}">
                <a16:creationId xmlns:a16="http://schemas.microsoft.com/office/drawing/2014/main" id="{B05DE1FD-5D9A-4B53-AACE-651883A14C74}"/>
              </a:ext>
            </a:extLst>
          </p:cNvPr>
          <p:cNvSpPr/>
          <p:nvPr/>
        </p:nvSpPr>
        <p:spPr>
          <a:xfrm>
            <a:off x="4917889" y="948368"/>
            <a:ext cx="5528537" cy="1077218"/>
          </a:xfrm>
          <a:prstGeom prst="rect">
            <a:avLst/>
          </a:prstGeom>
        </p:spPr>
        <p:txBody>
          <a:bodyPr wrap="square" lIns="0" tIns="0" rIns="0" bIns="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86BC25"/>
                </a:solidFill>
                <a:effectLst/>
                <a:uLnTx/>
                <a:uFillTx/>
                <a:latin typeface="Verdana"/>
                <a:ea typeface="+mn-ea"/>
                <a:cs typeface="+mn-cs"/>
              </a:rPr>
              <a:t>Expansion of RE portfolio in the power purchase mix: </a:t>
            </a:r>
            <a:r>
              <a:rPr kumimoji="0" lang="en-US" sz="1400" b="0" i="0" u="none" strike="noStrike" kern="1200" cap="none" spc="0" normalizeH="0" baseline="0" noProof="0" dirty="0">
                <a:ln>
                  <a:noFill/>
                </a:ln>
                <a:solidFill>
                  <a:prstClr val="black"/>
                </a:solidFill>
                <a:effectLst/>
                <a:uLnTx/>
                <a:uFillTx/>
                <a:latin typeface="Verdana"/>
                <a:ea typeface="+mn-ea"/>
                <a:cs typeface="+mn-cs"/>
              </a:rPr>
              <a:t>WBSEDCL will need to increase its overall RE portfolio in order to fulfill its RPO Obligation. Furthermore, Renewable energy in Power purchase portfolio will help to reduce overall cost of supply. </a:t>
            </a:r>
          </a:p>
        </p:txBody>
      </p:sp>
      <p:sp>
        <p:nvSpPr>
          <p:cNvPr id="162" name="TextBox 161">
            <a:extLst>
              <a:ext uri="{FF2B5EF4-FFF2-40B4-BE49-F238E27FC236}">
                <a16:creationId xmlns:a16="http://schemas.microsoft.com/office/drawing/2014/main" id="{D94E36FD-E4A9-4D1E-9EFD-1AFCAE215DE0}"/>
              </a:ext>
            </a:extLst>
          </p:cNvPr>
          <p:cNvSpPr txBox="1"/>
          <p:nvPr/>
        </p:nvSpPr>
        <p:spPr>
          <a:xfrm>
            <a:off x="4943292" y="5433609"/>
            <a:ext cx="5503133" cy="646331"/>
          </a:xfrm>
          <a:prstGeom prst="rect">
            <a:avLst/>
          </a:prstGeom>
          <a:noFill/>
        </p:spPr>
        <p:txBody>
          <a:bodyPr wrap="square" lIns="0" tIns="0" rIns="0" bIns="0" rtlCol="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12169">
                    <a:lumMod val="60000"/>
                    <a:lumOff val="40000"/>
                  </a:srgbClr>
                </a:solidFill>
                <a:effectLst/>
                <a:uLnTx/>
                <a:uFillTx/>
                <a:latin typeface="Verdana"/>
                <a:ea typeface="+mn-ea"/>
                <a:cs typeface="+mn-cs"/>
              </a:rPr>
              <a:t>New IT/OT Initiatives for better customer service:</a:t>
            </a:r>
            <a:r>
              <a:rPr kumimoji="0" lang="en-US" sz="1400" b="1" i="0" u="none" strike="noStrike" kern="1200" cap="none" spc="0" normalizeH="0" baseline="0" noProof="0" dirty="0">
                <a:ln>
                  <a:noFill/>
                </a:ln>
                <a:solidFill>
                  <a:prstClr val="white"/>
                </a:solidFill>
                <a:effectLst/>
                <a:uLnTx/>
                <a:uFillTx/>
                <a:latin typeface="Verdana"/>
                <a:ea typeface="+mn-ea"/>
                <a:cs typeface="+mn-cs"/>
              </a:rPr>
              <a:t> </a:t>
            </a:r>
            <a:r>
              <a:rPr kumimoji="0" lang="en-US" sz="1400" b="0" i="0" u="none" strike="noStrike" kern="1200" cap="none" spc="0" normalizeH="0" baseline="0" noProof="0" dirty="0">
                <a:ln>
                  <a:noFill/>
                </a:ln>
                <a:solidFill>
                  <a:prstClr val="black"/>
                </a:solidFill>
                <a:effectLst/>
                <a:uLnTx/>
                <a:uFillTx/>
                <a:latin typeface="Verdana"/>
                <a:ea typeface="+mn-ea"/>
                <a:cs typeface="+mn-cs"/>
              </a:rPr>
              <a:t> New IT/OT initiatives along with data analytics offer unique value proposition to service the customer better. </a:t>
            </a:r>
          </a:p>
        </p:txBody>
      </p:sp>
      <p:sp>
        <p:nvSpPr>
          <p:cNvPr id="163" name="TextBox 162">
            <a:extLst>
              <a:ext uri="{FF2B5EF4-FFF2-40B4-BE49-F238E27FC236}">
                <a16:creationId xmlns:a16="http://schemas.microsoft.com/office/drawing/2014/main" id="{2E0890B0-9FBE-4964-84D5-558A96E9E2C0}"/>
              </a:ext>
            </a:extLst>
          </p:cNvPr>
          <p:cNvSpPr txBox="1"/>
          <p:nvPr/>
        </p:nvSpPr>
        <p:spPr>
          <a:xfrm>
            <a:off x="4943293" y="4246854"/>
            <a:ext cx="5503134" cy="1077218"/>
          </a:xfrm>
          <a:prstGeom prst="rect">
            <a:avLst/>
          </a:prstGeom>
          <a:noFill/>
        </p:spPr>
        <p:txBody>
          <a:bodyPr wrap="square" lIns="0" tIns="0" rIns="0" bIns="0" rtlCol="0" anchor="ctr">
            <a:spAutoFit/>
          </a:bodyPr>
          <a:lstStyle/>
          <a:p>
            <a:pPr marL="0" marR="0" lvl="0" indent="0" algn="just" defTabSz="1150154"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62B5E5"/>
                </a:solidFill>
                <a:effectLst/>
                <a:uLnTx/>
                <a:uFillTx/>
                <a:latin typeface="Verdana"/>
                <a:ea typeface="+mn-ea"/>
                <a:cs typeface="+mn-cs"/>
              </a:rPr>
              <a:t>New Services and Revenue Opportunities: </a:t>
            </a:r>
            <a:r>
              <a:rPr kumimoji="0" lang="en-US" sz="1400" b="0" i="0" u="none" strike="noStrike" kern="1200" cap="none" spc="0" normalizeH="0" baseline="0" noProof="0" dirty="0">
                <a:ln>
                  <a:noFill/>
                </a:ln>
                <a:solidFill>
                  <a:prstClr val="black"/>
                </a:solidFill>
                <a:effectLst/>
                <a:uLnTx/>
                <a:uFillTx/>
                <a:latin typeface="Verdana"/>
                <a:ea typeface="+mn-ea"/>
                <a:cs typeface="+mn-cs"/>
              </a:rPr>
              <a:t>Energy transition is leading paradigm shift in the services that utilities can offer. It includes, sale of roof-top PV systems, EVSE/charging infra, smart appliances, e-cooking etc. Also leveraging network and assets for monetization initiatives</a:t>
            </a:r>
          </a:p>
        </p:txBody>
      </p:sp>
      <p:sp>
        <p:nvSpPr>
          <p:cNvPr id="164" name="TextBox 163">
            <a:extLst>
              <a:ext uri="{FF2B5EF4-FFF2-40B4-BE49-F238E27FC236}">
                <a16:creationId xmlns:a16="http://schemas.microsoft.com/office/drawing/2014/main" id="{7692A00F-7EB1-4BA3-8804-BA4629A178E2}"/>
              </a:ext>
            </a:extLst>
          </p:cNvPr>
          <p:cNvSpPr txBox="1"/>
          <p:nvPr/>
        </p:nvSpPr>
        <p:spPr>
          <a:xfrm>
            <a:off x="4943293" y="2142648"/>
            <a:ext cx="5503134" cy="1077218"/>
          </a:xfrm>
          <a:prstGeom prst="rect">
            <a:avLst/>
          </a:prstGeom>
          <a:noFill/>
        </p:spPr>
        <p:txBody>
          <a:bodyPr wrap="square" lIns="0" tIns="0" rIns="0" bIns="0" rtlCol="0" anchor="ctr">
            <a:spAutoFit/>
          </a:bodyPr>
          <a:lstStyle/>
          <a:p>
            <a:pPr marL="0" marR="0" lvl="0" indent="0" algn="just" defTabSz="1150154"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12169"/>
                </a:solidFill>
                <a:effectLst/>
                <a:uLnTx/>
                <a:uFillTx/>
                <a:latin typeface="Verdana"/>
                <a:ea typeface="+mn-ea"/>
                <a:cs typeface="+mn-cs"/>
              </a:rPr>
              <a:t>Growth of Industrial Consumer: </a:t>
            </a:r>
            <a:r>
              <a:rPr kumimoji="0" lang="en-US" sz="1400" b="0" i="0" u="none" strike="noStrike" kern="1200" cap="none" spc="0" normalizeH="0" baseline="0" noProof="0" dirty="0">
                <a:ln>
                  <a:noFill/>
                </a:ln>
                <a:solidFill>
                  <a:prstClr val="black"/>
                </a:solidFill>
                <a:effectLst/>
                <a:uLnTx/>
                <a:uFillTx/>
                <a:latin typeface="Verdana"/>
                <a:ea typeface="+mn-ea"/>
                <a:cs typeface="+mn-cs"/>
              </a:rPr>
              <a:t>Opportunity for WBSEDCL to increase its industrial consumer base &amp; consumption for positively impacting its revenue growth, AT&amp;C losses etc.  via </a:t>
            </a:r>
            <a:r>
              <a:rPr lang="en-US" sz="1400" dirty="0">
                <a:solidFill>
                  <a:prstClr val="black"/>
                </a:solidFill>
                <a:latin typeface="Verdana"/>
              </a:rPr>
              <a:t>deployment of </a:t>
            </a:r>
            <a:r>
              <a:rPr kumimoji="0" lang="en-US" sz="1400" b="0" i="0" u="none" strike="noStrike" kern="1200" cap="none" spc="0" normalizeH="0" baseline="0" noProof="0" dirty="0">
                <a:ln>
                  <a:noFill/>
                </a:ln>
                <a:solidFill>
                  <a:prstClr val="black"/>
                </a:solidFill>
                <a:effectLst/>
                <a:uLnTx/>
                <a:uFillTx/>
                <a:latin typeface="Verdana"/>
                <a:ea typeface="+mn-ea"/>
                <a:cs typeface="+mn-cs"/>
              </a:rPr>
              <a:t>alternate tariff models for areas, industrial parks</a:t>
            </a:r>
          </a:p>
        </p:txBody>
      </p:sp>
      <p:sp>
        <p:nvSpPr>
          <p:cNvPr id="165" name="TextBox 164">
            <a:extLst>
              <a:ext uri="{FF2B5EF4-FFF2-40B4-BE49-F238E27FC236}">
                <a16:creationId xmlns:a16="http://schemas.microsoft.com/office/drawing/2014/main" id="{0FE5E898-E938-410C-AB01-9185110C4C13}"/>
              </a:ext>
            </a:extLst>
          </p:cNvPr>
          <p:cNvSpPr txBox="1"/>
          <p:nvPr/>
        </p:nvSpPr>
        <p:spPr>
          <a:xfrm>
            <a:off x="4943292" y="3278541"/>
            <a:ext cx="5503135" cy="861774"/>
          </a:xfrm>
          <a:prstGeom prst="rect">
            <a:avLst/>
          </a:prstGeom>
          <a:noFill/>
        </p:spPr>
        <p:txBody>
          <a:bodyPr wrap="square" lIns="0" tIns="0" rIns="0" bIns="0" rtlCol="0" anchor="ctr">
            <a:spAutoFit/>
          </a:bodyPr>
          <a:lstStyle/>
          <a:p>
            <a:pPr marL="0" marR="0" lvl="0" indent="0" algn="just" defTabSz="1150154"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46A38"/>
                </a:solidFill>
                <a:effectLst/>
                <a:uLnTx/>
                <a:uFillTx/>
                <a:latin typeface="Verdana"/>
                <a:ea typeface="+mn-ea"/>
                <a:cs typeface="+mn-cs"/>
              </a:rPr>
              <a:t>Leveraging Capex Programs:</a:t>
            </a:r>
            <a:r>
              <a:rPr kumimoji="0" lang="en-US" sz="1400" b="0" i="0" u="none" strike="noStrike" kern="1200" cap="none" spc="0" normalizeH="0" baseline="0" noProof="0" dirty="0">
                <a:ln>
                  <a:noFill/>
                </a:ln>
                <a:solidFill>
                  <a:prstClr val="black"/>
                </a:solidFill>
                <a:effectLst/>
                <a:uLnTx/>
                <a:uFillTx/>
                <a:latin typeface="Verdana"/>
                <a:ea typeface="+mn-ea"/>
                <a:cs typeface="+mn-cs"/>
              </a:rPr>
              <a:t>, WBSEDCL will need to leverage capex programs like RDSS, WB Grid Modernization and other initiatives </a:t>
            </a:r>
            <a:r>
              <a:rPr lang="en-US" sz="1400" dirty="0">
                <a:solidFill>
                  <a:prstClr val="black"/>
                </a:solidFill>
                <a:latin typeface="Verdana"/>
              </a:rPr>
              <a:t>in a programmatic manner to </a:t>
            </a:r>
            <a:r>
              <a:rPr kumimoji="0" lang="en-US" sz="1400" b="0" i="0" u="none" strike="noStrike" kern="1200" cap="none" spc="0" normalizeH="0" baseline="0" noProof="0" dirty="0">
                <a:ln>
                  <a:noFill/>
                </a:ln>
                <a:solidFill>
                  <a:prstClr val="black"/>
                </a:solidFill>
                <a:effectLst/>
                <a:uLnTx/>
                <a:uFillTx/>
                <a:latin typeface="Verdana"/>
                <a:ea typeface="+mn-ea"/>
                <a:cs typeface="+mn-cs"/>
              </a:rPr>
              <a:t>reduce overall ACS-ARR gap (Target Zero by FY 2024-25).</a:t>
            </a:r>
          </a:p>
        </p:txBody>
      </p:sp>
      <p:grpSp>
        <p:nvGrpSpPr>
          <p:cNvPr id="208" name="Group 207">
            <a:extLst>
              <a:ext uri="{FF2B5EF4-FFF2-40B4-BE49-F238E27FC236}">
                <a16:creationId xmlns:a16="http://schemas.microsoft.com/office/drawing/2014/main" id="{A52B6A4B-EB9F-4FDB-B890-5426B6D7B060}"/>
              </a:ext>
            </a:extLst>
          </p:cNvPr>
          <p:cNvGrpSpPr/>
          <p:nvPr/>
        </p:nvGrpSpPr>
        <p:grpSpPr>
          <a:xfrm>
            <a:off x="2441642" y="1591458"/>
            <a:ext cx="1337549" cy="694394"/>
            <a:chOff x="4207048" y="2110398"/>
            <a:chExt cx="1337549" cy="694394"/>
          </a:xfrm>
        </p:grpSpPr>
        <p:cxnSp>
          <p:nvCxnSpPr>
            <p:cNvPr id="209" name="Straight Connector 208">
              <a:extLst>
                <a:ext uri="{FF2B5EF4-FFF2-40B4-BE49-F238E27FC236}">
                  <a16:creationId xmlns:a16="http://schemas.microsoft.com/office/drawing/2014/main" id="{17451F4A-F14E-4571-B270-9F82F1124D06}"/>
                </a:ext>
              </a:extLst>
            </p:cNvPr>
            <p:cNvCxnSpPr>
              <a:cxnSpLocks/>
            </p:cNvCxnSpPr>
            <p:nvPr/>
          </p:nvCxnSpPr>
          <p:spPr>
            <a:xfrm>
              <a:off x="4922598" y="2110398"/>
              <a:ext cx="621999" cy="0"/>
            </a:xfrm>
            <a:prstGeom prst="line">
              <a:avLst/>
            </a:prstGeom>
            <a:ln w="15875" cap="rnd">
              <a:solidFill>
                <a:schemeClr val="accent1"/>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5206FE82-69BE-43EB-8E6D-D374825BC645}"/>
                </a:ext>
              </a:extLst>
            </p:cNvPr>
            <p:cNvCxnSpPr>
              <a:cxnSpLocks/>
            </p:cNvCxnSpPr>
            <p:nvPr/>
          </p:nvCxnSpPr>
          <p:spPr>
            <a:xfrm flipH="1">
              <a:off x="4207048" y="2129350"/>
              <a:ext cx="696600" cy="675442"/>
            </a:xfrm>
            <a:prstGeom prst="line">
              <a:avLst/>
            </a:prstGeom>
            <a:ln w="15875" cap="rnd">
              <a:solidFill>
                <a:schemeClr val="accent1"/>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435EC7E7-EBBA-44E8-B633-175559ECC83D}"/>
              </a:ext>
            </a:extLst>
          </p:cNvPr>
          <p:cNvGrpSpPr/>
          <p:nvPr/>
        </p:nvGrpSpPr>
        <p:grpSpPr>
          <a:xfrm>
            <a:off x="2318598" y="2176882"/>
            <a:ext cx="608790" cy="2616293"/>
            <a:chOff x="3973224" y="2415815"/>
            <a:chExt cx="608790" cy="2616293"/>
          </a:xfrm>
        </p:grpSpPr>
        <p:sp>
          <p:nvSpPr>
            <p:cNvPr id="207" name="Oval 206">
              <a:extLst>
                <a:ext uri="{FF2B5EF4-FFF2-40B4-BE49-F238E27FC236}">
                  <a16:creationId xmlns:a16="http://schemas.microsoft.com/office/drawing/2014/main" id="{CC088920-D3E1-4D2E-87F2-40271683EF48}"/>
                </a:ext>
              </a:extLst>
            </p:cNvPr>
            <p:cNvSpPr/>
            <p:nvPr/>
          </p:nvSpPr>
          <p:spPr bwMode="gray">
            <a:xfrm>
              <a:off x="3973224" y="2415815"/>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211" name="Oval 210">
              <a:extLst>
                <a:ext uri="{FF2B5EF4-FFF2-40B4-BE49-F238E27FC236}">
                  <a16:creationId xmlns:a16="http://schemas.microsoft.com/office/drawing/2014/main" id="{A72EE3C8-ABD1-453A-A4B9-A8604DC00F9E}"/>
                </a:ext>
              </a:extLst>
            </p:cNvPr>
            <p:cNvSpPr/>
            <p:nvPr/>
          </p:nvSpPr>
          <p:spPr bwMode="gray">
            <a:xfrm>
              <a:off x="4289746" y="3058122"/>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212" name="Oval 211">
              <a:extLst>
                <a:ext uri="{FF2B5EF4-FFF2-40B4-BE49-F238E27FC236}">
                  <a16:creationId xmlns:a16="http://schemas.microsoft.com/office/drawing/2014/main" id="{F49F2C48-CEF5-45B7-A974-0C48AE060C1E}"/>
                </a:ext>
              </a:extLst>
            </p:cNvPr>
            <p:cNvSpPr/>
            <p:nvPr/>
          </p:nvSpPr>
          <p:spPr bwMode="gray">
            <a:xfrm>
              <a:off x="4354598" y="3694917"/>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213" name="Oval 212">
              <a:extLst>
                <a:ext uri="{FF2B5EF4-FFF2-40B4-BE49-F238E27FC236}">
                  <a16:creationId xmlns:a16="http://schemas.microsoft.com/office/drawing/2014/main" id="{1E8A13D5-FB97-4E8E-A1EB-ED3EAA0C93FE}"/>
                </a:ext>
              </a:extLst>
            </p:cNvPr>
            <p:cNvSpPr/>
            <p:nvPr/>
          </p:nvSpPr>
          <p:spPr bwMode="gray">
            <a:xfrm>
              <a:off x="4263503" y="4241855"/>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214" name="Oval 213">
              <a:extLst>
                <a:ext uri="{FF2B5EF4-FFF2-40B4-BE49-F238E27FC236}">
                  <a16:creationId xmlns:a16="http://schemas.microsoft.com/office/drawing/2014/main" id="{375B23E2-5BCE-437B-BA0D-A4E52C261EB2}"/>
                </a:ext>
              </a:extLst>
            </p:cNvPr>
            <p:cNvSpPr/>
            <p:nvPr/>
          </p:nvSpPr>
          <p:spPr bwMode="gray">
            <a:xfrm>
              <a:off x="3986624" y="4804692"/>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grpSp>
      <p:cxnSp>
        <p:nvCxnSpPr>
          <p:cNvPr id="215" name="Straight Connector 214">
            <a:extLst>
              <a:ext uri="{FF2B5EF4-FFF2-40B4-BE49-F238E27FC236}">
                <a16:creationId xmlns:a16="http://schemas.microsoft.com/office/drawing/2014/main" id="{6D961EF7-BB78-4A30-AD92-115825B35566}"/>
              </a:ext>
            </a:extLst>
          </p:cNvPr>
          <p:cNvCxnSpPr>
            <a:cxnSpLocks/>
          </p:cNvCxnSpPr>
          <p:nvPr/>
        </p:nvCxnSpPr>
        <p:spPr>
          <a:xfrm>
            <a:off x="2814019" y="3572828"/>
            <a:ext cx="1074686" cy="7114"/>
          </a:xfrm>
          <a:prstGeom prst="line">
            <a:avLst/>
          </a:prstGeom>
          <a:ln w="15875" cap="rnd">
            <a:solidFill>
              <a:schemeClr val="accent2"/>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grpSp>
        <p:nvGrpSpPr>
          <p:cNvPr id="216" name="Group 215">
            <a:extLst>
              <a:ext uri="{FF2B5EF4-FFF2-40B4-BE49-F238E27FC236}">
                <a16:creationId xmlns:a16="http://schemas.microsoft.com/office/drawing/2014/main" id="{EF600E48-D033-4A09-84DC-C0131509A413}"/>
              </a:ext>
            </a:extLst>
          </p:cNvPr>
          <p:cNvGrpSpPr/>
          <p:nvPr/>
        </p:nvGrpSpPr>
        <p:grpSpPr>
          <a:xfrm>
            <a:off x="2441643" y="4679466"/>
            <a:ext cx="1423921" cy="1049733"/>
            <a:chOff x="4207049" y="5198407"/>
            <a:chExt cx="1393083" cy="747346"/>
          </a:xfrm>
        </p:grpSpPr>
        <p:cxnSp>
          <p:nvCxnSpPr>
            <p:cNvPr id="217" name="Straight Connector 216">
              <a:extLst>
                <a:ext uri="{FF2B5EF4-FFF2-40B4-BE49-F238E27FC236}">
                  <a16:creationId xmlns:a16="http://schemas.microsoft.com/office/drawing/2014/main" id="{1C7A8044-C3AD-4D3B-96EC-3B821E9D1AD7}"/>
                </a:ext>
              </a:extLst>
            </p:cNvPr>
            <p:cNvCxnSpPr>
              <a:cxnSpLocks/>
            </p:cNvCxnSpPr>
            <p:nvPr/>
          </p:nvCxnSpPr>
          <p:spPr>
            <a:xfrm>
              <a:off x="4978133" y="5945753"/>
              <a:ext cx="621999" cy="0"/>
            </a:xfrm>
            <a:prstGeom prst="line">
              <a:avLst/>
            </a:prstGeom>
            <a:ln w="15875" cap="rnd">
              <a:solidFill>
                <a:schemeClr val="accent4">
                  <a:lumMod val="60000"/>
                  <a:lumOff val="40000"/>
                </a:schemeClr>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44AE611F-7FB7-4543-B263-74D3DB20DDA6}"/>
                </a:ext>
              </a:extLst>
            </p:cNvPr>
            <p:cNvCxnSpPr>
              <a:cxnSpLocks/>
            </p:cNvCxnSpPr>
            <p:nvPr/>
          </p:nvCxnSpPr>
          <p:spPr>
            <a:xfrm flipH="1" flipV="1">
              <a:off x="4207049" y="5198407"/>
              <a:ext cx="741652" cy="747345"/>
            </a:xfrm>
            <a:prstGeom prst="line">
              <a:avLst/>
            </a:prstGeom>
            <a:ln w="15875" cap="rnd">
              <a:solidFill>
                <a:schemeClr val="accent4">
                  <a:lumMod val="60000"/>
                  <a:lumOff val="40000"/>
                </a:schemeClr>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220" name="Group 219">
            <a:extLst>
              <a:ext uri="{FF2B5EF4-FFF2-40B4-BE49-F238E27FC236}">
                <a16:creationId xmlns:a16="http://schemas.microsoft.com/office/drawing/2014/main" id="{C0EEC686-E52E-4F51-8BE8-BB17E9FE906A}"/>
              </a:ext>
            </a:extLst>
          </p:cNvPr>
          <p:cNvGrpSpPr/>
          <p:nvPr/>
        </p:nvGrpSpPr>
        <p:grpSpPr>
          <a:xfrm>
            <a:off x="2757980" y="2632266"/>
            <a:ext cx="1021211" cy="300631"/>
            <a:chOff x="4523386" y="3151206"/>
            <a:chExt cx="1021211" cy="300631"/>
          </a:xfrm>
        </p:grpSpPr>
        <p:cxnSp>
          <p:nvCxnSpPr>
            <p:cNvPr id="221" name="Straight Connector 220">
              <a:extLst>
                <a:ext uri="{FF2B5EF4-FFF2-40B4-BE49-F238E27FC236}">
                  <a16:creationId xmlns:a16="http://schemas.microsoft.com/office/drawing/2014/main" id="{3305C77B-B2A8-47D2-9760-3D4C289B712F}"/>
                </a:ext>
              </a:extLst>
            </p:cNvPr>
            <p:cNvCxnSpPr>
              <a:cxnSpLocks/>
            </p:cNvCxnSpPr>
            <p:nvPr/>
          </p:nvCxnSpPr>
          <p:spPr>
            <a:xfrm>
              <a:off x="4922598" y="3151712"/>
              <a:ext cx="621999" cy="0"/>
            </a:xfrm>
            <a:prstGeom prst="line">
              <a:avLst/>
            </a:prstGeom>
            <a:ln w="15875" cap="rnd">
              <a:solidFill>
                <a:schemeClr val="accent4"/>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0248B095-4C28-4536-B7F9-3B128686F64B}"/>
                </a:ext>
              </a:extLst>
            </p:cNvPr>
            <p:cNvCxnSpPr>
              <a:cxnSpLocks/>
            </p:cNvCxnSpPr>
            <p:nvPr/>
          </p:nvCxnSpPr>
          <p:spPr>
            <a:xfrm flipH="1">
              <a:off x="4523386" y="3151206"/>
              <a:ext cx="371734" cy="300631"/>
            </a:xfrm>
            <a:prstGeom prst="line">
              <a:avLst/>
            </a:prstGeom>
            <a:ln w="15875" cap="rnd">
              <a:solidFill>
                <a:schemeClr val="accent4"/>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223" name="Group 222">
            <a:extLst>
              <a:ext uri="{FF2B5EF4-FFF2-40B4-BE49-F238E27FC236}">
                <a16:creationId xmlns:a16="http://schemas.microsoft.com/office/drawing/2014/main" id="{BC7C90C5-4E59-46B4-A49C-AE827652D5F0}"/>
              </a:ext>
            </a:extLst>
          </p:cNvPr>
          <p:cNvGrpSpPr/>
          <p:nvPr/>
        </p:nvGrpSpPr>
        <p:grpSpPr>
          <a:xfrm>
            <a:off x="2722584" y="4115870"/>
            <a:ext cx="1166121" cy="608307"/>
            <a:chOff x="4487991" y="4634811"/>
            <a:chExt cx="1056606" cy="391402"/>
          </a:xfrm>
        </p:grpSpPr>
        <p:cxnSp>
          <p:nvCxnSpPr>
            <p:cNvPr id="224" name="Straight Connector 223">
              <a:extLst>
                <a:ext uri="{FF2B5EF4-FFF2-40B4-BE49-F238E27FC236}">
                  <a16:creationId xmlns:a16="http://schemas.microsoft.com/office/drawing/2014/main" id="{D8B81160-2574-41F3-A5E3-4CC8302998AF}"/>
                </a:ext>
              </a:extLst>
            </p:cNvPr>
            <p:cNvCxnSpPr>
              <a:cxnSpLocks/>
            </p:cNvCxnSpPr>
            <p:nvPr/>
          </p:nvCxnSpPr>
          <p:spPr>
            <a:xfrm>
              <a:off x="4922598" y="5026213"/>
              <a:ext cx="621999" cy="0"/>
            </a:xfrm>
            <a:prstGeom prst="line">
              <a:avLst/>
            </a:prstGeom>
            <a:ln w="15875" cap="rnd">
              <a:solidFill>
                <a:schemeClr val="accent3"/>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09DABC1F-4D41-4EB7-A4DC-C117FE57BFB2}"/>
                </a:ext>
              </a:extLst>
            </p:cNvPr>
            <p:cNvCxnSpPr>
              <a:cxnSpLocks/>
            </p:cNvCxnSpPr>
            <p:nvPr/>
          </p:nvCxnSpPr>
          <p:spPr>
            <a:xfrm flipH="1" flipV="1">
              <a:off x="4487991" y="4634811"/>
              <a:ext cx="419702" cy="391183"/>
            </a:xfrm>
            <a:prstGeom prst="line">
              <a:avLst/>
            </a:prstGeom>
            <a:ln w="15875" cap="rnd">
              <a:solidFill>
                <a:schemeClr val="accent3"/>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4" name="Group 3">
            <a:extLst>
              <a:ext uri="{FF2B5EF4-FFF2-40B4-BE49-F238E27FC236}">
                <a16:creationId xmlns:a16="http://schemas.microsoft.com/office/drawing/2014/main" id="{0EFB063A-9A57-4FB2-B73C-7AD4E791F4D6}"/>
              </a:ext>
            </a:extLst>
          </p:cNvPr>
          <p:cNvGrpSpPr/>
          <p:nvPr/>
        </p:nvGrpSpPr>
        <p:grpSpPr>
          <a:xfrm>
            <a:off x="393341" y="2356264"/>
            <a:ext cx="2286000" cy="2286000"/>
            <a:chOff x="380600" y="1693103"/>
            <a:chExt cx="4113462" cy="4088045"/>
          </a:xfrm>
        </p:grpSpPr>
        <p:sp>
          <p:nvSpPr>
            <p:cNvPr id="148" name="Arc 147">
              <a:extLst>
                <a:ext uri="{FF2B5EF4-FFF2-40B4-BE49-F238E27FC236}">
                  <a16:creationId xmlns:a16="http://schemas.microsoft.com/office/drawing/2014/main" id="{9030AAFA-ACEB-4A54-9A08-B4B7652A851A}"/>
                </a:ext>
              </a:extLst>
            </p:cNvPr>
            <p:cNvSpPr/>
            <p:nvPr/>
          </p:nvSpPr>
          <p:spPr>
            <a:xfrm>
              <a:off x="380600" y="1693103"/>
              <a:ext cx="4088045" cy="4088045"/>
            </a:xfrm>
            <a:prstGeom prst="arc">
              <a:avLst>
                <a:gd name="adj1" fmla="val 16812435"/>
                <a:gd name="adj2" fmla="val 4781030"/>
              </a:avLst>
            </a:prstGeom>
            <a:ln w="25400" cap="rnd">
              <a:solidFill>
                <a:schemeClr val="accent6">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prstClr val="black"/>
                </a:solidFill>
                <a:effectLst/>
                <a:uLnTx/>
                <a:uFillTx/>
                <a:latin typeface="Verdana"/>
                <a:ea typeface="+mn-ea"/>
                <a:cs typeface="+mn-cs"/>
              </a:endParaRPr>
            </a:p>
          </p:txBody>
        </p:sp>
        <p:sp>
          <p:nvSpPr>
            <p:cNvPr id="149" name="Arc 148">
              <a:extLst>
                <a:ext uri="{FF2B5EF4-FFF2-40B4-BE49-F238E27FC236}">
                  <a16:creationId xmlns:a16="http://schemas.microsoft.com/office/drawing/2014/main" id="{0C94EEA9-9C98-4B91-A554-AA252EFFBB8F}"/>
                </a:ext>
              </a:extLst>
            </p:cNvPr>
            <p:cNvSpPr/>
            <p:nvPr/>
          </p:nvSpPr>
          <p:spPr>
            <a:xfrm flipH="1">
              <a:off x="406017" y="1693103"/>
              <a:ext cx="4088045" cy="4088045"/>
            </a:xfrm>
            <a:prstGeom prst="arc">
              <a:avLst>
                <a:gd name="adj1" fmla="val 16812435"/>
                <a:gd name="adj2" fmla="val 4781841"/>
              </a:avLst>
            </a:prstGeom>
            <a:ln w="25400" cap="rnd">
              <a:solidFill>
                <a:schemeClr val="accent6">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prstClr val="black"/>
                </a:solidFill>
                <a:effectLst/>
                <a:uLnTx/>
                <a:uFillTx/>
                <a:latin typeface="Verdana"/>
                <a:ea typeface="+mn-ea"/>
                <a:cs typeface="+mn-cs"/>
              </a:endParaRPr>
            </a:p>
          </p:txBody>
        </p:sp>
        <p:sp>
          <p:nvSpPr>
            <p:cNvPr id="150" name="Oval 149">
              <a:extLst>
                <a:ext uri="{FF2B5EF4-FFF2-40B4-BE49-F238E27FC236}">
                  <a16:creationId xmlns:a16="http://schemas.microsoft.com/office/drawing/2014/main" id="{E6483AB2-DD13-4C35-A67B-1076C768B46B}"/>
                </a:ext>
              </a:extLst>
            </p:cNvPr>
            <p:cNvSpPr/>
            <p:nvPr/>
          </p:nvSpPr>
          <p:spPr bwMode="gray">
            <a:xfrm>
              <a:off x="618308" y="1899909"/>
              <a:ext cx="3674434" cy="3674434"/>
            </a:xfrm>
            <a:prstGeom prst="ellipse">
              <a:avLst/>
            </a:prstGeom>
            <a:noFill/>
            <a:ln w="19050" algn="ctr">
              <a:solidFill>
                <a:srgbClr val="046A38"/>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151" name="Oval 150">
              <a:extLst>
                <a:ext uri="{FF2B5EF4-FFF2-40B4-BE49-F238E27FC236}">
                  <a16:creationId xmlns:a16="http://schemas.microsoft.com/office/drawing/2014/main" id="{DFBA97AC-3179-45F9-9E3B-EE4E3166898D}"/>
                </a:ext>
              </a:extLst>
            </p:cNvPr>
            <p:cNvSpPr/>
            <p:nvPr/>
          </p:nvSpPr>
          <p:spPr bwMode="gray">
            <a:xfrm>
              <a:off x="785328" y="2066929"/>
              <a:ext cx="3340395" cy="3340395"/>
            </a:xfrm>
            <a:prstGeom prst="ellipse">
              <a:avLst/>
            </a:prstGeom>
            <a:noFill/>
            <a:ln w="19050" algn="ctr">
              <a:solidFill>
                <a:srgbClr val="009A44"/>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152" name="Oval 151">
              <a:extLst>
                <a:ext uri="{FF2B5EF4-FFF2-40B4-BE49-F238E27FC236}">
                  <a16:creationId xmlns:a16="http://schemas.microsoft.com/office/drawing/2014/main" id="{8EB1C895-CF38-49A2-8FC8-970CDCA274F6}"/>
                </a:ext>
              </a:extLst>
            </p:cNvPr>
            <p:cNvSpPr/>
            <p:nvPr/>
          </p:nvSpPr>
          <p:spPr bwMode="gray">
            <a:xfrm>
              <a:off x="937164" y="2218765"/>
              <a:ext cx="3036722" cy="3036722"/>
            </a:xfrm>
            <a:prstGeom prst="ellipse">
              <a:avLst/>
            </a:prstGeom>
            <a:noFill/>
            <a:ln w="19050" algn="ctr">
              <a:solidFill>
                <a:srgbClr val="009A44"/>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153" name="Oval 152">
              <a:extLst>
                <a:ext uri="{FF2B5EF4-FFF2-40B4-BE49-F238E27FC236}">
                  <a16:creationId xmlns:a16="http://schemas.microsoft.com/office/drawing/2014/main" id="{A0D73A2E-4EA5-4CB9-8C5B-3037EA65E517}"/>
                </a:ext>
              </a:extLst>
            </p:cNvPr>
            <p:cNvSpPr/>
            <p:nvPr/>
          </p:nvSpPr>
          <p:spPr bwMode="gray">
            <a:xfrm>
              <a:off x="1075197" y="2356798"/>
              <a:ext cx="2760657" cy="2760657"/>
            </a:xfrm>
            <a:prstGeom prst="ellipse">
              <a:avLst/>
            </a:prstGeom>
            <a:noFill/>
            <a:ln w="19050" algn="ctr">
              <a:solidFill>
                <a:srgbClr val="43B02A"/>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grpSp>
      <p:grpSp>
        <p:nvGrpSpPr>
          <p:cNvPr id="106" name="Graphic 4">
            <a:extLst>
              <a:ext uri="{FF2B5EF4-FFF2-40B4-BE49-F238E27FC236}">
                <a16:creationId xmlns:a16="http://schemas.microsoft.com/office/drawing/2014/main" id="{7E3CE2F7-DE95-4730-B0B5-C79E597BFBBA}"/>
              </a:ext>
            </a:extLst>
          </p:cNvPr>
          <p:cNvGrpSpPr/>
          <p:nvPr/>
        </p:nvGrpSpPr>
        <p:grpSpPr>
          <a:xfrm>
            <a:off x="3929521" y="2381956"/>
            <a:ext cx="580307" cy="548643"/>
            <a:chOff x="905454" y="1402723"/>
            <a:chExt cx="362309" cy="361971"/>
          </a:xfrm>
          <a:solidFill>
            <a:schemeClr val="accent4"/>
          </a:solidFill>
        </p:grpSpPr>
        <p:sp>
          <p:nvSpPr>
            <p:cNvPr id="107" name="Graphic 4">
              <a:extLst>
                <a:ext uri="{FF2B5EF4-FFF2-40B4-BE49-F238E27FC236}">
                  <a16:creationId xmlns:a16="http://schemas.microsoft.com/office/drawing/2014/main" id="{D63DD56A-2C0D-4CEA-B76B-83422F11A60C}"/>
                </a:ext>
              </a:extLst>
            </p:cNvPr>
            <p:cNvSpPr/>
            <p:nvPr/>
          </p:nvSpPr>
          <p:spPr>
            <a:xfrm>
              <a:off x="983411" y="1599988"/>
              <a:ext cx="57509" cy="67670"/>
            </a:xfrm>
            <a:custGeom>
              <a:avLst/>
              <a:gdLst>
                <a:gd name="connsiteX0" fmla="*/ 57509 w 57509"/>
                <a:gd name="connsiteY0" fmla="*/ 67670 h 67670"/>
                <a:gd name="connsiteX1" fmla="*/ 57509 w 57509"/>
                <a:gd name="connsiteY1" fmla="*/ 38304 h 67670"/>
                <a:gd name="connsiteX2" fmla="*/ 0 w 57509"/>
                <a:gd name="connsiteY2" fmla="*/ 0 h 67670"/>
                <a:gd name="connsiteX3" fmla="*/ 0 w 57509"/>
                <a:gd name="connsiteY3" fmla="*/ 67670 h 67670"/>
              </a:gdLst>
              <a:ahLst/>
              <a:cxnLst>
                <a:cxn ang="0">
                  <a:pos x="connsiteX0" y="connsiteY0"/>
                </a:cxn>
                <a:cxn ang="0">
                  <a:pos x="connsiteX1" y="connsiteY1"/>
                </a:cxn>
                <a:cxn ang="0">
                  <a:pos x="connsiteX2" y="connsiteY2"/>
                </a:cxn>
                <a:cxn ang="0">
                  <a:pos x="connsiteX3" y="connsiteY3"/>
                </a:cxn>
              </a:cxnLst>
              <a:rect l="l" t="t" r="r" b="b"/>
              <a:pathLst>
                <a:path w="57509" h="67670">
                  <a:moveTo>
                    <a:pt x="57509" y="67670"/>
                  </a:moveTo>
                  <a:lnTo>
                    <a:pt x="57509" y="38304"/>
                  </a:lnTo>
                  <a:lnTo>
                    <a:pt x="0" y="0"/>
                  </a:lnTo>
                  <a:lnTo>
                    <a:pt x="0" y="6767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08" name="Graphic 4">
              <a:extLst>
                <a:ext uri="{FF2B5EF4-FFF2-40B4-BE49-F238E27FC236}">
                  <a16:creationId xmlns:a16="http://schemas.microsoft.com/office/drawing/2014/main" id="{9EFF1193-F9B1-49BA-A4FD-7A1FF754F357}"/>
                </a:ext>
              </a:extLst>
            </p:cNvPr>
            <p:cNvSpPr/>
            <p:nvPr/>
          </p:nvSpPr>
          <p:spPr>
            <a:xfrm>
              <a:off x="1117599" y="1555300"/>
              <a:ext cx="70928" cy="112358"/>
            </a:xfrm>
            <a:custGeom>
              <a:avLst/>
              <a:gdLst>
                <a:gd name="connsiteX0" fmla="*/ 14058 w 70928"/>
                <a:gd name="connsiteY0" fmla="*/ 0 h 112358"/>
                <a:gd name="connsiteX1" fmla="*/ 0 w 70928"/>
                <a:gd name="connsiteY1" fmla="*/ 112358 h 112358"/>
                <a:gd name="connsiteX2" fmla="*/ 0 w 70928"/>
                <a:gd name="connsiteY2" fmla="*/ 112358 h 112358"/>
                <a:gd name="connsiteX3" fmla="*/ 70928 w 70928"/>
                <a:gd name="connsiteY3" fmla="*/ 112358 h 112358"/>
                <a:gd name="connsiteX4" fmla="*/ 49842 w 70928"/>
                <a:gd name="connsiteY4" fmla="*/ 0 h 1123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928" h="112358">
                  <a:moveTo>
                    <a:pt x="14058" y="0"/>
                  </a:moveTo>
                  <a:lnTo>
                    <a:pt x="0" y="112358"/>
                  </a:lnTo>
                  <a:lnTo>
                    <a:pt x="0" y="112358"/>
                  </a:lnTo>
                  <a:lnTo>
                    <a:pt x="70928" y="112358"/>
                  </a:lnTo>
                  <a:lnTo>
                    <a:pt x="49842" y="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09" name="Graphic 4">
              <a:extLst>
                <a:ext uri="{FF2B5EF4-FFF2-40B4-BE49-F238E27FC236}">
                  <a16:creationId xmlns:a16="http://schemas.microsoft.com/office/drawing/2014/main" id="{E25B4691-A05F-4928-BA24-A37B39D4035D}"/>
                </a:ext>
              </a:extLst>
            </p:cNvPr>
            <p:cNvSpPr/>
            <p:nvPr/>
          </p:nvSpPr>
          <p:spPr>
            <a:xfrm>
              <a:off x="1053700" y="1599988"/>
              <a:ext cx="54314" cy="67670"/>
            </a:xfrm>
            <a:custGeom>
              <a:avLst/>
              <a:gdLst>
                <a:gd name="connsiteX0" fmla="*/ 50481 w 54314"/>
                <a:gd name="connsiteY0" fmla="*/ 67670 h 67670"/>
                <a:gd name="connsiteX1" fmla="*/ 54314 w 54314"/>
                <a:gd name="connsiteY1" fmla="*/ 36389 h 67670"/>
                <a:gd name="connsiteX2" fmla="*/ 0 w 54314"/>
                <a:gd name="connsiteY2" fmla="*/ 0 h 67670"/>
                <a:gd name="connsiteX3" fmla="*/ 0 w 54314"/>
                <a:gd name="connsiteY3" fmla="*/ 67670 h 67670"/>
              </a:gdLst>
              <a:ahLst/>
              <a:cxnLst>
                <a:cxn ang="0">
                  <a:pos x="connsiteX0" y="connsiteY0"/>
                </a:cxn>
                <a:cxn ang="0">
                  <a:pos x="connsiteX1" y="connsiteY1"/>
                </a:cxn>
                <a:cxn ang="0">
                  <a:pos x="connsiteX2" y="connsiteY2"/>
                </a:cxn>
                <a:cxn ang="0">
                  <a:pos x="connsiteX3" y="connsiteY3"/>
                </a:cxn>
              </a:cxnLst>
              <a:rect l="l" t="t" r="r" b="b"/>
              <a:pathLst>
                <a:path w="54314" h="67670">
                  <a:moveTo>
                    <a:pt x="50481" y="67670"/>
                  </a:moveTo>
                  <a:lnTo>
                    <a:pt x="54314" y="36389"/>
                  </a:lnTo>
                  <a:lnTo>
                    <a:pt x="0" y="0"/>
                  </a:lnTo>
                  <a:lnTo>
                    <a:pt x="0" y="6767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10" name="Graphic 4">
              <a:extLst>
                <a:ext uri="{FF2B5EF4-FFF2-40B4-BE49-F238E27FC236}">
                  <a16:creationId xmlns:a16="http://schemas.microsoft.com/office/drawing/2014/main" id="{4C574A0B-5554-423C-B012-CAB85CC96911}"/>
                </a:ext>
              </a:extLst>
            </p:cNvPr>
            <p:cNvSpPr/>
            <p:nvPr/>
          </p:nvSpPr>
          <p:spPr>
            <a:xfrm>
              <a:off x="905454" y="1402723"/>
              <a:ext cx="362309" cy="361971"/>
            </a:xfrm>
            <a:custGeom>
              <a:avLst/>
              <a:gdLst>
                <a:gd name="connsiteX0" fmla="*/ 180835 w 362309"/>
                <a:gd name="connsiteY0" fmla="*/ 0 h 361971"/>
                <a:gd name="connsiteX1" fmla="*/ 0 w 362309"/>
                <a:gd name="connsiteY1" fmla="*/ 181305 h 361971"/>
                <a:gd name="connsiteX2" fmla="*/ 180835 w 362309"/>
                <a:gd name="connsiteY2" fmla="*/ 361972 h 361971"/>
                <a:gd name="connsiteX3" fmla="*/ 362309 w 362309"/>
                <a:gd name="connsiteY3" fmla="*/ 181305 h 361971"/>
                <a:gd name="connsiteX4" fmla="*/ 362309 w 362309"/>
                <a:gd name="connsiteY4" fmla="*/ 181305 h 361971"/>
                <a:gd name="connsiteX5" fmla="*/ 180835 w 362309"/>
                <a:gd name="connsiteY5" fmla="*/ 0 h 361971"/>
                <a:gd name="connsiteX6" fmla="*/ 254959 w 362309"/>
                <a:gd name="connsiteY6" fmla="*/ 84907 h 361971"/>
                <a:gd name="connsiteX7" fmla="*/ 263904 w 362309"/>
                <a:gd name="connsiteY7" fmla="*/ 85545 h 361971"/>
                <a:gd name="connsiteX8" fmla="*/ 263904 w 362309"/>
                <a:gd name="connsiteY8" fmla="*/ 93845 h 361971"/>
                <a:gd name="connsiteX9" fmla="*/ 263265 w 362309"/>
                <a:gd name="connsiteY9" fmla="*/ 99590 h 361971"/>
                <a:gd name="connsiteX10" fmla="*/ 263904 w 362309"/>
                <a:gd name="connsiteY10" fmla="*/ 100229 h 361971"/>
                <a:gd name="connsiteX11" fmla="*/ 269016 w 362309"/>
                <a:gd name="connsiteY11" fmla="*/ 112358 h 361971"/>
                <a:gd name="connsiteX12" fmla="*/ 263265 w 362309"/>
                <a:gd name="connsiteY12" fmla="*/ 125126 h 361971"/>
                <a:gd name="connsiteX13" fmla="*/ 254320 w 362309"/>
                <a:gd name="connsiteY13" fmla="*/ 125126 h 361971"/>
                <a:gd name="connsiteX14" fmla="*/ 254320 w 362309"/>
                <a:gd name="connsiteY14" fmla="*/ 116188 h 361971"/>
                <a:gd name="connsiteX15" fmla="*/ 254320 w 362309"/>
                <a:gd name="connsiteY15" fmla="*/ 116188 h 361971"/>
                <a:gd name="connsiteX16" fmla="*/ 254959 w 362309"/>
                <a:gd name="connsiteY16" fmla="*/ 110443 h 361971"/>
                <a:gd name="connsiteX17" fmla="*/ 254320 w 362309"/>
                <a:gd name="connsiteY17" fmla="*/ 109804 h 361971"/>
                <a:gd name="connsiteX18" fmla="*/ 249208 w 362309"/>
                <a:gd name="connsiteY18" fmla="*/ 97675 h 361971"/>
                <a:gd name="connsiteX19" fmla="*/ 254959 w 362309"/>
                <a:gd name="connsiteY19" fmla="*/ 84907 h 361971"/>
                <a:gd name="connsiteX20" fmla="*/ 254959 w 362309"/>
                <a:gd name="connsiteY20" fmla="*/ 84907 h 361971"/>
                <a:gd name="connsiteX21" fmla="*/ 223009 w 362309"/>
                <a:gd name="connsiteY21" fmla="*/ 84907 h 361971"/>
                <a:gd name="connsiteX22" fmla="*/ 231955 w 362309"/>
                <a:gd name="connsiteY22" fmla="*/ 84907 h 361971"/>
                <a:gd name="connsiteX23" fmla="*/ 231955 w 362309"/>
                <a:gd name="connsiteY23" fmla="*/ 84907 h 361971"/>
                <a:gd name="connsiteX24" fmla="*/ 231955 w 362309"/>
                <a:gd name="connsiteY24" fmla="*/ 93845 h 361971"/>
                <a:gd name="connsiteX25" fmla="*/ 231316 w 362309"/>
                <a:gd name="connsiteY25" fmla="*/ 99590 h 361971"/>
                <a:gd name="connsiteX26" fmla="*/ 231955 w 362309"/>
                <a:gd name="connsiteY26" fmla="*/ 100229 h 361971"/>
                <a:gd name="connsiteX27" fmla="*/ 237067 w 362309"/>
                <a:gd name="connsiteY27" fmla="*/ 112358 h 361971"/>
                <a:gd name="connsiteX28" fmla="*/ 231316 w 362309"/>
                <a:gd name="connsiteY28" fmla="*/ 125126 h 361971"/>
                <a:gd name="connsiteX29" fmla="*/ 222370 w 362309"/>
                <a:gd name="connsiteY29" fmla="*/ 125126 h 361971"/>
                <a:gd name="connsiteX30" fmla="*/ 222370 w 362309"/>
                <a:gd name="connsiteY30" fmla="*/ 116188 h 361971"/>
                <a:gd name="connsiteX31" fmla="*/ 223009 w 362309"/>
                <a:gd name="connsiteY31" fmla="*/ 110443 h 361971"/>
                <a:gd name="connsiteX32" fmla="*/ 222370 w 362309"/>
                <a:gd name="connsiteY32" fmla="*/ 109804 h 361971"/>
                <a:gd name="connsiteX33" fmla="*/ 217258 w 362309"/>
                <a:gd name="connsiteY33" fmla="*/ 97675 h 361971"/>
                <a:gd name="connsiteX34" fmla="*/ 223009 w 362309"/>
                <a:gd name="connsiteY34" fmla="*/ 84907 h 361971"/>
                <a:gd name="connsiteX35" fmla="*/ 223009 w 362309"/>
                <a:gd name="connsiteY35" fmla="*/ 84907 h 361971"/>
                <a:gd name="connsiteX36" fmla="*/ 295854 w 362309"/>
                <a:gd name="connsiteY36" fmla="*/ 275788 h 361971"/>
                <a:gd name="connsiteX37" fmla="*/ 290742 w 362309"/>
                <a:gd name="connsiteY37" fmla="*/ 278342 h 361971"/>
                <a:gd name="connsiteX38" fmla="*/ 71567 w 362309"/>
                <a:gd name="connsiteY38" fmla="*/ 278342 h 361971"/>
                <a:gd name="connsiteX39" fmla="*/ 65177 w 362309"/>
                <a:gd name="connsiteY39" fmla="*/ 271958 h 361971"/>
                <a:gd name="connsiteX40" fmla="*/ 65177 w 362309"/>
                <a:gd name="connsiteY40" fmla="*/ 185774 h 361971"/>
                <a:gd name="connsiteX41" fmla="*/ 71567 w 362309"/>
                <a:gd name="connsiteY41" fmla="*/ 179390 h 361971"/>
                <a:gd name="connsiteX42" fmla="*/ 75401 w 362309"/>
                <a:gd name="connsiteY42" fmla="*/ 180667 h 361971"/>
                <a:gd name="connsiteX43" fmla="*/ 136106 w 362309"/>
                <a:gd name="connsiteY43" fmla="*/ 220886 h 361971"/>
                <a:gd name="connsiteX44" fmla="*/ 136106 w 362309"/>
                <a:gd name="connsiteY44" fmla="*/ 185774 h 361971"/>
                <a:gd name="connsiteX45" fmla="*/ 139301 w 362309"/>
                <a:gd name="connsiteY45" fmla="*/ 180028 h 361971"/>
                <a:gd name="connsiteX46" fmla="*/ 145691 w 362309"/>
                <a:gd name="connsiteY46" fmla="*/ 180667 h 361971"/>
                <a:gd name="connsiteX47" fmla="*/ 204478 w 362309"/>
                <a:gd name="connsiteY47" fmla="*/ 220247 h 361971"/>
                <a:gd name="connsiteX48" fmla="*/ 213424 w 362309"/>
                <a:gd name="connsiteY48" fmla="*/ 146193 h 361971"/>
                <a:gd name="connsiteX49" fmla="*/ 219814 w 362309"/>
                <a:gd name="connsiteY49" fmla="*/ 140448 h 361971"/>
                <a:gd name="connsiteX50" fmla="*/ 267099 w 362309"/>
                <a:gd name="connsiteY50" fmla="*/ 140448 h 361971"/>
                <a:gd name="connsiteX51" fmla="*/ 273489 w 362309"/>
                <a:gd name="connsiteY51" fmla="*/ 145555 h 361971"/>
                <a:gd name="connsiteX52" fmla="*/ 297132 w 362309"/>
                <a:gd name="connsiteY52" fmla="*/ 270681 h 361971"/>
                <a:gd name="connsiteX53" fmla="*/ 295854 w 362309"/>
                <a:gd name="connsiteY53" fmla="*/ 275788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62309" h="361971">
                  <a:moveTo>
                    <a:pt x="180835" y="0"/>
                  </a:moveTo>
                  <a:cubicBezTo>
                    <a:pt x="80513" y="0"/>
                    <a:pt x="0" y="81077"/>
                    <a:pt x="0" y="181305"/>
                  </a:cubicBezTo>
                  <a:cubicBezTo>
                    <a:pt x="0" y="281534"/>
                    <a:pt x="81152" y="361972"/>
                    <a:pt x="180835" y="361972"/>
                  </a:cubicBezTo>
                  <a:cubicBezTo>
                    <a:pt x="280518" y="361972"/>
                    <a:pt x="362309" y="280895"/>
                    <a:pt x="362309" y="181305"/>
                  </a:cubicBezTo>
                  <a:cubicBezTo>
                    <a:pt x="362309" y="181305"/>
                    <a:pt x="362309" y="181305"/>
                    <a:pt x="362309" y="181305"/>
                  </a:cubicBezTo>
                  <a:cubicBezTo>
                    <a:pt x="361670" y="80438"/>
                    <a:pt x="281157" y="0"/>
                    <a:pt x="180835" y="0"/>
                  </a:cubicBezTo>
                  <a:close/>
                  <a:moveTo>
                    <a:pt x="254959" y="84907"/>
                  </a:moveTo>
                  <a:cubicBezTo>
                    <a:pt x="257514" y="82353"/>
                    <a:pt x="261987" y="82992"/>
                    <a:pt x="263904" y="85545"/>
                  </a:cubicBezTo>
                  <a:cubicBezTo>
                    <a:pt x="265821" y="88099"/>
                    <a:pt x="265821" y="91291"/>
                    <a:pt x="263904" y="93845"/>
                  </a:cubicBezTo>
                  <a:cubicBezTo>
                    <a:pt x="261987" y="95121"/>
                    <a:pt x="261987" y="97675"/>
                    <a:pt x="263265" y="99590"/>
                  </a:cubicBezTo>
                  <a:cubicBezTo>
                    <a:pt x="263265" y="99590"/>
                    <a:pt x="263904" y="100229"/>
                    <a:pt x="263904" y="100229"/>
                  </a:cubicBezTo>
                  <a:cubicBezTo>
                    <a:pt x="267099" y="103420"/>
                    <a:pt x="269016" y="107889"/>
                    <a:pt x="269016" y="112358"/>
                  </a:cubicBezTo>
                  <a:cubicBezTo>
                    <a:pt x="269016" y="116827"/>
                    <a:pt x="267099" y="121934"/>
                    <a:pt x="263265" y="125126"/>
                  </a:cubicBezTo>
                  <a:cubicBezTo>
                    <a:pt x="260709" y="127680"/>
                    <a:pt x="256875" y="127680"/>
                    <a:pt x="254320" y="125126"/>
                  </a:cubicBezTo>
                  <a:cubicBezTo>
                    <a:pt x="251764" y="122572"/>
                    <a:pt x="251764" y="118742"/>
                    <a:pt x="254320" y="116188"/>
                  </a:cubicBezTo>
                  <a:lnTo>
                    <a:pt x="254320" y="116188"/>
                  </a:lnTo>
                  <a:cubicBezTo>
                    <a:pt x="256237" y="114912"/>
                    <a:pt x="256237" y="112358"/>
                    <a:pt x="254959" y="110443"/>
                  </a:cubicBezTo>
                  <a:cubicBezTo>
                    <a:pt x="254959" y="110443"/>
                    <a:pt x="254320" y="109804"/>
                    <a:pt x="254320" y="109804"/>
                  </a:cubicBezTo>
                  <a:cubicBezTo>
                    <a:pt x="251125" y="106612"/>
                    <a:pt x="249208" y="102144"/>
                    <a:pt x="249208" y="97675"/>
                  </a:cubicBezTo>
                  <a:cubicBezTo>
                    <a:pt x="249208" y="93206"/>
                    <a:pt x="251764" y="88099"/>
                    <a:pt x="254959" y="84907"/>
                  </a:cubicBezTo>
                  <a:lnTo>
                    <a:pt x="254959" y="84907"/>
                  </a:lnTo>
                  <a:close/>
                  <a:moveTo>
                    <a:pt x="223009" y="84907"/>
                  </a:moveTo>
                  <a:cubicBezTo>
                    <a:pt x="225565" y="82353"/>
                    <a:pt x="229399" y="82353"/>
                    <a:pt x="231955" y="84907"/>
                  </a:cubicBezTo>
                  <a:cubicBezTo>
                    <a:pt x="231955" y="84907"/>
                    <a:pt x="231955" y="84907"/>
                    <a:pt x="231955" y="84907"/>
                  </a:cubicBezTo>
                  <a:cubicBezTo>
                    <a:pt x="234511" y="87461"/>
                    <a:pt x="234511" y="91291"/>
                    <a:pt x="231955" y="93845"/>
                  </a:cubicBezTo>
                  <a:cubicBezTo>
                    <a:pt x="230038" y="95121"/>
                    <a:pt x="230038" y="97675"/>
                    <a:pt x="231316" y="99590"/>
                  </a:cubicBezTo>
                  <a:cubicBezTo>
                    <a:pt x="231316" y="99590"/>
                    <a:pt x="231955" y="100229"/>
                    <a:pt x="231955" y="100229"/>
                  </a:cubicBezTo>
                  <a:cubicBezTo>
                    <a:pt x="235150" y="103420"/>
                    <a:pt x="237067" y="107889"/>
                    <a:pt x="237067" y="112358"/>
                  </a:cubicBezTo>
                  <a:cubicBezTo>
                    <a:pt x="237067" y="116827"/>
                    <a:pt x="235150" y="121934"/>
                    <a:pt x="231316" y="125126"/>
                  </a:cubicBezTo>
                  <a:cubicBezTo>
                    <a:pt x="228760" y="127680"/>
                    <a:pt x="224926" y="127680"/>
                    <a:pt x="222370" y="125126"/>
                  </a:cubicBezTo>
                  <a:cubicBezTo>
                    <a:pt x="219814" y="122572"/>
                    <a:pt x="219814" y="118742"/>
                    <a:pt x="222370" y="116188"/>
                  </a:cubicBezTo>
                  <a:cubicBezTo>
                    <a:pt x="224287" y="114912"/>
                    <a:pt x="224287" y="112358"/>
                    <a:pt x="223009" y="110443"/>
                  </a:cubicBezTo>
                  <a:cubicBezTo>
                    <a:pt x="223009" y="110443"/>
                    <a:pt x="222370" y="109804"/>
                    <a:pt x="222370" y="109804"/>
                  </a:cubicBezTo>
                  <a:cubicBezTo>
                    <a:pt x="219175" y="106612"/>
                    <a:pt x="217258" y="102144"/>
                    <a:pt x="217258" y="97675"/>
                  </a:cubicBezTo>
                  <a:cubicBezTo>
                    <a:pt x="218536" y="92568"/>
                    <a:pt x="220453" y="88099"/>
                    <a:pt x="223009" y="84907"/>
                  </a:cubicBezTo>
                  <a:lnTo>
                    <a:pt x="223009" y="84907"/>
                  </a:lnTo>
                  <a:close/>
                  <a:moveTo>
                    <a:pt x="295854" y="275788"/>
                  </a:moveTo>
                  <a:cubicBezTo>
                    <a:pt x="294576" y="277065"/>
                    <a:pt x="292659" y="278342"/>
                    <a:pt x="290742" y="278342"/>
                  </a:cubicBezTo>
                  <a:lnTo>
                    <a:pt x="71567" y="278342"/>
                  </a:lnTo>
                  <a:cubicBezTo>
                    <a:pt x="67733" y="278342"/>
                    <a:pt x="65177" y="275788"/>
                    <a:pt x="65177" y="271958"/>
                  </a:cubicBezTo>
                  <a:lnTo>
                    <a:pt x="65177" y="185774"/>
                  </a:lnTo>
                  <a:cubicBezTo>
                    <a:pt x="65177" y="181944"/>
                    <a:pt x="67733" y="179390"/>
                    <a:pt x="71567" y="179390"/>
                  </a:cubicBezTo>
                  <a:cubicBezTo>
                    <a:pt x="72845" y="179390"/>
                    <a:pt x="74123" y="180028"/>
                    <a:pt x="75401" y="180667"/>
                  </a:cubicBezTo>
                  <a:lnTo>
                    <a:pt x="136106" y="220886"/>
                  </a:lnTo>
                  <a:lnTo>
                    <a:pt x="136106" y="185774"/>
                  </a:lnTo>
                  <a:cubicBezTo>
                    <a:pt x="136106" y="183220"/>
                    <a:pt x="137384" y="181305"/>
                    <a:pt x="139301" y="180028"/>
                  </a:cubicBezTo>
                  <a:cubicBezTo>
                    <a:pt x="141218" y="178752"/>
                    <a:pt x="143774" y="179390"/>
                    <a:pt x="145691" y="180667"/>
                  </a:cubicBezTo>
                  <a:lnTo>
                    <a:pt x="204478" y="220247"/>
                  </a:lnTo>
                  <a:lnTo>
                    <a:pt x="213424" y="146193"/>
                  </a:lnTo>
                  <a:cubicBezTo>
                    <a:pt x="214063" y="143001"/>
                    <a:pt x="216619" y="140448"/>
                    <a:pt x="219814" y="140448"/>
                  </a:cubicBezTo>
                  <a:lnTo>
                    <a:pt x="267099" y="140448"/>
                  </a:lnTo>
                  <a:cubicBezTo>
                    <a:pt x="270294" y="140448"/>
                    <a:pt x="272850" y="142363"/>
                    <a:pt x="273489" y="145555"/>
                  </a:cubicBezTo>
                  <a:lnTo>
                    <a:pt x="297132" y="270681"/>
                  </a:lnTo>
                  <a:cubicBezTo>
                    <a:pt x="297771" y="271958"/>
                    <a:pt x="297132" y="273873"/>
                    <a:pt x="295854" y="27578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grpSp>
        <p:nvGrpSpPr>
          <p:cNvPr id="94" name="Graphic 4">
            <a:extLst>
              <a:ext uri="{FF2B5EF4-FFF2-40B4-BE49-F238E27FC236}">
                <a16:creationId xmlns:a16="http://schemas.microsoft.com/office/drawing/2014/main" id="{872CC66D-450A-4AA3-B2E9-0EFB96FF3EC9}"/>
              </a:ext>
            </a:extLst>
          </p:cNvPr>
          <p:cNvGrpSpPr/>
          <p:nvPr/>
        </p:nvGrpSpPr>
        <p:grpSpPr>
          <a:xfrm>
            <a:off x="1208089" y="3179223"/>
            <a:ext cx="640080" cy="640082"/>
            <a:chOff x="7192513" y="4792617"/>
            <a:chExt cx="361674" cy="361333"/>
          </a:xfrm>
          <a:solidFill>
            <a:srgbClr val="43B02A"/>
          </a:solidFill>
        </p:grpSpPr>
        <p:sp>
          <p:nvSpPr>
            <p:cNvPr id="95" name="Graphic 4">
              <a:extLst>
                <a:ext uri="{FF2B5EF4-FFF2-40B4-BE49-F238E27FC236}">
                  <a16:creationId xmlns:a16="http://schemas.microsoft.com/office/drawing/2014/main" id="{E9BC65F2-08F3-4705-8829-B4907D4ADFA3}"/>
                </a:ext>
              </a:extLst>
            </p:cNvPr>
            <p:cNvSpPr/>
            <p:nvPr/>
          </p:nvSpPr>
          <p:spPr>
            <a:xfrm>
              <a:off x="7316477" y="4908806"/>
              <a:ext cx="154636" cy="90652"/>
            </a:xfrm>
            <a:custGeom>
              <a:avLst/>
              <a:gdLst>
                <a:gd name="connsiteX0" fmla="*/ 120770 w 154636"/>
                <a:gd name="connsiteY0" fmla="*/ 15322 h 90652"/>
                <a:gd name="connsiteX1" fmla="*/ 118853 w 154636"/>
                <a:gd name="connsiteY1" fmla="*/ 15322 h 90652"/>
                <a:gd name="connsiteX2" fmla="*/ 65817 w 154636"/>
                <a:gd name="connsiteY2" fmla="*/ 0 h 90652"/>
                <a:gd name="connsiteX3" fmla="*/ 4473 w 154636"/>
                <a:gd name="connsiteY3" fmla="*/ 33197 h 90652"/>
                <a:gd name="connsiteX4" fmla="*/ 0 w 154636"/>
                <a:gd name="connsiteY4" fmla="*/ 40858 h 90652"/>
                <a:gd name="connsiteX5" fmla="*/ 3195 w 154636"/>
                <a:gd name="connsiteY5" fmla="*/ 49157 h 90652"/>
                <a:gd name="connsiteX6" fmla="*/ 8946 w 154636"/>
                <a:gd name="connsiteY6" fmla="*/ 50434 h 90652"/>
                <a:gd name="connsiteX7" fmla="*/ 99683 w 154636"/>
                <a:gd name="connsiteY7" fmla="*/ 35112 h 90652"/>
                <a:gd name="connsiteX8" fmla="*/ 106073 w 154636"/>
                <a:gd name="connsiteY8" fmla="*/ 38304 h 90652"/>
                <a:gd name="connsiteX9" fmla="*/ 135466 w 154636"/>
                <a:gd name="connsiteY9" fmla="*/ 90653 h 90652"/>
                <a:gd name="connsiteX10" fmla="*/ 137384 w 154636"/>
                <a:gd name="connsiteY10" fmla="*/ 90014 h 90652"/>
                <a:gd name="connsiteX11" fmla="*/ 153358 w 154636"/>
                <a:gd name="connsiteY11" fmla="*/ 90014 h 90652"/>
                <a:gd name="connsiteX12" fmla="*/ 154636 w 154636"/>
                <a:gd name="connsiteY12" fmla="*/ 90014 h 90652"/>
                <a:gd name="connsiteX13" fmla="*/ 154636 w 154636"/>
                <a:gd name="connsiteY13" fmla="*/ 14683 h 90652"/>
                <a:gd name="connsiteX14" fmla="*/ 120770 w 154636"/>
                <a:gd name="connsiteY14" fmla="*/ 14683 h 90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4636" h="90652">
                  <a:moveTo>
                    <a:pt x="120770" y="15322"/>
                  </a:moveTo>
                  <a:cubicBezTo>
                    <a:pt x="120131" y="15322"/>
                    <a:pt x="119492" y="15322"/>
                    <a:pt x="118853" y="15322"/>
                  </a:cubicBezTo>
                  <a:lnTo>
                    <a:pt x="65817" y="0"/>
                  </a:lnTo>
                  <a:lnTo>
                    <a:pt x="4473" y="33197"/>
                  </a:lnTo>
                  <a:cubicBezTo>
                    <a:pt x="1917" y="35112"/>
                    <a:pt x="0" y="37666"/>
                    <a:pt x="0" y="40858"/>
                  </a:cubicBezTo>
                  <a:cubicBezTo>
                    <a:pt x="0" y="44050"/>
                    <a:pt x="1278" y="47242"/>
                    <a:pt x="3195" y="49157"/>
                  </a:cubicBezTo>
                  <a:cubicBezTo>
                    <a:pt x="4473" y="50434"/>
                    <a:pt x="6390" y="51072"/>
                    <a:pt x="8946" y="50434"/>
                  </a:cubicBezTo>
                  <a:lnTo>
                    <a:pt x="99683" y="35112"/>
                  </a:lnTo>
                  <a:cubicBezTo>
                    <a:pt x="102239" y="34474"/>
                    <a:pt x="104795" y="35751"/>
                    <a:pt x="106073" y="38304"/>
                  </a:cubicBezTo>
                  <a:lnTo>
                    <a:pt x="135466" y="90653"/>
                  </a:lnTo>
                  <a:cubicBezTo>
                    <a:pt x="136106" y="90653"/>
                    <a:pt x="136745" y="90014"/>
                    <a:pt x="137384" y="90014"/>
                  </a:cubicBezTo>
                  <a:lnTo>
                    <a:pt x="153358" y="90014"/>
                  </a:lnTo>
                  <a:cubicBezTo>
                    <a:pt x="153997" y="90014"/>
                    <a:pt x="154636" y="90014"/>
                    <a:pt x="154636" y="90014"/>
                  </a:cubicBezTo>
                  <a:lnTo>
                    <a:pt x="154636" y="14683"/>
                  </a:lnTo>
                  <a:lnTo>
                    <a:pt x="120770" y="14683"/>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96" name="Graphic 4">
              <a:extLst>
                <a:ext uri="{FF2B5EF4-FFF2-40B4-BE49-F238E27FC236}">
                  <a16:creationId xmlns:a16="http://schemas.microsoft.com/office/drawing/2014/main" id="{EE8A8401-85D6-4C4A-B050-50FA7ACFE2E9}"/>
                </a:ext>
              </a:extLst>
            </p:cNvPr>
            <p:cNvSpPr/>
            <p:nvPr/>
          </p:nvSpPr>
          <p:spPr>
            <a:xfrm>
              <a:off x="7275582" y="4924128"/>
              <a:ext cx="169333" cy="123630"/>
            </a:xfrm>
            <a:custGeom>
              <a:avLst/>
              <a:gdLst>
                <a:gd name="connsiteX0" fmla="*/ 137384 w 169333"/>
                <a:gd name="connsiteY0" fmla="*/ 33197 h 123630"/>
                <a:gd name="connsiteX1" fmla="*/ 51119 w 169333"/>
                <a:gd name="connsiteY1" fmla="*/ 47880 h 123630"/>
                <a:gd name="connsiteX2" fmla="*/ 35145 w 169333"/>
                <a:gd name="connsiteY2" fmla="*/ 43411 h 123630"/>
                <a:gd name="connsiteX3" fmla="*/ 27477 w 169333"/>
                <a:gd name="connsiteY3" fmla="*/ 25536 h 123630"/>
                <a:gd name="connsiteX4" fmla="*/ 38340 w 169333"/>
                <a:gd name="connsiteY4" fmla="*/ 6384 h 123630"/>
                <a:gd name="connsiteX5" fmla="*/ 50481 w 169333"/>
                <a:gd name="connsiteY5" fmla="*/ 0 h 123630"/>
                <a:gd name="connsiteX6" fmla="*/ 0 w 169333"/>
                <a:gd name="connsiteY6" fmla="*/ 0 h 123630"/>
                <a:gd name="connsiteX7" fmla="*/ 0 w 169333"/>
                <a:gd name="connsiteY7" fmla="*/ 74693 h 123630"/>
                <a:gd name="connsiteX8" fmla="*/ 17253 w 169333"/>
                <a:gd name="connsiteY8" fmla="*/ 74693 h 123630"/>
                <a:gd name="connsiteX9" fmla="*/ 23004 w 169333"/>
                <a:gd name="connsiteY9" fmla="*/ 77885 h 123630"/>
                <a:gd name="connsiteX10" fmla="*/ 46647 w 169333"/>
                <a:gd name="connsiteY10" fmla="*/ 117465 h 123630"/>
                <a:gd name="connsiteX11" fmla="*/ 53676 w 169333"/>
                <a:gd name="connsiteY11" fmla="*/ 123211 h 123630"/>
                <a:gd name="connsiteX12" fmla="*/ 61343 w 169333"/>
                <a:gd name="connsiteY12" fmla="*/ 122573 h 123630"/>
                <a:gd name="connsiteX13" fmla="*/ 63899 w 169333"/>
                <a:gd name="connsiteY13" fmla="*/ 109805 h 123630"/>
                <a:gd name="connsiteX14" fmla="*/ 58148 w 169333"/>
                <a:gd name="connsiteY14" fmla="*/ 101505 h 123630"/>
                <a:gd name="connsiteX15" fmla="*/ 60066 w 169333"/>
                <a:gd name="connsiteY15" fmla="*/ 92568 h 123630"/>
                <a:gd name="connsiteX16" fmla="*/ 69012 w 169333"/>
                <a:gd name="connsiteY16" fmla="*/ 94483 h 123630"/>
                <a:gd name="connsiteX17" fmla="*/ 74763 w 169333"/>
                <a:gd name="connsiteY17" fmla="*/ 102782 h 123630"/>
                <a:gd name="connsiteX18" fmla="*/ 74763 w 169333"/>
                <a:gd name="connsiteY18" fmla="*/ 102782 h 123630"/>
                <a:gd name="connsiteX19" fmla="*/ 74763 w 169333"/>
                <a:gd name="connsiteY19" fmla="*/ 102782 h 123630"/>
                <a:gd name="connsiteX20" fmla="*/ 74763 w 169333"/>
                <a:gd name="connsiteY20" fmla="*/ 102782 h 123630"/>
                <a:gd name="connsiteX21" fmla="*/ 83708 w 169333"/>
                <a:gd name="connsiteY21" fmla="*/ 117465 h 123630"/>
                <a:gd name="connsiteX22" fmla="*/ 98405 w 169333"/>
                <a:gd name="connsiteY22" fmla="*/ 121296 h 123630"/>
                <a:gd name="connsiteX23" fmla="*/ 102239 w 169333"/>
                <a:gd name="connsiteY23" fmla="*/ 107251 h 123630"/>
                <a:gd name="connsiteX24" fmla="*/ 86903 w 169333"/>
                <a:gd name="connsiteY24" fmla="*/ 81715 h 123630"/>
                <a:gd name="connsiteX25" fmla="*/ 88820 w 169333"/>
                <a:gd name="connsiteY25" fmla="*/ 72777 h 123630"/>
                <a:gd name="connsiteX26" fmla="*/ 97766 w 169333"/>
                <a:gd name="connsiteY26" fmla="*/ 74693 h 123630"/>
                <a:gd name="connsiteX27" fmla="*/ 99683 w 169333"/>
                <a:gd name="connsiteY27" fmla="*/ 78523 h 123630"/>
                <a:gd name="connsiteX28" fmla="*/ 100322 w 169333"/>
                <a:gd name="connsiteY28" fmla="*/ 79161 h 123630"/>
                <a:gd name="connsiteX29" fmla="*/ 112463 w 169333"/>
                <a:gd name="connsiteY29" fmla="*/ 100229 h 123630"/>
                <a:gd name="connsiteX30" fmla="*/ 112463 w 169333"/>
                <a:gd name="connsiteY30" fmla="*/ 100867 h 123630"/>
                <a:gd name="connsiteX31" fmla="*/ 121409 w 169333"/>
                <a:gd name="connsiteY31" fmla="*/ 115550 h 123630"/>
                <a:gd name="connsiteX32" fmla="*/ 136106 w 169333"/>
                <a:gd name="connsiteY32" fmla="*/ 119381 h 123630"/>
                <a:gd name="connsiteX33" fmla="*/ 138662 w 169333"/>
                <a:gd name="connsiteY33" fmla="*/ 105336 h 123630"/>
                <a:gd name="connsiteX34" fmla="*/ 113102 w 169333"/>
                <a:gd name="connsiteY34" fmla="*/ 61925 h 123630"/>
                <a:gd name="connsiteX35" fmla="*/ 115658 w 169333"/>
                <a:gd name="connsiteY35" fmla="*/ 52987 h 123630"/>
                <a:gd name="connsiteX36" fmla="*/ 124604 w 169333"/>
                <a:gd name="connsiteY36" fmla="*/ 55541 h 123630"/>
                <a:gd name="connsiteX37" fmla="*/ 150164 w 169333"/>
                <a:gd name="connsiteY37" fmla="*/ 98952 h 123630"/>
                <a:gd name="connsiteX38" fmla="*/ 156553 w 169333"/>
                <a:gd name="connsiteY38" fmla="*/ 104059 h 123630"/>
                <a:gd name="connsiteX39" fmla="*/ 164222 w 169333"/>
                <a:gd name="connsiteY39" fmla="*/ 102782 h 123630"/>
                <a:gd name="connsiteX40" fmla="*/ 168056 w 169333"/>
                <a:gd name="connsiteY40" fmla="*/ 88099 h 123630"/>
                <a:gd name="connsiteX41" fmla="*/ 137384 w 169333"/>
                <a:gd name="connsiteY41" fmla="*/ 33197 h 123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69333" h="123630">
                  <a:moveTo>
                    <a:pt x="137384" y="33197"/>
                  </a:moveTo>
                  <a:lnTo>
                    <a:pt x="51119" y="47880"/>
                  </a:lnTo>
                  <a:cubicBezTo>
                    <a:pt x="44730" y="48518"/>
                    <a:pt x="39618" y="47241"/>
                    <a:pt x="35145" y="43411"/>
                  </a:cubicBezTo>
                  <a:cubicBezTo>
                    <a:pt x="30033" y="38942"/>
                    <a:pt x="27477" y="32558"/>
                    <a:pt x="27477" y="25536"/>
                  </a:cubicBezTo>
                  <a:cubicBezTo>
                    <a:pt x="27477" y="17875"/>
                    <a:pt x="31950" y="10853"/>
                    <a:pt x="38340" y="6384"/>
                  </a:cubicBezTo>
                  <a:lnTo>
                    <a:pt x="50481" y="0"/>
                  </a:lnTo>
                  <a:lnTo>
                    <a:pt x="0" y="0"/>
                  </a:lnTo>
                  <a:lnTo>
                    <a:pt x="0" y="74693"/>
                  </a:lnTo>
                  <a:lnTo>
                    <a:pt x="17253" y="74693"/>
                  </a:lnTo>
                  <a:cubicBezTo>
                    <a:pt x="19809" y="74693"/>
                    <a:pt x="21726" y="75969"/>
                    <a:pt x="23004" y="77885"/>
                  </a:cubicBezTo>
                  <a:lnTo>
                    <a:pt x="46647" y="117465"/>
                  </a:lnTo>
                  <a:cubicBezTo>
                    <a:pt x="47925" y="120019"/>
                    <a:pt x="50481" y="121934"/>
                    <a:pt x="53676" y="123211"/>
                  </a:cubicBezTo>
                  <a:cubicBezTo>
                    <a:pt x="56232" y="123849"/>
                    <a:pt x="58788" y="123849"/>
                    <a:pt x="61343" y="122573"/>
                  </a:cubicBezTo>
                  <a:cubicBezTo>
                    <a:pt x="67094" y="119381"/>
                    <a:pt x="66456" y="113635"/>
                    <a:pt x="63899" y="109805"/>
                  </a:cubicBezTo>
                  <a:lnTo>
                    <a:pt x="58148" y="101505"/>
                  </a:lnTo>
                  <a:cubicBezTo>
                    <a:pt x="56232" y="98313"/>
                    <a:pt x="56871" y="94483"/>
                    <a:pt x="60066" y="92568"/>
                  </a:cubicBezTo>
                  <a:cubicBezTo>
                    <a:pt x="63261" y="90653"/>
                    <a:pt x="67094" y="91291"/>
                    <a:pt x="69012" y="94483"/>
                  </a:cubicBezTo>
                  <a:lnTo>
                    <a:pt x="74763" y="102782"/>
                  </a:lnTo>
                  <a:cubicBezTo>
                    <a:pt x="74763" y="102782"/>
                    <a:pt x="74763" y="102782"/>
                    <a:pt x="74763" y="102782"/>
                  </a:cubicBezTo>
                  <a:cubicBezTo>
                    <a:pt x="74763" y="102782"/>
                    <a:pt x="74763" y="102782"/>
                    <a:pt x="74763" y="102782"/>
                  </a:cubicBezTo>
                  <a:cubicBezTo>
                    <a:pt x="74763" y="102782"/>
                    <a:pt x="74763" y="102782"/>
                    <a:pt x="74763" y="102782"/>
                  </a:cubicBezTo>
                  <a:lnTo>
                    <a:pt x="83708" y="117465"/>
                  </a:lnTo>
                  <a:cubicBezTo>
                    <a:pt x="86903" y="122573"/>
                    <a:pt x="93293" y="123849"/>
                    <a:pt x="98405" y="121296"/>
                  </a:cubicBezTo>
                  <a:cubicBezTo>
                    <a:pt x="103517" y="118104"/>
                    <a:pt x="104795" y="112358"/>
                    <a:pt x="102239" y="107251"/>
                  </a:cubicBezTo>
                  <a:lnTo>
                    <a:pt x="86903" y="81715"/>
                  </a:lnTo>
                  <a:cubicBezTo>
                    <a:pt x="84986" y="78523"/>
                    <a:pt x="86264" y="74693"/>
                    <a:pt x="88820" y="72777"/>
                  </a:cubicBezTo>
                  <a:cubicBezTo>
                    <a:pt x="92015" y="70862"/>
                    <a:pt x="95849" y="72139"/>
                    <a:pt x="97766" y="74693"/>
                  </a:cubicBezTo>
                  <a:lnTo>
                    <a:pt x="99683" y="78523"/>
                  </a:lnTo>
                  <a:cubicBezTo>
                    <a:pt x="99683" y="78523"/>
                    <a:pt x="100322" y="79161"/>
                    <a:pt x="100322" y="79161"/>
                  </a:cubicBezTo>
                  <a:lnTo>
                    <a:pt x="112463" y="100229"/>
                  </a:lnTo>
                  <a:cubicBezTo>
                    <a:pt x="112463" y="100229"/>
                    <a:pt x="112463" y="100229"/>
                    <a:pt x="112463" y="100867"/>
                  </a:cubicBezTo>
                  <a:lnTo>
                    <a:pt x="121409" y="115550"/>
                  </a:lnTo>
                  <a:cubicBezTo>
                    <a:pt x="124604" y="120657"/>
                    <a:pt x="130994" y="122573"/>
                    <a:pt x="136106" y="119381"/>
                  </a:cubicBezTo>
                  <a:cubicBezTo>
                    <a:pt x="141857" y="116189"/>
                    <a:pt x="141217" y="109805"/>
                    <a:pt x="138662" y="105336"/>
                  </a:cubicBezTo>
                  <a:lnTo>
                    <a:pt x="113102" y="61925"/>
                  </a:lnTo>
                  <a:cubicBezTo>
                    <a:pt x="111185" y="58733"/>
                    <a:pt x="112463" y="54902"/>
                    <a:pt x="115658" y="52987"/>
                  </a:cubicBezTo>
                  <a:cubicBezTo>
                    <a:pt x="118853" y="51072"/>
                    <a:pt x="122687" y="52349"/>
                    <a:pt x="124604" y="55541"/>
                  </a:cubicBezTo>
                  <a:lnTo>
                    <a:pt x="150164" y="98952"/>
                  </a:lnTo>
                  <a:cubicBezTo>
                    <a:pt x="151442" y="101505"/>
                    <a:pt x="153997" y="102782"/>
                    <a:pt x="156553" y="104059"/>
                  </a:cubicBezTo>
                  <a:cubicBezTo>
                    <a:pt x="159110" y="104697"/>
                    <a:pt x="162305" y="104059"/>
                    <a:pt x="164222" y="102782"/>
                  </a:cubicBezTo>
                  <a:cubicBezTo>
                    <a:pt x="169333" y="99590"/>
                    <a:pt x="170612" y="93206"/>
                    <a:pt x="168056" y="88099"/>
                  </a:cubicBezTo>
                  <a:lnTo>
                    <a:pt x="137384" y="33197"/>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97" name="Graphic 4">
              <a:extLst>
                <a:ext uri="{FF2B5EF4-FFF2-40B4-BE49-F238E27FC236}">
                  <a16:creationId xmlns:a16="http://schemas.microsoft.com/office/drawing/2014/main" id="{F660D8FD-605B-4F81-BA19-663D243D95A7}"/>
                </a:ext>
              </a:extLst>
            </p:cNvPr>
            <p:cNvSpPr/>
            <p:nvPr/>
          </p:nvSpPr>
          <p:spPr>
            <a:xfrm>
              <a:off x="7192513" y="4792617"/>
              <a:ext cx="361674" cy="361333"/>
            </a:xfrm>
            <a:custGeom>
              <a:avLst/>
              <a:gdLst>
                <a:gd name="connsiteX0" fmla="*/ 180836 w 361674"/>
                <a:gd name="connsiteY0" fmla="*/ 0 h 361333"/>
                <a:gd name="connsiteX1" fmla="*/ 0 w 361674"/>
                <a:gd name="connsiteY1" fmla="*/ 180667 h 361333"/>
                <a:gd name="connsiteX2" fmla="*/ 180836 w 361674"/>
                <a:gd name="connsiteY2" fmla="*/ 361334 h 361333"/>
                <a:gd name="connsiteX3" fmla="*/ 361670 w 361674"/>
                <a:gd name="connsiteY3" fmla="*/ 180667 h 361333"/>
                <a:gd name="connsiteX4" fmla="*/ 180836 w 361674"/>
                <a:gd name="connsiteY4" fmla="*/ 0 h 361333"/>
                <a:gd name="connsiteX5" fmla="*/ 292659 w 361674"/>
                <a:gd name="connsiteY5" fmla="*/ 222163 h 361333"/>
                <a:gd name="connsiteX6" fmla="*/ 299049 w 361674"/>
                <a:gd name="connsiteY6" fmla="*/ 228547 h 361333"/>
                <a:gd name="connsiteX7" fmla="*/ 292659 w 361674"/>
                <a:gd name="connsiteY7" fmla="*/ 234931 h 361333"/>
                <a:gd name="connsiteX8" fmla="*/ 284991 w 361674"/>
                <a:gd name="connsiteY8" fmla="*/ 234931 h 361333"/>
                <a:gd name="connsiteX9" fmla="*/ 278601 w 361674"/>
                <a:gd name="connsiteY9" fmla="*/ 228547 h 361333"/>
                <a:gd name="connsiteX10" fmla="*/ 278601 w 361674"/>
                <a:gd name="connsiteY10" fmla="*/ 218971 h 361333"/>
                <a:gd name="connsiteX11" fmla="*/ 277323 w 361674"/>
                <a:gd name="connsiteY11" fmla="*/ 218971 h 361333"/>
                <a:gd name="connsiteX12" fmla="*/ 265821 w 361674"/>
                <a:gd name="connsiteY12" fmla="*/ 218971 h 361333"/>
                <a:gd name="connsiteX13" fmla="*/ 255597 w 361674"/>
                <a:gd name="connsiteY13" fmla="*/ 245145 h 361333"/>
                <a:gd name="connsiteX14" fmla="*/ 243456 w 361674"/>
                <a:gd name="connsiteY14" fmla="*/ 248337 h 361333"/>
                <a:gd name="connsiteX15" fmla="*/ 237706 w 361674"/>
                <a:gd name="connsiteY15" fmla="*/ 247699 h 361333"/>
                <a:gd name="connsiteX16" fmla="*/ 237706 w 361674"/>
                <a:gd name="connsiteY16" fmla="*/ 247699 h 361333"/>
                <a:gd name="connsiteX17" fmla="*/ 227482 w 361674"/>
                <a:gd name="connsiteY17" fmla="*/ 261743 h 361333"/>
                <a:gd name="connsiteX18" fmla="*/ 215980 w 361674"/>
                <a:gd name="connsiteY18" fmla="*/ 264935 h 361333"/>
                <a:gd name="connsiteX19" fmla="*/ 197449 w 361674"/>
                <a:gd name="connsiteY19" fmla="*/ 255998 h 361333"/>
                <a:gd name="connsiteX20" fmla="*/ 189782 w 361674"/>
                <a:gd name="connsiteY20" fmla="*/ 263659 h 361333"/>
                <a:gd name="connsiteX21" fmla="*/ 177641 w 361674"/>
                <a:gd name="connsiteY21" fmla="*/ 266851 h 361333"/>
                <a:gd name="connsiteX22" fmla="*/ 159748 w 361674"/>
                <a:gd name="connsiteY22" fmla="*/ 258551 h 361333"/>
                <a:gd name="connsiteX23" fmla="*/ 152720 w 361674"/>
                <a:gd name="connsiteY23" fmla="*/ 264935 h 361333"/>
                <a:gd name="connsiteX24" fmla="*/ 141857 w 361674"/>
                <a:gd name="connsiteY24" fmla="*/ 268127 h 361333"/>
                <a:gd name="connsiteX25" fmla="*/ 134828 w 361674"/>
                <a:gd name="connsiteY25" fmla="*/ 266851 h 361333"/>
                <a:gd name="connsiteX26" fmla="*/ 120770 w 361674"/>
                <a:gd name="connsiteY26" fmla="*/ 255998 h 361333"/>
                <a:gd name="connsiteX27" fmla="*/ 98405 w 361674"/>
                <a:gd name="connsiteY27" fmla="*/ 218971 h 361333"/>
                <a:gd name="connsiteX28" fmla="*/ 84348 w 361674"/>
                <a:gd name="connsiteY28" fmla="*/ 218971 h 361333"/>
                <a:gd name="connsiteX29" fmla="*/ 84348 w 361674"/>
                <a:gd name="connsiteY29" fmla="*/ 228547 h 361333"/>
                <a:gd name="connsiteX30" fmla="*/ 77958 w 361674"/>
                <a:gd name="connsiteY30" fmla="*/ 234931 h 361333"/>
                <a:gd name="connsiteX31" fmla="*/ 70289 w 361674"/>
                <a:gd name="connsiteY31" fmla="*/ 234931 h 361333"/>
                <a:gd name="connsiteX32" fmla="*/ 63899 w 361674"/>
                <a:gd name="connsiteY32" fmla="*/ 228547 h 361333"/>
                <a:gd name="connsiteX33" fmla="*/ 70289 w 361674"/>
                <a:gd name="connsiteY33" fmla="*/ 222163 h 361333"/>
                <a:gd name="connsiteX34" fmla="*/ 71568 w 361674"/>
                <a:gd name="connsiteY34" fmla="*/ 222163 h 361333"/>
                <a:gd name="connsiteX35" fmla="*/ 71568 w 361674"/>
                <a:gd name="connsiteY35" fmla="*/ 107251 h 361333"/>
                <a:gd name="connsiteX36" fmla="*/ 70289 w 361674"/>
                <a:gd name="connsiteY36" fmla="*/ 107251 h 361333"/>
                <a:gd name="connsiteX37" fmla="*/ 63899 w 361674"/>
                <a:gd name="connsiteY37" fmla="*/ 100867 h 361333"/>
                <a:gd name="connsiteX38" fmla="*/ 70289 w 361674"/>
                <a:gd name="connsiteY38" fmla="*/ 94483 h 361333"/>
                <a:gd name="connsiteX39" fmla="*/ 77958 w 361674"/>
                <a:gd name="connsiteY39" fmla="*/ 94483 h 361333"/>
                <a:gd name="connsiteX40" fmla="*/ 84348 w 361674"/>
                <a:gd name="connsiteY40" fmla="*/ 100867 h 361333"/>
                <a:gd name="connsiteX41" fmla="*/ 84348 w 361674"/>
                <a:gd name="connsiteY41" fmla="*/ 118104 h 361333"/>
                <a:gd name="connsiteX42" fmla="*/ 157832 w 361674"/>
                <a:gd name="connsiteY42" fmla="*/ 118104 h 361333"/>
                <a:gd name="connsiteX43" fmla="*/ 158471 w 361674"/>
                <a:gd name="connsiteY43" fmla="*/ 118104 h 361333"/>
                <a:gd name="connsiteX44" fmla="*/ 186587 w 361674"/>
                <a:gd name="connsiteY44" fmla="*/ 102782 h 361333"/>
                <a:gd name="connsiteX45" fmla="*/ 191059 w 361674"/>
                <a:gd name="connsiteY45" fmla="*/ 102144 h 361333"/>
                <a:gd name="connsiteX46" fmla="*/ 246013 w 361674"/>
                <a:gd name="connsiteY46" fmla="*/ 118104 h 361333"/>
                <a:gd name="connsiteX47" fmla="*/ 278601 w 361674"/>
                <a:gd name="connsiteY47" fmla="*/ 118104 h 361333"/>
                <a:gd name="connsiteX48" fmla="*/ 278601 w 361674"/>
                <a:gd name="connsiteY48" fmla="*/ 100867 h 361333"/>
                <a:gd name="connsiteX49" fmla="*/ 284991 w 361674"/>
                <a:gd name="connsiteY49" fmla="*/ 94483 h 361333"/>
                <a:gd name="connsiteX50" fmla="*/ 292659 w 361674"/>
                <a:gd name="connsiteY50" fmla="*/ 94483 h 361333"/>
                <a:gd name="connsiteX51" fmla="*/ 299049 w 361674"/>
                <a:gd name="connsiteY51" fmla="*/ 100867 h 361333"/>
                <a:gd name="connsiteX52" fmla="*/ 292659 w 361674"/>
                <a:gd name="connsiteY52" fmla="*/ 107251 h 361333"/>
                <a:gd name="connsiteX53" fmla="*/ 291381 w 361674"/>
                <a:gd name="connsiteY53" fmla="*/ 107251 h 361333"/>
                <a:gd name="connsiteX54" fmla="*/ 291381 w 361674"/>
                <a:gd name="connsiteY54" fmla="*/ 222163 h 361333"/>
                <a:gd name="connsiteX55" fmla="*/ 292659 w 361674"/>
                <a:gd name="connsiteY55" fmla="*/ 222163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61674" h="361333">
                  <a:moveTo>
                    <a:pt x="180836" y="0"/>
                  </a:moveTo>
                  <a:cubicBezTo>
                    <a:pt x="80513" y="0"/>
                    <a:pt x="0" y="81077"/>
                    <a:pt x="0" y="180667"/>
                  </a:cubicBezTo>
                  <a:cubicBezTo>
                    <a:pt x="0" y="280895"/>
                    <a:pt x="81153" y="361334"/>
                    <a:pt x="180836" y="361334"/>
                  </a:cubicBezTo>
                  <a:cubicBezTo>
                    <a:pt x="280518" y="361334"/>
                    <a:pt x="361670" y="280257"/>
                    <a:pt x="361670" y="180667"/>
                  </a:cubicBezTo>
                  <a:cubicBezTo>
                    <a:pt x="362310" y="81077"/>
                    <a:pt x="281157" y="0"/>
                    <a:pt x="180836" y="0"/>
                  </a:cubicBezTo>
                  <a:close/>
                  <a:moveTo>
                    <a:pt x="292659" y="222163"/>
                  </a:moveTo>
                  <a:cubicBezTo>
                    <a:pt x="296493" y="222163"/>
                    <a:pt x="299049" y="224716"/>
                    <a:pt x="299049" y="228547"/>
                  </a:cubicBezTo>
                  <a:cubicBezTo>
                    <a:pt x="299049" y="232377"/>
                    <a:pt x="296493" y="234931"/>
                    <a:pt x="292659" y="234931"/>
                  </a:cubicBezTo>
                  <a:lnTo>
                    <a:pt x="284991" y="234931"/>
                  </a:lnTo>
                  <a:cubicBezTo>
                    <a:pt x="281157" y="234931"/>
                    <a:pt x="278601" y="232377"/>
                    <a:pt x="278601" y="228547"/>
                  </a:cubicBezTo>
                  <a:lnTo>
                    <a:pt x="278601" y="218971"/>
                  </a:lnTo>
                  <a:cubicBezTo>
                    <a:pt x="277962" y="218971"/>
                    <a:pt x="277323" y="218971"/>
                    <a:pt x="277323" y="218971"/>
                  </a:cubicBezTo>
                  <a:lnTo>
                    <a:pt x="265821" y="218971"/>
                  </a:lnTo>
                  <a:cubicBezTo>
                    <a:pt x="268377" y="228547"/>
                    <a:pt x="264544" y="239399"/>
                    <a:pt x="255597" y="245145"/>
                  </a:cubicBezTo>
                  <a:cubicBezTo>
                    <a:pt x="251764" y="247060"/>
                    <a:pt x="247930" y="248337"/>
                    <a:pt x="243456" y="248337"/>
                  </a:cubicBezTo>
                  <a:cubicBezTo>
                    <a:pt x="241540" y="248337"/>
                    <a:pt x="239623" y="248337"/>
                    <a:pt x="237706" y="247699"/>
                  </a:cubicBezTo>
                  <a:cubicBezTo>
                    <a:pt x="237706" y="247699"/>
                    <a:pt x="237706" y="247699"/>
                    <a:pt x="237706" y="247699"/>
                  </a:cubicBezTo>
                  <a:cubicBezTo>
                    <a:pt x="236428" y="253444"/>
                    <a:pt x="233233" y="258551"/>
                    <a:pt x="227482" y="261743"/>
                  </a:cubicBezTo>
                  <a:cubicBezTo>
                    <a:pt x="223648" y="263659"/>
                    <a:pt x="219814" y="264935"/>
                    <a:pt x="215980" y="264935"/>
                  </a:cubicBezTo>
                  <a:cubicBezTo>
                    <a:pt x="208951" y="264935"/>
                    <a:pt x="201922" y="261743"/>
                    <a:pt x="197449" y="255998"/>
                  </a:cubicBezTo>
                  <a:cubicBezTo>
                    <a:pt x="195532" y="259190"/>
                    <a:pt x="192977" y="261743"/>
                    <a:pt x="189782" y="263659"/>
                  </a:cubicBezTo>
                  <a:cubicBezTo>
                    <a:pt x="185947" y="265574"/>
                    <a:pt x="182113" y="266851"/>
                    <a:pt x="177641" y="266851"/>
                  </a:cubicBezTo>
                  <a:cubicBezTo>
                    <a:pt x="170612" y="266851"/>
                    <a:pt x="164222" y="263659"/>
                    <a:pt x="159748" y="258551"/>
                  </a:cubicBezTo>
                  <a:cubicBezTo>
                    <a:pt x="157832" y="261105"/>
                    <a:pt x="155915" y="263020"/>
                    <a:pt x="152720" y="264935"/>
                  </a:cubicBezTo>
                  <a:cubicBezTo>
                    <a:pt x="149525" y="266851"/>
                    <a:pt x="145691" y="268127"/>
                    <a:pt x="141857" y="268127"/>
                  </a:cubicBezTo>
                  <a:cubicBezTo>
                    <a:pt x="139301" y="268127"/>
                    <a:pt x="137384" y="267489"/>
                    <a:pt x="134828" y="266851"/>
                  </a:cubicBezTo>
                  <a:cubicBezTo>
                    <a:pt x="129077" y="264935"/>
                    <a:pt x="123965" y="261105"/>
                    <a:pt x="120770" y="255998"/>
                  </a:cubicBezTo>
                  <a:lnTo>
                    <a:pt x="98405" y="218971"/>
                  </a:lnTo>
                  <a:lnTo>
                    <a:pt x="84348" y="218971"/>
                  </a:lnTo>
                  <a:lnTo>
                    <a:pt x="84348" y="228547"/>
                  </a:lnTo>
                  <a:cubicBezTo>
                    <a:pt x="84348" y="232377"/>
                    <a:pt x="81792" y="234931"/>
                    <a:pt x="77958" y="234931"/>
                  </a:cubicBezTo>
                  <a:lnTo>
                    <a:pt x="70289" y="234931"/>
                  </a:lnTo>
                  <a:cubicBezTo>
                    <a:pt x="66456" y="234931"/>
                    <a:pt x="63899" y="232377"/>
                    <a:pt x="63899" y="228547"/>
                  </a:cubicBezTo>
                  <a:cubicBezTo>
                    <a:pt x="63899" y="224716"/>
                    <a:pt x="66456" y="222163"/>
                    <a:pt x="70289" y="222163"/>
                  </a:cubicBezTo>
                  <a:lnTo>
                    <a:pt x="71568" y="222163"/>
                  </a:lnTo>
                  <a:lnTo>
                    <a:pt x="71568" y="107251"/>
                  </a:lnTo>
                  <a:lnTo>
                    <a:pt x="70289" y="107251"/>
                  </a:lnTo>
                  <a:cubicBezTo>
                    <a:pt x="66456" y="107251"/>
                    <a:pt x="63899" y="104697"/>
                    <a:pt x="63899" y="100867"/>
                  </a:cubicBezTo>
                  <a:cubicBezTo>
                    <a:pt x="63899" y="97037"/>
                    <a:pt x="66456" y="94483"/>
                    <a:pt x="70289" y="94483"/>
                  </a:cubicBezTo>
                  <a:lnTo>
                    <a:pt x="77958" y="94483"/>
                  </a:lnTo>
                  <a:cubicBezTo>
                    <a:pt x="81792" y="94483"/>
                    <a:pt x="84348" y="97037"/>
                    <a:pt x="84348" y="100867"/>
                  </a:cubicBezTo>
                  <a:lnTo>
                    <a:pt x="84348" y="118104"/>
                  </a:lnTo>
                  <a:lnTo>
                    <a:pt x="157832" y="118104"/>
                  </a:lnTo>
                  <a:cubicBezTo>
                    <a:pt x="157832" y="118104"/>
                    <a:pt x="158471" y="118104"/>
                    <a:pt x="158471" y="118104"/>
                  </a:cubicBezTo>
                  <a:lnTo>
                    <a:pt x="186587" y="102782"/>
                  </a:lnTo>
                  <a:cubicBezTo>
                    <a:pt x="187864" y="102144"/>
                    <a:pt x="189782" y="101505"/>
                    <a:pt x="191059" y="102144"/>
                  </a:cubicBezTo>
                  <a:lnTo>
                    <a:pt x="246013" y="118104"/>
                  </a:lnTo>
                  <a:lnTo>
                    <a:pt x="278601" y="118104"/>
                  </a:lnTo>
                  <a:lnTo>
                    <a:pt x="278601" y="100867"/>
                  </a:lnTo>
                  <a:cubicBezTo>
                    <a:pt x="278601" y="97037"/>
                    <a:pt x="281157" y="94483"/>
                    <a:pt x="284991" y="94483"/>
                  </a:cubicBezTo>
                  <a:lnTo>
                    <a:pt x="292659" y="94483"/>
                  </a:lnTo>
                  <a:cubicBezTo>
                    <a:pt x="296493" y="94483"/>
                    <a:pt x="299049" y="97037"/>
                    <a:pt x="299049" y="100867"/>
                  </a:cubicBezTo>
                  <a:cubicBezTo>
                    <a:pt x="299049" y="104697"/>
                    <a:pt x="296493" y="107251"/>
                    <a:pt x="292659" y="107251"/>
                  </a:cubicBezTo>
                  <a:lnTo>
                    <a:pt x="291381" y="107251"/>
                  </a:lnTo>
                  <a:lnTo>
                    <a:pt x="291381" y="222163"/>
                  </a:lnTo>
                  <a:lnTo>
                    <a:pt x="292659" y="222163"/>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sp>
        <p:nvSpPr>
          <p:cNvPr id="98" name="Oval 97">
            <a:extLst>
              <a:ext uri="{FF2B5EF4-FFF2-40B4-BE49-F238E27FC236}">
                <a16:creationId xmlns:a16="http://schemas.microsoft.com/office/drawing/2014/main" id="{E99962FB-5D07-4921-BB25-7B77C78638E3}"/>
              </a:ext>
            </a:extLst>
          </p:cNvPr>
          <p:cNvSpPr/>
          <p:nvPr/>
        </p:nvSpPr>
        <p:spPr bwMode="gray">
          <a:xfrm>
            <a:off x="10874408" y="1273816"/>
            <a:ext cx="365760" cy="365760"/>
          </a:xfrm>
          <a:prstGeom prst="ellipse">
            <a:avLst/>
          </a:prstGeom>
          <a:solidFill>
            <a:schemeClr val="accent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100" name="Oval 99">
            <a:extLst>
              <a:ext uri="{FF2B5EF4-FFF2-40B4-BE49-F238E27FC236}">
                <a16:creationId xmlns:a16="http://schemas.microsoft.com/office/drawing/2014/main" id="{7B553D7D-5909-47CA-A151-03C73E0B74FD}"/>
              </a:ext>
            </a:extLst>
          </p:cNvPr>
          <p:cNvSpPr/>
          <p:nvPr/>
        </p:nvSpPr>
        <p:spPr bwMode="gray">
          <a:xfrm>
            <a:off x="10874408" y="4501639"/>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128" name="Oval 127">
            <a:extLst>
              <a:ext uri="{FF2B5EF4-FFF2-40B4-BE49-F238E27FC236}">
                <a16:creationId xmlns:a16="http://schemas.microsoft.com/office/drawing/2014/main" id="{7ADBB47A-E33E-495A-8164-439E221258D3}"/>
              </a:ext>
            </a:extLst>
          </p:cNvPr>
          <p:cNvSpPr/>
          <p:nvPr/>
        </p:nvSpPr>
        <p:spPr bwMode="gray">
          <a:xfrm>
            <a:off x="10874408" y="2400055"/>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130" name="Oval 129">
            <a:extLst>
              <a:ext uri="{FF2B5EF4-FFF2-40B4-BE49-F238E27FC236}">
                <a16:creationId xmlns:a16="http://schemas.microsoft.com/office/drawing/2014/main" id="{0FDEC38C-9E29-4743-9F13-4D038A59520B}"/>
              </a:ext>
            </a:extLst>
          </p:cNvPr>
          <p:cNvSpPr/>
          <p:nvPr/>
        </p:nvSpPr>
        <p:spPr bwMode="gray">
          <a:xfrm>
            <a:off x="10874408" y="3340037"/>
            <a:ext cx="365760" cy="365760"/>
          </a:xfrm>
          <a:prstGeom prst="ellipse">
            <a:avLst/>
          </a:prstGeom>
          <a:solidFill>
            <a:srgbClr val="86BC25"/>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131" name="Oval 130">
            <a:extLst>
              <a:ext uri="{FF2B5EF4-FFF2-40B4-BE49-F238E27FC236}">
                <a16:creationId xmlns:a16="http://schemas.microsoft.com/office/drawing/2014/main" id="{8A8CA738-39FF-47D4-A06F-8BEE15B33D18}"/>
              </a:ext>
            </a:extLst>
          </p:cNvPr>
          <p:cNvSpPr/>
          <p:nvPr/>
        </p:nvSpPr>
        <p:spPr bwMode="gray">
          <a:xfrm>
            <a:off x="10880940" y="5432893"/>
            <a:ext cx="359228" cy="385168"/>
          </a:xfrm>
          <a:prstGeom prst="ellipse">
            <a:avLst/>
          </a:prstGeom>
          <a:solidFill>
            <a:schemeClr val="accent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99" name="Rectangle 5">
            <a:extLst>
              <a:ext uri="{FF2B5EF4-FFF2-40B4-BE49-F238E27FC236}">
                <a16:creationId xmlns:a16="http://schemas.microsoft.com/office/drawing/2014/main" id="{E8103B65-9401-4F21-9B81-AA6B557D6C7A}"/>
              </a:ext>
            </a:extLst>
          </p:cNvPr>
          <p:cNvSpPr/>
          <p:nvPr/>
        </p:nvSpPr>
        <p:spPr bwMode="gray">
          <a:xfrm flipV="1">
            <a:off x="501652" y="749093"/>
            <a:ext cx="11134484" cy="27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829178" rtl="0" eaLnBrk="1" fontAlgn="auto" latinLnBrk="0" hangingPunct="1">
              <a:lnSpc>
                <a:spcPct val="100000"/>
              </a:lnSpc>
              <a:spcBef>
                <a:spcPts val="0"/>
              </a:spcBef>
              <a:spcAft>
                <a:spcPts val="0"/>
              </a:spcAft>
              <a:buClrTx/>
              <a:buSzTx/>
              <a:buFontTx/>
              <a:buNone/>
              <a:tabLst/>
              <a:defRPr/>
            </a:pPr>
            <a:endParaRPr kumimoji="0" lang="en-US" sz="1451" b="0" i="0" u="none" strike="noStrike" kern="1200" cap="none" spc="0" normalizeH="0" baseline="0" noProof="0">
              <a:ln>
                <a:noFill/>
              </a:ln>
              <a:solidFill>
                <a:prstClr val="white"/>
              </a:solidFill>
              <a:effectLst/>
              <a:uLnTx/>
              <a:uFillTx/>
              <a:latin typeface="Verdana"/>
              <a:ea typeface="+mn-ea"/>
              <a:cs typeface="+mn-cs"/>
            </a:endParaRPr>
          </a:p>
        </p:txBody>
      </p:sp>
      <p:grpSp>
        <p:nvGrpSpPr>
          <p:cNvPr id="132" name="Graphic 4">
            <a:extLst>
              <a:ext uri="{FF2B5EF4-FFF2-40B4-BE49-F238E27FC236}">
                <a16:creationId xmlns:a16="http://schemas.microsoft.com/office/drawing/2014/main" id="{9E622AF0-A324-4A26-ABA1-0D20376710E2}"/>
              </a:ext>
            </a:extLst>
          </p:cNvPr>
          <p:cNvGrpSpPr/>
          <p:nvPr/>
        </p:nvGrpSpPr>
        <p:grpSpPr>
          <a:xfrm>
            <a:off x="3933288" y="1317279"/>
            <a:ext cx="587829" cy="548358"/>
            <a:chOff x="7191874" y="4308712"/>
            <a:chExt cx="361674" cy="361971"/>
          </a:xfrm>
          <a:solidFill>
            <a:schemeClr val="accent1"/>
          </a:solidFill>
        </p:grpSpPr>
        <p:sp>
          <p:nvSpPr>
            <p:cNvPr id="133" name="Graphic 4">
              <a:extLst>
                <a:ext uri="{FF2B5EF4-FFF2-40B4-BE49-F238E27FC236}">
                  <a16:creationId xmlns:a16="http://schemas.microsoft.com/office/drawing/2014/main" id="{783F137A-8029-445B-81A7-7D2C71E3F687}"/>
                </a:ext>
              </a:extLst>
            </p:cNvPr>
            <p:cNvSpPr/>
            <p:nvPr/>
          </p:nvSpPr>
          <p:spPr>
            <a:xfrm>
              <a:off x="7343955" y="4410217"/>
              <a:ext cx="67733" cy="57455"/>
            </a:xfrm>
            <a:custGeom>
              <a:avLst/>
              <a:gdLst>
                <a:gd name="connsiteX0" fmla="*/ 38978 w 67733"/>
                <a:gd name="connsiteY0" fmla="*/ 57456 h 57455"/>
                <a:gd name="connsiteX1" fmla="*/ 58148 w 67733"/>
                <a:gd name="connsiteY1" fmla="*/ 38942 h 57455"/>
                <a:gd name="connsiteX2" fmla="*/ 58148 w 67733"/>
                <a:gd name="connsiteY2" fmla="*/ 18513 h 57455"/>
                <a:gd name="connsiteX3" fmla="*/ 60704 w 67733"/>
                <a:gd name="connsiteY3" fmla="*/ 13406 h 57455"/>
                <a:gd name="connsiteX4" fmla="*/ 67733 w 67733"/>
                <a:gd name="connsiteY4" fmla="*/ 3830 h 57455"/>
                <a:gd name="connsiteX5" fmla="*/ 67733 w 67733"/>
                <a:gd name="connsiteY5" fmla="*/ 0 h 57455"/>
                <a:gd name="connsiteX6" fmla="*/ 0 w 67733"/>
                <a:gd name="connsiteY6" fmla="*/ 0 h 57455"/>
                <a:gd name="connsiteX7" fmla="*/ 0 w 67733"/>
                <a:gd name="connsiteY7" fmla="*/ 3830 h 57455"/>
                <a:gd name="connsiteX8" fmla="*/ 7029 w 67733"/>
                <a:gd name="connsiteY8" fmla="*/ 13406 h 57455"/>
                <a:gd name="connsiteX9" fmla="*/ 9585 w 67733"/>
                <a:gd name="connsiteY9" fmla="*/ 18513 h 57455"/>
                <a:gd name="connsiteX10" fmla="*/ 9585 w 67733"/>
                <a:gd name="connsiteY10" fmla="*/ 38942 h 57455"/>
                <a:gd name="connsiteX11" fmla="*/ 28115 w 67733"/>
                <a:gd name="connsiteY11" fmla="*/ 57456 h 57455"/>
                <a:gd name="connsiteX12" fmla="*/ 38978 w 67733"/>
                <a:gd name="connsiteY12" fmla="*/ 57456 h 57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733" h="57455">
                  <a:moveTo>
                    <a:pt x="38978" y="57456"/>
                  </a:moveTo>
                  <a:cubicBezTo>
                    <a:pt x="49202" y="57456"/>
                    <a:pt x="58148" y="49157"/>
                    <a:pt x="58148" y="38942"/>
                  </a:cubicBezTo>
                  <a:lnTo>
                    <a:pt x="58148" y="18513"/>
                  </a:lnTo>
                  <a:cubicBezTo>
                    <a:pt x="58148" y="16598"/>
                    <a:pt x="59426" y="14683"/>
                    <a:pt x="60704" y="13406"/>
                  </a:cubicBezTo>
                  <a:cubicBezTo>
                    <a:pt x="63260" y="12129"/>
                    <a:pt x="67733" y="7022"/>
                    <a:pt x="67733" y="3830"/>
                  </a:cubicBezTo>
                  <a:lnTo>
                    <a:pt x="67733" y="0"/>
                  </a:lnTo>
                  <a:lnTo>
                    <a:pt x="0" y="0"/>
                  </a:lnTo>
                  <a:lnTo>
                    <a:pt x="0" y="3830"/>
                  </a:lnTo>
                  <a:cubicBezTo>
                    <a:pt x="0" y="7661"/>
                    <a:pt x="5111" y="12129"/>
                    <a:pt x="7029" y="13406"/>
                  </a:cubicBezTo>
                  <a:cubicBezTo>
                    <a:pt x="8945" y="14683"/>
                    <a:pt x="9585" y="16598"/>
                    <a:pt x="9585" y="18513"/>
                  </a:cubicBezTo>
                  <a:lnTo>
                    <a:pt x="9585" y="38942"/>
                  </a:lnTo>
                  <a:cubicBezTo>
                    <a:pt x="9585" y="49157"/>
                    <a:pt x="17891" y="57456"/>
                    <a:pt x="28115" y="57456"/>
                  </a:cubicBezTo>
                  <a:lnTo>
                    <a:pt x="38978" y="57456"/>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34" name="Graphic 4">
              <a:extLst>
                <a:ext uri="{FF2B5EF4-FFF2-40B4-BE49-F238E27FC236}">
                  <a16:creationId xmlns:a16="http://schemas.microsoft.com/office/drawing/2014/main" id="{66633B4C-9A11-4400-867B-2204FC499C33}"/>
                </a:ext>
              </a:extLst>
            </p:cNvPr>
            <p:cNvSpPr/>
            <p:nvPr/>
          </p:nvSpPr>
          <p:spPr>
            <a:xfrm>
              <a:off x="7408493" y="4485323"/>
              <a:ext cx="70928" cy="45242"/>
            </a:xfrm>
            <a:custGeom>
              <a:avLst/>
              <a:gdLst>
                <a:gd name="connsiteX0" fmla="*/ 12780 w 70928"/>
                <a:gd name="connsiteY0" fmla="*/ 3417 h 45242"/>
                <a:gd name="connsiteX1" fmla="*/ 0 w 70928"/>
                <a:gd name="connsiteY1" fmla="*/ 24485 h 45242"/>
                <a:gd name="connsiteX2" fmla="*/ 42812 w 70928"/>
                <a:gd name="connsiteY2" fmla="*/ 11078 h 45242"/>
                <a:gd name="connsiteX3" fmla="*/ 51119 w 70928"/>
                <a:gd name="connsiteY3" fmla="*/ 9163 h 45242"/>
                <a:gd name="connsiteX4" fmla="*/ 58787 w 70928"/>
                <a:gd name="connsiteY4" fmla="*/ 13632 h 45242"/>
                <a:gd name="connsiteX5" fmla="*/ 54314 w 70928"/>
                <a:gd name="connsiteY5" fmla="*/ 21293 h 45242"/>
                <a:gd name="connsiteX6" fmla="*/ 46007 w 70928"/>
                <a:gd name="connsiteY6" fmla="*/ 23208 h 45242"/>
                <a:gd name="connsiteX7" fmla="*/ 5111 w 70928"/>
                <a:gd name="connsiteY7" fmla="*/ 35976 h 45242"/>
                <a:gd name="connsiteX8" fmla="*/ 8946 w 70928"/>
                <a:gd name="connsiteY8" fmla="*/ 37253 h 45242"/>
                <a:gd name="connsiteX9" fmla="*/ 37061 w 70928"/>
                <a:gd name="connsiteY9" fmla="*/ 44275 h 45242"/>
                <a:gd name="connsiteX10" fmla="*/ 70928 w 70928"/>
                <a:gd name="connsiteY10" fmla="*/ 7886 h 45242"/>
                <a:gd name="connsiteX11" fmla="*/ 49202 w 70928"/>
                <a:gd name="connsiteY11" fmla="*/ 3417 h 45242"/>
                <a:gd name="connsiteX12" fmla="*/ 12780 w 70928"/>
                <a:gd name="connsiteY12" fmla="*/ 3417 h 4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0928" h="45242">
                  <a:moveTo>
                    <a:pt x="12780" y="3417"/>
                  </a:moveTo>
                  <a:cubicBezTo>
                    <a:pt x="5751" y="7886"/>
                    <a:pt x="639" y="16185"/>
                    <a:pt x="0" y="24485"/>
                  </a:cubicBezTo>
                  <a:cubicBezTo>
                    <a:pt x="13419" y="18101"/>
                    <a:pt x="28116" y="13632"/>
                    <a:pt x="42812" y="11078"/>
                  </a:cubicBezTo>
                  <a:lnTo>
                    <a:pt x="51119" y="9163"/>
                  </a:lnTo>
                  <a:cubicBezTo>
                    <a:pt x="54314" y="8525"/>
                    <a:pt x="58148" y="10440"/>
                    <a:pt x="58787" y="13632"/>
                  </a:cubicBezTo>
                  <a:cubicBezTo>
                    <a:pt x="59426" y="16824"/>
                    <a:pt x="57509" y="20654"/>
                    <a:pt x="54314" y="21293"/>
                  </a:cubicBezTo>
                  <a:lnTo>
                    <a:pt x="46007" y="23208"/>
                  </a:lnTo>
                  <a:cubicBezTo>
                    <a:pt x="31950" y="25761"/>
                    <a:pt x="18531" y="30230"/>
                    <a:pt x="5111" y="35976"/>
                  </a:cubicBezTo>
                  <a:cubicBezTo>
                    <a:pt x="6390" y="35976"/>
                    <a:pt x="7668" y="36614"/>
                    <a:pt x="8946" y="37253"/>
                  </a:cubicBezTo>
                  <a:cubicBezTo>
                    <a:pt x="16614" y="44275"/>
                    <a:pt x="26837" y="46828"/>
                    <a:pt x="37061" y="44275"/>
                  </a:cubicBezTo>
                  <a:cubicBezTo>
                    <a:pt x="53676" y="39168"/>
                    <a:pt x="67094" y="25123"/>
                    <a:pt x="70928" y="7886"/>
                  </a:cubicBezTo>
                  <a:cubicBezTo>
                    <a:pt x="63261" y="7248"/>
                    <a:pt x="56231" y="5971"/>
                    <a:pt x="49202" y="3417"/>
                  </a:cubicBezTo>
                  <a:cubicBezTo>
                    <a:pt x="36422" y="226"/>
                    <a:pt x="26199" y="-2328"/>
                    <a:pt x="12780" y="3417"/>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35" name="Graphic 4">
              <a:extLst>
                <a:ext uri="{FF2B5EF4-FFF2-40B4-BE49-F238E27FC236}">
                  <a16:creationId xmlns:a16="http://schemas.microsoft.com/office/drawing/2014/main" id="{0773A350-AA7C-4378-A92E-6291317F9FFA}"/>
                </a:ext>
              </a:extLst>
            </p:cNvPr>
            <p:cNvSpPr/>
            <p:nvPr/>
          </p:nvSpPr>
          <p:spPr>
            <a:xfrm>
              <a:off x="7191874" y="4308712"/>
              <a:ext cx="361674" cy="361971"/>
            </a:xfrm>
            <a:custGeom>
              <a:avLst/>
              <a:gdLst>
                <a:gd name="connsiteX0" fmla="*/ 180836 w 361674"/>
                <a:gd name="connsiteY0" fmla="*/ 0 h 361971"/>
                <a:gd name="connsiteX1" fmla="*/ 0 w 361674"/>
                <a:gd name="connsiteY1" fmla="*/ 180667 h 361971"/>
                <a:gd name="connsiteX2" fmla="*/ 180836 w 361674"/>
                <a:gd name="connsiteY2" fmla="*/ 361972 h 361971"/>
                <a:gd name="connsiteX3" fmla="*/ 361670 w 361674"/>
                <a:gd name="connsiteY3" fmla="*/ 181305 h 361971"/>
                <a:gd name="connsiteX4" fmla="*/ 361670 w 361674"/>
                <a:gd name="connsiteY4" fmla="*/ 181305 h 361971"/>
                <a:gd name="connsiteX5" fmla="*/ 180836 w 361674"/>
                <a:gd name="connsiteY5" fmla="*/ 0 h 361971"/>
                <a:gd name="connsiteX6" fmla="*/ 180836 w 361674"/>
                <a:gd name="connsiteY6" fmla="*/ 0 h 361971"/>
                <a:gd name="connsiteX7" fmla="*/ 257515 w 361674"/>
                <a:gd name="connsiteY7" fmla="*/ 233654 h 361971"/>
                <a:gd name="connsiteX8" fmla="*/ 245374 w 361674"/>
                <a:gd name="connsiteY8" fmla="*/ 235569 h 361971"/>
                <a:gd name="connsiteX9" fmla="*/ 217258 w 361674"/>
                <a:gd name="connsiteY9" fmla="*/ 224078 h 361971"/>
                <a:gd name="connsiteX10" fmla="*/ 215980 w 361674"/>
                <a:gd name="connsiteY10" fmla="*/ 215779 h 361971"/>
                <a:gd name="connsiteX11" fmla="*/ 192976 w 361674"/>
                <a:gd name="connsiteY11" fmla="*/ 237484 h 361971"/>
                <a:gd name="connsiteX12" fmla="*/ 192976 w 361674"/>
                <a:gd name="connsiteY12" fmla="*/ 301324 h 361971"/>
                <a:gd name="connsiteX13" fmla="*/ 186586 w 361674"/>
                <a:gd name="connsiteY13" fmla="*/ 307708 h 361971"/>
                <a:gd name="connsiteX14" fmla="*/ 180196 w 361674"/>
                <a:gd name="connsiteY14" fmla="*/ 301324 h 361971"/>
                <a:gd name="connsiteX15" fmla="*/ 180196 w 361674"/>
                <a:gd name="connsiteY15" fmla="*/ 273234 h 361971"/>
                <a:gd name="connsiteX16" fmla="*/ 103517 w 361674"/>
                <a:gd name="connsiteY16" fmla="*/ 220247 h 361971"/>
                <a:gd name="connsiteX17" fmla="*/ 93932 w 361674"/>
                <a:gd name="connsiteY17" fmla="*/ 217055 h 361971"/>
                <a:gd name="connsiteX18" fmla="*/ 90098 w 361674"/>
                <a:gd name="connsiteY18" fmla="*/ 208756 h 361971"/>
                <a:gd name="connsiteX19" fmla="*/ 90098 w 361674"/>
                <a:gd name="connsiteY19" fmla="*/ 208756 h 361971"/>
                <a:gd name="connsiteX20" fmla="*/ 98405 w 361674"/>
                <a:gd name="connsiteY20" fmla="*/ 204926 h 361971"/>
                <a:gd name="connsiteX21" fmla="*/ 107990 w 361674"/>
                <a:gd name="connsiteY21" fmla="*/ 208118 h 361971"/>
                <a:gd name="connsiteX22" fmla="*/ 156553 w 361674"/>
                <a:gd name="connsiteY22" fmla="*/ 229185 h 361971"/>
                <a:gd name="connsiteX23" fmla="*/ 143774 w 361674"/>
                <a:gd name="connsiteY23" fmla="*/ 200457 h 361971"/>
                <a:gd name="connsiteX24" fmla="*/ 102239 w 361674"/>
                <a:gd name="connsiteY24" fmla="*/ 197265 h 361971"/>
                <a:gd name="connsiteX25" fmla="*/ 75402 w 361674"/>
                <a:gd name="connsiteY25" fmla="*/ 199819 h 361971"/>
                <a:gd name="connsiteX26" fmla="*/ 110546 w 361674"/>
                <a:gd name="connsiteY26" fmla="*/ 247698 h 361971"/>
                <a:gd name="connsiteX27" fmla="*/ 144412 w 361674"/>
                <a:gd name="connsiteY27" fmla="*/ 242591 h 361971"/>
                <a:gd name="connsiteX28" fmla="*/ 153358 w 361674"/>
                <a:gd name="connsiteY28" fmla="*/ 243868 h 361971"/>
                <a:gd name="connsiteX29" fmla="*/ 152081 w 361674"/>
                <a:gd name="connsiteY29" fmla="*/ 252806 h 361971"/>
                <a:gd name="connsiteX30" fmla="*/ 152081 w 361674"/>
                <a:gd name="connsiteY30" fmla="*/ 252806 h 361971"/>
                <a:gd name="connsiteX31" fmla="*/ 122686 w 361674"/>
                <a:gd name="connsiteY31" fmla="*/ 262382 h 361971"/>
                <a:gd name="connsiteX32" fmla="*/ 105434 w 361674"/>
                <a:gd name="connsiteY32" fmla="*/ 258551 h 361971"/>
                <a:gd name="connsiteX33" fmla="*/ 63261 w 361674"/>
                <a:gd name="connsiteY33" fmla="*/ 190881 h 361971"/>
                <a:gd name="connsiteX34" fmla="*/ 65817 w 361674"/>
                <a:gd name="connsiteY34" fmla="*/ 186412 h 361971"/>
                <a:gd name="connsiteX35" fmla="*/ 70928 w 361674"/>
                <a:gd name="connsiteY35" fmla="*/ 185774 h 361971"/>
                <a:gd name="connsiteX36" fmla="*/ 99683 w 361674"/>
                <a:gd name="connsiteY36" fmla="*/ 184497 h 361971"/>
                <a:gd name="connsiteX37" fmla="*/ 149525 w 361674"/>
                <a:gd name="connsiteY37" fmla="*/ 188966 h 361971"/>
                <a:gd name="connsiteX38" fmla="*/ 167416 w 361674"/>
                <a:gd name="connsiteY38" fmla="*/ 237484 h 361971"/>
                <a:gd name="connsiteX39" fmla="*/ 180196 w 361674"/>
                <a:gd name="connsiteY39" fmla="*/ 250252 h 361971"/>
                <a:gd name="connsiteX40" fmla="*/ 180196 w 361674"/>
                <a:gd name="connsiteY40" fmla="*/ 237484 h 361971"/>
                <a:gd name="connsiteX41" fmla="*/ 180196 w 361674"/>
                <a:gd name="connsiteY41" fmla="*/ 234292 h 361971"/>
                <a:gd name="connsiteX42" fmla="*/ 180196 w 361674"/>
                <a:gd name="connsiteY42" fmla="*/ 171729 h 361971"/>
                <a:gd name="connsiteX43" fmla="*/ 150164 w 361674"/>
                <a:gd name="connsiteY43" fmla="*/ 140448 h 361971"/>
                <a:gd name="connsiteX44" fmla="*/ 150164 w 361674"/>
                <a:gd name="connsiteY44" fmla="*/ 123211 h 361971"/>
                <a:gd name="connsiteX45" fmla="*/ 139940 w 361674"/>
                <a:gd name="connsiteY45" fmla="*/ 104697 h 361971"/>
                <a:gd name="connsiteX46" fmla="*/ 139940 w 361674"/>
                <a:gd name="connsiteY46" fmla="*/ 94483 h 361971"/>
                <a:gd name="connsiteX47" fmla="*/ 146330 w 361674"/>
                <a:gd name="connsiteY47" fmla="*/ 88099 h 361971"/>
                <a:gd name="connsiteX48" fmla="*/ 160387 w 361674"/>
                <a:gd name="connsiteY48" fmla="*/ 88099 h 361971"/>
                <a:gd name="connsiteX49" fmla="*/ 160387 w 361674"/>
                <a:gd name="connsiteY49" fmla="*/ 59371 h 361971"/>
                <a:gd name="connsiteX50" fmla="*/ 166777 w 361674"/>
                <a:gd name="connsiteY50" fmla="*/ 52987 h 361971"/>
                <a:gd name="connsiteX51" fmla="*/ 173167 w 361674"/>
                <a:gd name="connsiteY51" fmla="*/ 59371 h 361971"/>
                <a:gd name="connsiteX52" fmla="*/ 173167 w 361674"/>
                <a:gd name="connsiteY52" fmla="*/ 88099 h 361971"/>
                <a:gd name="connsiteX53" fmla="*/ 200644 w 361674"/>
                <a:gd name="connsiteY53" fmla="*/ 88099 h 361971"/>
                <a:gd name="connsiteX54" fmla="*/ 200644 w 361674"/>
                <a:gd name="connsiteY54" fmla="*/ 59371 h 361971"/>
                <a:gd name="connsiteX55" fmla="*/ 207034 w 361674"/>
                <a:gd name="connsiteY55" fmla="*/ 52987 h 361971"/>
                <a:gd name="connsiteX56" fmla="*/ 213424 w 361674"/>
                <a:gd name="connsiteY56" fmla="*/ 59371 h 361971"/>
                <a:gd name="connsiteX57" fmla="*/ 213424 w 361674"/>
                <a:gd name="connsiteY57" fmla="*/ 88099 h 361971"/>
                <a:gd name="connsiteX58" fmla="*/ 227482 w 361674"/>
                <a:gd name="connsiteY58" fmla="*/ 88099 h 361971"/>
                <a:gd name="connsiteX59" fmla="*/ 233872 w 361674"/>
                <a:gd name="connsiteY59" fmla="*/ 94483 h 361971"/>
                <a:gd name="connsiteX60" fmla="*/ 233872 w 361674"/>
                <a:gd name="connsiteY60" fmla="*/ 104697 h 361971"/>
                <a:gd name="connsiteX61" fmla="*/ 223648 w 361674"/>
                <a:gd name="connsiteY61" fmla="*/ 123211 h 361971"/>
                <a:gd name="connsiteX62" fmla="*/ 223648 w 361674"/>
                <a:gd name="connsiteY62" fmla="*/ 140448 h 361971"/>
                <a:gd name="connsiteX63" fmla="*/ 193615 w 361674"/>
                <a:gd name="connsiteY63" fmla="*/ 171729 h 361971"/>
                <a:gd name="connsiteX64" fmla="*/ 193615 w 361674"/>
                <a:gd name="connsiteY64" fmla="*/ 217694 h 361971"/>
                <a:gd name="connsiteX65" fmla="*/ 205117 w 361674"/>
                <a:gd name="connsiteY65" fmla="*/ 208118 h 361971"/>
                <a:gd name="connsiteX66" fmla="*/ 225565 w 361674"/>
                <a:gd name="connsiteY66" fmla="*/ 167899 h 361971"/>
                <a:gd name="connsiteX67" fmla="*/ 269655 w 361674"/>
                <a:gd name="connsiteY67" fmla="*/ 168537 h 361971"/>
                <a:gd name="connsiteX68" fmla="*/ 293937 w 361674"/>
                <a:gd name="connsiteY68" fmla="*/ 172368 h 361971"/>
                <a:gd name="connsiteX69" fmla="*/ 300966 w 361674"/>
                <a:gd name="connsiteY69" fmla="*/ 178113 h 361971"/>
                <a:gd name="connsiteX70" fmla="*/ 300966 w 361674"/>
                <a:gd name="connsiteY70" fmla="*/ 178752 h 361971"/>
                <a:gd name="connsiteX71" fmla="*/ 257515 w 361674"/>
                <a:gd name="connsiteY71" fmla="*/ 233654 h 361971"/>
                <a:gd name="connsiteX72" fmla="*/ 257515 w 361674"/>
                <a:gd name="connsiteY72" fmla="*/ 23365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361674" h="361971">
                  <a:moveTo>
                    <a:pt x="180836" y="0"/>
                  </a:moveTo>
                  <a:cubicBezTo>
                    <a:pt x="80513" y="0"/>
                    <a:pt x="0" y="81077"/>
                    <a:pt x="0" y="180667"/>
                  </a:cubicBezTo>
                  <a:cubicBezTo>
                    <a:pt x="0" y="280257"/>
                    <a:pt x="81152" y="361972"/>
                    <a:pt x="180836" y="361972"/>
                  </a:cubicBezTo>
                  <a:cubicBezTo>
                    <a:pt x="281157" y="361972"/>
                    <a:pt x="361670" y="280895"/>
                    <a:pt x="361670" y="181305"/>
                  </a:cubicBezTo>
                  <a:cubicBezTo>
                    <a:pt x="361670" y="181305"/>
                    <a:pt x="361670" y="181305"/>
                    <a:pt x="361670" y="181305"/>
                  </a:cubicBezTo>
                  <a:cubicBezTo>
                    <a:pt x="362309" y="81077"/>
                    <a:pt x="281157" y="0"/>
                    <a:pt x="180836" y="0"/>
                  </a:cubicBezTo>
                  <a:cubicBezTo>
                    <a:pt x="180836" y="0"/>
                    <a:pt x="180836" y="0"/>
                    <a:pt x="180836" y="0"/>
                  </a:cubicBezTo>
                  <a:close/>
                  <a:moveTo>
                    <a:pt x="257515" y="233654"/>
                  </a:moveTo>
                  <a:cubicBezTo>
                    <a:pt x="253680" y="234930"/>
                    <a:pt x="249846" y="235569"/>
                    <a:pt x="245374" y="235569"/>
                  </a:cubicBezTo>
                  <a:cubicBezTo>
                    <a:pt x="235150" y="234930"/>
                    <a:pt x="224925" y="231100"/>
                    <a:pt x="217258" y="224078"/>
                  </a:cubicBezTo>
                  <a:cubicBezTo>
                    <a:pt x="214702" y="222163"/>
                    <a:pt x="214063" y="218971"/>
                    <a:pt x="215980" y="215779"/>
                  </a:cubicBezTo>
                  <a:cubicBezTo>
                    <a:pt x="207034" y="221524"/>
                    <a:pt x="198727" y="228546"/>
                    <a:pt x="192976" y="237484"/>
                  </a:cubicBezTo>
                  <a:lnTo>
                    <a:pt x="192976" y="301324"/>
                  </a:lnTo>
                  <a:cubicBezTo>
                    <a:pt x="192976" y="305154"/>
                    <a:pt x="190420" y="307708"/>
                    <a:pt x="186586" y="307708"/>
                  </a:cubicBezTo>
                  <a:cubicBezTo>
                    <a:pt x="182752" y="307708"/>
                    <a:pt x="180196" y="305154"/>
                    <a:pt x="180196" y="301324"/>
                  </a:cubicBezTo>
                  <a:lnTo>
                    <a:pt x="180196" y="273234"/>
                  </a:lnTo>
                  <a:cubicBezTo>
                    <a:pt x="161666" y="238761"/>
                    <a:pt x="127799" y="227908"/>
                    <a:pt x="103517" y="220247"/>
                  </a:cubicBezTo>
                  <a:lnTo>
                    <a:pt x="93932" y="217055"/>
                  </a:lnTo>
                  <a:cubicBezTo>
                    <a:pt x="90737" y="215779"/>
                    <a:pt x="88820" y="211948"/>
                    <a:pt x="90098" y="208756"/>
                  </a:cubicBezTo>
                  <a:cubicBezTo>
                    <a:pt x="90098" y="208756"/>
                    <a:pt x="90098" y="208756"/>
                    <a:pt x="90098" y="208756"/>
                  </a:cubicBezTo>
                  <a:cubicBezTo>
                    <a:pt x="91376" y="205564"/>
                    <a:pt x="95210" y="203649"/>
                    <a:pt x="98405" y="204926"/>
                  </a:cubicBezTo>
                  <a:lnTo>
                    <a:pt x="107990" y="208118"/>
                  </a:lnTo>
                  <a:cubicBezTo>
                    <a:pt x="125243" y="213225"/>
                    <a:pt x="141217" y="220247"/>
                    <a:pt x="156553" y="229185"/>
                  </a:cubicBezTo>
                  <a:cubicBezTo>
                    <a:pt x="157192" y="218332"/>
                    <a:pt x="152720" y="207479"/>
                    <a:pt x="143774" y="200457"/>
                  </a:cubicBezTo>
                  <a:cubicBezTo>
                    <a:pt x="129076" y="192158"/>
                    <a:pt x="116297" y="194711"/>
                    <a:pt x="102239" y="197265"/>
                  </a:cubicBezTo>
                  <a:cubicBezTo>
                    <a:pt x="93293" y="199180"/>
                    <a:pt x="84347" y="199819"/>
                    <a:pt x="75402" y="199819"/>
                  </a:cubicBezTo>
                  <a:cubicBezTo>
                    <a:pt x="77318" y="220886"/>
                    <a:pt x="91376" y="239399"/>
                    <a:pt x="110546" y="247698"/>
                  </a:cubicBezTo>
                  <a:cubicBezTo>
                    <a:pt x="122048" y="252167"/>
                    <a:pt x="134828" y="250252"/>
                    <a:pt x="144412" y="242591"/>
                  </a:cubicBezTo>
                  <a:cubicBezTo>
                    <a:pt x="147607" y="240676"/>
                    <a:pt x="151441" y="241314"/>
                    <a:pt x="153358" y="243868"/>
                  </a:cubicBezTo>
                  <a:cubicBezTo>
                    <a:pt x="155276" y="247060"/>
                    <a:pt x="154636" y="250890"/>
                    <a:pt x="152081" y="252806"/>
                  </a:cubicBezTo>
                  <a:cubicBezTo>
                    <a:pt x="152081" y="252806"/>
                    <a:pt x="152081" y="252806"/>
                    <a:pt x="152081" y="252806"/>
                  </a:cubicBezTo>
                  <a:cubicBezTo>
                    <a:pt x="143774" y="259190"/>
                    <a:pt x="133550" y="262382"/>
                    <a:pt x="122686" y="262382"/>
                  </a:cubicBezTo>
                  <a:cubicBezTo>
                    <a:pt x="116936" y="262382"/>
                    <a:pt x="110546" y="261105"/>
                    <a:pt x="105434" y="258551"/>
                  </a:cubicBezTo>
                  <a:cubicBezTo>
                    <a:pt x="77957" y="245783"/>
                    <a:pt x="60066" y="217055"/>
                    <a:pt x="63261" y="190881"/>
                  </a:cubicBezTo>
                  <a:cubicBezTo>
                    <a:pt x="63261" y="188966"/>
                    <a:pt x="64538" y="187689"/>
                    <a:pt x="65817" y="186412"/>
                  </a:cubicBezTo>
                  <a:cubicBezTo>
                    <a:pt x="67094" y="185135"/>
                    <a:pt x="69012" y="185135"/>
                    <a:pt x="70928" y="185774"/>
                  </a:cubicBezTo>
                  <a:cubicBezTo>
                    <a:pt x="80513" y="187689"/>
                    <a:pt x="90098" y="187051"/>
                    <a:pt x="99683" y="184497"/>
                  </a:cubicBezTo>
                  <a:cubicBezTo>
                    <a:pt x="114380" y="181944"/>
                    <a:pt x="130994" y="178752"/>
                    <a:pt x="149525" y="188966"/>
                  </a:cubicBezTo>
                  <a:cubicBezTo>
                    <a:pt x="164861" y="199819"/>
                    <a:pt x="171889" y="218971"/>
                    <a:pt x="167416" y="237484"/>
                  </a:cubicBezTo>
                  <a:cubicBezTo>
                    <a:pt x="171889" y="241314"/>
                    <a:pt x="176362" y="245783"/>
                    <a:pt x="180196" y="250252"/>
                  </a:cubicBezTo>
                  <a:lnTo>
                    <a:pt x="180196" y="237484"/>
                  </a:lnTo>
                  <a:cubicBezTo>
                    <a:pt x="180196" y="236207"/>
                    <a:pt x="180196" y="235569"/>
                    <a:pt x="180196" y="234292"/>
                  </a:cubicBezTo>
                  <a:lnTo>
                    <a:pt x="180196" y="171729"/>
                  </a:lnTo>
                  <a:cubicBezTo>
                    <a:pt x="163582" y="171091"/>
                    <a:pt x="150164" y="157046"/>
                    <a:pt x="150164" y="140448"/>
                  </a:cubicBezTo>
                  <a:lnTo>
                    <a:pt x="150164" y="123211"/>
                  </a:lnTo>
                  <a:cubicBezTo>
                    <a:pt x="144412" y="118742"/>
                    <a:pt x="140579" y="112358"/>
                    <a:pt x="139940" y="104697"/>
                  </a:cubicBezTo>
                  <a:lnTo>
                    <a:pt x="139940" y="94483"/>
                  </a:lnTo>
                  <a:cubicBezTo>
                    <a:pt x="139940" y="90653"/>
                    <a:pt x="142496" y="88099"/>
                    <a:pt x="146330" y="88099"/>
                  </a:cubicBezTo>
                  <a:lnTo>
                    <a:pt x="160387" y="88099"/>
                  </a:lnTo>
                  <a:lnTo>
                    <a:pt x="160387" y="59371"/>
                  </a:lnTo>
                  <a:cubicBezTo>
                    <a:pt x="160387" y="55541"/>
                    <a:pt x="162943" y="52987"/>
                    <a:pt x="166777" y="52987"/>
                  </a:cubicBezTo>
                  <a:cubicBezTo>
                    <a:pt x="170611" y="52987"/>
                    <a:pt x="173167" y="55541"/>
                    <a:pt x="173167" y="59371"/>
                  </a:cubicBezTo>
                  <a:lnTo>
                    <a:pt x="173167" y="88099"/>
                  </a:lnTo>
                  <a:lnTo>
                    <a:pt x="200644" y="88099"/>
                  </a:lnTo>
                  <a:lnTo>
                    <a:pt x="200644" y="59371"/>
                  </a:lnTo>
                  <a:cubicBezTo>
                    <a:pt x="200644" y="55541"/>
                    <a:pt x="203200" y="52987"/>
                    <a:pt x="207034" y="52987"/>
                  </a:cubicBezTo>
                  <a:cubicBezTo>
                    <a:pt x="210868" y="52987"/>
                    <a:pt x="213424" y="55541"/>
                    <a:pt x="213424" y="59371"/>
                  </a:cubicBezTo>
                  <a:lnTo>
                    <a:pt x="213424" y="88099"/>
                  </a:lnTo>
                  <a:lnTo>
                    <a:pt x="227482" y="88099"/>
                  </a:lnTo>
                  <a:cubicBezTo>
                    <a:pt x="231315" y="88099"/>
                    <a:pt x="233872" y="90653"/>
                    <a:pt x="233872" y="94483"/>
                  </a:cubicBezTo>
                  <a:lnTo>
                    <a:pt x="233872" y="104697"/>
                  </a:lnTo>
                  <a:cubicBezTo>
                    <a:pt x="233233" y="111720"/>
                    <a:pt x="229399" y="118742"/>
                    <a:pt x="223648" y="123211"/>
                  </a:cubicBezTo>
                  <a:lnTo>
                    <a:pt x="223648" y="140448"/>
                  </a:lnTo>
                  <a:cubicBezTo>
                    <a:pt x="223648" y="157046"/>
                    <a:pt x="210229" y="171091"/>
                    <a:pt x="193615" y="171729"/>
                  </a:cubicBezTo>
                  <a:lnTo>
                    <a:pt x="193615" y="217694"/>
                  </a:lnTo>
                  <a:cubicBezTo>
                    <a:pt x="197449" y="213863"/>
                    <a:pt x="201283" y="210671"/>
                    <a:pt x="205117" y="208118"/>
                  </a:cubicBezTo>
                  <a:cubicBezTo>
                    <a:pt x="203200" y="191519"/>
                    <a:pt x="210868" y="176198"/>
                    <a:pt x="225565" y="167899"/>
                  </a:cubicBezTo>
                  <a:cubicBezTo>
                    <a:pt x="242818" y="160238"/>
                    <a:pt x="256875" y="164707"/>
                    <a:pt x="269655" y="168537"/>
                  </a:cubicBezTo>
                  <a:cubicBezTo>
                    <a:pt x="277323" y="171729"/>
                    <a:pt x="285630" y="173006"/>
                    <a:pt x="293937" y="172368"/>
                  </a:cubicBezTo>
                  <a:cubicBezTo>
                    <a:pt x="297132" y="171729"/>
                    <a:pt x="300966" y="174283"/>
                    <a:pt x="300966" y="178113"/>
                  </a:cubicBezTo>
                  <a:cubicBezTo>
                    <a:pt x="300966" y="178113"/>
                    <a:pt x="300966" y="178752"/>
                    <a:pt x="300966" y="178752"/>
                  </a:cubicBezTo>
                  <a:cubicBezTo>
                    <a:pt x="300327" y="201734"/>
                    <a:pt x="282435" y="224716"/>
                    <a:pt x="257515" y="233654"/>
                  </a:cubicBezTo>
                  <a:lnTo>
                    <a:pt x="257515" y="23365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sp>
        <p:nvSpPr>
          <p:cNvPr id="136" name="Graphic 4">
            <a:extLst>
              <a:ext uri="{FF2B5EF4-FFF2-40B4-BE49-F238E27FC236}">
                <a16:creationId xmlns:a16="http://schemas.microsoft.com/office/drawing/2014/main" id="{4ED909F8-CEB3-4DBF-9EA1-B6E67BE2BEB7}"/>
              </a:ext>
            </a:extLst>
          </p:cNvPr>
          <p:cNvSpPr/>
          <p:nvPr/>
        </p:nvSpPr>
        <p:spPr>
          <a:xfrm>
            <a:off x="3960487" y="3507751"/>
            <a:ext cx="549341" cy="548642"/>
          </a:xfrm>
          <a:custGeom>
            <a:avLst/>
            <a:gdLst>
              <a:gd name="connsiteX0" fmla="*/ 148246 w 362309"/>
              <a:gd name="connsiteY0" fmla="*/ 170452 h 361975"/>
              <a:gd name="connsiteX1" fmla="*/ 162943 w 362309"/>
              <a:gd name="connsiteY1" fmla="*/ 116188 h 361975"/>
              <a:gd name="connsiteX2" fmla="*/ 120130 w 362309"/>
              <a:gd name="connsiteY2" fmla="*/ 184497 h 361975"/>
              <a:gd name="connsiteX3" fmla="*/ 129076 w 362309"/>
              <a:gd name="connsiteY3" fmla="*/ 184497 h 361975"/>
              <a:gd name="connsiteX4" fmla="*/ 135466 w 362309"/>
              <a:gd name="connsiteY4" fmla="*/ 190881 h 361975"/>
              <a:gd name="connsiteX5" fmla="*/ 135466 w 362309"/>
              <a:gd name="connsiteY5" fmla="*/ 192796 h 361975"/>
              <a:gd name="connsiteX6" fmla="*/ 120770 w 362309"/>
              <a:gd name="connsiteY6" fmla="*/ 247060 h 361975"/>
              <a:gd name="connsiteX7" fmla="*/ 164221 w 362309"/>
              <a:gd name="connsiteY7" fmla="*/ 178752 h 361975"/>
              <a:gd name="connsiteX8" fmla="*/ 155275 w 362309"/>
              <a:gd name="connsiteY8" fmla="*/ 178752 h 361975"/>
              <a:gd name="connsiteX9" fmla="*/ 150164 w 362309"/>
              <a:gd name="connsiteY9" fmla="*/ 176198 h 361975"/>
              <a:gd name="connsiteX10" fmla="*/ 148246 w 362309"/>
              <a:gd name="connsiteY10" fmla="*/ 170452 h 361975"/>
              <a:gd name="connsiteX11" fmla="*/ 228120 w 362309"/>
              <a:gd name="connsiteY11" fmla="*/ 170452 h 361975"/>
              <a:gd name="connsiteX12" fmla="*/ 242818 w 362309"/>
              <a:gd name="connsiteY12" fmla="*/ 116188 h 361975"/>
              <a:gd name="connsiteX13" fmla="*/ 200005 w 362309"/>
              <a:gd name="connsiteY13" fmla="*/ 184497 h 361975"/>
              <a:gd name="connsiteX14" fmla="*/ 208951 w 362309"/>
              <a:gd name="connsiteY14" fmla="*/ 184497 h 361975"/>
              <a:gd name="connsiteX15" fmla="*/ 215341 w 362309"/>
              <a:gd name="connsiteY15" fmla="*/ 190881 h 361975"/>
              <a:gd name="connsiteX16" fmla="*/ 215341 w 362309"/>
              <a:gd name="connsiteY16" fmla="*/ 192796 h 361975"/>
              <a:gd name="connsiteX17" fmla="*/ 200644 w 362309"/>
              <a:gd name="connsiteY17" fmla="*/ 247060 h 361975"/>
              <a:gd name="connsiteX18" fmla="*/ 243456 w 362309"/>
              <a:gd name="connsiteY18" fmla="*/ 178752 h 361975"/>
              <a:gd name="connsiteX19" fmla="*/ 233872 w 362309"/>
              <a:gd name="connsiteY19" fmla="*/ 178752 h 361975"/>
              <a:gd name="connsiteX20" fmla="*/ 228759 w 362309"/>
              <a:gd name="connsiteY20" fmla="*/ 176198 h 361975"/>
              <a:gd name="connsiteX21" fmla="*/ 228120 w 362309"/>
              <a:gd name="connsiteY21" fmla="*/ 170452 h 361975"/>
              <a:gd name="connsiteX22" fmla="*/ 265821 w 362309"/>
              <a:gd name="connsiteY22" fmla="*/ 78523 h 361975"/>
              <a:gd name="connsiteX23" fmla="*/ 242179 w 362309"/>
              <a:gd name="connsiteY23" fmla="*/ 165345 h 361975"/>
              <a:gd name="connsiteX24" fmla="*/ 254319 w 362309"/>
              <a:gd name="connsiteY24" fmla="*/ 165345 h 361975"/>
              <a:gd name="connsiteX25" fmla="*/ 260070 w 362309"/>
              <a:gd name="connsiteY25" fmla="*/ 168537 h 361975"/>
              <a:gd name="connsiteX26" fmla="*/ 260070 w 362309"/>
              <a:gd name="connsiteY26" fmla="*/ 174921 h 361975"/>
              <a:gd name="connsiteX27" fmla="*/ 187864 w 362309"/>
              <a:gd name="connsiteY27" fmla="*/ 289194 h 361975"/>
              <a:gd name="connsiteX28" fmla="*/ 182752 w 362309"/>
              <a:gd name="connsiteY28" fmla="*/ 292386 h 361975"/>
              <a:gd name="connsiteX29" fmla="*/ 180196 w 362309"/>
              <a:gd name="connsiteY29" fmla="*/ 291748 h 361975"/>
              <a:gd name="connsiteX30" fmla="*/ 176362 w 362309"/>
              <a:gd name="connsiteY30" fmla="*/ 284087 h 361975"/>
              <a:gd name="connsiteX31" fmla="*/ 200005 w 362309"/>
              <a:gd name="connsiteY31" fmla="*/ 197265 h 361975"/>
              <a:gd name="connsiteX32" fmla="*/ 187864 w 362309"/>
              <a:gd name="connsiteY32" fmla="*/ 197265 h 361975"/>
              <a:gd name="connsiteX33" fmla="*/ 181474 w 362309"/>
              <a:gd name="connsiteY33" fmla="*/ 190881 h 361975"/>
              <a:gd name="connsiteX34" fmla="*/ 182752 w 362309"/>
              <a:gd name="connsiteY34" fmla="*/ 187689 h 361975"/>
              <a:gd name="connsiteX35" fmla="*/ 254319 w 362309"/>
              <a:gd name="connsiteY35" fmla="*/ 74054 h 361975"/>
              <a:gd name="connsiteX36" fmla="*/ 263265 w 362309"/>
              <a:gd name="connsiteY36" fmla="*/ 72139 h 361975"/>
              <a:gd name="connsiteX37" fmla="*/ 265821 w 362309"/>
              <a:gd name="connsiteY37" fmla="*/ 78523 h 361975"/>
              <a:gd name="connsiteX38" fmla="*/ 186586 w 362309"/>
              <a:gd name="connsiteY38" fmla="*/ 78523 h 361975"/>
              <a:gd name="connsiteX39" fmla="*/ 162943 w 362309"/>
              <a:gd name="connsiteY39" fmla="*/ 165345 h 361975"/>
              <a:gd name="connsiteX40" fmla="*/ 175084 w 362309"/>
              <a:gd name="connsiteY40" fmla="*/ 165345 h 361975"/>
              <a:gd name="connsiteX41" fmla="*/ 180835 w 362309"/>
              <a:gd name="connsiteY41" fmla="*/ 168537 h 361975"/>
              <a:gd name="connsiteX42" fmla="*/ 180835 w 362309"/>
              <a:gd name="connsiteY42" fmla="*/ 174921 h 361975"/>
              <a:gd name="connsiteX43" fmla="*/ 108629 w 362309"/>
              <a:gd name="connsiteY43" fmla="*/ 288556 h 361975"/>
              <a:gd name="connsiteX44" fmla="*/ 103517 w 362309"/>
              <a:gd name="connsiteY44" fmla="*/ 291748 h 361975"/>
              <a:gd name="connsiteX45" fmla="*/ 100961 w 362309"/>
              <a:gd name="connsiteY45" fmla="*/ 291109 h 361975"/>
              <a:gd name="connsiteX46" fmla="*/ 97127 w 362309"/>
              <a:gd name="connsiteY46" fmla="*/ 283449 h 361975"/>
              <a:gd name="connsiteX47" fmla="*/ 120770 w 362309"/>
              <a:gd name="connsiteY47" fmla="*/ 196627 h 361975"/>
              <a:gd name="connsiteX48" fmla="*/ 108629 w 362309"/>
              <a:gd name="connsiteY48" fmla="*/ 196627 h 361975"/>
              <a:gd name="connsiteX49" fmla="*/ 102239 w 362309"/>
              <a:gd name="connsiteY49" fmla="*/ 190243 h 361975"/>
              <a:gd name="connsiteX50" fmla="*/ 103517 w 362309"/>
              <a:gd name="connsiteY50" fmla="*/ 187051 h 361975"/>
              <a:gd name="connsiteX51" fmla="*/ 175084 w 362309"/>
              <a:gd name="connsiteY51" fmla="*/ 73416 h 361975"/>
              <a:gd name="connsiteX52" fmla="*/ 184030 w 362309"/>
              <a:gd name="connsiteY52" fmla="*/ 71500 h 361975"/>
              <a:gd name="connsiteX53" fmla="*/ 186586 w 362309"/>
              <a:gd name="connsiteY53" fmla="*/ 78523 h 361975"/>
              <a:gd name="connsiteX54" fmla="*/ 362309 w 362309"/>
              <a:gd name="connsiteY54" fmla="*/ 181305 h 361975"/>
              <a:gd name="connsiteX55" fmla="*/ 181474 w 362309"/>
              <a:gd name="connsiteY55" fmla="*/ 0 h 361975"/>
              <a:gd name="connsiteX56" fmla="*/ 0 w 362309"/>
              <a:gd name="connsiteY56" fmla="*/ 180667 h 361975"/>
              <a:gd name="connsiteX57" fmla="*/ 180835 w 362309"/>
              <a:gd name="connsiteY57" fmla="*/ 361972 h 361975"/>
              <a:gd name="connsiteX58" fmla="*/ 180835 w 362309"/>
              <a:gd name="connsiteY58" fmla="*/ 361972 h 361975"/>
              <a:gd name="connsiteX59" fmla="*/ 362309 w 362309"/>
              <a:gd name="connsiteY59" fmla="*/ 181305 h 361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362309" h="361975">
                <a:moveTo>
                  <a:pt x="148246" y="170452"/>
                </a:moveTo>
                <a:lnTo>
                  <a:pt x="162943" y="116188"/>
                </a:lnTo>
                <a:lnTo>
                  <a:pt x="120130" y="184497"/>
                </a:lnTo>
                <a:lnTo>
                  <a:pt x="129076" y="184497"/>
                </a:lnTo>
                <a:cubicBezTo>
                  <a:pt x="132910" y="184497"/>
                  <a:pt x="135466" y="187051"/>
                  <a:pt x="135466" y="190881"/>
                </a:cubicBezTo>
                <a:cubicBezTo>
                  <a:pt x="135466" y="191519"/>
                  <a:pt x="135466" y="192158"/>
                  <a:pt x="135466" y="192796"/>
                </a:cubicBezTo>
                <a:lnTo>
                  <a:pt x="120770" y="247060"/>
                </a:lnTo>
                <a:lnTo>
                  <a:pt x="164221" y="178752"/>
                </a:lnTo>
                <a:lnTo>
                  <a:pt x="155275" y="178752"/>
                </a:lnTo>
                <a:cubicBezTo>
                  <a:pt x="153358" y="178752"/>
                  <a:pt x="151441" y="178113"/>
                  <a:pt x="150164" y="176198"/>
                </a:cubicBezTo>
                <a:cubicBezTo>
                  <a:pt x="148885" y="174283"/>
                  <a:pt x="148246" y="172368"/>
                  <a:pt x="148246" y="170452"/>
                </a:cubicBezTo>
                <a:moveTo>
                  <a:pt x="228120" y="170452"/>
                </a:moveTo>
                <a:lnTo>
                  <a:pt x="242818" y="116188"/>
                </a:lnTo>
                <a:lnTo>
                  <a:pt x="200005" y="184497"/>
                </a:lnTo>
                <a:lnTo>
                  <a:pt x="208951" y="184497"/>
                </a:lnTo>
                <a:cubicBezTo>
                  <a:pt x="212784" y="184497"/>
                  <a:pt x="215341" y="187051"/>
                  <a:pt x="215341" y="190881"/>
                </a:cubicBezTo>
                <a:cubicBezTo>
                  <a:pt x="215341" y="191519"/>
                  <a:pt x="215341" y="192158"/>
                  <a:pt x="215341" y="192796"/>
                </a:cubicBezTo>
                <a:lnTo>
                  <a:pt x="200644" y="247060"/>
                </a:lnTo>
                <a:lnTo>
                  <a:pt x="243456" y="178752"/>
                </a:lnTo>
                <a:lnTo>
                  <a:pt x="233872" y="178752"/>
                </a:lnTo>
                <a:cubicBezTo>
                  <a:pt x="231954" y="178752"/>
                  <a:pt x="230038" y="178113"/>
                  <a:pt x="228759" y="176198"/>
                </a:cubicBezTo>
                <a:cubicBezTo>
                  <a:pt x="227482" y="174283"/>
                  <a:pt x="227482" y="172368"/>
                  <a:pt x="228120" y="170452"/>
                </a:cubicBezTo>
                <a:moveTo>
                  <a:pt x="265821" y="78523"/>
                </a:moveTo>
                <a:lnTo>
                  <a:pt x="242179" y="165345"/>
                </a:lnTo>
                <a:lnTo>
                  <a:pt x="254319" y="165345"/>
                </a:lnTo>
                <a:cubicBezTo>
                  <a:pt x="256875" y="165345"/>
                  <a:pt x="258792" y="166622"/>
                  <a:pt x="260070" y="168537"/>
                </a:cubicBezTo>
                <a:cubicBezTo>
                  <a:pt x="261349" y="170452"/>
                  <a:pt x="261349" y="173006"/>
                  <a:pt x="260070" y="174921"/>
                </a:cubicBezTo>
                <a:lnTo>
                  <a:pt x="187864" y="289194"/>
                </a:lnTo>
                <a:cubicBezTo>
                  <a:pt x="186586" y="291109"/>
                  <a:pt x="184669" y="292386"/>
                  <a:pt x="182752" y="292386"/>
                </a:cubicBezTo>
                <a:cubicBezTo>
                  <a:pt x="182113" y="292386"/>
                  <a:pt x="180835" y="292386"/>
                  <a:pt x="180196" y="291748"/>
                </a:cubicBezTo>
                <a:cubicBezTo>
                  <a:pt x="177640" y="290471"/>
                  <a:pt x="175723" y="287279"/>
                  <a:pt x="176362" y="284087"/>
                </a:cubicBezTo>
                <a:lnTo>
                  <a:pt x="200005" y="197265"/>
                </a:lnTo>
                <a:lnTo>
                  <a:pt x="187864" y="197265"/>
                </a:lnTo>
                <a:cubicBezTo>
                  <a:pt x="184030" y="197265"/>
                  <a:pt x="181474" y="194711"/>
                  <a:pt x="181474" y="190881"/>
                </a:cubicBezTo>
                <a:cubicBezTo>
                  <a:pt x="181474" y="189604"/>
                  <a:pt x="182113" y="188327"/>
                  <a:pt x="182752" y="187689"/>
                </a:cubicBezTo>
                <a:lnTo>
                  <a:pt x="254319" y="74054"/>
                </a:lnTo>
                <a:cubicBezTo>
                  <a:pt x="256236" y="70862"/>
                  <a:pt x="260070" y="70224"/>
                  <a:pt x="263265" y="72139"/>
                </a:cubicBezTo>
                <a:cubicBezTo>
                  <a:pt x="265182" y="73416"/>
                  <a:pt x="266460" y="75969"/>
                  <a:pt x="265821" y="78523"/>
                </a:cubicBezTo>
                <a:moveTo>
                  <a:pt x="186586" y="78523"/>
                </a:moveTo>
                <a:lnTo>
                  <a:pt x="162943" y="165345"/>
                </a:lnTo>
                <a:lnTo>
                  <a:pt x="175084" y="165345"/>
                </a:lnTo>
                <a:cubicBezTo>
                  <a:pt x="177640" y="165345"/>
                  <a:pt x="179557" y="166622"/>
                  <a:pt x="180835" y="168537"/>
                </a:cubicBezTo>
                <a:cubicBezTo>
                  <a:pt x="182113" y="170452"/>
                  <a:pt x="182113" y="173006"/>
                  <a:pt x="180835" y="174921"/>
                </a:cubicBezTo>
                <a:lnTo>
                  <a:pt x="108629" y="288556"/>
                </a:lnTo>
                <a:cubicBezTo>
                  <a:pt x="107350" y="290471"/>
                  <a:pt x="105434" y="291748"/>
                  <a:pt x="103517" y="291748"/>
                </a:cubicBezTo>
                <a:cubicBezTo>
                  <a:pt x="102878" y="291748"/>
                  <a:pt x="101600" y="291748"/>
                  <a:pt x="100961" y="291109"/>
                </a:cubicBezTo>
                <a:cubicBezTo>
                  <a:pt x="98405" y="289833"/>
                  <a:pt x="96488" y="286641"/>
                  <a:pt x="97127" y="283449"/>
                </a:cubicBezTo>
                <a:lnTo>
                  <a:pt x="120770" y="196627"/>
                </a:lnTo>
                <a:lnTo>
                  <a:pt x="108629" y="196627"/>
                </a:lnTo>
                <a:cubicBezTo>
                  <a:pt x="104795" y="196627"/>
                  <a:pt x="102239" y="194073"/>
                  <a:pt x="102239" y="190243"/>
                </a:cubicBezTo>
                <a:cubicBezTo>
                  <a:pt x="102239" y="188966"/>
                  <a:pt x="102878" y="187689"/>
                  <a:pt x="103517" y="187051"/>
                </a:cubicBezTo>
                <a:lnTo>
                  <a:pt x="175084" y="73416"/>
                </a:lnTo>
                <a:cubicBezTo>
                  <a:pt x="177001" y="70224"/>
                  <a:pt x="180835" y="69585"/>
                  <a:pt x="184030" y="71500"/>
                </a:cubicBezTo>
                <a:cubicBezTo>
                  <a:pt x="185947" y="73416"/>
                  <a:pt x="187225" y="75969"/>
                  <a:pt x="186586" y="78523"/>
                </a:cubicBezTo>
                <a:moveTo>
                  <a:pt x="362309" y="181305"/>
                </a:moveTo>
                <a:cubicBezTo>
                  <a:pt x="362309" y="81076"/>
                  <a:pt x="281157" y="0"/>
                  <a:pt x="181474" y="0"/>
                </a:cubicBezTo>
                <a:cubicBezTo>
                  <a:pt x="81152" y="0"/>
                  <a:pt x="0" y="81076"/>
                  <a:pt x="0" y="180667"/>
                </a:cubicBezTo>
                <a:cubicBezTo>
                  <a:pt x="0" y="280895"/>
                  <a:pt x="81152" y="361972"/>
                  <a:pt x="180835" y="361972"/>
                </a:cubicBezTo>
                <a:cubicBezTo>
                  <a:pt x="180835" y="361972"/>
                  <a:pt x="180835" y="361972"/>
                  <a:pt x="180835" y="361972"/>
                </a:cubicBezTo>
                <a:cubicBezTo>
                  <a:pt x="281796" y="362610"/>
                  <a:pt x="362309" y="281533"/>
                  <a:pt x="362309" y="181305"/>
                </a:cubicBezTo>
              </a:path>
            </a:pathLst>
          </a:custGeom>
          <a:solidFill>
            <a:schemeClr val="accent2"/>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nvGrpSpPr>
          <p:cNvPr id="137" name="Graphic 4">
            <a:extLst>
              <a:ext uri="{FF2B5EF4-FFF2-40B4-BE49-F238E27FC236}">
                <a16:creationId xmlns:a16="http://schemas.microsoft.com/office/drawing/2014/main" id="{6CE2E157-C824-4CC5-A3C1-CFD219B40607}"/>
              </a:ext>
            </a:extLst>
          </p:cNvPr>
          <p:cNvGrpSpPr/>
          <p:nvPr/>
        </p:nvGrpSpPr>
        <p:grpSpPr>
          <a:xfrm>
            <a:off x="3933288" y="4599005"/>
            <a:ext cx="587829" cy="548642"/>
            <a:chOff x="1952125" y="4308712"/>
            <a:chExt cx="362313" cy="361971"/>
          </a:xfrm>
          <a:solidFill>
            <a:schemeClr val="accent3"/>
          </a:solidFill>
        </p:grpSpPr>
        <p:sp>
          <p:nvSpPr>
            <p:cNvPr id="138" name="Graphic 4">
              <a:extLst>
                <a:ext uri="{FF2B5EF4-FFF2-40B4-BE49-F238E27FC236}">
                  <a16:creationId xmlns:a16="http://schemas.microsoft.com/office/drawing/2014/main" id="{E3C2E9CC-4A06-4816-A79E-B2B222DF3D38}"/>
                </a:ext>
              </a:extLst>
            </p:cNvPr>
            <p:cNvSpPr/>
            <p:nvPr/>
          </p:nvSpPr>
          <p:spPr>
            <a:xfrm>
              <a:off x="2212196" y="4474057"/>
              <a:ext cx="15974" cy="30643"/>
            </a:xfrm>
            <a:custGeom>
              <a:avLst/>
              <a:gdLst>
                <a:gd name="connsiteX0" fmla="*/ 0 w 15974"/>
                <a:gd name="connsiteY0" fmla="*/ 0 h 30643"/>
                <a:gd name="connsiteX1" fmla="*/ 0 w 15974"/>
                <a:gd name="connsiteY1" fmla="*/ 30643 h 30643"/>
                <a:gd name="connsiteX2" fmla="*/ 639 w 15974"/>
                <a:gd name="connsiteY2" fmla="*/ 30643 h 30643"/>
                <a:gd name="connsiteX3" fmla="*/ 15975 w 15974"/>
                <a:gd name="connsiteY3" fmla="*/ 30643 h 30643"/>
                <a:gd name="connsiteX4" fmla="*/ 15975 w 15974"/>
                <a:gd name="connsiteY4" fmla="*/ 0 h 30643"/>
                <a:gd name="connsiteX5" fmla="*/ 639 w 15974"/>
                <a:gd name="connsiteY5" fmla="*/ 0 h 30643"/>
                <a:gd name="connsiteX6" fmla="*/ 0 w 15974"/>
                <a:gd name="connsiteY6" fmla="*/ 0 h 30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974" h="30643">
                  <a:moveTo>
                    <a:pt x="0" y="0"/>
                  </a:moveTo>
                  <a:lnTo>
                    <a:pt x="0" y="30643"/>
                  </a:lnTo>
                  <a:lnTo>
                    <a:pt x="639" y="30643"/>
                  </a:lnTo>
                  <a:lnTo>
                    <a:pt x="15975" y="30643"/>
                  </a:lnTo>
                  <a:lnTo>
                    <a:pt x="15975" y="0"/>
                  </a:lnTo>
                  <a:lnTo>
                    <a:pt x="639" y="0"/>
                  </a:lnTo>
                  <a:lnTo>
                    <a:pt x="0" y="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39" name="Graphic 4">
              <a:extLst>
                <a:ext uri="{FF2B5EF4-FFF2-40B4-BE49-F238E27FC236}">
                  <a16:creationId xmlns:a16="http://schemas.microsoft.com/office/drawing/2014/main" id="{BC617F15-AB87-40EE-872A-D55A1CEDDC01}"/>
                </a:ext>
              </a:extLst>
            </p:cNvPr>
            <p:cNvSpPr/>
            <p:nvPr/>
          </p:nvSpPr>
          <p:spPr>
            <a:xfrm>
              <a:off x="2039668" y="4445329"/>
              <a:ext cx="159748" cy="88098"/>
            </a:xfrm>
            <a:custGeom>
              <a:avLst/>
              <a:gdLst>
                <a:gd name="connsiteX0" fmla="*/ 0 w 159748"/>
                <a:gd name="connsiteY0" fmla="*/ 88099 h 88098"/>
                <a:gd name="connsiteX1" fmla="*/ 159748 w 159748"/>
                <a:gd name="connsiteY1" fmla="*/ 88099 h 88098"/>
                <a:gd name="connsiteX2" fmla="*/ 159748 w 159748"/>
                <a:gd name="connsiteY2" fmla="*/ 0 h 88098"/>
                <a:gd name="connsiteX3" fmla="*/ 0 w 159748"/>
                <a:gd name="connsiteY3" fmla="*/ 0 h 88098"/>
                <a:gd name="connsiteX4" fmla="*/ 0 w 159748"/>
                <a:gd name="connsiteY4" fmla="*/ 88099 h 88098"/>
                <a:gd name="connsiteX5" fmla="*/ 130994 w 159748"/>
                <a:gd name="connsiteY5" fmla="*/ 13406 h 88098"/>
                <a:gd name="connsiteX6" fmla="*/ 137384 w 159748"/>
                <a:gd name="connsiteY6" fmla="*/ 7022 h 88098"/>
                <a:gd name="connsiteX7" fmla="*/ 143774 w 159748"/>
                <a:gd name="connsiteY7" fmla="*/ 13406 h 88098"/>
                <a:gd name="connsiteX8" fmla="*/ 143774 w 159748"/>
                <a:gd name="connsiteY8" fmla="*/ 74693 h 88098"/>
                <a:gd name="connsiteX9" fmla="*/ 137384 w 159748"/>
                <a:gd name="connsiteY9" fmla="*/ 81077 h 88098"/>
                <a:gd name="connsiteX10" fmla="*/ 130994 w 159748"/>
                <a:gd name="connsiteY10" fmla="*/ 74693 h 88098"/>
                <a:gd name="connsiteX11" fmla="*/ 130994 w 159748"/>
                <a:gd name="connsiteY11" fmla="*/ 13406 h 88098"/>
                <a:gd name="connsiteX12" fmla="*/ 102239 w 159748"/>
                <a:gd name="connsiteY12" fmla="*/ 13406 h 88098"/>
                <a:gd name="connsiteX13" fmla="*/ 108629 w 159748"/>
                <a:gd name="connsiteY13" fmla="*/ 7022 h 88098"/>
                <a:gd name="connsiteX14" fmla="*/ 115019 w 159748"/>
                <a:gd name="connsiteY14" fmla="*/ 13406 h 88098"/>
                <a:gd name="connsiteX15" fmla="*/ 115019 w 159748"/>
                <a:gd name="connsiteY15" fmla="*/ 74693 h 88098"/>
                <a:gd name="connsiteX16" fmla="*/ 108629 w 159748"/>
                <a:gd name="connsiteY16" fmla="*/ 81077 h 88098"/>
                <a:gd name="connsiteX17" fmla="*/ 102239 w 159748"/>
                <a:gd name="connsiteY17" fmla="*/ 74693 h 88098"/>
                <a:gd name="connsiteX18" fmla="*/ 102239 w 159748"/>
                <a:gd name="connsiteY18" fmla="*/ 13406 h 88098"/>
                <a:gd name="connsiteX19" fmla="*/ 74123 w 159748"/>
                <a:gd name="connsiteY19" fmla="*/ 13406 h 88098"/>
                <a:gd name="connsiteX20" fmla="*/ 80513 w 159748"/>
                <a:gd name="connsiteY20" fmla="*/ 7022 h 88098"/>
                <a:gd name="connsiteX21" fmla="*/ 86903 w 159748"/>
                <a:gd name="connsiteY21" fmla="*/ 13406 h 88098"/>
                <a:gd name="connsiteX22" fmla="*/ 86903 w 159748"/>
                <a:gd name="connsiteY22" fmla="*/ 74693 h 88098"/>
                <a:gd name="connsiteX23" fmla="*/ 80513 w 159748"/>
                <a:gd name="connsiteY23" fmla="*/ 81077 h 88098"/>
                <a:gd name="connsiteX24" fmla="*/ 74123 w 159748"/>
                <a:gd name="connsiteY24" fmla="*/ 74693 h 88098"/>
                <a:gd name="connsiteX25" fmla="*/ 74123 w 159748"/>
                <a:gd name="connsiteY25" fmla="*/ 13406 h 88098"/>
                <a:gd name="connsiteX26" fmla="*/ 45368 w 159748"/>
                <a:gd name="connsiteY26" fmla="*/ 13406 h 88098"/>
                <a:gd name="connsiteX27" fmla="*/ 51758 w 159748"/>
                <a:gd name="connsiteY27" fmla="*/ 7022 h 88098"/>
                <a:gd name="connsiteX28" fmla="*/ 58148 w 159748"/>
                <a:gd name="connsiteY28" fmla="*/ 13406 h 88098"/>
                <a:gd name="connsiteX29" fmla="*/ 58148 w 159748"/>
                <a:gd name="connsiteY29" fmla="*/ 74693 h 88098"/>
                <a:gd name="connsiteX30" fmla="*/ 51758 w 159748"/>
                <a:gd name="connsiteY30" fmla="*/ 81077 h 88098"/>
                <a:gd name="connsiteX31" fmla="*/ 45368 w 159748"/>
                <a:gd name="connsiteY31" fmla="*/ 74693 h 88098"/>
                <a:gd name="connsiteX32" fmla="*/ 45368 w 159748"/>
                <a:gd name="connsiteY32" fmla="*/ 13406 h 88098"/>
                <a:gd name="connsiteX33" fmla="*/ 16614 w 159748"/>
                <a:gd name="connsiteY33" fmla="*/ 13406 h 88098"/>
                <a:gd name="connsiteX34" fmla="*/ 23004 w 159748"/>
                <a:gd name="connsiteY34" fmla="*/ 7022 h 88098"/>
                <a:gd name="connsiteX35" fmla="*/ 29394 w 159748"/>
                <a:gd name="connsiteY35" fmla="*/ 13406 h 88098"/>
                <a:gd name="connsiteX36" fmla="*/ 29394 w 159748"/>
                <a:gd name="connsiteY36" fmla="*/ 74693 h 88098"/>
                <a:gd name="connsiteX37" fmla="*/ 23004 w 159748"/>
                <a:gd name="connsiteY37" fmla="*/ 81077 h 88098"/>
                <a:gd name="connsiteX38" fmla="*/ 16614 w 159748"/>
                <a:gd name="connsiteY38" fmla="*/ 74693 h 88098"/>
                <a:gd name="connsiteX39" fmla="*/ 16614 w 159748"/>
                <a:gd name="connsiteY39" fmla="*/ 13406 h 88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59748" h="88098">
                  <a:moveTo>
                    <a:pt x="0" y="88099"/>
                  </a:moveTo>
                  <a:lnTo>
                    <a:pt x="159748" y="88099"/>
                  </a:lnTo>
                  <a:lnTo>
                    <a:pt x="159748" y="0"/>
                  </a:lnTo>
                  <a:lnTo>
                    <a:pt x="0" y="0"/>
                  </a:lnTo>
                  <a:lnTo>
                    <a:pt x="0" y="88099"/>
                  </a:lnTo>
                  <a:close/>
                  <a:moveTo>
                    <a:pt x="130994" y="13406"/>
                  </a:moveTo>
                  <a:cubicBezTo>
                    <a:pt x="130994" y="9576"/>
                    <a:pt x="133550" y="7022"/>
                    <a:pt x="137384" y="7022"/>
                  </a:cubicBezTo>
                  <a:cubicBezTo>
                    <a:pt x="141217" y="7022"/>
                    <a:pt x="143774" y="9576"/>
                    <a:pt x="143774" y="13406"/>
                  </a:cubicBezTo>
                  <a:lnTo>
                    <a:pt x="143774" y="74693"/>
                  </a:lnTo>
                  <a:cubicBezTo>
                    <a:pt x="143774" y="78523"/>
                    <a:pt x="141217" y="81077"/>
                    <a:pt x="137384" y="81077"/>
                  </a:cubicBezTo>
                  <a:cubicBezTo>
                    <a:pt x="133550" y="81077"/>
                    <a:pt x="130994" y="78523"/>
                    <a:pt x="130994" y="74693"/>
                  </a:cubicBezTo>
                  <a:lnTo>
                    <a:pt x="130994" y="13406"/>
                  </a:lnTo>
                  <a:close/>
                  <a:moveTo>
                    <a:pt x="102239" y="13406"/>
                  </a:moveTo>
                  <a:cubicBezTo>
                    <a:pt x="102239" y="9576"/>
                    <a:pt x="104795" y="7022"/>
                    <a:pt x="108629" y="7022"/>
                  </a:cubicBezTo>
                  <a:cubicBezTo>
                    <a:pt x="112463" y="7022"/>
                    <a:pt x="115019" y="9576"/>
                    <a:pt x="115019" y="13406"/>
                  </a:cubicBezTo>
                  <a:lnTo>
                    <a:pt x="115019" y="74693"/>
                  </a:lnTo>
                  <a:cubicBezTo>
                    <a:pt x="115019" y="78523"/>
                    <a:pt x="112463" y="81077"/>
                    <a:pt x="108629" y="81077"/>
                  </a:cubicBezTo>
                  <a:cubicBezTo>
                    <a:pt x="104795" y="81077"/>
                    <a:pt x="102239" y="78523"/>
                    <a:pt x="102239" y="74693"/>
                  </a:cubicBezTo>
                  <a:lnTo>
                    <a:pt x="102239" y="13406"/>
                  </a:lnTo>
                  <a:close/>
                  <a:moveTo>
                    <a:pt x="74123" y="13406"/>
                  </a:moveTo>
                  <a:cubicBezTo>
                    <a:pt x="74123" y="9576"/>
                    <a:pt x="76679" y="7022"/>
                    <a:pt x="80513" y="7022"/>
                  </a:cubicBezTo>
                  <a:cubicBezTo>
                    <a:pt x="84347" y="7022"/>
                    <a:pt x="86903" y="9576"/>
                    <a:pt x="86903" y="13406"/>
                  </a:cubicBezTo>
                  <a:lnTo>
                    <a:pt x="86903" y="74693"/>
                  </a:lnTo>
                  <a:cubicBezTo>
                    <a:pt x="86903" y="78523"/>
                    <a:pt x="84347" y="81077"/>
                    <a:pt x="80513" y="81077"/>
                  </a:cubicBezTo>
                  <a:cubicBezTo>
                    <a:pt x="76679" y="81077"/>
                    <a:pt x="74123" y="78523"/>
                    <a:pt x="74123" y="74693"/>
                  </a:cubicBezTo>
                  <a:lnTo>
                    <a:pt x="74123" y="13406"/>
                  </a:lnTo>
                  <a:close/>
                  <a:moveTo>
                    <a:pt x="45368" y="13406"/>
                  </a:moveTo>
                  <a:cubicBezTo>
                    <a:pt x="45368" y="9576"/>
                    <a:pt x="47925" y="7022"/>
                    <a:pt x="51758" y="7022"/>
                  </a:cubicBezTo>
                  <a:cubicBezTo>
                    <a:pt x="55592" y="7022"/>
                    <a:pt x="58148" y="9576"/>
                    <a:pt x="58148" y="13406"/>
                  </a:cubicBezTo>
                  <a:lnTo>
                    <a:pt x="58148" y="74693"/>
                  </a:lnTo>
                  <a:cubicBezTo>
                    <a:pt x="58148" y="78523"/>
                    <a:pt x="55592" y="81077"/>
                    <a:pt x="51758" y="81077"/>
                  </a:cubicBezTo>
                  <a:cubicBezTo>
                    <a:pt x="47925" y="81077"/>
                    <a:pt x="45368" y="78523"/>
                    <a:pt x="45368" y="74693"/>
                  </a:cubicBezTo>
                  <a:lnTo>
                    <a:pt x="45368" y="13406"/>
                  </a:lnTo>
                  <a:close/>
                  <a:moveTo>
                    <a:pt x="16614" y="13406"/>
                  </a:moveTo>
                  <a:cubicBezTo>
                    <a:pt x="16614" y="9576"/>
                    <a:pt x="19170" y="7022"/>
                    <a:pt x="23004" y="7022"/>
                  </a:cubicBezTo>
                  <a:cubicBezTo>
                    <a:pt x="26838" y="7022"/>
                    <a:pt x="29394" y="9576"/>
                    <a:pt x="29394" y="13406"/>
                  </a:cubicBezTo>
                  <a:lnTo>
                    <a:pt x="29394" y="74693"/>
                  </a:lnTo>
                  <a:cubicBezTo>
                    <a:pt x="29394" y="78523"/>
                    <a:pt x="26838" y="81077"/>
                    <a:pt x="23004" y="81077"/>
                  </a:cubicBezTo>
                  <a:cubicBezTo>
                    <a:pt x="19170" y="81077"/>
                    <a:pt x="16614" y="78523"/>
                    <a:pt x="16614" y="74693"/>
                  </a:cubicBezTo>
                  <a:lnTo>
                    <a:pt x="16614" y="13406"/>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40" name="Graphic 4">
              <a:extLst>
                <a:ext uri="{FF2B5EF4-FFF2-40B4-BE49-F238E27FC236}">
                  <a16:creationId xmlns:a16="http://schemas.microsoft.com/office/drawing/2014/main" id="{5110D059-A294-47D7-B9F7-437A764FC992}"/>
                </a:ext>
              </a:extLst>
            </p:cNvPr>
            <p:cNvSpPr/>
            <p:nvPr/>
          </p:nvSpPr>
          <p:spPr>
            <a:xfrm>
              <a:off x="1952125" y="4308712"/>
              <a:ext cx="362313" cy="361971"/>
            </a:xfrm>
            <a:custGeom>
              <a:avLst/>
              <a:gdLst>
                <a:gd name="connsiteX0" fmla="*/ 181474 w 362313"/>
                <a:gd name="connsiteY0" fmla="*/ 0 h 361971"/>
                <a:gd name="connsiteX1" fmla="*/ 0 w 362313"/>
                <a:gd name="connsiteY1" fmla="*/ 180667 h 361971"/>
                <a:gd name="connsiteX2" fmla="*/ 180835 w 362313"/>
                <a:gd name="connsiteY2" fmla="*/ 361972 h 361971"/>
                <a:gd name="connsiteX3" fmla="*/ 362310 w 362313"/>
                <a:gd name="connsiteY3" fmla="*/ 181305 h 361971"/>
                <a:gd name="connsiteX4" fmla="*/ 362310 w 362313"/>
                <a:gd name="connsiteY4" fmla="*/ 181305 h 361971"/>
                <a:gd name="connsiteX5" fmla="*/ 181474 w 362313"/>
                <a:gd name="connsiteY5" fmla="*/ 0 h 361971"/>
                <a:gd name="connsiteX6" fmla="*/ 181474 w 362313"/>
                <a:gd name="connsiteY6" fmla="*/ 0 h 361971"/>
                <a:gd name="connsiteX7" fmla="*/ 288825 w 362313"/>
                <a:gd name="connsiteY7" fmla="*/ 202372 h 361971"/>
                <a:gd name="connsiteX8" fmla="*/ 282435 w 362313"/>
                <a:gd name="connsiteY8" fmla="*/ 208756 h 361971"/>
                <a:gd name="connsiteX9" fmla="*/ 260709 w 362313"/>
                <a:gd name="connsiteY9" fmla="*/ 208756 h 361971"/>
                <a:gd name="connsiteX10" fmla="*/ 260071 w 362313"/>
                <a:gd name="connsiteY10" fmla="*/ 208756 h 361971"/>
                <a:gd name="connsiteX11" fmla="*/ 260071 w 362313"/>
                <a:gd name="connsiteY11" fmla="*/ 231100 h 361971"/>
                <a:gd name="connsiteX12" fmla="*/ 253681 w 362313"/>
                <a:gd name="connsiteY12" fmla="*/ 237484 h 361971"/>
                <a:gd name="connsiteX13" fmla="*/ 81152 w 362313"/>
                <a:gd name="connsiteY13" fmla="*/ 237484 h 361971"/>
                <a:gd name="connsiteX14" fmla="*/ 74762 w 362313"/>
                <a:gd name="connsiteY14" fmla="*/ 231100 h 361971"/>
                <a:gd name="connsiteX15" fmla="*/ 74762 w 362313"/>
                <a:gd name="connsiteY15" fmla="*/ 130233 h 361971"/>
                <a:gd name="connsiteX16" fmla="*/ 81152 w 362313"/>
                <a:gd name="connsiteY16" fmla="*/ 123849 h 361971"/>
                <a:gd name="connsiteX17" fmla="*/ 253681 w 362313"/>
                <a:gd name="connsiteY17" fmla="*/ 123849 h 361971"/>
                <a:gd name="connsiteX18" fmla="*/ 260071 w 362313"/>
                <a:gd name="connsiteY18" fmla="*/ 130233 h 361971"/>
                <a:gd name="connsiteX19" fmla="*/ 260071 w 362313"/>
                <a:gd name="connsiteY19" fmla="*/ 152577 h 361971"/>
                <a:gd name="connsiteX20" fmla="*/ 260709 w 362313"/>
                <a:gd name="connsiteY20" fmla="*/ 152577 h 361971"/>
                <a:gd name="connsiteX21" fmla="*/ 282435 w 362313"/>
                <a:gd name="connsiteY21" fmla="*/ 152577 h 361971"/>
                <a:gd name="connsiteX22" fmla="*/ 288825 w 362313"/>
                <a:gd name="connsiteY22" fmla="*/ 158961 h 361971"/>
                <a:gd name="connsiteX23" fmla="*/ 288825 w 362313"/>
                <a:gd name="connsiteY23" fmla="*/ 202372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2313" h="361971">
                  <a:moveTo>
                    <a:pt x="181474" y="0"/>
                  </a:moveTo>
                  <a:cubicBezTo>
                    <a:pt x="81152" y="0"/>
                    <a:pt x="0" y="81077"/>
                    <a:pt x="0" y="180667"/>
                  </a:cubicBezTo>
                  <a:cubicBezTo>
                    <a:pt x="0" y="280895"/>
                    <a:pt x="81152" y="361972"/>
                    <a:pt x="180835" y="361972"/>
                  </a:cubicBezTo>
                  <a:cubicBezTo>
                    <a:pt x="281157" y="361972"/>
                    <a:pt x="362310" y="280895"/>
                    <a:pt x="362310" y="181305"/>
                  </a:cubicBezTo>
                  <a:cubicBezTo>
                    <a:pt x="362310" y="181305"/>
                    <a:pt x="362310" y="181305"/>
                    <a:pt x="362310" y="181305"/>
                  </a:cubicBezTo>
                  <a:cubicBezTo>
                    <a:pt x="362948" y="81077"/>
                    <a:pt x="281796" y="0"/>
                    <a:pt x="181474" y="0"/>
                  </a:cubicBezTo>
                  <a:lnTo>
                    <a:pt x="181474" y="0"/>
                  </a:lnTo>
                  <a:close/>
                  <a:moveTo>
                    <a:pt x="288825" y="202372"/>
                  </a:moveTo>
                  <a:cubicBezTo>
                    <a:pt x="288825" y="206203"/>
                    <a:pt x="286269" y="208756"/>
                    <a:pt x="282435" y="208756"/>
                  </a:cubicBezTo>
                  <a:lnTo>
                    <a:pt x="260709" y="208756"/>
                  </a:lnTo>
                  <a:lnTo>
                    <a:pt x="260071" y="208756"/>
                  </a:lnTo>
                  <a:lnTo>
                    <a:pt x="260071" y="231100"/>
                  </a:lnTo>
                  <a:cubicBezTo>
                    <a:pt x="260071" y="234930"/>
                    <a:pt x="257514" y="237484"/>
                    <a:pt x="253681" y="237484"/>
                  </a:cubicBezTo>
                  <a:lnTo>
                    <a:pt x="81152" y="237484"/>
                  </a:lnTo>
                  <a:cubicBezTo>
                    <a:pt x="77318" y="237484"/>
                    <a:pt x="74762" y="234930"/>
                    <a:pt x="74762" y="231100"/>
                  </a:cubicBezTo>
                  <a:lnTo>
                    <a:pt x="74762" y="130233"/>
                  </a:lnTo>
                  <a:cubicBezTo>
                    <a:pt x="74762" y="126403"/>
                    <a:pt x="77318" y="123849"/>
                    <a:pt x="81152" y="123849"/>
                  </a:cubicBezTo>
                  <a:lnTo>
                    <a:pt x="253681" y="123849"/>
                  </a:lnTo>
                  <a:cubicBezTo>
                    <a:pt x="257514" y="123849"/>
                    <a:pt x="260071" y="126403"/>
                    <a:pt x="260071" y="130233"/>
                  </a:cubicBezTo>
                  <a:lnTo>
                    <a:pt x="260071" y="152577"/>
                  </a:lnTo>
                  <a:lnTo>
                    <a:pt x="260709" y="152577"/>
                  </a:lnTo>
                  <a:lnTo>
                    <a:pt x="282435" y="152577"/>
                  </a:lnTo>
                  <a:cubicBezTo>
                    <a:pt x="286269" y="152577"/>
                    <a:pt x="288825" y="155131"/>
                    <a:pt x="288825" y="158961"/>
                  </a:cubicBezTo>
                  <a:lnTo>
                    <a:pt x="288825" y="202372"/>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sp>
        <p:nvSpPr>
          <p:cNvPr id="101" name="TextBox 100">
            <a:extLst>
              <a:ext uri="{FF2B5EF4-FFF2-40B4-BE49-F238E27FC236}">
                <a16:creationId xmlns:a16="http://schemas.microsoft.com/office/drawing/2014/main" id="{6F5DFA51-A93D-4898-9B6C-5BBE8C20344C}"/>
              </a:ext>
            </a:extLst>
          </p:cNvPr>
          <p:cNvSpPr txBox="1"/>
          <p:nvPr/>
        </p:nvSpPr>
        <p:spPr>
          <a:xfrm>
            <a:off x="10200640" y="263311"/>
            <a:ext cx="1435496" cy="43088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2800" b="0" i="0" u="none" strike="noStrike" kern="1200" cap="none" spc="0" normalizeH="0" baseline="0" noProof="0">
                <a:ln>
                  <a:noFill/>
                </a:ln>
                <a:solidFill>
                  <a:srgbClr val="D0D0CE"/>
                </a:solidFill>
                <a:effectLst/>
                <a:uLnTx/>
                <a:uFillTx/>
                <a:latin typeface="Verdana"/>
                <a:ea typeface="+mn-ea"/>
                <a:cs typeface="+mn-cs"/>
              </a:rPr>
              <a:t>SW</a:t>
            </a:r>
            <a:r>
              <a:rPr kumimoji="0" lang="en-US" sz="2800" b="0" i="0" u="none" strike="noStrike" kern="1200" cap="none" spc="0" normalizeH="0" baseline="0" noProof="0">
                <a:ln>
                  <a:noFill/>
                </a:ln>
                <a:solidFill>
                  <a:srgbClr val="86BC25"/>
                </a:solidFill>
                <a:effectLst/>
                <a:uLnTx/>
                <a:uFillTx/>
                <a:latin typeface="Verdana"/>
                <a:ea typeface="+mn-ea"/>
                <a:cs typeface="+mn-cs"/>
              </a:rPr>
              <a:t>O</a:t>
            </a:r>
            <a:r>
              <a:rPr kumimoji="0" lang="en-US" sz="2800" b="0" i="0" u="none" strike="noStrike" kern="1200" cap="none" spc="0" normalizeH="0" baseline="0" noProof="0">
                <a:ln>
                  <a:noFill/>
                </a:ln>
                <a:solidFill>
                  <a:srgbClr val="D0D0CE"/>
                </a:solidFill>
                <a:effectLst/>
                <a:uLnTx/>
                <a:uFillTx/>
                <a:latin typeface="Verdana"/>
                <a:ea typeface="+mn-ea"/>
                <a:cs typeface="+mn-cs"/>
              </a:rPr>
              <a:t>T</a:t>
            </a:r>
          </a:p>
        </p:txBody>
      </p:sp>
      <p:grpSp>
        <p:nvGrpSpPr>
          <p:cNvPr id="141" name="Graphic 4">
            <a:extLst>
              <a:ext uri="{FF2B5EF4-FFF2-40B4-BE49-F238E27FC236}">
                <a16:creationId xmlns:a16="http://schemas.microsoft.com/office/drawing/2014/main" id="{C896329E-A7AC-4399-87AB-0CF4C76F76FB}"/>
              </a:ext>
            </a:extLst>
          </p:cNvPr>
          <p:cNvGrpSpPr/>
          <p:nvPr/>
        </p:nvGrpSpPr>
        <p:grpSpPr>
          <a:xfrm>
            <a:off x="3960487" y="5543778"/>
            <a:ext cx="560630" cy="548633"/>
            <a:chOff x="905454" y="1885990"/>
            <a:chExt cx="362309" cy="362610"/>
          </a:xfrm>
          <a:solidFill>
            <a:schemeClr val="accent4">
              <a:lumMod val="60000"/>
              <a:lumOff val="40000"/>
            </a:schemeClr>
          </a:solidFill>
        </p:grpSpPr>
        <p:sp>
          <p:nvSpPr>
            <p:cNvPr id="142" name="Graphic 4">
              <a:extLst>
                <a:ext uri="{FF2B5EF4-FFF2-40B4-BE49-F238E27FC236}">
                  <a16:creationId xmlns:a16="http://schemas.microsoft.com/office/drawing/2014/main" id="{3655E09E-61AF-4319-B4F0-6EB052A1346A}"/>
                </a:ext>
              </a:extLst>
            </p:cNvPr>
            <p:cNvSpPr/>
            <p:nvPr/>
          </p:nvSpPr>
          <p:spPr>
            <a:xfrm>
              <a:off x="986606" y="2030268"/>
              <a:ext cx="198727" cy="107889"/>
            </a:xfrm>
            <a:custGeom>
              <a:avLst/>
              <a:gdLst>
                <a:gd name="connsiteX0" fmla="*/ 177001 w 198727"/>
                <a:gd name="connsiteY0" fmla="*/ 15960 h 107889"/>
                <a:gd name="connsiteX1" fmla="*/ 177001 w 198727"/>
                <a:gd name="connsiteY1" fmla="*/ 0 h 107889"/>
                <a:gd name="connsiteX2" fmla="*/ 23004 w 198727"/>
                <a:gd name="connsiteY2" fmla="*/ 0 h 107889"/>
                <a:gd name="connsiteX3" fmla="*/ 23004 w 198727"/>
                <a:gd name="connsiteY3" fmla="*/ 15960 h 107889"/>
                <a:gd name="connsiteX4" fmla="*/ 16614 w 198727"/>
                <a:gd name="connsiteY4" fmla="*/ 22344 h 107889"/>
                <a:gd name="connsiteX5" fmla="*/ 0 w 198727"/>
                <a:gd name="connsiteY5" fmla="*/ 22344 h 107889"/>
                <a:gd name="connsiteX6" fmla="*/ 0 w 198727"/>
                <a:gd name="connsiteY6" fmla="*/ 107889 h 107889"/>
                <a:gd name="connsiteX7" fmla="*/ 17253 w 198727"/>
                <a:gd name="connsiteY7" fmla="*/ 107889 h 107889"/>
                <a:gd name="connsiteX8" fmla="*/ 17253 w 198727"/>
                <a:gd name="connsiteY8" fmla="*/ 84269 h 107889"/>
                <a:gd name="connsiteX9" fmla="*/ 23643 w 198727"/>
                <a:gd name="connsiteY9" fmla="*/ 77885 h 107889"/>
                <a:gd name="connsiteX10" fmla="*/ 30033 w 198727"/>
                <a:gd name="connsiteY10" fmla="*/ 84269 h 107889"/>
                <a:gd name="connsiteX11" fmla="*/ 30033 w 198727"/>
                <a:gd name="connsiteY11" fmla="*/ 107889 h 107889"/>
                <a:gd name="connsiteX12" fmla="*/ 198727 w 198727"/>
                <a:gd name="connsiteY12" fmla="*/ 107889 h 107889"/>
                <a:gd name="connsiteX13" fmla="*/ 198727 w 198727"/>
                <a:gd name="connsiteY13" fmla="*/ 22344 h 107889"/>
                <a:gd name="connsiteX14" fmla="*/ 182113 w 198727"/>
                <a:gd name="connsiteY14" fmla="*/ 22344 h 107889"/>
                <a:gd name="connsiteX15" fmla="*/ 177001 w 198727"/>
                <a:gd name="connsiteY15" fmla="*/ 15960 h 107889"/>
                <a:gd name="connsiteX16" fmla="*/ 28755 w 198727"/>
                <a:gd name="connsiteY16" fmla="*/ 58094 h 107889"/>
                <a:gd name="connsiteX17" fmla="*/ 24282 w 198727"/>
                <a:gd name="connsiteY17" fmla="*/ 60009 h 107889"/>
                <a:gd name="connsiteX18" fmla="*/ 19809 w 198727"/>
                <a:gd name="connsiteY18" fmla="*/ 58094 h 107889"/>
                <a:gd name="connsiteX19" fmla="*/ 17892 w 198727"/>
                <a:gd name="connsiteY19" fmla="*/ 53625 h 107889"/>
                <a:gd name="connsiteX20" fmla="*/ 18531 w 198727"/>
                <a:gd name="connsiteY20" fmla="*/ 51072 h 107889"/>
                <a:gd name="connsiteX21" fmla="*/ 21726 w 198727"/>
                <a:gd name="connsiteY21" fmla="*/ 47880 h 107889"/>
                <a:gd name="connsiteX22" fmla="*/ 26838 w 198727"/>
                <a:gd name="connsiteY22" fmla="*/ 47880 h 107889"/>
                <a:gd name="connsiteX23" fmla="*/ 28755 w 198727"/>
                <a:gd name="connsiteY23" fmla="*/ 49157 h 107889"/>
                <a:gd name="connsiteX24" fmla="*/ 30672 w 198727"/>
                <a:gd name="connsiteY24" fmla="*/ 53625 h 107889"/>
                <a:gd name="connsiteX25" fmla="*/ 28755 w 198727"/>
                <a:gd name="connsiteY25" fmla="*/ 58094 h 107889"/>
                <a:gd name="connsiteX26" fmla="*/ 58788 w 198727"/>
                <a:gd name="connsiteY26" fmla="*/ 88737 h 107889"/>
                <a:gd name="connsiteX27" fmla="*/ 54314 w 198727"/>
                <a:gd name="connsiteY27" fmla="*/ 90653 h 107889"/>
                <a:gd name="connsiteX28" fmla="*/ 49842 w 198727"/>
                <a:gd name="connsiteY28" fmla="*/ 88737 h 107889"/>
                <a:gd name="connsiteX29" fmla="*/ 47925 w 198727"/>
                <a:gd name="connsiteY29" fmla="*/ 84269 h 107889"/>
                <a:gd name="connsiteX30" fmla="*/ 48564 w 198727"/>
                <a:gd name="connsiteY30" fmla="*/ 81715 h 107889"/>
                <a:gd name="connsiteX31" fmla="*/ 49842 w 198727"/>
                <a:gd name="connsiteY31" fmla="*/ 79800 h 107889"/>
                <a:gd name="connsiteX32" fmla="*/ 50481 w 198727"/>
                <a:gd name="connsiteY32" fmla="*/ 79161 h 107889"/>
                <a:gd name="connsiteX33" fmla="*/ 51759 w 198727"/>
                <a:gd name="connsiteY33" fmla="*/ 78523 h 107889"/>
                <a:gd name="connsiteX34" fmla="*/ 53036 w 198727"/>
                <a:gd name="connsiteY34" fmla="*/ 77885 h 107889"/>
                <a:gd name="connsiteX35" fmla="*/ 56871 w 198727"/>
                <a:gd name="connsiteY35" fmla="*/ 78523 h 107889"/>
                <a:gd name="connsiteX36" fmla="*/ 58788 w 198727"/>
                <a:gd name="connsiteY36" fmla="*/ 79800 h 107889"/>
                <a:gd name="connsiteX37" fmla="*/ 60704 w 198727"/>
                <a:gd name="connsiteY37" fmla="*/ 84269 h 107889"/>
                <a:gd name="connsiteX38" fmla="*/ 58788 w 198727"/>
                <a:gd name="connsiteY38" fmla="*/ 88737 h 107889"/>
                <a:gd name="connsiteX39" fmla="*/ 58788 w 198727"/>
                <a:gd name="connsiteY39" fmla="*/ 58094 h 107889"/>
                <a:gd name="connsiteX40" fmla="*/ 54314 w 198727"/>
                <a:gd name="connsiteY40" fmla="*/ 60009 h 107889"/>
                <a:gd name="connsiteX41" fmla="*/ 47925 w 198727"/>
                <a:gd name="connsiteY41" fmla="*/ 53625 h 107889"/>
                <a:gd name="connsiteX42" fmla="*/ 48564 w 198727"/>
                <a:gd name="connsiteY42" fmla="*/ 51072 h 107889"/>
                <a:gd name="connsiteX43" fmla="*/ 49842 w 198727"/>
                <a:gd name="connsiteY43" fmla="*/ 49157 h 107889"/>
                <a:gd name="connsiteX44" fmla="*/ 50481 w 198727"/>
                <a:gd name="connsiteY44" fmla="*/ 48518 h 107889"/>
                <a:gd name="connsiteX45" fmla="*/ 51759 w 198727"/>
                <a:gd name="connsiteY45" fmla="*/ 47880 h 107889"/>
                <a:gd name="connsiteX46" fmla="*/ 53036 w 198727"/>
                <a:gd name="connsiteY46" fmla="*/ 47880 h 107889"/>
                <a:gd name="connsiteX47" fmla="*/ 56871 w 198727"/>
                <a:gd name="connsiteY47" fmla="*/ 47880 h 107889"/>
                <a:gd name="connsiteX48" fmla="*/ 58788 w 198727"/>
                <a:gd name="connsiteY48" fmla="*/ 49157 h 107889"/>
                <a:gd name="connsiteX49" fmla="*/ 60065 w 198727"/>
                <a:gd name="connsiteY49" fmla="*/ 51072 h 107889"/>
                <a:gd name="connsiteX50" fmla="*/ 60704 w 198727"/>
                <a:gd name="connsiteY50" fmla="*/ 53625 h 107889"/>
                <a:gd name="connsiteX51" fmla="*/ 58788 w 198727"/>
                <a:gd name="connsiteY51" fmla="*/ 58094 h 107889"/>
                <a:gd name="connsiteX52" fmla="*/ 58788 w 198727"/>
                <a:gd name="connsiteY52" fmla="*/ 28089 h 107889"/>
                <a:gd name="connsiteX53" fmla="*/ 54314 w 198727"/>
                <a:gd name="connsiteY53" fmla="*/ 30005 h 107889"/>
                <a:gd name="connsiteX54" fmla="*/ 47925 w 198727"/>
                <a:gd name="connsiteY54" fmla="*/ 23621 h 107889"/>
                <a:gd name="connsiteX55" fmla="*/ 48564 w 198727"/>
                <a:gd name="connsiteY55" fmla="*/ 21067 h 107889"/>
                <a:gd name="connsiteX56" fmla="*/ 49842 w 198727"/>
                <a:gd name="connsiteY56" fmla="*/ 19152 h 107889"/>
                <a:gd name="connsiteX57" fmla="*/ 50481 w 198727"/>
                <a:gd name="connsiteY57" fmla="*/ 18514 h 107889"/>
                <a:gd name="connsiteX58" fmla="*/ 51759 w 198727"/>
                <a:gd name="connsiteY58" fmla="*/ 17875 h 107889"/>
                <a:gd name="connsiteX59" fmla="*/ 53036 w 198727"/>
                <a:gd name="connsiteY59" fmla="*/ 17237 h 107889"/>
                <a:gd name="connsiteX60" fmla="*/ 58788 w 198727"/>
                <a:gd name="connsiteY60" fmla="*/ 19152 h 107889"/>
                <a:gd name="connsiteX61" fmla="*/ 60065 w 198727"/>
                <a:gd name="connsiteY61" fmla="*/ 21067 h 107889"/>
                <a:gd name="connsiteX62" fmla="*/ 58788 w 198727"/>
                <a:gd name="connsiteY62" fmla="*/ 28089 h 107889"/>
                <a:gd name="connsiteX63" fmla="*/ 58788 w 198727"/>
                <a:gd name="connsiteY63" fmla="*/ 28089 h 107889"/>
                <a:gd name="connsiteX64" fmla="*/ 89459 w 198727"/>
                <a:gd name="connsiteY64" fmla="*/ 88737 h 107889"/>
                <a:gd name="connsiteX65" fmla="*/ 87542 w 198727"/>
                <a:gd name="connsiteY65" fmla="*/ 90014 h 107889"/>
                <a:gd name="connsiteX66" fmla="*/ 84986 w 198727"/>
                <a:gd name="connsiteY66" fmla="*/ 90653 h 107889"/>
                <a:gd name="connsiteX67" fmla="*/ 78596 w 198727"/>
                <a:gd name="connsiteY67" fmla="*/ 84269 h 107889"/>
                <a:gd name="connsiteX68" fmla="*/ 80513 w 198727"/>
                <a:gd name="connsiteY68" fmla="*/ 79800 h 107889"/>
                <a:gd name="connsiteX69" fmla="*/ 82430 w 198727"/>
                <a:gd name="connsiteY69" fmla="*/ 78523 h 107889"/>
                <a:gd name="connsiteX70" fmla="*/ 87542 w 198727"/>
                <a:gd name="connsiteY70" fmla="*/ 78523 h 107889"/>
                <a:gd name="connsiteX71" fmla="*/ 88820 w 198727"/>
                <a:gd name="connsiteY71" fmla="*/ 79161 h 107889"/>
                <a:gd name="connsiteX72" fmla="*/ 89459 w 198727"/>
                <a:gd name="connsiteY72" fmla="*/ 79800 h 107889"/>
                <a:gd name="connsiteX73" fmla="*/ 91376 w 198727"/>
                <a:gd name="connsiteY73" fmla="*/ 84269 h 107889"/>
                <a:gd name="connsiteX74" fmla="*/ 89459 w 198727"/>
                <a:gd name="connsiteY74" fmla="*/ 88737 h 107889"/>
                <a:gd name="connsiteX75" fmla="*/ 89459 w 198727"/>
                <a:gd name="connsiteY75" fmla="*/ 88737 h 107889"/>
                <a:gd name="connsiteX76" fmla="*/ 89459 w 198727"/>
                <a:gd name="connsiteY76" fmla="*/ 58094 h 107889"/>
                <a:gd name="connsiteX77" fmla="*/ 87542 w 198727"/>
                <a:gd name="connsiteY77" fmla="*/ 59371 h 107889"/>
                <a:gd name="connsiteX78" fmla="*/ 84986 w 198727"/>
                <a:gd name="connsiteY78" fmla="*/ 60009 h 107889"/>
                <a:gd name="connsiteX79" fmla="*/ 82430 w 198727"/>
                <a:gd name="connsiteY79" fmla="*/ 59371 h 107889"/>
                <a:gd name="connsiteX80" fmla="*/ 80513 w 198727"/>
                <a:gd name="connsiteY80" fmla="*/ 58094 h 107889"/>
                <a:gd name="connsiteX81" fmla="*/ 78596 w 198727"/>
                <a:gd name="connsiteY81" fmla="*/ 53625 h 107889"/>
                <a:gd name="connsiteX82" fmla="*/ 79235 w 198727"/>
                <a:gd name="connsiteY82" fmla="*/ 51072 h 107889"/>
                <a:gd name="connsiteX83" fmla="*/ 80513 w 198727"/>
                <a:gd name="connsiteY83" fmla="*/ 49157 h 107889"/>
                <a:gd name="connsiteX84" fmla="*/ 81152 w 198727"/>
                <a:gd name="connsiteY84" fmla="*/ 48518 h 107889"/>
                <a:gd name="connsiteX85" fmla="*/ 82430 w 198727"/>
                <a:gd name="connsiteY85" fmla="*/ 47880 h 107889"/>
                <a:gd name="connsiteX86" fmla="*/ 83708 w 198727"/>
                <a:gd name="connsiteY86" fmla="*/ 47880 h 107889"/>
                <a:gd name="connsiteX87" fmla="*/ 86264 w 198727"/>
                <a:gd name="connsiteY87" fmla="*/ 47880 h 107889"/>
                <a:gd name="connsiteX88" fmla="*/ 87542 w 198727"/>
                <a:gd name="connsiteY88" fmla="*/ 47880 h 107889"/>
                <a:gd name="connsiteX89" fmla="*/ 88820 w 198727"/>
                <a:gd name="connsiteY89" fmla="*/ 48518 h 107889"/>
                <a:gd name="connsiteX90" fmla="*/ 89459 w 198727"/>
                <a:gd name="connsiteY90" fmla="*/ 49157 h 107889"/>
                <a:gd name="connsiteX91" fmla="*/ 90737 w 198727"/>
                <a:gd name="connsiteY91" fmla="*/ 51072 h 107889"/>
                <a:gd name="connsiteX92" fmla="*/ 91376 w 198727"/>
                <a:gd name="connsiteY92" fmla="*/ 53625 h 107889"/>
                <a:gd name="connsiteX93" fmla="*/ 89459 w 198727"/>
                <a:gd name="connsiteY93" fmla="*/ 58094 h 107889"/>
                <a:gd name="connsiteX94" fmla="*/ 89459 w 198727"/>
                <a:gd name="connsiteY94" fmla="*/ 58094 h 107889"/>
                <a:gd name="connsiteX95" fmla="*/ 89459 w 198727"/>
                <a:gd name="connsiteY95" fmla="*/ 28089 h 107889"/>
                <a:gd name="connsiteX96" fmla="*/ 84986 w 198727"/>
                <a:gd name="connsiteY96" fmla="*/ 30005 h 107889"/>
                <a:gd name="connsiteX97" fmla="*/ 82430 w 198727"/>
                <a:gd name="connsiteY97" fmla="*/ 29366 h 107889"/>
                <a:gd name="connsiteX98" fmla="*/ 80513 w 198727"/>
                <a:gd name="connsiteY98" fmla="*/ 28089 h 107889"/>
                <a:gd name="connsiteX99" fmla="*/ 80513 w 198727"/>
                <a:gd name="connsiteY99" fmla="*/ 19152 h 107889"/>
                <a:gd name="connsiteX100" fmla="*/ 80513 w 198727"/>
                <a:gd name="connsiteY100" fmla="*/ 19152 h 107889"/>
                <a:gd name="connsiteX101" fmla="*/ 82430 w 198727"/>
                <a:gd name="connsiteY101" fmla="*/ 17875 h 107889"/>
                <a:gd name="connsiteX102" fmla="*/ 87542 w 198727"/>
                <a:gd name="connsiteY102" fmla="*/ 17875 h 107889"/>
                <a:gd name="connsiteX103" fmla="*/ 89459 w 198727"/>
                <a:gd name="connsiteY103" fmla="*/ 19152 h 107889"/>
                <a:gd name="connsiteX104" fmla="*/ 90737 w 198727"/>
                <a:gd name="connsiteY104" fmla="*/ 21067 h 107889"/>
                <a:gd name="connsiteX105" fmla="*/ 89459 w 198727"/>
                <a:gd name="connsiteY105" fmla="*/ 28089 h 107889"/>
                <a:gd name="connsiteX106" fmla="*/ 171250 w 198727"/>
                <a:gd name="connsiteY106" fmla="*/ 49157 h 107889"/>
                <a:gd name="connsiteX107" fmla="*/ 173167 w 198727"/>
                <a:gd name="connsiteY107" fmla="*/ 47880 h 107889"/>
                <a:gd name="connsiteX108" fmla="*/ 180196 w 198727"/>
                <a:gd name="connsiteY108" fmla="*/ 49157 h 107889"/>
                <a:gd name="connsiteX109" fmla="*/ 181474 w 198727"/>
                <a:gd name="connsiteY109" fmla="*/ 51072 h 107889"/>
                <a:gd name="connsiteX110" fmla="*/ 182113 w 198727"/>
                <a:gd name="connsiteY110" fmla="*/ 53625 h 107889"/>
                <a:gd name="connsiteX111" fmla="*/ 180196 w 198727"/>
                <a:gd name="connsiteY111" fmla="*/ 58094 h 107889"/>
                <a:gd name="connsiteX112" fmla="*/ 178279 w 198727"/>
                <a:gd name="connsiteY112" fmla="*/ 59371 h 107889"/>
                <a:gd name="connsiteX113" fmla="*/ 175723 w 198727"/>
                <a:gd name="connsiteY113" fmla="*/ 60009 h 107889"/>
                <a:gd name="connsiteX114" fmla="*/ 171250 w 198727"/>
                <a:gd name="connsiteY114" fmla="*/ 58094 h 107889"/>
                <a:gd name="connsiteX115" fmla="*/ 169333 w 198727"/>
                <a:gd name="connsiteY115" fmla="*/ 53625 h 107889"/>
                <a:gd name="connsiteX116" fmla="*/ 171250 w 198727"/>
                <a:gd name="connsiteY116" fmla="*/ 49157 h 107889"/>
                <a:gd name="connsiteX117" fmla="*/ 171250 w 198727"/>
                <a:gd name="connsiteY117" fmla="*/ 49157 h 107889"/>
                <a:gd name="connsiteX118" fmla="*/ 119492 w 198727"/>
                <a:gd name="connsiteY118" fmla="*/ 88737 h 107889"/>
                <a:gd name="connsiteX119" fmla="*/ 112463 w 198727"/>
                <a:gd name="connsiteY119" fmla="*/ 90014 h 107889"/>
                <a:gd name="connsiteX120" fmla="*/ 110546 w 198727"/>
                <a:gd name="connsiteY120" fmla="*/ 88737 h 107889"/>
                <a:gd name="connsiteX121" fmla="*/ 108629 w 198727"/>
                <a:gd name="connsiteY121" fmla="*/ 84269 h 107889"/>
                <a:gd name="connsiteX122" fmla="*/ 109268 w 198727"/>
                <a:gd name="connsiteY122" fmla="*/ 81715 h 107889"/>
                <a:gd name="connsiteX123" fmla="*/ 110546 w 198727"/>
                <a:gd name="connsiteY123" fmla="*/ 79800 h 107889"/>
                <a:gd name="connsiteX124" fmla="*/ 119492 w 198727"/>
                <a:gd name="connsiteY124" fmla="*/ 79800 h 107889"/>
                <a:gd name="connsiteX125" fmla="*/ 120770 w 198727"/>
                <a:gd name="connsiteY125" fmla="*/ 81715 h 107889"/>
                <a:gd name="connsiteX126" fmla="*/ 121409 w 198727"/>
                <a:gd name="connsiteY126" fmla="*/ 84269 h 107889"/>
                <a:gd name="connsiteX127" fmla="*/ 119492 w 198727"/>
                <a:gd name="connsiteY127" fmla="*/ 88737 h 107889"/>
                <a:gd name="connsiteX128" fmla="*/ 119492 w 198727"/>
                <a:gd name="connsiteY128" fmla="*/ 88737 h 107889"/>
                <a:gd name="connsiteX129" fmla="*/ 108629 w 198727"/>
                <a:gd name="connsiteY129" fmla="*/ 53625 h 107889"/>
                <a:gd name="connsiteX130" fmla="*/ 109268 w 198727"/>
                <a:gd name="connsiteY130" fmla="*/ 51072 h 107889"/>
                <a:gd name="connsiteX131" fmla="*/ 112463 w 198727"/>
                <a:gd name="connsiteY131" fmla="*/ 47880 h 107889"/>
                <a:gd name="connsiteX132" fmla="*/ 116297 w 198727"/>
                <a:gd name="connsiteY132" fmla="*/ 47880 h 107889"/>
                <a:gd name="connsiteX133" fmla="*/ 117575 w 198727"/>
                <a:gd name="connsiteY133" fmla="*/ 47880 h 107889"/>
                <a:gd name="connsiteX134" fmla="*/ 118853 w 198727"/>
                <a:gd name="connsiteY134" fmla="*/ 48518 h 107889"/>
                <a:gd name="connsiteX135" fmla="*/ 119492 w 198727"/>
                <a:gd name="connsiteY135" fmla="*/ 49157 h 107889"/>
                <a:gd name="connsiteX136" fmla="*/ 120770 w 198727"/>
                <a:gd name="connsiteY136" fmla="*/ 51072 h 107889"/>
                <a:gd name="connsiteX137" fmla="*/ 121409 w 198727"/>
                <a:gd name="connsiteY137" fmla="*/ 53625 h 107889"/>
                <a:gd name="connsiteX138" fmla="*/ 119492 w 198727"/>
                <a:gd name="connsiteY138" fmla="*/ 58094 h 107889"/>
                <a:gd name="connsiteX139" fmla="*/ 110546 w 198727"/>
                <a:gd name="connsiteY139" fmla="*/ 58094 h 107889"/>
                <a:gd name="connsiteX140" fmla="*/ 108629 w 198727"/>
                <a:gd name="connsiteY140" fmla="*/ 53625 h 107889"/>
                <a:gd name="connsiteX141" fmla="*/ 108629 w 198727"/>
                <a:gd name="connsiteY141" fmla="*/ 53625 h 107889"/>
                <a:gd name="connsiteX142" fmla="*/ 120770 w 198727"/>
                <a:gd name="connsiteY142" fmla="*/ 26174 h 107889"/>
                <a:gd name="connsiteX143" fmla="*/ 119492 w 198727"/>
                <a:gd name="connsiteY143" fmla="*/ 28089 h 107889"/>
                <a:gd name="connsiteX144" fmla="*/ 117575 w 198727"/>
                <a:gd name="connsiteY144" fmla="*/ 29366 h 107889"/>
                <a:gd name="connsiteX145" fmla="*/ 115019 w 198727"/>
                <a:gd name="connsiteY145" fmla="*/ 30005 h 107889"/>
                <a:gd name="connsiteX146" fmla="*/ 110546 w 198727"/>
                <a:gd name="connsiteY146" fmla="*/ 28089 h 107889"/>
                <a:gd name="connsiteX147" fmla="*/ 109268 w 198727"/>
                <a:gd name="connsiteY147" fmla="*/ 26174 h 107889"/>
                <a:gd name="connsiteX148" fmla="*/ 108629 w 198727"/>
                <a:gd name="connsiteY148" fmla="*/ 23621 h 107889"/>
                <a:gd name="connsiteX149" fmla="*/ 110546 w 198727"/>
                <a:gd name="connsiteY149" fmla="*/ 19152 h 107889"/>
                <a:gd name="connsiteX150" fmla="*/ 112463 w 198727"/>
                <a:gd name="connsiteY150" fmla="*/ 17875 h 107889"/>
                <a:gd name="connsiteX151" fmla="*/ 117575 w 198727"/>
                <a:gd name="connsiteY151" fmla="*/ 17875 h 107889"/>
                <a:gd name="connsiteX152" fmla="*/ 119492 w 198727"/>
                <a:gd name="connsiteY152" fmla="*/ 19152 h 107889"/>
                <a:gd name="connsiteX153" fmla="*/ 121409 w 198727"/>
                <a:gd name="connsiteY153" fmla="*/ 23621 h 107889"/>
                <a:gd name="connsiteX154" fmla="*/ 120770 w 198727"/>
                <a:gd name="connsiteY154" fmla="*/ 26174 h 107889"/>
                <a:gd name="connsiteX155" fmla="*/ 120770 w 198727"/>
                <a:gd name="connsiteY155" fmla="*/ 26174 h 107889"/>
                <a:gd name="connsiteX156" fmla="*/ 150164 w 198727"/>
                <a:gd name="connsiteY156" fmla="*/ 88737 h 107889"/>
                <a:gd name="connsiteX157" fmla="*/ 141218 w 198727"/>
                <a:gd name="connsiteY157" fmla="*/ 88737 h 107889"/>
                <a:gd name="connsiteX158" fmla="*/ 139301 w 198727"/>
                <a:gd name="connsiteY158" fmla="*/ 84269 h 107889"/>
                <a:gd name="connsiteX159" fmla="*/ 145691 w 198727"/>
                <a:gd name="connsiteY159" fmla="*/ 77885 h 107889"/>
                <a:gd name="connsiteX160" fmla="*/ 152081 w 198727"/>
                <a:gd name="connsiteY160" fmla="*/ 84269 h 107889"/>
                <a:gd name="connsiteX161" fmla="*/ 150164 w 198727"/>
                <a:gd name="connsiteY161" fmla="*/ 88737 h 107889"/>
                <a:gd name="connsiteX162" fmla="*/ 150164 w 198727"/>
                <a:gd name="connsiteY162" fmla="*/ 88737 h 107889"/>
                <a:gd name="connsiteX163" fmla="*/ 150164 w 198727"/>
                <a:gd name="connsiteY163" fmla="*/ 58094 h 107889"/>
                <a:gd name="connsiteX164" fmla="*/ 141218 w 198727"/>
                <a:gd name="connsiteY164" fmla="*/ 58094 h 107889"/>
                <a:gd name="connsiteX165" fmla="*/ 139301 w 198727"/>
                <a:gd name="connsiteY165" fmla="*/ 53625 h 107889"/>
                <a:gd name="connsiteX166" fmla="*/ 139940 w 198727"/>
                <a:gd name="connsiteY166" fmla="*/ 51072 h 107889"/>
                <a:gd name="connsiteX167" fmla="*/ 141218 w 198727"/>
                <a:gd name="connsiteY167" fmla="*/ 49157 h 107889"/>
                <a:gd name="connsiteX168" fmla="*/ 143135 w 198727"/>
                <a:gd name="connsiteY168" fmla="*/ 47880 h 107889"/>
                <a:gd name="connsiteX169" fmla="*/ 148247 w 198727"/>
                <a:gd name="connsiteY169" fmla="*/ 47880 h 107889"/>
                <a:gd name="connsiteX170" fmla="*/ 150164 w 198727"/>
                <a:gd name="connsiteY170" fmla="*/ 49157 h 107889"/>
                <a:gd name="connsiteX171" fmla="*/ 152081 w 198727"/>
                <a:gd name="connsiteY171" fmla="*/ 53625 h 107889"/>
                <a:gd name="connsiteX172" fmla="*/ 150164 w 198727"/>
                <a:gd name="connsiteY172" fmla="*/ 58094 h 107889"/>
                <a:gd name="connsiteX173" fmla="*/ 150164 w 198727"/>
                <a:gd name="connsiteY173" fmla="*/ 58094 h 107889"/>
                <a:gd name="connsiteX174" fmla="*/ 150164 w 198727"/>
                <a:gd name="connsiteY174" fmla="*/ 28089 h 107889"/>
                <a:gd name="connsiteX175" fmla="*/ 145691 w 198727"/>
                <a:gd name="connsiteY175" fmla="*/ 30005 h 107889"/>
                <a:gd name="connsiteX176" fmla="*/ 141218 w 198727"/>
                <a:gd name="connsiteY176" fmla="*/ 28089 h 107889"/>
                <a:gd name="connsiteX177" fmla="*/ 141218 w 198727"/>
                <a:gd name="connsiteY177" fmla="*/ 19152 h 107889"/>
                <a:gd name="connsiteX178" fmla="*/ 141218 w 198727"/>
                <a:gd name="connsiteY178" fmla="*/ 19152 h 107889"/>
                <a:gd name="connsiteX179" fmla="*/ 143135 w 198727"/>
                <a:gd name="connsiteY179" fmla="*/ 17875 h 107889"/>
                <a:gd name="connsiteX180" fmla="*/ 150164 w 198727"/>
                <a:gd name="connsiteY180" fmla="*/ 19152 h 107889"/>
                <a:gd name="connsiteX181" fmla="*/ 151442 w 198727"/>
                <a:gd name="connsiteY181" fmla="*/ 21067 h 107889"/>
                <a:gd name="connsiteX182" fmla="*/ 150164 w 198727"/>
                <a:gd name="connsiteY182" fmla="*/ 28089 h 107889"/>
                <a:gd name="connsiteX183" fmla="*/ 150164 w 198727"/>
                <a:gd name="connsiteY183" fmla="*/ 28089 h 107889"/>
                <a:gd name="connsiteX184" fmla="*/ 180196 w 198727"/>
                <a:gd name="connsiteY184" fmla="*/ 88737 h 107889"/>
                <a:gd name="connsiteX185" fmla="*/ 171250 w 198727"/>
                <a:gd name="connsiteY185" fmla="*/ 88737 h 107889"/>
                <a:gd name="connsiteX186" fmla="*/ 169333 w 198727"/>
                <a:gd name="connsiteY186" fmla="*/ 84269 h 107889"/>
                <a:gd name="connsiteX187" fmla="*/ 169972 w 198727"/>
                <a:gd name="connsiteY187" fmla="*/ 81715 h 107889"/>
                <a:gd name="connsiteX188" fmla="*/ 171250 w 198727"/>
                <a:gd name="connsiteY188" fmla="*/ 79800 h 107889"/>
                <a:gd name="connsiteX189" fmla="*/ 171889 w 198727"/>
                <a:gd name="connsiteY189" fmla="*/ 79161 h 107889"/>
                <a:gd name="connsiteX190" fmla="*/ 173167 w 198727"/>
                <a:gd name="connsiteY190" fmla="*/ 78523 h 107889"/>
                <a:gd name="connsiteX191" fmla="*/ 174445 w 198727"/>
                <a:gd name="connsiteY191" fmla="*/ 77885 h 107889"/>
                <a:gd name="connsiteX192" fmla="*/ 178279 w 198727"/>
                <a:gd name="connsiteY192" fmla="*/ 78523 h 107889"/>
                <a:gd name="connsiteX193" fmla="*/ 180196 w 198727"/>
                <a:gd name="connsiteY193" fmla="*/ 79800 h 107889"/>
                <a:gd name="connsiteX194" fmla="*/ 181474 w 198727"/>
                <a:gd name="connsiteY194" fmla="*/ 81715 h 107889"/>
                <a:gd name="connsiteX195" fmla="*/ 182113 w 198727"/>
                <a:gd name="connsiteY195" fmla="*/ 84269 h 107889"/>
                <a:gd name="connsiteX196" fmla="*/ 180196 w 198727"/>
                <a:gd name="connsiteY196" fmla="*/ 88737 h 107889"/>
                <a:gd name="connsiteX197" fmla="*/ 180196 w 198727"/>
                <a:gd name="connsiteY197" fmla="*/ 88737 h 107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198727" h="107889">
                  <a:moveTo>
                    <a:pt x="177001" y="15960"/>
                  </a:moveTo>
                  <a:lnTo>
                    <a:pt x="177001" y="0"/>
                  </a:lnTo>
                  <a:lnTo>
                    <a:pt x="23004" y="0"/>
                  </a:lnTo>
                  <a:lnTo>
                    <a:pt x="23004" y="15960"/>
                  </a:lnTo>
                  <a:cubicBezTo>
                    <a:pt x="23004" y="19790"/>
                    <a:pt x="20448" y="22344"/>
                    <a:pt x="16614" y="22344"/>
                  </a:cubicBezTo>
                  <a:lnTo>
                    <a:pt x="0" y="22344"/>
                  </a:lnTo>
                  <a:lnTo>
                    <a:pt x="0" y="107889"/>
                  </a:lnTo>
                  <a:lnTo>
                    <a:pt x="17253" y="107889"/>
                  </a:lnTo>
                  <a:lnTo>
                    <a:pt x="17253" y="84269"/>
                  </a:lnTo>
                  <a:cubicBezTo>
                    <a:pt x="17253" y="80438"/>
                    <a:pt x="19809" y="77885"/>
                    <a:pt x="23643" y="77885"/>
                  </a:cubicBezTo>
                  <a:cubicBezTo>
                    <a:pt x="27477" y="77885"/>
                    <a:pt x="30033" y="80438"/>
                    <a:pt x="30033" y="84269"/>
                  </a:cubicBezTo>
                  <a:lnTo>
                    <a:pt x="30033" y="107889"/>
                  </a:lnTo>
                  <a:lnTo>
                    <a:pt x="198727" y="107889"/>
                  </a:lnTo>
                  <a:lnTo>
                    <a:pt x="198727" y="22344"/>
                  </a:lnTo>
                  <a:lnTo>
                    <a:pt x="182113" y="22344"/>
                  </a:lnTo>
                  <a:cubicBezTo>
                    <a:pt x="179557" y="22344"/>
                    <a:pt x="177001" y="19790"/>
                    <a:pt x="177001" y="15960"/>
                  </a:cubicBezTo>
                  <a:close/>
                  <a:moveTo>
                    <a:pt x="28755" y="58094"/>
                  </a:moveTo>
                  <a:cubicBezTo>
                    <a:pt x="27477" y="59371"/>
                    <a:pt x="26199" y="60009"/>
                    <a:pt x="24282" y="60009"/>
                  </a:cubicBezTo>
                  <a:cubicBezTo>
                    <a:pt x="22365" y="60009"/>
                    <a:pt x="21087" y="59371"/>
                    <a:pt x="19809" y="58094"/>
                  </a:cubicBezTo>
                  <a:cubicBezTo>
                    <a:pt x="18531" y="56817"/>
                    <a:pt x="17892" y="55541"/>
                    <a:pt x="17892" y="53625"/>
                  </a:cubicBezTo>
                  <a:cubicBezTo>
                    <a:pt x="17892" y="52987"/>
                    <a:pt x="17892" y="51710"/>
                    <a:pt x="18531" y="51072"/>
                  </a:cubicBezTo>
                  <a:cubicBezTo>
                    <a:pt x="19170" y="49795"/>
                    <a:pt x="20448" y="48518"/>
                    <a:pt x="21726" y="47880"/>
                  </a:cubicBezTo>
                  <a:cubicBezTo>
                    <a:pt x="23004" y="47241"/>
                    <a:pt x="24921" y="47241"/>
                    <a:pt x="26838" y="47880"/>
                  </a:cubicBezTo>
                  <a:cubicBezTo>
                    <a:pt x="27477" y="47880"/>
                    <a:pt x="28116" y="48518"/>
                    <a:pt x="28755" y="49157"/>
                  </a:cubicBezTo>
                  <a:cubicBezTo>
                    <a:pt x="30033" y="50433"/>
                    <a:pt x="30672" y="51710"/>
                    <a:pt x="30672" y="53625"/>
                  </a:cubicBezTo>
                  <a:cubicBezTo>
                    <a:pt x="30672" y="55541"/>
                    <a:pt x="30033" y="57456"/>
                    <a:pt x="28755" y="58094"/>
                  </a:cubicBezTo>
                  <a:close/>
                  <a:moveTo>
                    <a:pt x="58788" y="88737"/>
                  </a:moveTo>
                  <a:cubicBezTo>
                    <a:pt x="57509" y="90014"/>
                    <a:pt x="56231" y="90653"/>
                    <a:pt x="54314" y="90653"/>
                  </a:cubicBezTo>
                  <a:cubicBezTo>
                    <a:pt x="52398" y="90653"/>
                    <a:pt x="51119" y="90014"/>
                    <a:pt x="49842" y="88737"/>
                  </a:cubicBezTo>
                  <a:cubicBezTo>
                    <a:pt x="48564" y="87461"/>
                    <a:pt x="47925" y="86184"/>
                    <a:pt x="47925" y="84269"/>
                  </a:cubicBezTo>
                  <a:cubicBezTo>
                    <a:pt x="47925" y="83630"/>
                    <a:pt x="47925" y="82353"/>
                    <a:pt x="48564" y="81715"/>
                  </a:cubicBezTo>
                  <a:cubicBezTo>
                    <a:pt x="48564" y="81077"/>
                    <a:pt x="49203" y="80438"/>
                    <a:pt x="49842" y="79800"/>
                  </a:cubicBezTo>
                  <a:cubicBezTo>
                    <a:pt x="49842" y="79161"/>
                    <a:pt x="50481" y="79161"/>
                    <a:pt x="50481" y="79161"/>
                  </a:cubicBezTo>
                  <a:cubicBezTo>
                    <a:pt x="51119" y="79161"/>
                    <a:pt x="51119" y="78523"/>
                    <a:pt x="51759" y="78523"/>
                  </a:cubicBezTo>
                  <a:cubicBezTo>
                    <a:pt x="52398" y="78523"/>
                    <a:pt x="52398" y="78523"/>
                    <a:pt x="53036" y="77885"/>
                  </a:cubicBezTo>
                  <a:cubicBezTo>
                    <a:pt x="54314" y="77885"/>
                    <a:pt x="55593" y="77885"/>
                    <a:pt x="56871" y="78523"/>
                  </a:cubicBezTo>
                  <a:cubicBezTo>
                    <a:pt x="57509" y="79161"/>
                    <a:pt x="58148" y="79161"/>
                    <a:pt x="58788" y="79800"/>
                  </a:cubicBezTo>
                  <a:cubicBezTo>
                    <a:pt x="60065" y="81077"/>
                    <a:pt x="60704" y="82353"/>
                    <a:pt x="60704" y="84269"/>
                  </a:cubicBezTo>
                  <a:cubicBezTo>
                    <a:pt x="60704" y="85545"/>
                    <a:pt x="60065" y="87461"/>
                    <a:pt x="58788" y="88737"/>
                  </a:cubicBezTo>
                  <a:close/>
                  <a:moveTo>
                    <a:pt x="58788" y="58094"/>
                  </a:moveTo>
                  <a:cubicBezTo>
                    <a:pt x="57509" y="59371"/>
                    <a:pt x="56231" y="60009"/>
                    <a:pt x="54314" y="60009"/>
                  </a:cubicBezTo>
                  <a:cubicBezTo>
                    <a:pt x="50481" y="60009"/>
                    <a:pt x="47925" y="57456"/>
                    <a:pt x="47925" y="53625"/>
                  </a:cubicBezTo>
                  <a:cubicBezTo>
                    <a:pt x="47925" y="52987"/>
                    <a:pt x="47925" y="51710"/>
                    <a:pt x="48564" y="51072"/>
                  </a:cubicBezTo>
                  <a:cubicBezTo>
                    <a:pt x="48564" y="50433"/>
                    <a:pt x="49203" y="49795"/>
                    <a:pt x="49842" y="49157"/>
                  </a:cubicBezTo>
                  <a:cubicBezTo>
                    <a:pt x="49842" y="48518"/>
                    <a:pt x="50481" y="48518"/>
                    <a:pt x="50481" y="48518"/>
                  </a:cubicBezTo>
                  <a:lnTo>
                    <a:pt x="51759" y="47880"/>
                  </a:lnTo>
                  <a:cubicBezTo>
                    <a:pt x="52398" y="47880"/>
                    <a:pt x="52398" y="47880"/>
                    <a:pt x="53036" y="47880"/>
                  </a:cubicBezTo>
                  <a:cubicBezTo>
                    <a:pt x="54314" y="47880"/>
                    <a:pt x="55593" y="47880"/>
                    <a:pt x="56871" y="47880"/>
                  </a:cubicBezTo>
                  <a:cubicBezTo>
                    <a:pt x="57509" y="47880"/>
                    <a:pt x="58148" y="48518"/>
                    <a:pt x="58788" y="49157"/>
                  </a:cubicBezTo>
                  <a:cubicBezTo>
                    <a:pt x="59426" y="49795"/>
                    <a:pt x="60065" y="50433"/>
                    <a:pt x="60065" y="51072"/>
                  </a:cubicBezTo>
                  <a:cubicBezTo>
                    <a:pt x="60065" y="51710"/>
                    <a:pt x="60704" y="52349"/>
                    <a:pt x="60704" y="53625"/>
                  </a:cubicBezTo>
                  <a:cubicBezTo>
                    <a:pt x="60704" y="55541"/>
                    <a:pt x="60065" y="57456"/>
                    <a:pt x="58788" y="58094"/>
                  </a:cubicBezTo>
                  <a:close/>
                  <a:moveTo>
                    <a:pt x="58788" y="28089"/>
                  </a:moveTo>
                  <a:cubicBezTo>
                    <a:pt x="57509" y="29366"/>
                    <a:pt x="56231" y="30005"/>
                    <a:pt x="54314" y="30005"/>
                  </a:cubicBezTo>
                  <a:cubicBezTo>
                    <a:pt x="50481" y="30005"/>
                    <a:pt x="47925" y="26813"/>
                    <a:pt x="47925" y="23621"/>
                  </a:cubicBezTo>
                  <a:cubicBezTo>
                    <a:pt x="47925" y="22982"/>
                    <a:pt x="47925" y="21706"/>
                    <a:pt x="48564" y="21067"/>
                  </a:cubicBezTo>
                  <a:cubicBezTo>
                    <a:pt x="49203" y="20429"/>
                    <a:pt x="49203" y="19790"/>
                    <a:pt x="49842" y="19152"/>
                  </a:cubicBezTo>
                  <a:cubicBezTo>
                    <a:pt x="49842" y="19152"/>
                    <a:pt x="50481" y="18514"/>
                    <a:pt x="50481" y="18514"/>
                  </a:cubicBezTo>
                  <a:cubicBezTo>
                    <a:pt x="51119" y="18514"/>
                    <a:pt x="51119" y="17875"/>
                    <a:pt x="51759" y="17875"/>
                  </a:cubicBezTo>
                  <a:cubicBezTo>
                    <a:pt x="52398" y="17875"/>
                    <a:pt x="52398" y="17875"/>
                    <a:pt x="53036" y="17237"/>
                  </a:cubicBezTo>
                  <a:cubicBezTo>
                    <a:pt x="54954" y="16598"/>
                    <a:pt x="57509" y="17237"/>
                    <a:pt x="58788" y="19152"/>
                  </a:cubicBezTo>
                  <a:cubicBezTo>
                    <a:pt x="59426" y="19790"/>
                    <a:pt x="60065" y="20429"/>
                    <a:pt x="60065" y="21067"/>
                  </a:cubicBezTo>
                  <a:cubicBezTo>
                    <a:pt x="61343" y="23621"/>
                    <a:pt x="60704" y="26174"/>
                    <a:pt x="58788" y="28089"/>
                  </a:cubicBezTo>
                  <a:lnTo>
                    <a:pt x="58788" y="28089"/>
                  </a:lnTo>
                  <a:close/>
                  <a:moveTo>
                    <a:pt x="89459" y="88737"/>
                  </a:moveTo>
                  <a:cubicBezTo>
                    <a:pt x="88820" y="89376"/>
                    <a:pt x="88181" y="90014"/>
                    <a:pt x="87542" y="90014"/>
                  </a:cubicBezTo>
                  <a:cubicBezTo>
                    <a:pt x="86903" y="90014"/>
                    <a:pt x="85625" y="90653"/>
                    <a:pt x="84986" y="90653"/>
                  </a:cubicBezTo>
                  <a:cubicBezTo>
                    <a:pt x="81152" y="90653"/>
                    <a:pt x="78596" y="88099"/>
                    <a:pt x="78596" y="84269"/>
                  </a:cubicBezTo>
                  <a:cubicBezTo>
                    <a:pt x="78596" y="82353"/>
                    <a:pt x="79235" y="81077"/>
                    <a:pt x="80513" y="79800"/>
                  </a:cubicBezTo>
                  <a:cubicBezTo>
                    <a:pt x="81152" y="79161"/>
                    <a:pt x="81791" y="78523"/>
                    <a:pt x="82430" y="78523"/>
                  </a:cubicBezTo>
                  <a:cubicBezTo>
                    <a:pt x="83708" y="77885"/>
                    <a:pt x="85625" y="77885"/>
                    <a:pt x="87542" y="78523"/>
                  </a:cubicBezTo>
                  <a:cubicBezTo>
                    <a:pt x="88181" y="78523"/>
                    <a:pt x="88181" y="79161"/>
                    <a:pt x="88820" y="79161"/>
                  </a:cubicBezTo>
                  <a:lnTo>
                    <a:pt x="89459" y="79800"/>
                  </a:lnTo>
                  <a:cubicBezTo>
                    <a:pt x="90737" y="81077"/>
                    <a:pt x="91376" y="82353"/>
                    <a:pt x="91376" y="84269"/>
                  </a:cubicBezTo>
                  <a:cubicBezTo>
                    <a:pt x="91376" y="85545"/>
                    <a:pt x="90737" y="87461"/>
                    <a:pt x="89459" y="88737"/>
                  </a:cubicBezTo>
                  <a:lnTo>
                    <a:pt x="89459" y="88737"/>
                  </a:lnTo>
                  <a:close/>
                  <a:moveTo>
                    <a:pt x="89459" y="58094"/>
                  </a:moveTo>
                  <a:cubicBezTo>
                    <a:pt x="88820" y="58733"/>
                    <a:pt x="88181" y="59371"/>
                    <a:pt x="87542" y="59371"/>
                  </a:cubicBezTo>
                  <a:cubicBezTo>
                    <a:pt x="86903" y="60009"/>
                    <a:pt x="85625" y="60009"/>
                    <a:pt x="84986" y="60009"/>
                  </a:cubicBezTo>
                  <a:cubicBezTo>
                    <a:pt x="84347" y="60009"/>
                    <a:pt x="83069" y="60009"/>
                    <a:pt x="82430" y="59371"/>
                  </a:cubicBezTo>
                  <a:cubicBezTo>
                    <a:pt x="81791" y="58733"/>
                    <a:pt x="81152" y="58733"/>
                    <a:pt x="80513" y="58094"/>
                  </a:cubicBezTo>
                  <a:cubicBezTo>
                    <a:pt x="79235" y="56817"/>
                    <a:pt x="78596" y="55541"/>
                    <a:pt x="78596" y="53625"/>
                  </a:cubicBezTo>
                  <a:cubicBezTo>
                    <a:pt x="78596" y="52987"/>
                    <a:pt x="78596" y="51710"/>
                    <a:pt x="79235" y="51072"/>
                  </a:cubicBezTo>
                  <a:cubicBezTo>
                    <a:pt x="79235" y="50433"/>
                    <a:pt x="79874" y="49795"/>
                    <a:pt x="80513" y="49157"/>
                  </a:cubicBezTo>
                  <a:cubicBezTo>
                    <a:pt x="80513" y="48518"/>
                    <a:pt x="81152" y="48518"/>
                    <a:pt x="81152" y="48518"/>
                  </a:cubicBezTo>
                  <a:lnTo>
                    <a:pt x="82430" y="47880"/>
                  </a:lnTo>
                  <a:cubicBezTo>
                    <a:pt x="83069" y="47880"/>
                    <a:pt x="83069" y="47880"/>
                    <a:pt x="83708" y="47880"/>
                  </a:cubicBezTo>
                  <a:cubicBezTo>
                    <a:pt x="84347" y="47880"/>
                    <a:pt x="85625" y="47880"/>
                    <a:pt x="86264" y="47880"/>
                  </a:cubicBezTo>
                  <a:cubicBezTo>
                    <a:pt x="86903" y="47880"/>
                    <a:pt x="86903" y="47880"/>
                    <a:pt x="87542" y="47880"/>
                  </a:cubicBezTo>
                  <a:lnTo>
                    <a:pt x="88820" y="48518"/>
                  </a:lnTo>
                  <a:lnTo>
                    <a:pt x="89459" y="49157"/>
                  </a:lnTo>
                  <a:cubicBezTo>
                    <a:pt x="90098" y="49795"/>
                    <a:pt x="90737" y="50433"/>
                    <a:pt x="90737" y="51072"/>
                  </a:cubicBezTo>
                  <a:cubicBezTo>
                    <a:pt x="90737" y="51710"/>
                    <a:pt x="91376" y="52349"/>
                    <a:pt x="91376" y="53625"/>
                  </a:cubicBezTo>
                  <a:cubicBezTo>
                    <a:pt x="91376" y="55541"/>
                    <a:pt x="90737" y="57456"/>
                    <a:pt x="89459" y="58094"/>
                  </a:cubicBezTo>
                  <a:lnTo>
                    <a:pt x="89459" y="58094"/>
                  </a:lnTo>
                  <a:close/>
                  <a:moveTo>
                    <a:pt x="89459" y="28089"/>
                  </a:moveTo>
                  <a:cubicBezTo>
                    <a:pt x="88181" y="29366"/>
                    <a:pt x="86903" y="30005"/>
                    <a:pt x="84986" y="30005"/>
                  </a:cubicBezTo>
                  <a:cubicBezTo>
                    <a:pt x="84347" y="30005"/>
                    <a:pt x="83069" y="30005"/>
                    <a:pt x="82430" y="29366"/>
                  </a:cubicBezTo>
                  <a:cubicBezTo>
                    <a:pt x="81791" y="29366"/>
                    <a:pt x="81152" y="28728"/>
                    <a:pt x="80513" y="28089"/>
                  </a:cubicBezTo>
                  <a:cubicBezTo>
                    <a:pt x="77957" y="25536"/>
                    <a:pt x="77957" y="21706"/>
                    <a:pt x="80513" y="19152"/>
                  </a:cubicBezTo>
                  <a:cubicBezTo>
                    <a:pt x="80513" y="19152"/>
                    <a:pt x="80513" y="19152"/>
                    <a:pt x="80513" y="19152"/>
                  </a:cubicBezTo>
                  <a:cubicBezTo>
                    <a:pt x="81152" y="18514"/>
                    <a:pt x="81791" y="17875"/>
                    <a:pt x="82430" y="17875"/>
                  </a:cubicBezTo>
                  <a:cubicBezTo>
                    <a:pt x="83708" y="17237"/>
                    <a:pt x="85625" y="17237"/>
                    <a:pt x="87542" y="17875"/>
                  </a:cubicBezTo>
                  <a:cubicBezTo>
                    <a:pt x="88181" y="17875"/>
                    <a:pt x="88820" y="18514"/>
                    <a:pt x="89459" y="19152"/>
                  </a:cubicBezTo>
                  <a:cubicBezTo>
                    <a:pt x="90098" y="19790"/>
                    <a:pt x="90737" y="20429"/>
                    <a:pt x="90737" y="21067"/>
                  </a:cubicBezTo>
                  <a:cubicBezTo>
                    <a:pt x="92015" y="23621"/>
                    <a:pt x="91376" y="26174"/>
                    <a:pt x="89459" y="28089"/>
                  </a:cubicBezTo>
                  <a:close/>
                  <a:moveTo>
                    <a:pt x="171250" y="49157"/>
                  </a:moveTo>
                  <a:cubicBezTo>
                    <a:pt x="171889" y="48518"/>
                    <a:pt x="172528" y="47880"/>
                    <a:pt x="173167" y="47880"/>
                  </a:cubicBezTo>
                  <a:cubicBezTo>
                    <a:pt x="175723" y="46603"/>
                    <a:pt x="178279" y="47241"/>
                    <a:pt x="180196" y="49157"/>
                  </a:cubicBezTo>
                  <a:cubicBezTo>
                    <a:pt x="180835" y="49795"/>
                    <a:pt x="181474" y="50433"/>
                    <a:pt x="181474" y="51072"/>
                  </a:cubicBezTo>
                  <a:cubicBezTo>
                    <a:pt x="181474" y="51710"/>
                    <a:pt x="182113" y="52349"/>
                    <a:pt x="182113" y="53625"/>
                  </a:cubicBezTo>
                  <a:cubicBezTo>
                    <a:pt x="182113" y="55541"/>
                    <a:pt x="181474" y="56817"/>
                    <a:pt x="180196" y="58094"/>
                  </a:cubicBezTo>
                  <a:cubicBezTo>
                    <a:pt x="179557" y="58733"/>
                    <a:pt x="178918" y="59371"/>
                    <a:pt x="178279" y="59371"/>
                  </a:cubicBezTo>
                  <a:cubicBezTo>
                    <a:pt x="177640" y="60009"/>
                    <a:pt x="177001" y="60009"/>
                    <a:pt x="175723" y="60009"/>
                  </a:cubicBezTo>
                  <a:cubicBezTo>
                    <a:pt x="173806" y="60009"/>
                    <a:pt x="172528" y="59371"/>
                    <a:pt x="171250" y="58094"/>
                  </a:cubicBezTo>
                  <a:cubicBezTo>
                    <a:pt x="169972" y="56817"/>
                    <a:pt x="169333" y="55541"/>
                    <a:pt x="169333" y="53625"/>
                  </a:cubicBezTo>
                  <a:cubicBezTo>
                    <a:pt x="169333" y="52349"/>
                    <a:pt x="169972" y="50433"/>
                    <a:pt x="171250" y="49157"/>
                  </a:cubicBezTo>
                  <a:lnTo>
                    <a:pt x="171250" y="49157"/>
                  </a:lnTo>
                  <a:close/>
                  <a:moveTo>
                    <a:pt x="119492" y="88737"/>
                  </a:moveTo>
                  <a:cubicBezTo>
                    <a:pt x="117575" y="90653"/>
                    <a:pt x="115019" y="91291"/>
                    <a:pt x="112463" y="90014"/>
                  </a:cubicBezTo>
                  <a:cubicBezTo>
                    <a:pt x="111824" y="89376"/>
                    <a:pt x="111185" y="89376"/>
                    <a:pt x="110546" y="88737"/>
                  </a:cubicBezTo>
                  <a:cubicBezTo>
                    <a:pt x="109268" y="87461"/>
                    <a:pt x="108629" y="86184"/>
                    <a:pt x="108629" y="84269"/>
                  </a:cubicBezTo>
                  <a:cubicBezTo>
                    <a:pt x="108629" y="83630"/>
                    <a:pt x="108629" y="82353"/>
                    <a:pt x="109268" y="81715"/>
                  </a:cubicBezTo>
                  <a:cubicBezTo>
                    <a:pt x="109268" y="81077"/>
                    <a:pt x="109907" y="80438"/>
                    <a:pt x="110546" y="79800"/>
                  </a:cubicBezTo>
                  <a:cubicBezTo>
                    <a:pt x="113102" y="77246"/>
                    <a:pt x="116936" y="77246"/>
                    <a:pt x="119492" y="79800"/>
                  </a:cubicBezTo>
                  <a:cubicBezTo>
                    <a:pt x="120131" y="80438"/>
                    <a:pt x="120770" y="81077"/>
                    <a:pt x="120770" y="81715"/>
                  </a:cubicBezTo>
                  <a:cubicBezTo>
                    <a:pt x="121409" y="82353"/>
                    <a:pt x="121409" y="82992"/>
                    <a:pt x="121409" y="84269"/>
                  </a:cubicBezTo>
                  <a:cubicBezTo>
                    <a:pt x="121409" y="85545"/>
                    <a:pt x="120770" y="87461"/>
                    <a:pt x="119492" y="88737"/>
                  </a:cubicBezTo>
                  <a:lnTo>
                    <a:pt x="119492" y="88737"/>
                  </a:lnTo>
                  <a:close/>
                  <a:moveTo>
                    <a:pt x="108629" y="53625"/>
                  </a:moveTo>
                  <a:cubicBezTo>
                    <a:pt x="108629" y="52987"/>
                    <a:pt x="108629" y="51710"/>
                    <a:pt x="109268" y="51072"/>
                  </a:cubicBezTo>
                  <a:cubicBezTo>
                    <a:pt x="109907" y="49795"/>
                    <a:pt x="111185" y="48518"/>
                    <a:pt x="112463" y="47880"/>
                  </a:cubicBezTo>
                  <a:cubicBezTo>
                    <a:pt x="113741" y="47241"/>
                    <a:pt x="115019" y="47241"/>
                    <a:pt x="116297" y="47880"/>
                  </a:cubicBezTo>
                  <a:cubicBezTo>
                    <a:pt x="116936" y="47880"/>
                    <a:pt x="116936" y="47880"/>
                    <a:pt x="117575" y="47880"/>
                  </a:cubicBezTo>
                  <a:lnTo>
                    <a:pt x="118853" y="48518"/>
                  </a:lnTo>
                  <a:cubicBezTo>
                    <a:pt x="119492" y="48518"/>
                    <a:pt x="119492" y="49157"/>
                    <a:pt x="119492" y="49157"/>
                  </a:cubicBezTo>
                  <a:cubicBezTo>
                    <a:pt x="120131" y="49795"/>
                    <a:pt x="120770" y="50433"/>
                    <a:pt x="120770" y="51072"/>
                  </a:cubicBezTo>
                  <a:cubicBezTo>
                    <a:pt x="120770" y="51710"/>
                    <a:pt x="121409" y="52349"/>
                    <a:pt x="121409" y="53625"/>
                  </a:cubicBezTo>
                  <a:cubicBezTo>
                    <a:pt x="121409" y="55541"/>
                    <a:pt x="120770" y="56817"/>
                    <a:pt x="119492" y="58094"/>
                  </a:cubicBezTo>
                  <a:cubicBezTo>
                    <a:pt x="116936" y="60648"/>
                    <a:pt x="113102" y="60648"/>
                    <a:pt x="110546" y="58094"/>
                  </a:cubicBezTo>
                  <a:cubicBezTo>
                    <a:pt x="109268" y="57456"/>
                    <a:pt x="108629" y="55541"/>
                    <a:pt x="108629" y="53625"/>
                  </a:cubicBezTo>
                  <a:lnTo>
                    <a:pt x="108629" y="53625"/>
                  </a:lnTo>
                  <a:close/>
                  <a:moveTo>
                    <a:pt x="120770" y="26174"/>
                  </a:moveTo>
                  <a:cubicBezTo>
                    <a:pt x="120131" y="26813"/>
                    <a:pt x="120131" y="27451"/>
                    <a:pt x="119492" y="28089"/>
                  </a:cubicBezTo>
                  <a:cubicBezTo>
                    <a:pt x="118853" y="28728"/>
                    <a:pt x="118214" y="29366"/>
                    <a:pt x="117575" y="29366"/>
                  </a:cubicBezTo>
                  <a:cubicBezTo>
                    <a:pt x="116936" y="30005"/>
                    <a:pt x="116297" y="30005"/>
                    <a:pt x="115019" y="30005"/>
                  </a:cubicBezTo>
                  <a:cubicBezTo>
                    <a:pt x="113102" y="30005"/>
                    <a:pt x="111824" y="29366"/>
                    <a:pt x="110546" y="28089"/>
                  </a:cubicBezTo>
                  <a:cubicBezTo>
                    <a:pt x="109907" y="27451"/>
                    <a:pt x="109268" y="26813"/>
                    <a:pt x="109268" y="26174"/>
                  </a:cubicBezTo>
                  <a:cubicBezTo>
                    <a:pt x="108629" y="25536"/>
                    <a:pt x="108629" y="24897"/>
                    <a:pt x="108629" y="23621"/>
                  </a:cubicBezTo>
                  <a:cubicBezTo>
                    <a:pt x="108629" y="21706"/>
                    <a:pt x="109268" y="20429"/>
                    <a:pt x="110546" y="19152"/>
                  </a:cubicBezTo>
                  <a:cubicBezTo>
                    <a:pt x="111185" y="18514"/>
                    <a:pt x="111824" y="17875"/>
                    <a:pt x="112463" y="17875"/>
                  </a:cubicBezTo>
                  <a:cubicBezTo>
                    <a:pt x="113741" y="17237"/>
                    <a:pt x="115658" y="17237"/>
                    <a:pt x="117575" y="17875"/>
                  </a:cubicBezTo>
                  <a:cubicBezTo>
                    <a:pt x="118214" y="17875"/>
                    <a:pt x="118853" y="18514"/>
                    <a:pt x="119492" y="19152"/>
                  </a:cubicBezTo>
                  <a:cubicBezTo>
                    <a:pt x="120770" y="20429"/>
                    <a:pt x="121409" y="21706"/>
                    <a:pt x="121409" y="23621"/>
                  </a:cubicBezTo>
                  <a:cubicBezTo>
                    <a:pt x="121409" y="24259"/>
                    <a:pt x="121409" y="24897"/>
                    <a:pt x="120770" y="26174"/>
                  </a:cubicBezTo>
                  <a:lnTo>
                    <a:pt x="120770" y="26174"/>
                  </a:lnTo>
                  <a:close/>
                  <a:moveTo>
                    <a:pt x="150164" y="88737"/>
                  </a:moveTo>
                  <a:cubicBezTo>
                    <a:pt x="147608" y="91291"/>
                    <a:pt x="143774" y="91291"/>
                    <a:pt x="141218" y="88737"/>
                  </a:cubicBezTo>
                  <a:cubicBezTo>
                    <a:pt x="139940" y="87461"/>
                    <a:pt x="139301" y="86184"/>
                    <a:pt x="139301" y="84269"/>
                  </a:cubicBezTo>
                  <a:cubicBezTo>
                    <a:pt x="139301" y="80438"/>
                    <a:pt x="141857" y="77885"/>
                    <a:pt x="145691" y="77885"/>
                  </a:cubicBezTo>
                  <a:cubicBezTo>
                    <a:pt x="149525" y="77885"/>
                    <a:pt x="152081" y="80438"/>
                    <a:pt x="152081" y="84269"/>
                  </a:cubicBezTo>
                  <a:cubicBezTo>
                    <a:pt x="152081" y="85545"/>
                    <a:pt x="151442" y="87461"/>
                    <a:pt x="150164" y="88737"/>
                  </a:cubicBezTo>
                  <a:lnTo>
                    <a:pt x="150164" y="88737"/>
                  </a:lnTo>
                  <a:close/>
                  <a:moveTo>
                    <a:pt x="150164" y="58094"/>
                  </a:moveTo>
                  <a:cubicBezTo>
                    <a:pt x="147608" y="60648"/>
                    <a:pt x="143774" y="60648"/>
                    <a:pt x="141218" y="58094"/>
                  </a:cubicBezTo>
                  <a:cubicBezTo>
                    <a:pt x="139940" y="56817"/>
                    <a:pt x="139301" y="55541"/>
                    <a:pt x="139301" y="53625"/>
                  </a:cubicBezTo>
                  <a:cubicBezTo>
                    <a:pt x="139301" y="52987"/>
                    <a:pt x="139301" y="51710"/>
                    <a:pt x="139940" y="51072"/>
                  </a:cubicBezTo>
                  <a:cubicBezTo>
                    <a:pt x="140579" y="50433"/>
                    <a:pt x="140579" y="49795"/>
                    <a:pt x="141218" y="49157"/>
                  </a:cubicBezTo>
                  <a:cubicBezTo>
                    <a:pt x="141857" y="48518"/>
                    <a:pt x="142496" y="47880"/>
                    <a:pt x="143135" y="47880"/>
                  </a:cubicBezTo>
                  <a:cubicBezTo>
                    <a:pt x="144413" y="47241"/>
                    <a:pt x="146330" y="47241"/>
                    <a:pt x="148247" y="47880"/>
                  </a:cubicBezTo>
                  <a:cubicBezTo>
                    <a:pt x="148886" y="47880"/>
                    <a:pt x="149525" y="48518"/>
                    <a:pt x="150164" y="49157"/>
                  </a:cubicBezTo>
                  <a:cubicBezTo>
                    <a:pt x="151442" y="50433"/>
                    <a:pt x="152081" y="51710"/>
                    <a:pt x="152081" y="53625"/>
                  </a:cubicBezTo>
                  <a:cubicBezTo>
                    <a:pt x="152081" y="55541"/>
                    <a:pt x="151442" y="57456"/>
                    <a:pt x="150164" y="58094"/>
                  </a:cubicBezTo>
                  <a:lnTo>
                    <a:pt x="150164" y="58094"/>
                  </a:lnTo>
                  <a:close/>
                  <a:moveTo>
                    <a:pt x="150164" y="28089"/>
                  </a:moveTo>
                  <a:cubicBezTo>
                    <a:pt x="148886" y="29366"/>
                    <a:pt x="147608" y="30005"/>
                    <a:pt x="145691" y="30005"/>
                  </a:cubicBezTo>
                  <a:cubicBezTo>
                    <a:pt x="143774" y="30005"/>
                    <a:pt x="142496" y="29366"/>
                    <a:pt x="141218" y="28089"/>
                  </a:cubicBezTo>
                  <a:cubicBezTo>
                    <a:pt x="138662" y="25536"/>
                    <a:pt x="138662" y="21706"/>
                    <a:pt x="141218" y="19152"/>
                  </a:cubicBezTo>
                  <a:cubicBezTo>
                    <a:pt x="141218" y="19152"/>
                    <a:pt x="141218" y="19152"/>
                    <a:pt x="141218" y="19152"/>
                  </a:cubicBezTo>
                  <a:cubicBezTo>
                    <a:pt x="141857" y="18514"/>
                    <a:pt x="142496" y="17875"/>
                    <a:pt x="143135" y="17875"/>
                  </a:cubicBezTo>
                  <a:cubicBezTo>
                    <a:pt x="145691" y="16598"/>
                    <a:pt x="148247" y="17237"/>
                    <a:pt x="150164" y="19152"/>
                  </a:cubicBezTo>
                  <a:cubicBezTo>
                    <a:pt x="150803" y="19790"/>
                    <a:pt x="151442" y="20429"/>
                    <a:pt x="151442" y="21067"/>
                  </a:cubicBezTo>
                  <a:cubicBezTo>
                    <a:pt x="152081" y="23621"/>
                    <a:pt x="151442" y="26174"/>
                    <a:pt x="150164" y="28089"/>
                  </a:cubicBezTo>
                  <a:lnTo>
                    <a:pt x="150164" y="28089"/>
                  </a:lnTo>
                  <a:close/>
                  <a:moveTo>
                    <a:pt x="180196" y="88737"/>
                  </a:moveTo>
                  <a:cubicBezTo>
                    <a:pt x="177640" y="91291"/>
                    <a:pt x="173806" y="91291"/>
                    <a:pt x="171250" y="88737"/>
                  </a:cubicBezTo>
                  <a:cubicBezTo>
                    <a:pt x="169972" y="87461"/>
                    <a:pt x="169333" y="86184"/>
                    <a:pt x="169333" y="84269"/>
                  </a:cubicBezTo>
                  <a:cubicBezTo>
                    <a:pt x="169333" y="83630"/>
                    <a:pt x="169333" y="82353"/>
                    <a:pt x="169972" y="81715"/>
                  </a:cubicBezTo>
                  <a:cubicBezTo>
                    <a:pt x="170611" y="81077"/>
                    <a:pt x="170611" y="80438"/>
                    <a:pt x="171250" y="79800"/>
                  </a:cubicBezTo>
                  <a:cubicBezTo>
                    <a:pt x="171250" y="79800"/>
                    <a:pt x="171889" y="79161"/>
                    <a:pt x="171889" y="79161"/>
                  </a:cubicBezTo>
                  <a:cubicBezTo>
                    <a:pt x="172528" y="79161"/>
                    <a:pt x="172528" y="78523"/>
                    <a:pt x="173167" y="78523"/>
                  </a:cubicBezTo>
                  <a:cubicBezTo>
                    <a:pt x="173806" y="78523"/>
                    <a:pt x="173806" y="78523"/>
                    <a:pt x="174445" y="77885"/>
                  </a:cubicBezTo>
                  <a:cubicBezTo>
                    <a:pt x="175723" y="77885"/>
                    <a:pt x="177001" y="77885"/>
                    <a:pt x="178279" y="78523"/>
                  </a:cubicBezTo>
                  <a:cubicBezTo>
                    <a:pt x="178918" y="79161"/>
                    <a:pt x="179557" y="79161"/>
                    <a:pt x="180196" y="79800"/>
                  </a:cubicBezTo>
                  <a:cubicBezTo>
                    <a:pt x="180835" y="80438"/>
                    <a:pt x="181474" y="81077"/>
                    <a:pt x="181474" y="81715"/>
                  </a:cubicBezTo>
                  <a:cubicBezTo>
                    <a:pt x="182113" y="82353"/>
                    <a:pt x="182113" y="82992"/>
                    <a:pt x="182113" y="84269"/>
                  </a:cubicBezTo>
                  <a:cubicBezTo>
                    <a:pt x="182113" y="85545"/>
                    <a:pt x="181474" y="87461"/>
                    <a:pt x="180196" y="88737"/>
                  </a:cubicBezTo>
                  <a:lnTo>
                    <a:pt x="180196" y="88737"/>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43" name="Graphic 4">
              <a:extLst>
                <a:ext uri="{FF2B5EF4-FFF2-40B4-BE49-F238E27FC236}">
                  <a16:creationId xmlns:a16="http://schemas.microsoft.com/office/drawing/2014/main" id="{F3504590-E150-43C5-81F5-5335FEE5725A}"/>
                </a:ext>
              </a:extLst>
            </p:cNvPr>
            <p:cNvSpPr/>
            <p:nvPr/>
          </p:nvSpPr>
          <p:spPr>
            <a:xfrm>
              <a:off x="1092679" y="1969621"/>
              <a:ext cx="32588" cy="17236"/>
            </a:xfrm>
            <a:custGeom>
              <a:avLst/>
              <a:gdLst>
                <a:gd name="connsiteX0" fmla="*/ 0 w 32588"/>
                <a:gd name="connsiteY0" fmla="*/ 0 h 17236"/>
                <a:gd name="connsiteX1" fmla="*/ 32589 w 32588"/>
                <a:gd name="connsiteY1" fmla="*/ 0 h 17236"/>
                <a:gd name="connsiteX2" fmla="*/ 32589 w 32588"/>
                <a:gd name="connsiteY2" fmla="*/ 17237 h 17236"/>
                <a:gd name="connsiteX3" fmla="*/ 0 w 32588"/>
                <a:gd name="connsiteY3" fmla="*/ 17237 h 17236"/>
              </a:gdLst>
              <a:ahLst/>
              <a:cxnLst>
                <a:cxn ang="0">
                  <a:pos x="connsiteX0" y="connsiteY0"/>
                </a:cxn>
                <a:cxn ang="0">
                  <a:pos x="connsiteX1" y="connsiteY1"/>
                </a:cxn>
                <a:cxn ang="0">
                  <a:pos x="connsiteX2" y="connsiteY2"/>
                </a:cxn>
                <a:cxn ang="0">
                  <a:pos x="connsiteX3" y="connsiteY3"/>
                </a:cxn>
              </a:cxnLst>
              <a:rect l="l" t="t" r="r" b="b"/>
              <a:pathLst>
                <a:path w="32588" h="17236">
                  <a:moveTo>
                    <a:pt x="0" y="0"/>
                  </a:moveTo>
                  <a:lnTo>
                    <a:pt x="32589" y="0"/>
                  </a:lnTo>
                  <a:lnTo>
                    <a:pt x="32589" y="17237"/>
                  </a:lnTo>
                  <a:lnTo>
                    <a:pt x="0" y="17237"/>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44" name="Graphic 4">
              <a:extLst>
                <a:ext uri="{FF2B5EF4-FFF2-40B4-BE49-F238E27FC236}">
                  <a16:creationId xmlns:a16="http://schemas.microsoft.com/office/drawing/2014/main" id="{702B5540-7FB1-4DCF-BCFC-AE43EB4DBE7B}"/>
                </a:ext>
              </a:extLst>
            </p:cNvPr>
            <p:cNvSpPr/>
            <p:nvPr/>
          </p:nvSpPr>
          <p:spPr>
            <a:xfrm>
              <a:off x="905454" y="1885990"/>
              <a:ext cx="362309" cy="362610"/>
            </a:xfrm>
            <a:custGeom>
              <a:avLst/>
              <a:gdLst>
                <a:gd name="connsiteX0" fmla="*/ 180835 w 362309"/>
                <a:gd name="connsiteY0" fmla="*/ 0 h 362610"/>
                <a:gd name="connsiteX1" fmla="*/ 0 w 362309"/>
                <a:gd name="connsiteY1" fmla="*/ 181305 h 362610"/>
                <a:gd name="connsiteX2" fmla="*/ 180835 w 362309"/>
                <a:gd name="connsiteY2" fmla="*/ 362610 h 362610"/>
                <a:gd name="connsiteX3" fmla="*/ 362309 w 362309"/>
                <a:gd name="connsiteY3" fmla="*/ 181305 h 362610"/>
                <a:gd name="connsiteX4" fmla="*/ 180835 w 362309"/>
                <a:gd name="connsiteY4" fmla="*/ 0 h 362610"/>
                <a:gd name="connsiteX5" fmla="*/ 180835 w 362309"/>
                <a:gd name="connsiteY5" fmla="*/ 0 h 362610"/>
                <a:gd name="connsiteX6" fmla="*/ 293298 w 362309"/>
                <a:gd name="connsiteY6" fmla="*/ 258551 h 362610"/>
                <a:gd name="connsiteX7" fmla="*/ 286908 w 362309"/>
                <a:gd name="connsiteY7" fmla="*/ 264935 h 362610"/>
                <a:gd name="connsiteX8" fmla="*/ 75401 w 362309"/>
                <a:gd name="connsiteY8" fmla="*/ 264935 h 362610"/>
                <a:gd name="connsiteX9" fmla="*/ 69011 w 362309"/>
                <a:gd name="connsiteY9" fmla="*/ 258551 h 362610"/>
                <a:gd name="connsiteX10" fmla="*/ 69011 w 362309"/>
                <a:gd name="connsiteY10" fmla="*/ 160238 h 362610"/>
                <a:gd name="connsiteX11" fmla="*/ 75401 w 362309"/>
                <a:gd name="connsiteY11" fmla="*/ 153854 h 362610"/>
                <a:gd name="connsiteX12" fmla="*/ 92015 w 362309"/>
                <a:gd name="connsiteY12" fmla="*/ 153854 h 362610"/>
                <a:gd name="connsiteX13" fmla="*/ 92015 w 362309"/>
                <a:gd name="connsiteY13" fmla="*/ 137894 h 362610"/>
                <a:gd name="connsiteX14" fmla="*/ 98405 w 362309"/>
                <a:gd name="connsiteY14" fmla="*/ 131510 h 362610"/>
                <a:gd name="connsiteX15" fmla="*/ 175084 w 362309"/>
                <a:gd name="connsiteY15" fmla="*/ 131510 h 362610"/>
                <a:gd name="connsiteX16" fmla="*/ 175084 w 362309"/>
                <a:gd name="connsiteY16" fmla="*/ 77246 h 362610"/>
                <a:gd name="connsiteX17" fmla="*/ 181474 w 362309"/>
                <a:gd name="connsiteY17" fmla="*/ 70862 h 362610"/>
                <a:gd name="connsiteX18" fmla="*/ 226843 w 362309"/>
                <a:gd name="connsiteY18" fmla="*/ 70862 h 362610"/>
                <a:gd name="connsiteX19" fmla="*/ 233233 w 362309"/>
                <a:gd name="connsiteY19" fmla="*/ 77246 h 362610"/>
                <a:gd name="connsiteX20" fmla="*/ 233233 w 362309"/>
                <a:gd name="connsiteY20" fmla="*/ 107251 h 362610"/>
                <a:gd name="connsiteX21" fmla="*/ 226843 w 362309"/>
                <a:gd name="connsiteY21" fmla="*/ 113635 h 362610"/>
                <a:gd name="connsiteX22" fmla="*/ 187225 w 362309"/>
                <a:gd name="connsiteY22" fmla="*/ 113635 h 362610"/>
                <a:gd name="connsiteX23" fmla="*/ 187225 w 362309"/>
                <a:gd name="connsiteY23" fmla="*/ 131510 h 362610"/>
                <a:gd name="connsiteX24" fmla="*/ 263904 w 362309"/>
                <a:gd name="connsiteY24" fmla="*/ 131510 h 362610"/>
                <a:gd name="connsiteX25" fmla="*/ 270294 w 362309"/>
                <a:gd name="connsiteY25" fmla="*/ 137894 h 362610"/>
                <a:gd name="connsiteX26" fmla="*/ 270294 w 362309"/>
                <a:gd name="connsiteY26" fmla="*/ 153854 h 362610"/>
                <a:gd name="connsiteX27" fmla="*/ 286908 w 362309"/>
                <a:gd name="connsiteY27" fmla="*/ 153854 h 362610"/>
                <a:gd name="connsiteX28" fmla="*/ 293298 w 362309"/>
                <a:gd name="connsiteY28" fmla="*/ 160238 h 362610"/>
                <a:gd name="connsiteX29" fmla="*/ 293298 w 362309"/>
                <a:gd name="connsiteY29" fmla="*/ 258551 h 362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62309" h="362610">
                  <a:moveTo>
                    <a:pt x="180835" y="0"/>
                  </a:moveTo>
                  <a:cubicBezTo>
                    <a:pt x="80513" y="0"/>
                    <a:pt x="0" y="81077"/>
                    <a:pt x="0" y="181305"/>
                  </a:cubicBezTo>
                  <a:cubicBezTo>
                    <a:pt x="0" y="281534"/>
                    <a:pt x="81152" y="362610"/>
                    <a:pt x="180835" y="362610"/>
                  </a:cubicBezTo>
                  <a:cubicBezTo>
                    <a:pt x="280518" y="362610"/>
                    <a:pt x="362309" y="281534"/>
                    <a:pt x="362309" y="181305"/>
                  </a:cubicBezTo>
                  <a:cubicBezTo>
                    <a:pt x="362309" y="80438"/>
                    <a:pt x="281157" y="0"/>
                    <a:pt x="180835" y="0"/>
                  </a:cubicBezTo>
                  <a:cubicBezTo>
                    <a:pt x="180835" y="0"/>
                    <a:pt x="180835" y="0"/>
                    <a:pt x="180835" y="0"/>
                  </a:cubicBezTo>
                  <a:close/>
                  <a:moveTo>
                    <a:pt x="293298" y="258551"/>
                  </a:moveTo>
                  <a:cubicBezTo>
                    <a:pt x="293298" y="262382"/>
                    <a:pt x="290742" y="264935"/>
                    <a:pt x="286908" y="264935"/>
                  </a:cubicBezTo>
                  <a:lnTo>
                    <a:pt x="75401" y="264935"/>
                  </a:lnTo>
                  <a:cubicBezTo>
                    <a:pt x="71567" y="264935"/>
                    <a:pt x="69011" y="262382"/>
                    <a:pt x="69011" y="258551"/>
                  </a:cubicBezTo>
                  <a:lnTo>
                    <a:pt x="69011" y="160238"/>
                  </a:lnTo>
                  <a:cubicBezTo>
                    <a:pt x="69011" y="156408"/>
                    <a:pt x="71567" y="153854"/>
                    <a:pt x="75401" y="153854"/>
                  </a:cubicBezTo>
                  <a:lnTo>
                    <a:pt x="92015" y="153854"/>
                  </a:lnTo>
                  <a:lnTo>
                    <a:pt x="92015" y="137894"/>
                  </a:lnTo>
                  <a:cubicBezTo>
                    <a:pt x="92015" y="134064"/>
                    <a:pt x="94571" y="131510"/>
                    <a:pt x="98405" y="131510"/>
                  </a:cubicBezTo>
                  <a:lnTo>
                    <a:pt x="175084" y="131510"/>
                  </a:lnTo>
                  <a:lnTo>
                    <a:pt x="175084" y="77246"/>
                  </a:lnTo>
                  <a:cubicBezTo>
                    <a:pt x="175084" y="73416"/>
                    <a:pt x="177640" y="70862"/>
                    <a:pt x="181474" y="70862"/>
                  </a:cubicBezTo>
                  <a:lnTo>
                    <a:pt x="226843" y="70862"/>
                  </a:lnTo>
                  <a:cubicBezTo>
                    <a:pt x="230677" y="70862"/>
                    <a:pt x="233233" y="73416"/>
                    <a:pt x="233233" y="77246"/>
                  </a:cubicBezTo>
                  <a:lnTo>
                    <a:pt x="233233" y="107251"/>
                  </a:lnTo>
                  <a:cubicBezTo>
                    <a:pt x="233233" y="111081"/>
                    <a:pt x="230677" y="113635"/>
                    <a:pt x="226843" y="113635"/>
                  </a:cubicBezTo>
                  <a:lnTo>
                    <a:pt x="187225" y="113635"/>
                  </a:lnTo>
                  <a:lnTo>
                    <a:pt x="187225" y="131510"/>
                  </a:lnTo>
                  <a:lnTo>
                    <a:pt x="263904" y="131510"/>
                  </a:lnTo>
                  <a:cubicBezTo>
                    <a:pt x="267738" y="131510"/>
                    <a:pt x="270294" y="134064"/>
                    <a:pt x="270294" y="137894"/>
                  </a:cubicBezTo>
                  <a:lnTo>
                    <a:pt x="270294" y="153854"/>
                  </a:lnTo>
                  <a:lnTo>
                    <a:pt x="286908" y="153854"/>
                  </a:lnTo>
                  <a:cubicBezTo>
                    <a:pt x="290742" y="153854"/>
                    <a:pt x="293298" y="156408"/>
                    <a:pt x="293298" y="160238"/>
                  </a:cubicBezTo>
                  <a:lnTo>
                    <a:pt x="293298" y="258551"/>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grpSp>
        <p:nvGrpSpPr>
          <p:cNvPr id="89" name="Group 88">
            <a:extLst>
              <a:ext uri="{FF2B5EF4-FFF2-40B4-BE49-F238E27FC236}">
                <a16:creationId xmlns:a16="http://schemas.microsoft.com/office/drawing/2014/main" id="{F2F067A0-2E45-4F85-8618-B2D8EA4D8C99}"/>
              </a:ext>
            </a:extLst>
          </p:cNvPr>
          <p:cNvGrpSpPr/>
          <p:nvPr/>
        </p:nvGrpSpPr>
        <p:grpSpPr>
          <a:xfrm>
            <a:off x="3160469" y="6389529"/>
            <a:ext cx="5871063" cy="357374"/>
            <a:chOff x="2789942" y="6324600"/>
            <a:chExt cx="5871063" cy="365760"/>
          </a:xfrm>
        </p:grpSpPr>
        <p:sp>
          <p:nvSpPr>
            <p:cNvPr id="90" name="Oval 89">
              <a:extLst>
                <a:ext uri="{FF2B5EF4-FFF2-40B4-BE49-F238E27FC236}">
                  <a16:creationId xmlns:a16="http://schemas.microsoft.com/office/drawing/2014/main" id="{D2AB0B4F-0DC7-41D9-936F-66E72A73C264}"/>
                </a:ext>
              </a:extLst>
            </p:cNvPr>
            <p:cNvSpPr/>
            <p:nvPr/>
          </p:nvSpPr>
          <p:spPr bwMode="gray">
            <a:xfrm>
              <a:off x="4811486" y="6324600"/>
              <a:ext cx="365760" cy="365760"/>
            </a:xfrm>
            <a:prstGeom prst="ellipse">
              <a:avLst/>
            </a:prstGeom>
            <a:solidFill>
              <a:schemeClr val="accent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91" name="Oval 90">
              <a:extLst>
                <a:ext uri="{FF2B5EF4-FFF2-40B4-BE49-F238E27FC236}">
                  <a16:creationId xmlns:a16="http://schemas.microsoft.com/office/drawing/2014/main" id="{A62FED90-0CC7-472D-8DB9-E2DBB7171AB9}"/>
                </a:ext>
              </a:extLst>
            </p:cNvPr>
            <p:cNvSpPr/>
            <p:nvPr/>
          </p:nvSpPr>
          <p:spPr bwMode="gray">
            <a:xfrm>
              <a:off x="6072053" y="6324600"/>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92" name="Oval 91">
              <a:extLst>
                <a:ext uri="{FF2B5EF4-FFF2-40B4-BE49-F238E27FC236}">
                  <a16:creationId xmlns:a16="http://schemas.microsoft.com/office/drawing/2014/main" id="{AB4F9ADF-EF54-4D97-B5FD-DC388BE3B435}"/>
                </a:ext>
              </a:extLst>
            </p:cNvPr>
            <p:cNvSpPr/>
            <p:nvPr/>
          </p:nvSpPr>
          <p:spPr bwMode="gray">
            <a:xfrm>
              <a:off x="7405717" y="6324600"/>
              <a:ext cx="365760" cy="365760"/>
            </a:xfrm>
            <a:prstGeom prst="ellipse">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93" name="TextBox 92">
              <a:extLst>
                <a:ext uri="{FF2B5EF4-FFF2-40B4-BE49-F238E27FC236}">
                  <a16:creationId xmlns:a16="http://schemas.microsoft.com/office/drawing/2014/main" id="{D5EAFF1D-930F-4132-A42D-62D8D17FDE66}"/>
                </a:ext>
              </a:extLst>
            </p:cNvPr>
            <p:cNvSpPr txBox="1"/>
            <p:nvPr/>
          </p:nvSpPr>
          <p:spPr>
            <a:xfrm>
              <a:off x="2789942" y="6442322"/>
              <a:ext cx="1698925"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1" u="none" strike="noStrike" kern="1200" cap="none" spc="0" normalizeH="0" baseline="0" noProof="0">
                  <a:ln>
                    <a:noFill/>
                  </a:ln>
                  <a:solidFill>
                    <a:srgbClr val="313131"/>
                  </a:solidFill>
                  <a:effectLst/>
                  <a:uLnTx/>
                  <a:uFillTx/>
                  <a:latin typeface="Verdana"/>
                  <a:ea typeface="+mn-ea"/>
                  <a:cs typeface="+mn-cs"/>
                </a:rPr>
                <a:t>Impact on Business</a:t>
              </a:r>
            </a:p>
          </p:txBody>
        </p:sp>
        <p:sp>
          <p:nvSpPr>
            <p:cNvPr id="102" name="TextBox 101">
              <a:extLst>
                <a:ext uri="{FF2B5EF4-FFF2-40B4-BE49-F238E27FC236}">
                  <a16:creationId xmlns:a16="http://schemas.microsoft.com/office/drawing/2014/main" id="{CBEC5A75-D37C-4474-98D9-A11748996E9D}"/>
                </a:ext>
              </a:extLst>
            </p:cNvPr>
            <p:cNvSpPr txBox="1"/>
            <p:nvPr/>
          </p:nvSpPr>
          <p:spPr>
            <a:xfrm>
              <a:off x="5247379" y="6420550"/>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Verdana"/>
                  <a:ea typeface="+mn-ea"/>
                  <a:cs typeface="+mn-cs"/>
                </a:rPr>
                <a:t>High</a:t>
              </a:r>
            </a:p>
          </p:txBody>
        </p:sp>
        <p:sp>
          <p:nvSpPr>
            <p:cNvPr id="103" name="TextBox 102">
              <a:extLst>
                <a:ext uri="{FF2B5EF4-FFF2-40B4-BE49-F238E27FC236}">
                  <a16:creationId xmlns:a16="http://schemas.microsoft.com/office/drawing/2014/main" id="{7CC6C73E-9073-4AE1-93DD-15C4986F000A}"/>
                </a:ext>
              </a:extLst>
            </p:cNvPr>
            <p:cNvSpPr txBox="1"/>
            <p:nvPr/>
          </p:nvSpPr>
          <p:spPr>
            <a:xfrm>
              <a:off x="6537499" y="6412891"/>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Verdana"/>
                  <a:ea typeface="+mn-ea"/>
                  <a:cs typeface="+mn-cs"/>
                </a:rPr>
                <a:t>Medium</a:t>
              </a:r>
            </a:p>
          </p:txBody>
        </p:sp>
        <p:sp>
          <p:nvSpPr>
            <p:cNvPr id="104" name="TextBox 103">
              <a:extLst>
                <a:ext uri="{FF2B5EF4-FFF2-40B4-BE49-F238E27FC236}">
                  <a16:creationId xmlns:a16="http://schemas.microsoft.com/office/drawing/2014/main" id="{2879A296-CB2A-487B-84E2-BBC05E70B490}"/>
                </a:ext>
              </a:extLst>
            </p:cNvPr>
            <p:cNvSpPr txBox="1"/>
            <p:nvPr/>
          </p:nvSpPr>
          <p:spPr>
            <a:xfrm>
              <a:off x="7899005" y="6412891"/>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Verdana"/>
                  <a:ea typeface="+mn-ea"/>
                  <a:cs typeface="+mn-cs"/>
                </a:rPr>
                <a:t>Low</a:t>
              </a:r>
            </a:p>
          </p:txBody>
        </p:sp>
      </p:grpSp>
    </p:spTree>
    <p:extLst>
      <p:ext uri="{BB962C8B-B14F-4D97-AF65-F5344CB8AC3E}">
        <p14:creationId xmlns:p14="http://schemas.microsoft.com/office/powerpoint/2010/main" val="4155537211"/>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8E525C8-5B83-4553-B7A8-F5F66115ADBA}"/>
              </a:ext>
            </a:extLst>
          </p:cNvPr>
          <p:cNvGraphicFramePr>
            <a:graphicFrameLocks noChangeAspect="1"/>
          </p:cNvGraphicFramePr>
          <p:nvPr>
            <p:custDataLst>
              <p:tags r:id="rId2"/>
            </p:custDataLst>
          </p:nvPr>
        </p:nvGraphicFramePr>
        <p:xfrm>
          <a:off x="1680" y="1440"/>
          <a:ext cx="1440" cy="1440"/>
        </p:xfrm>
        <a:graphic>
          <a:graphicData uri="http://schemas.openxmlformats.org/presentationml/2006/ole">
            <mc:AlternateContent xmlns:mc="http://schemas.openxmlformats.org/markup-compatibility/2006">
              <mc:Choice xmlns:v="urn:schemas-microsoft-com:vml" Requires="v">
                <p:oleObj spid="_x0000_s43066" name="think-cell Slide" r:id="rId5" imgW="498" imgH="499" progId="TCLayout.ActiveDocument.1">
                  <p:embed/>
                </p:oleObj>
              </mc:Choice>
              <mc:Fallback>
                <p:oleObj name="think-cell Slide" r:id="rId5" imgW="498" imgH="499" progId="TCLayout.ActiveDocument.1">
                  <p:embed/>
                  <p:pic>
                    <p:nvPicPr>
                      <p:cNvPr id="5" name="Object 4" hidden="1">
                        <a:extLst>
                          <a:ext uri="{FF2B5EF4-FFF2-40B4-BE49-F238E27FC236}">
                            <a16:creationId xmlns:a16="http://schemas.microsoft.com/office/drawing/2014/main" id="{D8E525C8-5B83-4553-B7A8-F5F66115ADBA}"/>
                          </a:ext>
                        </a:extLst>
                      </p:cNvPr>
                      <p:cNvPicPr/>
                      <p:nvPr/>
                    </p:nvPicPr>
                    <p:blipFill>
                      <a:blip r:embed="rId6"/>
                      <a:stretch>
                        <a:fillRect/>
                      </a:stretch>
                    </p:blipFill>
                    <p:spPr>
                      <a:xfrm>
                        <a:off x="1680" y="1440"/>
                        <a:ext cx="1440" cy="1440"/>
                      </a:xfrm>
                      <a:prstGeom prst="rect">
                        <a:avLst/>
                      </a:prstGeom>
                    </p:spPr>
                  </p:pic>
                </p:oleObj>
              </mc:Fallback>
            </mc:AlternateContent>
          </a:graphicData>
        </a:graphic>
      </p:graphicFrame>
      <p:sp>
        <p:nvSpPr>
          <p:cNvPr id="88" name="Rectangle 87" hidden="1">
            <a:extLst>
              <a:ext uri="{FF2B5EF4-FFF2-40B4-BE49-F238E27FC236}">
                <a16:creationId xmlns:a16="http://schemas.microsoft.com/office/drawing/2014/main" id="{E8660C98-62A0-423C-8A5A-044FD3662E7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088" b="0" i="0" u="none" strike="noStrike" kern="1200" cap="none" spc="0" normalizeH="0" baseline="0" noProof="0">
              <a:ln>
                <a:noFill/>
              </a:ln>
              <a:solidFill>
                <a:prstClr val="white"/>
              </a:solidFill>
              <a:effectLst/>
              <a:uLnTx/>
              <a:uFillTx/>
              <a:latin typeface="Verdana"/>
              <a:ea typeface="+mn-ea"/>
              <a:cs typeface="+mn-cs"/>
            </a:endParaRPr>
          </a:p>
        </p:txBody>
      </p:sp>
      <p:sp>
        <p:nvSpPr>
          <p:cNvPr id="2" name="Rectangle 1" hidden="1">
            <a:extLst>
              <a:ext uri="{FF2B5EF4-FFF2-40B4-BE49-F238E27FC236}">
                <a16:creationId xmlns:a16="http://schemas.microsoft.com/office/drawing/2014/main" id="{2A521930-E564-4B05-B60F-B4D4B607A7F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Avenir Next LT Pro Light" panose="020B0304020202020204" pitchFamily="34" charset="0"/>
              <a:ea typeface="+mn-ea"/>
              <a:cs typeface="+mn-cs"/>
            </a:endParaRPr>
          </a:p>
        </p:txBody>
      </p:sp>
      <p:sp>
        <p:nvSpPr>
          <p:cNvPr id="33" name="Rectangle 32" hidden="1">
            <a:extLst>
              <a:ext uri="{FF2B5EF4-FFF2-40B4-BE49-F238E27FC236}">
                <a16:creationId xmlns:a16="http://schemas.microsoft.com/office/drawing/2014/main" id="{5CEEA709-822B-4D97-95B5-1E93A1A05919}"/>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54" name="Rectangle 53" hidden="1">
            <a:extLst>
              <a:ext uri="{FF2B5EF4-FFF2-40B4-BE49-F238E27FC236}">
                <a16:creationId xmlns:a16="http://schemas.microsoft.com/office/drawing/2014/main" id="{225F56F8-8BC1-48B6-BEFF-20E4914FDA4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58" name="Rectangle 57" hidden="1">
            <a:extLst>
              <a:ext uri="{FF2B5EF4-FFF2-40B4-BE49-F238E27FC236}">
                <a16:creationId xmlns:a16="http://schemas.microsoft.com/office/drawing/2014/main" id="{50C0A6EC-D618-4045-A144-16336B53AEFE}"/>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62" name="Rectangle 61" hidden="1">
            <a:extLst>
              <a:ext uri="{FF2B5EF4-FFF2-40B4-BE49-F238E27FC236}">
                <a16:creationId xmlns:a16="http://schemas.microsoft.com/office/drawing/2014/main" id="{8AC4DE8A-A90A-45C4-A128-6D6EC2EA41AF}"/>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123" name="Rectangle 122" hidden="1">
            <a:extLst>
              <a:ext uri="{FF2B5EF4-FFF2-40B4-BE49-F238E27FC236}">
                <a16:creationId xmlns:a16="http://schemas.microsoft.com/office/drawing/2014/main" id="{891D9B62-8447-4BF2-AAD5-EE8A0DC6CA59}"/>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154" name="Rectangle 153" hidden="1">
            <a:extLst>
              <a:ext uri="{FF2B5EF4-FFF2-40B4-BE49-F238E27FC236}">
                <a16:creationId xmlns:a16="http://schemas.microsoft.com/office/drawing/2014/main" id="{E6055FF4-59BE-4A31-A244-49C2AAC1E7B4}"/>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157" name="Rectangle 156" hidden="1">
            <a:extLst>
              <a:ext uri="{FF2B5EF4-FFF2-40B4-BE49-F238E27FC236}">
                <a16:creationId xmlns:a16="http://schemas.microsoft.com/office/drawing/2014/main" id="{79987C92-84CE-44DC-A97C-59F767A61EC1}"/>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361" name="Rectangle 360" hidden="1">
            <a:extLst>
              <a:ext uri="{FF2B5EF4-FFF2-40B4-BE49-F238E27FC236}">
                <a16:creationId xmlns:a16="http://schemas.microsoft.com/office/drawing/2014/main" id="{58D700BD-6F8F-4F7C-8892-9034C7A065B1}"/>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05" name="Rectangle 404" hidden="1">
            <a:extLst>
              <a:ext uri="{FF2B5EF4-FFF2-40B4-BE49-F238E27FC236}">
                <a16:creationId xmlns:a16="http://schemas.microsoft.com/office/drawing/2014/main" id="{0CEE0670-BDA8-4520-8F9D-5C046A637342}"/>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5" name="Rectangle 44" hidden="1">
            <a:extLst>
              <a:ext uri="{FF2B5EF4-FFF2-40B4-BE49-F238E27FC236}">
                <a16:creationId xmlns:a16="http://schemas.microsoft.com/office/drawing/2014/main" id="{767854C1-3E6E-4F2E-98B4-2A1F7DB28D5C}"/>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725"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219" name="Rectangle 218" hidden="1">
            <a:extLst>
              <a:ext uri="{FF2B5EF4-FFF2-40B4-BE49-F238E27FC236}">
                <a16:creationId xmlns:a16="http://schemas.microsoft.com/office/drawing/2014/main" id="{847846C5-C801-4BEE-9506-A16841F90D4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725" b="0" i="0" u="none" strike="noStrike" kern="1200" cap="none" spc="0" normalizeH="0" baseline="0" noProof="0">
              <a:ln>
                <a:noFill/>
              </a:ln>
              <a:solidFill>
                <a:prstClr val="white"/>
              </a:solidFill>
              <a:effectLst/>
              <a:uLnTx/>
              <a:uFillTx/>
              <a:latin typeface="Verdana"/>
              <a:ea typeface="+mn-ea"/>
              <a:cs typeface="+mn-cs"/>
            </a:endParaRPr>
          </a:p>
        </p:txBody>
      </p:sp>
      <p:sp>
        <p:nvSpPr>
          <p:cNvPr id="332" name="Rectangle 331" hidden="1">
            <a:extLst>
              <a:ext uri="{FF2B5EF4-FFF2-40B4-BE49-F238E27FC236}">
                <a16:creationId xmlns:a16="http://schemas.microsoft.com/office/drawing/2014/main" id="{B1BAC627-2155-4A3C-960D-101193C2287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088" b="0" i="0" u="none" strike="noStrike" kern="1200" cap="none" spc="0" normalizeH="0" baseline="0" noProof="0">
              <a:ln>
                <a:noFill/>
              </a:ln>
              <a:solidFill>
                <a:prstClr val="white"/>
              </a:solidFill>
              <a:effectLst/>
              <a:uLnTx/>
              <a:uFillTx/>
              <a:latin typeface="Verdana"/>
              <a:ea typeface="+mn-ea"/>
              <a:cs typeface="+mn-cs"/>
            </a:endParaRPr>
          </a:p>
        </p:txBody>
      </p:sp>
      <p:sp>
        <p:nvSpPr>
          <p:cNvPr id="532" name="Rectangle 531" hidden="1">
            <a:extLst>
              <a:ext uri="{FF2B5EF4-FFF2-40B4-BE49-F238E27FC236}">
                <a16:creationId xmlns:a16="http://schemas.microsoft.com/office/drawing/2014/main" id="{25F5028C-BFCA-4679-826B-D8FEBFE44C90}"/>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Avenir Next LT Pro Light" panose="020B0304020202020204" pitchFamily="34" charset="0"/>
              <a:ea typeface="+mn-ea"/>
              <a:cs typeface="+mn-cs"/>
            </a:endParaRPr>
          </a:p>
        </p:txBody>
      </p:sp>
      <p:sp>
        <p:nvSpPr>
          <p:cNvPr id="645" name="Rectangle 644" hidden="1">
            <a:extLst>
              <a:ext uri="{FF2B5EF4-FFF2-40B4-BE49-F238E27FC236}">
                <a16:creationId xmlns:a16="http://schemas.microsoft.com/office/drawing/2014/main" id="{E3C87C7A-307E-4E40-BF24-596ACA913F2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660" name="Rectangle 659" hidden="1">
            <a:extLst>
              <a:ext uri="{FF2B5EF4-FFF2-40B4-BE49-F238E27FC236}">
                <a16:creationId xmlns:a16="http://schemas.microsoft.com/office/drawing/2014/main" id="{2ECBF87A-E661-4272-A3A4-31486CCA0A14}"/>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0" name="Title 2">
            <a:extLst>
              <a:ext uri="{FF2B5EF4-FFF2-40B4-BE49-F238E27FC236}">
                <a16:creationId xmlns:a16="http://schemas.microsoft.com/office/drawing/2014/main" id="{4B8DEF8B-01E9-42C6-8321-05FF6A851792}"/>
              </a:ext>
            </a:extLst>
          </p:cNvPr>
          <p:cNvSpPr>
            <a:spLocks noGrp="1"/>
          </p:cNvSpPr>
          <p:nvPr>
            <p:ph type="title"/>
          </p:nvPr>
        </p:nvSpPr>
        <p:spPr>
          <a:xfrm>
            <a:off x="501652" y="282779"/>
            <a:ext cx="11162350" cy="334101"/>
          </a:xfrm>
        </p:spPr>
        <p:txBody>
          <a:bodyPr vert="horz"/>
          <a:lstStyle/>
          <a:p>
            <a:r>
              <a:rPr lang="en-US" sz="1814" b="1" dirty="0"/>
              <a:t>WBSEDCLS’s Opportunities Analysis (2/2)</a:t>
            </a:r>
          </a:p>
        </p:txBody>
      </p:sp>
      <p:sp>
        <p:nvSpPr>
          <p:cNvPr id="161" name="Rectangle 160">
            <a:extLst>
              <a:ext uri="{FF2B5EF4-FFF2-40B4-BE49-F238E27FC236}">
                <a16:creationId xmlns:a16="http://schemas.microsoft.com/office/drawing/2014/main" id="{B05DE1FD-5D9A-4B53-AACE-651883A14C74}"/>
              </a:ext>
            </a:extLst>
          </p:cNvPr>
          <p:cNvSpPr/>
          <p:nvPr/>
        </p:nvSpPr>
        <p:spPr>
          <a:xfrm>
            <a:off x="4859394" y="1002714"/>
            <a:ext cx="5645548" cy="1077218"/>
          </a:xfrm>
          <a:prstGeom prst="rect">
            <a:avLst/>
          </a:prstGeom>
        </p:spPr>
        <p:txBody>
          <a:bodyPr wrap="square" lIns="0" tIns="0" rIns="0" bIns="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86BC25"/>
                </a:solidFill>
                <a:effectLst/>
                <a:uLnTx/>
                <a:uFillTx/>
                <a:latin typeface="Verdana"/>
                <a:ea typeface="+mn-ea"/>
                <a:cs typeface="+mn-cs"/>
              </a:rPr>
              <a:t>Improvement in customer services &amp; satisfaction level of customers of WBSEDCL: </a:t>
            </a:r>
            <a:r>
              <a:rPr kumimoji="0" lang="en-US" sz="1400" b="0" i="0" u="none" strike="noStrike" kern="1200" cap="none" spc="0" normalizeH="0" baseline="0" noProof="0" dirty="0">
                <a:ln>
                  <a:noFill/>
                </a:ln>
                <a:solidFill>
                  <a:prstClr val="black"/>
                </a:solidFill>
                <a:effectLst/>
                <a:uLnTx/>
                <a:uFillTx/>
                <a:latin typeface="Verdana"/>
                <a:ea typeface="+mn-ea"/>
                <a:cs typeface="+mn-cs"/>
              </a:rPr>
              <a:t>Improved CRM Models across service order tracking and enhance ability to monitor, track and analyze trends based on the complaint/ request history, will ensure seamless customer servicing via IT/ IOT</a:t>
            </a:r>
          </a:p>
        </p:txBody>
      </p:sp>
      <p:sp>
        <p:nvSpPr>
          <p:cNvPr id="162" name="TextBox 161">
            <a:extLst>
              <a:ext uri="{FF2B5EF4-FFF2-40B4-BE49-F238E27FC236}">
                <a16:creationId xmlns:a16="http://schemas.microsoft.com/office/drawing/2014/main" id="{D94E36FD-E4A9-4D1E-9EFD-1AFCAE215DE0}"/>
              </a:ext>
            </a:extLst>
          </p:cNvPr>
          <p:cNvSpPr txBox="1"/>
          <p:nvPr/>
        </p:nvSpPr>
        <p:spPr>
          <a:xfrm>
            <a:off x="4859395" y="5319123"/>
            <a:ext cx="5640553" cy="861774"/>
          </a:xfrm>
          <a:prstGeom prst="rect">
            <a:avLst/>
          </a:prstGeom>
          <a:noFill/>
        </p:spPr>
        <p:txBody>
          <a:bodyPr wrap="square" lIns="0" tIns="0" rIns="0" bIns="0" rtlCol="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12169">
                    <a:lumMod val="60000"/>
                    <a:lumOff val="40000"/>
                  </a:srgbClr>
                </a:solidFill>
                <a:effectLst/>
                <a:uLnTx/>
                <a:uFillTx/>
                <a:latin typeface="Verdana"/>
                <a:ea typeface="+mn-ea"/>
                <a:cs typeface="+mn-cs"/>
              </a:rPr>
              <a:t>Leveraging IT / IOT and ERP Upgradation: </a:t>
            </a:r>
            <a:r>
              <a:rPr kumimoji="0" lang="en-US" sz="1400" b="0" i="0" u="none" strike="noStrike" kern="1200" cap="none" spc="0" normalizeH="0" baseline="0" noProof="0" dirty="0">
                <a:ln>
                  <a:noFill/>
                </a:ln>
                <a:solidFill>
                  <a:prstClr val="black"/>
                </a:solidFill>
                <a:effectLst/>
                <a:uLnTx/>
                <a:uFillTx/>
                <a:latin typeface="Verdana"/>
                <a:ea typeface="+mn-ea"/>
                <a:cs typeface="+mn-cs"/>
              </a:rPr>
              <a:t>Smart Distribution operations using IT / IOT along with ERP upgradation to evolve into an agile Distribution utility for handling prosumers of the future is critical</a:t>
            </a:r>
          </a:p>
        </p:txBody>
      </p:sp>
      <p:sp>
        <p:nvSpPr>
          <p:cNvPr id="163" name="TextBox 162">
            <a:extLst>
              <a:ext uri="{FF2B5EF4-FFF2-40B4-BE49-F238E27FC236}">
                <a16:creationId xmlns:a16="http://schemas.microsoft.com/office/drawing/2014/main" id="{2E0890B0-9FBE-4964-84D5-558A96E9E2C0}"/>
              </a:ext>
            </a:extLst>
          </p:cNvPr>
          <p:cNvSpPr txBox="1"/>
          <p:nvPr/>
        </p:nvSpPr>
        <p:spPr>
          <a:xfrm>
            <a:off x="4854401" y="4182106"/>
            <a:ext cx="5645547" cy="1077218"/>
          </a:xfrm>
          <a:prstGeom prst="rect">
            <a:avLst/>
          </a:prstGeom>
          <a:noFill/>
        </p:spPr>
        <p:txBody>
          <a:bodyPr wrap="square" lIns="0" tIns="0" rIns="0" bIns="0" rtlCol="0" anchor="ctr">
            <a:spAutoFit/>
          </a:bodyPr>
          <a:lstStyle/>
          <a:p>
            <a:pPr marL="0" marR="0" lvl="0" indent="0" algn="just" defTabSz="1150154"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62B5E5"/>
                </a:solidFill>
                <a:effectLst/>
                <a:uLnTx/>
                <a:uFillTx/>
                <a:latin typeface="Verdana"/>
                <a:ea typeface="+mn-ea"/>
                <a:cs typeface="+mn-cs"/>
              </a:rPr>
              <a:t>Optimizing </a:t>
            </a:r>
            <a:r>
              <a:rPr lang="en-US" sz="1400" b="1" dirty="0">
                <a:solidFill>
                  <a:srgbClr val="62B5E5"/>
                </a:solidFill>
                <a:latin typeface="Verdana"/>
              </a:rPr>
              <a:t>Real Time </a:t>
            </a:r>
            <a:r>
              <a:rPr kumimoji="0" lang="en-US" sz="1400" b="1" i="0" u="none" strike="noStrike" kern="1200" cap="none" spc="0" normalizeH="0" baseline="0" noProof="0" dirty="0">
                <a:ln>
                  <a:noFill/>
                </a:ln>
                <a:solidFill>
                  <a:srgbClr val="62B5E5"/>
                </a:solidFill>
                <a:effectLst/>
                <a:uLnTx/>
                <a:uFillTx/>
                <a:latin typeface="Verdana"/>
                <a:ea typeface="+mn-ea"/>
                <a:cs typeface="+mn-cs"/>
              </a:rPr>
              <a:t>through advance analytics :  </a:t>
            </a:r>
            <a:r>
              <a:rPr kumimoji="0" lang="en-US" sz="1400" b="0" i="0" u="none" strike="noStrike" kern="1200" cap="none" spc="0" normalizeH="0" baseline="0" noProof="0" dirty="0">
                <a:ln>
                  <a:noFill/>
                </a:ln>
                <a:solidFill>
                  <a:prstClr val="black"/>
                </a:solidFill>
                <a:effectLst/>
                <a:uLnTx/>
                <a:uFillTx/>
                <a:latin typeface="Verdana"/>
                <a:ea typeface="+mn-ea"/>
                <a:cs typeface="+mn-cs"/>
              </a:rPr>
              <a:t>Accurate daily/monthly/yearly scheduling of power demand and supply with the help of advance analytics will help to optimize </a:t>
            </a:r>
            <a:r>
              <a:rPr lang="en-US" sz="1400" dirty="0">
                <a:solidFill>
                  <a:prstClr val="black"/>
                </a:solidFill>
                <a:latin typeface="Verdana"/>
              </a:rPr>
              <a:t>real time power procurement while maximizing trading income</a:t>
            </a:r>
            <a:r>
              <a:rPr kumimoji="0" lang="en-US" sz="1400" b="0" i="0" u="none" strike="noStrike" kern="1200" cap="none" spc="0" normalizeH="0" baseline="0" noProof="0" dirty="0">
                <a:ln>
                  <a:noFill/>
                </a:ln>
                <a:solidFill>
                  <a:prstClr val="black"/>
                </a:solidFill>
                <a:effectLst/>
                <a:uLnTx/>
                <a:uFillTx/>
                <a:latin typeface="Verdana"/>
                <a:ea typeface="+mn-ea"/>
                <a:cs typeface="+mn-cs"/>
              </a:rPr>
              <a:t>.  </a:t>
            </a:r>
          </a:p>
        </p:txBody>
      </p:sp>
      <p:sp>
        <p:nvSpPr>
          <p:cNvPr id="164" name="TextBox 163">
            <a:extLst>
              <a:ext uri="{FF2B5EF4-FFF2-40B4-BE49-F238E27FC236}">
                <a16:creationId xmlns:a16="http://schemas.microsoft.com/office/drawing/2014/main" id="{7692A00F-7EB1-4BA3-8804-BA4629A178E2}"/>
              </a:ext>
            </a:extLst>
          </p:cNvPr>
          <p:cNvSpPr txBox="1"/>
          <p:nvPr/>
        </p:nvSpPr>
        <p:spPr>
          <a:xfrm>
            <a:off x="4859395" y="2198400"/>
            <a:ext cx="5640554" cy="861774"/>
          </a:xfrm>
          <a:prstGeom prst="rect">
            <a:avLst/>
          </a:prstGeom>
          <a:noFill/>
        </p:spPr>
        <p:txBody>
          <a:bodyPr wrap="square" lIns="0" tIns="0" rIns="0" bIns="0" rtlCol="0" anchor="ctr">
            <a:spAutoFit/>
          </a:bodyPr>
          <a:lstStyle/>
          <a:p>
            <a:pPr marL="0" marR="0" lvl="0" indent="0" algn="just" defTabSz="1150154"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12169"/>
                </a:solidFill>
                <a:effectLst/>
                <a:uLnTx/>
                <a:uFillTx/>
                <a:latin typeface="Verdana"/>
                <a:ea typeface="+mn-ea"/>
                <a:cs typeface="+mn-cs"/>
              </a:rPr>
              <a:t>Emerging Additional demand in future: </a:t>
            </a:r>
            <a:r>
              <a:rPr kumimoji="0" lang="en-US" sz="1400" b="0" i="0" u="none" strike="noStrike" kern="1200" cap="none" spc="0" normalizeH="0" baseline="0" noProof="0" dirty="0">
                <a:ln>
                  <a:noFill/>
                </a:ln>
                <a:solidFill>
                  <a:prstClr val="black"/>
                </a:solidFill>
                <a:effectLst/>
                <a:uLnTx/>
                <a:uFillTx/>
                <a:latin typeface="Verdana"/>
                <a:ea typeface="+mn-ea"/>
                <a:cs typeface="+mn-cs"/>
              </a:rPr>
              <a:t>Opportunity for WBSEDCL to serve future  demand emerging from EV Charging Infrastructure, Conversion of diesel pumps to electrical pumps, Pumping power for PPSPs &amp; new growths</a:t>
            </a:r>
          </a:p>
        </p:txBody>
      </p:sp>
      <p:sp>
        <p:nvSpPr>
          <p:cNvPr id="165" name="TextBox 164">
            <a:extLst>
              <a:ext uri="{FF2B5EF4-FFF2-40B4-BE49-F238E27FC236}">
                <a16:creationId xmlns:a16="http://schemas.microsoft.com/office/drawing/2014/main" id="{0FE5E898-E938-410C-AB01-9185110C4C13}"/>
              </a:ext>
            </a:extLst>
          </p:cNvPr>
          <p:cNvSpPr txBox="1"/>
          <p:nvPr/>
        </p:nvSpPr>
        <p:spPr>
          <a:xfrm>
            <a:off x="4854401" y="3193867"/>
            <a:ext cx="5645547" cy="861774"/>
          </a:xfrm>
          <a:prstGeom prst="rect">
            <a:avLst/>
          </a:prstGeom>
          <a:noFill/>
        </p:spPr>
        <p:txBody>
          <a:bodyPr wrap="square" lIns="0" tIns="0" rIns="0" bIns="0" rtlCol="0" anchor="ctr">
            <a:spAutoFit/>
          </a:bodyPr>
          <a:lstStyle/>
          <a:p>
            <a:pPr marL="0" marR="0" lvl="0" indent="0" algn="just" defTabSz="1150154"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46A38"/>
                </a:solidFill>
                <a:effectLst/>
                <a:uLnTx/>
                <a:uFillTx/>
                <a:latin typeface="Verdana"/>
                <a:ea typeface="+mn-ea"/>
                <a:cs typeface="+mn-cs"/>
              </a:rPr>
              <a:t>Climate Resilient Network Operations : </a:t>
            </a:r>
            <a:r>
              <a:rPr kumimoji="0" lang="en-US" sz="1400" b="0" i="0" u="none" strike="noStrike" kern="1200" cap="none" spc="0" normalizeH="0" baseline="0" noProof="0" dirty="0">
                <a:ln>
                  <a:noFill/>
                </a:ln>
                <a:solidFill>
                  <a:prstClr val="black"/>
                </a:solidFill>
                <a:effectLst/>
                <a:uLnTx/>
                <a:uFillTx/>
                <a:latin typeface="Verdana"/>
                <a:ea typeface="+mn-ea"/>
                <a:cs typeface="+mn-cs"/>
              </a:rPr>
              <a:t>Installation of weather forecast stations at WBSEDCL sub-station will help in undertaking proper preventive measures inorder to improve their operational performance.</a:t>
            </a:r>
          </a:p>
        </p:txBody>
      </p:sp>
      <p:grpSp>
        <p:nvGrpSpPr>
          <p:cNvPr id="208" name="Group 207">
            <a:extLst>
              <a:ext uri="{FF2B5EF4-FFF2-40B4-BE49-F238E27FC236}">
                <a16:creationId xmlns:a16="http://schemas.microsoft.com/office/drawing/2014/main" id="{A52B6A4B-EB9F-4FDB-B890-5426B6D7B060}"/>
              </a:ext>
            </a:extLst>
          </p:cNvPr>
          <p:cNvGrpSpPr/>
          <p:nvPr/>
        </p:nvGrpSpPr>
        <p:grpSpPr>
          <a:xfrm>
            <a:off x="2441642" y="1440983"/>
            <a:ext cx="1337549" cy="694394"/>
            <a:chOff x="4207048" y="2110398"/>
            <a:chExt cx="1337549" cy="694394"/>
          </a:xfrm>
        </p:grpSpPr>
        <p:cxnSp>
          <p:nvCxnSpPr>
            <p:cNvPr id="209" name="Straight Connector 208">
              <a:extLst>
                <a:ext uri="{FF2B5EF4-FFF2-40B4-BE49-F238E27FC236}">
                  <a16:creationId xmlns:a16="http://schemas.microsoft.com/office/drawing/2014/main" id="{17451F4A-F14E-4571-B270-9F82F1124D06}"/>
                </a:ext>
              </a:extLst>
            </p:cNvPr>
            <p:cNvCxnSpPr>
              <a:cxnSpLocks/>
            </p:cNvCxnSpPr>
            <p:nvPr/>
          </p:nvCxnSpPr>
          <p:spPr>
            <a:xfrm>
              <a:off x="4922598" y="2110398"/>
              <a:ext cx="621999" cy="0"/>
            </a:xfrm>
            <a:prstGeom prst="line">
              <a:avLst/>
            </a:prstGeom>
            <a:ln w="15875" cap="rnd">
              <a:solidFill>
                <a:schemeClr val="accent1"/>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5206FE82-69BE-43EB-8E6D-D374825BC645}"/>
                </a:ext>
              </a:extLst>
            </p:cNvPr>
            <p:cNvCxnSpPr>
              <a:cxnSpLocks/>
            </p:cNvCxnSpPr>
            <p:nvPr/>
          </p:nvCxnSpPr>
          <p:spPr>
            <a:xfrm flipH="1">
              <a:off x="4207048" y="2129350"/>
              <a:ext cx="696600" cy="675442"/>
            </a:xfrm>
            <a:prstGeom prst="line">
              <a:avLst/>
            </a:prstGeom>
            <a:ln w="15875" cap="rnd">
              <a:solidFill>
                <a:schemeClr val="accent1"/>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435EC7E7-EBBA-44E8-B633-175559ECC83D}"/>
              </a:ext>
            </a:extLst>
          </p:cNvPr>
          <p:cNvGrpSpPr/>
          <p:nvPr/>
        </p:nvGrpSpPr>
        <p:grpSpPr>
          <a:xfrm>
            <a:off x="2318598" y="2026407"/>
            <a:ext cx="608790" cy="2616293"/>
            <a:chOff x="3973224" y="2415815"/>
            <a:chExt cx="608790" cy="2616293"/>
          </a:xfrm>
        </p:grpSpPr>
        <p:sp>
          <p:nvSpPr>
            <p:cNvPr id="207" name="Oval 206">
              <a:extLst>
                <a:ext uri="{FF2B5EF4-FFF2-40B4-BE49-F238E27FC236}">
                  <a16:creationId xmlns:a16="http://schemas.microsoft.com/office/drawing/2014/main" id="{CC088920-D3E1-4D2E-87F2-40271683EF48}"/>
                </a:ext>
              </a:extLst>
            </p:cNvPr>
            <p:cNvSpPr/>
            <p:nvPr/>
          </p:nvSpPr>
          <p:spPr bwMode="gray">
            <a:xfrm>
              <a:off x="3973224" y="2415815"/>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211" name="Oval 210">
              <a:extLst>
                <a:ext uri="{FF2B5EF4-FFF2-40B4-BE49-F238E27FC236}">
                  <a16:creationId xmlns:a16="http://schemas.microsoft.com/office/drawing/2014/main" id="{A72EE3C8-ABD1-453A-A4B9-A8604DC00F9E}"/>
                </a:ext>
              </a:extLst>
            </p:cNvPr>
            <p:cNvSpPr/>
            <p:nvPr/>
          </p:nvSpPr>
          <p:spPr bwMode="gray">
            <a:xfrm>
              <a:off x="4289746" y="3058122"/>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212" name="Oval 211">
              <a:extLst>
                <a:ext uri="{FF2B5EF4-FFF2-40B4-BE49-F238E27FC236}">
                  <a16:creationId xmlns:a16="http://schemas.microsoft.com/office/drawing/2014/main" id="{F49F2C48-CEF5-45B7-A974-0C48AE060C1E}"/>
                </a:ext>
              </a:extLst>
            </p:cNvPr>
            <p:cNvSpPr/>
            <p:nvPr/>
          </p:nvSpPr>
          <p:spPr bwMode="gray">
            <a:xfrm>
              <a:off x="4354598" y="3694917"/>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213" name="Oval 212">
              <a:extLst>
                <a:ext uri="{FF2B5EF4-FFF2-40B4-BE49-F238E27FC236}">
                  <a16:creationId xmlns:a16="http://schemas.microsoft.com/office/drawing/2014/main" id="{1E8A13D5-FB97-4E8E-A1EB-ED3EAA0C93FE}"/>
                </a:ext>
              </a:extLst>
            </p:cNvPr>
            <p:cNvSpPr/>
            <p:nvPr/>
          </p:nvSpPr>
          <p:spPr bwMode="gray">
            <a:xfrm>
              <a:off x="4263503" y="4241855"/>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dirty="0">
                <a:ln>
                  <a:noFill/>
                </a:ln>
                <a:solidFill>
                  <a:prstClr val="white"/>
                </a:solidFill>
                <a:effectLst/>
                <a:uLnTx/>
                <a:uFillTx/>
                <a:latin typeface="Verdana"/>
                <a:ea typeface="+mn-ea"/>
                <a:cs typeface="+mn-cs"/>
              </a:endParaRPr>
            </a:p>
          </p:txBody>
        </p:sp>
        <p:sp>
          <p:nvSpPr>
            <p:cNvPr id="214" name="Oval 213">
              <a:extLst>
                <a:ext uri="{FF2B5EF4-FFF2-40B4-BE49-F238E27FC236}">
                  <a16:creationId xmlns:a16="http://schemas.microsoft.com/office/drawing/2014/main" id="{375B23E2-5BCE-437B-BA0D-A4E52C261EB2}"/>
                </a:ext>
              </a:extLst>
            </p:cNvPr>
            <p:cNvSpPr/>
            <p:nvPr/>
          </p:nvSpPr>
          <p:spPr bwMode="gray">
            <a:xfrm>
              <a:off x="3986624" y="4804692"/>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grpSp>
      <p:cxnSp>
        <p:nvCxnSpPr>
          <p:cNvPr id="215" name="Straight Connector 214">
            <a:extLst>
              <a:ext uri="{FF2B5EF4-FFF2-40B4-BE49-F238E27FC236}">
                <a16:creationId xmlns:a16="http://schemas.microsoft.com/office/drawing/2014/main" id="{6D961EF7-BB78-4A30-AD92-115825B35566}"/>
              </a:ext>
            </a:extLst>
          </p:cNvPr>
          <p:cNvCxnSpPr>
            <a:cxnSpLocks/>
          </p:cNvCxnSpPr>
          <p:nvPr/>
        </p:nvCxnSpPr>
        <p:spPr>
          <a:xfrm>
            <a:off x="2814019" y="3422353"/>
            <a:ext cx="965172" cy="0"/>
          </a:xfrm>
          <a:prstGeom prst="line">
            <a:avLst/>
          </a:prstGeom>
          <a:ln w="15875" cap="rnd">
            <a:solidFill>
              <a:schemeClr val="accent2"/>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grpSp>
        <p:nvGrpSpPr>
          <p:cNvPr id="216" name="Group 215">
            <a:extLst>
              <a:ext uri="{FF2B5EF4-FFF2-40B4-BE49-F238E27FC236}">
                <a16:creationId xmlns:a16="http://schemas.microsoft.com/office/drawing/2014/main" id="{EF600E48-D033-4A09-84DC-C0131509A413}"/>
              </a:ext>
            </a:extLst>
          </p:cNvPr>
          <p:cNvGrpSpPr/>
          <p:nvPr/>
        </p:nvGrpSpPr>
        <p:grpSpPr>
          <a:xfrm>
            <a:off x="2441643" y="4494267"/>
            <a:ext cx="1385843" cy="1169209"/>
            <a:chOff x="4207049" y="5198407"/>
            <a:chExt cx="1393083" cy="747346"/>
          </a:xfrm>
        </p:grpSpPr>
        <p:cxnSp>
          <p:nvCxnSpPr>
            <p:cNvPr id="217" name="Straight Connector 216">
              <a:extLst>
                <a:ext uri="{FF2B5EF4-FFF2-40B4-BE49-F238E27FC236}">
                  <a16:creationId xmlns:a16="http://schemas.microsoft.com/office/drawing/2014/main" id="{1C7A8044-C3AD-4D3B-96EC-3B821E9D1AD7}"/>
                </a:ext>
              </a:extLst>
            </p:cNvPr>
            <p:cNvCxnSpPr>
              <a:cxnSpLocks/>
            </p:cNvCxnSpPr>
            <p:nvPr/>
          </p:nvCxnSpPr>
          <p:spPr>
            <a:xfrm>
              <a:off x="4978133" y="5945753"/>
              <a:ext cx="621999" cy="0"/>
            </a:xfrm>
            <a:prstGeom prst="line">
              <a:avLst/>
            </a:prstGeom>
            <a:ln w="15875" cap="rnd">
              <a:solidFill>
                <a:schemeClr val="accent4">
                  <a:lumMod val="60000"/>
                  <a:lumOff val="40000"/>
                </a:schemeClr>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44AE611F-7FB7-4543-B263-74D3DB20DDA6}"/>
                </a:ext>
              </a:extLst>
            </p:cNvPr>
            <p:cNvCxnSpPr>
              <a:cxnSpLocks/>
            </p:cNvCxnSpPr>
            <p:nvPr/>
          </p:nvCxnSpPr>
          <p:spPr>
            <a:xfrm flipH="1" flipV="1">
              <a:off x="4207049" y="5198407"/>
              <a:ext cx="741652" cy="747345"/>
            </a:xfrm>
            <a:prstGeom prst="line">
              <a:avLst/>
            </a:prstGeom>
            <a:ln w="15875" cap="rnd">
              <a:solidFill>
                <a:schemeClr val="accent4">
                  <a:lumMod val="60000"/>
                  <a:lumOff val="40000"/>
                </a:schemeClr>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220" name="Group 219">
            <a:extLst>
              <a:ext uri="{FF2B5EF4-FFF2-40B4-BE49-F238E27FC236}">
                <a16:creationId xmlns:a16="http://schemas.microsoft.com/office/drawing/2014/main" id="{C0EEC686-E52E-4F51-8BE8-BB17E9FE906A}"/>
              </a:ext>
            </a:extLst>
          </p:cNvPr>
          <p:cNvGrpSpPr/>
          <p:nvPr/>
        </p:nvGrpSpPr>
        <p:grpSpPr>
          <a:xfrm>
            <a:off x="2757980" y="2481791"/>
            <a:ext cx="1021211" cy="300631"/>
            <a:chOff x="4523386" y="3151206"/>
            <a:chExt cx="1021211" cy="300631"/>
          </a:xfrm>
        </p:grpSpPr>
        <p:cxnSp>
          <p:nvCxnSpPr>
            <p:cNvPr id="221" name="Straight Connector 220">
              <a:extLst>
                <a:ext uri="{FF2B5EF4-FFF2-40B4-BE49-F238E27FC236}">
                  <a16:creationId xmlns:a16="http://schemas.microsoft.com/office/drawing/2014/main" id="{3305C77B-B2A8-47D2-9760-3D4C289B712F}"/>
                </a:ext>
              </a:extLst>
            </p:cNvPr>
            <p:cNvCxnSpPr>
              <a:cxnSpLocks/>
            </p:cNvCxnSpPr>
            <p:nvPr/>
          </p:nvCxnSpPr>
          <p:spPr>
            <a:xfrm>
              <a:off x="4922598" y="3151712"/>
              <a:ext cx="621999" cy="0"/>
            </a:xfrm>
            <a:prstGeom prst="line">
              <a:avLst/>
            </a:prstGeom>
            <a:ln w="15875" cap="rnd">
              <a:solidFill>
                <a:schemeClr val="accent4"/>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0248B095-4C28-4536-B7F9-3B128686F64B}"/>
                </a:ext>
              </a:extLst>
            </p:cNvPr>
            <p:cNvCxnSpPr>
              <a:cxnSpLocks/>
            </p:cNvCxnSpPr>
            <p:nvPr/>
          </p:nvCxnSpPr>
          <p:spPr>
            <a:xfrm flipH="1">
              <a:off x="4523386" y="3151206"/>
              <a:ext cx="371734" cy="300631"/>
            </a:xfrm>
            <a:prstGeom prst="line">
              <a:avLst/>
            </a:prstGeom>
            <a:ln w="15875" cap="rnd">
              <a:solidFill>
                <a:schemeClr val="accent4"/>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223" name="Group 222">
            <a:extLst>
              <a:ext uri="{FF2B5EF4-FFF2-40B4-BE49-F238E27FC236}">
                <a16:creationId xmlns:a16="http://schemas.microsoft.com/office/drawing/2014/main" id="{BC7C90C5-4E59-46B4-A49C-AE827652D5F0}"/>
              </a:ext>
            </a:extLst>
          </p:cNvPr>
          <p:cNvGrpSpPr/>
          <p:nvPr/>
        </p:nvGrpSpPr>
        <p:grpSpPr>
          <a:xfrm>
            <a:off x="2722585" y="3965396"/>
            <a:ext cx="1056606" cy="639442"/>
            <a:chOff x="4487991" y="4634811"/>
            <a:chExt cx="1056606" cy="391402"/>
          </a:xfrm>
        </p:grpSpPr>
        <p:cxnSp>
          <p:nvCxnSpPr>
            <p:cNvPr id="224" name="Straight Connector 223">
              <a:extLst>
                <a:ext uri="{FF2B5EF4-FFF2-40B4-BE49-F238E27FC236}">
                  <a16:creationId xmlns:a16="http://schemas.microsoft.com/office/drawing/2014/main" id="{D8B81160-2574-41F3-A5E3-4CC8302998AF}"/>
                </a:ext>
              </a:extLst>
            </p:cNvPr>
            <p:cNvCxnSpPr>
              <a:cxnSpLocks/>
            </p:cNvCxnSpPr>
            <p:nvPr/>
          </p:nvCxnSpPr>
          <p:spPr>
            <a:xfrm>
              <a:off x="4922598" y="5026213"/>
              <a:ext cx="621999" cy="0"/>
            </a:xfrm>
            <a:prstGeom prst="line">
              <a:avLst/>
            </a:prstGeom>
            <a:ln w="15875" cap="rnd">
              <a:solidFill>
                <a:schemeClr val="accent3"/>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09DABC1F-4D41-4EB7-A4DC-C117FE57BFB2}"/>
                </a:ext>
              </a:extLst>
            </p:cNvPr>
            <p:cNvCxnSpPr>
              <a:cxnSpLocks/>
            </p:cNvCxnSpPr>
            <p:nvPr/>
          </p:nvCxnSpPr>
          <p:spPr>
            <a:xfrm flipH="1" flipV="1">
              <a:off x="4487991" y="4634811"/>
              <a:ext cx="419702" cy="391183"/>
            </a:xfrm>
            <a:prstGeom prst="line">
              <a:avLst/>
            </a:prstGeom>
            <a:ln w="15875" cap="rnd">
              <a:solidFill>
                <a:schemeClr val="accent3"/>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4" name="Group 3">
            <a:extLst>
              <a:ext uri="{FF2B5EF4-FFF2-40B4-BE49-F238E27FC236}">
                <a16:creationId xmlns:a16="http://schemas.microsoft.com/office/drawing/2014/main" id="{0EFB063A-9A57-4FB2-B73C-7AD4E791F4D6}"/>
              </a:ext>
            </a:extLst>
          </p:cNvPr>
          <p:cNvGrpSpPr/>
          <p:nvPr/>
        </p:nvGrpSpPr>
        <p:grpSpPr>
          <a:xfrm>
            <a:off x="393341" y="2205789"/>
            <a:ext cx="2286000" cy="2286000"/>
            <a:chOff x="380600" y="1693103"/>
            <a:chExt cx="4113462" cy="4088045"/>
          </a:xfrm>
        </p:grpSpPr>
        <p:sp>
          <p:nvSpPr>
            <p:cNvPr id="148" name="Arc 147">
              <a:extLst>
                <a:ext uri="{FF2B5EF4-FFF2-40B4-BE49-F238E27FC236}">
                  <a16:creationId xmlns:a16="http://schemas.microsoft.com/office/drawing/2014/main" id="{9030AAFA-ACEB-4A54-9A08-B4B7652A851A}"/>
                </a:ext>
              </a:extLst>
            </p:cNvPr>
            <p:cNvSpPr/>
            <p:nvPr/>
          </p:nvSpPr>
          <p:spPr>
            <a:xfrm>
              <a:off x="380600" y="1693103"/>
              <a:ext cx="4088045" cy="4088045"/>
            </a:xfrm>
            <a:prstGeom prst="arc">
              <a:avLst>
                <a:gd name="adj1" fmla="val 16812435"/>
                <a:gd name="adj2" fmla="val 4781030"/>
              </a:avLst>
            </a:prstGeom>
            <a:ln w="25400" cap="rnd">
              <a:solidFill>
                <a:schemeClr val="accent6">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prstClr val="black"/>
                </a:solidFill>
                <a:effectLst/>
                <a:uLnTx/>
                <a:uFillTx/>
                <a:latin typeface="Verdana"/>
                <a:ea typeface="+mn-ea"/>
                <a:cs typeface="+mn-cs"/>
              </a:endParaRPr>
            </a:p>
          </p:txBody>
        </p:sp>
        <p:sp>
          <p:nvSpPr>
            <p:cNvPr id="149" name="Arc 148">
              <a:extLst>
                <a:ext uri="{FF2B5EF4-FFF2-40B4-BE49-F238E27FC236}">
                  <a16:creationId xmlns:a16="http://schemas.microsoft.com/office/drawing/2014/main" id="{0C94EEA9-9C98-4B91-A554-AA252EFFBB8F}"/>
                </a:ext>
              </a:extLst>
            </p:cNvPr>
            <p:cNvSpPr/>
            <p:nvPr/>
          </p:nvSpPr>
          <p:spPr>
            <a:xfrm flipH="1">
              <a:off x="406017" y="1693103"/>
              <a:ext cx="4088045" cy="4088045"/>
            </a:xfrm>
            <a:prstGeom prst="arc">
              <a:avLst>
                <a:gd name="adj1" fmla="val 16812435"/>
                <a:gd name="adj2" fmla="val 4781841"/>
              </a:avLst>
            </a:prstGeom>
            <a:ln w="25400" cap="rnd">
              <a:solidFill>
                <a:schemeClr val="accent6">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prstClr val="black"/>
                </a:solidFill>
                <a:effectLst/>
                <a:uLnTx/>
                <a:uFillTx/>
                <a:latin typeface="Verdana"/>
                <a:ea typeface="+mn-ea"/>
                <a:cs typeface="+mn-cs"/>
              </a:endParaRPr>
            </a:p>
          </p:txBody>
        </p:sp>
        <p:sp>
          <p:nvSpPr>
            <p:cNvPr id="150" name="Oval 149">
              <a:extLst>
                <a:ext uri="{FF2B5EF4-FFF2-40B4-BE49-F238E27FC236}">
                  <a16:creationId xmlns:a16="http://schemas.microsoft.com/office/drawing/2014/main" id="{E6483AB2-DD13-4C35-A67B-1076C768B46B}"/>
                </a:ext>
              </a:extLst>
            </p:cNvPr>
            <p:cNvSpPr/>
            <p:nvPr/>
          </p:nvSpPr>
          <p:spPr bwMode="gray">
            <a:xfrm>
              <a:off x="618308" y="1899909"/>
              <a:ext cx="3674434" cy="3674434"/>
            </a:xfrm>
            <a:prstGeom prst="ellipse">
              <a:avLst/>
            </a:prstGeom>
            <a:noFill/>
            <a:ln w="19050" algn="ctr">
              <a:solidFill>
                <a:srgbClr val="046A38"/>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151" name="Oval 150">
              <a:extLst>
                <a:ext uri="{FF2B5EF4-FFF2-40B4-BE49-F238E27FC236}">
                  <a16:creationId xmlns:a16="http://schemas.microsoft.com/office/drawing/2014/main" id="{DFBA97AC-3179-45F9-9E3B-EE4E3166898D}"/>
                </a:ext>
              </a:extLst>
            </p:cNvPr>
            <p:cNvSpPr/>
            <p:nvPr/>
          </p:nvSpPr>
          <p:spPr bwMode="gray">
            <a:xfrm>
              <a:off x="785328" y="2066929"/>
              <a:ext cx="3340395" cy="3340395"/>
            </a:xfrm>
            <a:prstGeom prst="ellipse">
              <a:avLst/>
            </a:prstGeom>
            <a:noFill/>
            <a:ln w="19050" algn="ctr">
              <a:solidFill>
                <a:srgbClr val="009A44"/>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152" name="Oval 151">
              <a:extLst>
                <a:ext uri="{FF2B5EF4-FFF2-40B4-BE49-F238E27FC236}">
                  <a16:creationId xmlns:a16="http://schemas.microsoft.com/office/drawing/2014/main" id="{8EB1C895-CF38-49A2-8FC8-970CDCA274F6}"/>
                </a:ext>
              </a:extLst>
            </p:cNvPr>
            <p:cNvSpPr/>
            <p:nvPr/>
          </p:nvSpPr>
          <p:spPr bwMode="gray">
            <a:xfrm>
              <a:off x="937164" y="2218765"/>
              <a:ext cx="3036722" cy="3036722"/>
            </a:xfrm>
            <a:prstGeom prst="ellipse">
              <a:avLst/>
            </a:prstGeom>
            <a:noFill/>
            <a:ln w="19050" algn="ctr">
              <a:solidFill>
                <a:srgbClr val="009A44"/>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153" name="Oval 152">
              <a:extLst>
                <a:ext uri="{FF2B5EF4-FFF2-40B4-BE49-F238E27FC236}">
                  <a16:creationId xmlns:a16="http://schemas.microsoft.com/office/drawing/2014/main" id="{A0D73A2E-4EA5-4CB9-8C5B-3037EA65E517}"/>
                </a:ext>
              </a:extLst>
            </p:cNvPr>
            <p:cNvSpPr/>
            <p:nvPr/>
          </p:nvSpPr>
          <p:spPr bwMode="gray">
            <a:xfrm>
              <a:off x="1075197" y="2356798"/>
              <a:ext cx="2760657" cy="2760657"/>
            </a:xfrm>
            <a:prstGeom prst="ellipse">
              <a:avLst/>
            </a:prstGeom>
            <a:noFill/>
            <a:ln w="19050" algn="ctr">
              <a:solidFill>
                <a:srgbClr val="43B02A"/>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grpSp>
      <p:grpSp>
        <p:nvGrpSpPr>
          <p:cNvPr id="106" name="Graphic 4">
            <a:extLst>
              <a:ext uri="{FF2B5EF4-FFF2-40B4-BE49-F238E27FC236}">
                <a16:creationId xmlns:a16="http://schemas.microsoft.com/office/drawing/2014/main" id="{7E3CE2F7-DE95-4730-B0B5-C79E597BFBBA}"/>
              </a:ext>
            </a:extLst>
          </p:cNvPr>
          <p:cNvGrpSpPr/>
          <p:nvPr/>
        </p:nvGrpSpPr>
        <p:grpSpPr>
          <a:xfrm>
            <a:off x="3929915" y="2192363"/>
            <a:ext cx="580307" cy="548643"/>
            <a:chOff x="905454" y="1402723"/>
            <a:chExt cx="362309" cy="361971"/>
          </a:xfrm>
          <a:solidFill>
            <a:schemeClr val="accent4"/>
          </a:solidFill>
        </p:grpSpPr>
        <p:sp>
          <p:nvSpPr>
            <p:cNvPr id="107" name="Graphic 4">
              <a:extLst>
                <a:ext uri="{FF2B5EF4-FFF2-40B4-BE49-F238E27FC236}">
                  <a16:creationId xmlns:a16="http://schemas.microsoft.com/office/drawing/2014/main" id="{D63DD56A-2C0D-4CEA-B76B-83422F11A60C}"/>
                </a:ext>
              </a:extLst>
            </p:cNvPr>
            <p:cNvSpPr/>
            <p:nvPr/>
          </p:nvSpPr>
          <p:spPr>
            <a:xfrm>
              <a:off x="983411" y="1599988"/>
              <a:ext cx="57509" cy="67670"/>
            </a:xfrm>
            <a:custGeom>
              <a:avLst/>
              <a:gdLst>
                <a:gd name="connsiteX0" fmla="*/ 57509 w 57509"/>
                <a:gd name="connsiteY0" fmla="*/ 67670 h 67670"/>
                <a:gd name="connsiteX1" fmla="*/ 57509 w 57509"/>
                <a:gd name="connsiteY1" fmla="*/ 38304 h 67670"/>
                <a:gd name="connsiteX2" fmla="*/ 0 w 57509"/>
                <a:gd name="connsiteY2" fmla="*/ 0 h 67670"/>
                <a:gd name="connsiteX3" fmla="*/ 0 w 57509"/>
                <a:gd name="connsiteY3" fmla="*/ 67670 h 67670"/>
              </a:gdLst>
              <a:ahLst/>
              <a:cxnLst>
                <a:cxn ang="0">
                  <a:pos x="connsiteX0" y="connsiteY0"/>
                </a:cxn>
                <a:cxn ang="0">
                  <a:pos x="connsiteX1" y="connsiteY1"/>
                </a:cxn>
                <a:cxn ang="0">
                  <a:pos x="connsiteX2" y="connsiteY2"/>
                </a:cxn>
                <a:cxn ang="0">
                  <a:pos x="connsiteX3" y="connsiteY3"/>
                </a:cxn>
              </a:cxnLst>
              <a:rect l="l" t="t" r="r" b="b"/>
              <a:pathLst>
                <a:path w="57509" h="67670">
                  <a:moveTo>
                    <a:pt x="57509" y="67670"/>
                  </a:moveTo>
                  <a:lnTo>
                    <a:pt x="57509" y="38304"/>
                  </a:lnTo>
                  <a:lnTo>
                    <a:pt x="0" y="0"/>
                  </a:lnTo>
                  <a:lnTo>
                    <a:pt x="0" y="6767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08" name="Graphic 4">
              <a:extLst>
                <a:ext uri="{FF2B5EF4-FFF2-40B4-BE49-F238E27FC236}">
                  <a16:creationId xmlns:a16="http://schemas.microsoft.com/office/drawing/2014/main" id="{9EFF1193-F9B1-49BA-A4FD-7A1FF754F357}"/>
                </a:ext>
              </a:extLst>
            </p:cNvPr>
            <p:cNvSpPr/>
            <p:nvPr/>
          </p:nvSpPr>
          <p:spPr>
            <a:xfrm>
              <a:off x="1117599" y="1555300"/>
              <a:ext cx="70928" cy="112358"/>
            </a:xfrm>
            <a:custGeom>
              <a:avLst/>
              <a:gdLst>
                <a:gd name="connsiteX0" fmla="*/ 14058 w 70928"/>
                <a:gd name="connsiteY0" fmla="*/ 0 h 112358"/>
                <a:gd name="connsiteX1" fmla="*/ 0 w 70928"/>
                <a:gd name="connsiteY1" fmla="*/ 112358 h 112358"/>
                <a:gd name="connsiteX2" fmla="*/ 0 w 70928"/>
                <a:gd name="connsiteY2" fmla="*/ 112358 h 112358"/>
                <a:gd name="connsiteX3" fmla="*/ 70928 w 70928"/>
                <a:gd name="connsiteY3" fmla="*/ 112358 h 112358"/>
                <a:gd name="connsiteX4" fmla="*/ 49842 w 70928"/>
                <a:gd name="connsiteY4" fmla="*/ 0 h 1123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928" h="112358">
                  <a:moveTo>
                    <a:pt x="14058" y="0"/>
                  </a:moveTo>
                  <a:lnTo>
                    <a:pt x="0" y="112358"/>
                  </a:lnTo>
                  <a:lnTo>
                    <a:pt x="0" y="112358"/>
                  </a:lnTo>
                  <a:lnTo>
                    <a:pt x="70928" y="112358"/>
                  </a:lnTo>
                  <a:lnTo>
                    <a:pt x="49842" y="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09" name="Graphic 4">
              <a:extLst>
                <a:ext uri="{FF2B5EF4-FFF2-40B4-BE49-F238E27FC236}">
                  <a16:creationId xmlns:a16="http://schemas.microsoft.com/office/drawing/2014/main" id="{E25B4691-A05F-4928-BA24-A37B39D4035D}"/>
                </a:ext>
              </a:extLst>
            </p:cNvPr>
            <p:cNvSpPr/>
            <p:nvPr/>
          </p:nvSpPr>
          <p:spPr>
            <a:xfrm>
              <a:off x="1053700" y="1599988"/>
              <a:ext cx="54314" cy="67670"/>
            </a:xfrm>
            <a:custGeom>
              <a:avLst/>
              <a:gdLst>
                <a:gd name="connsiteX0" fmla="*/ 50481 w 54314"/>
                <a:gd name="connsiteY0" fmla="*/ 67670 h 67670"/>
                <a:gd name="connsiteX1" fmla="*/ 54314 w 54314"/>
                <a:gd name="connsiteY1" fmla="*/ 36389 h 67670"/>
                <a:gd name="connsiteX2" fmla="*/ 0 w 54314"/>
                <a:gd name="connsiteY2" fmla="*/ 0 h 67670"/>
                <a:gd name="connsiteX3" fmla="*/ 0 w 54314"/>
                <a:gd name="connsiteY3" fmla="*/ 67670 h 67670"/>
              </a:gdLst>
              <a:ahLst/>
              <a:cxnLst>
                <a:cxn ang="0">
                  <a:pos x="connsiteX0" y="connsiteY0"/>
                </a:cxn>
                <a:cxn ang="0">
                  <a:pos x="connsiteX1" y="connsiteY1"/>
                </a:cxn>
                <a:cxn ang="0">
                  <a:pos x="connsiteX2" y="connsiteY2"/>
                </a:cxn>
                <a:cxn ang="0">
                  <a:pos x="connsiteX3" y="connsiteY3"/>
                </a:cxn>
              </a:cxnLst>
              <a:rect l="l" t="t" r="r" b="b"/>
              <a:pathLst>
                <a:path w="54314" h="67670">
                  <a:moveTo>
                    <a:pt x="50481" y="67670"/>
                  </a:moveTo>
                  <a:lnTo>
                    <a:pt x="54314" y="36389"/>
                  </a:lnTo>
                  <a:lnTo>
                    <a:pt x="0" y="0"/>
                  </a:lnTo>
                  <a:lnTo>
                    <a:pt x="0" y="6767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10" name="Graphic 4">
              <a:extLst>
                <a:ext uri="{FF2B5EF4-FFF2-40B4-BE49-F238E27FC236}">
                  <a16:creationId xmlns:a16="http://schemas.microsoft.com/office/drawing/2014/main" id="{4C574A0B-5554-423C-B012-CAB85CC96911}"/>
                </a:ext>
              </a:extLst>
            </p:cNvPr>
            <p:cNvSpPr/>
            <p:nvPr/>
          </p:nvSpPr>
          <p:spPr>
            <a:xfrm>
              <a:off x="905454" y="1402723"/>
              <a:ext cx="362309" cy="361971"/>
            </a:xfrm>
            <a:custGeom>
              <a:avLst/>
              <a:gdLst>
                <a:gd name="connsiteX0" fmla="*/ 180835 w 362309"/>
                <a:gd name="connsiteY0" fmla="*/ 0 h 361971"/>
                <a:gd name="connsiteX1" fmla="*/ 0 w 362309"/>
                <a:gd name="connsiteY1" fmla="*/ 181305 h 361971"/>
                <a:gd name="connsiteX2" fmla="*/ 180835 w 362309"/>
                <a:gd name="connsiteY2" fmla="*/ 361972 h 361971"/>
                <a:gd name="connsiteX3" fmla="*/ 362309 w 362309"/>
                <a:gd name="connsiteY3" fmla="*/ 181305 h 361971"/>
                <a:gd name="connsiteX4" fmla="*/ 362309 w 362309"/>
                <a:gd name="connsiteY4" fmla="*/ 181305 h 361971"/>
                <a:gd name="connsiteX5" fmla="*/ 180835 w 362309"/>
                <a:gd name="connsiteY5" fmla="*/ 0 h 361971"/>
                <a:gd name="connsiteX6" fmla="*/ 254959 w 362309"/>
                <a:gd name="connsiteY6" fmla="*/ 84907 h 361971"/>
                <a:gd name="connsiteX7" fmla="*/ 263904 w 362309"/>
                <a:gd name="connsiteY7" fmla="*/ 85545 h 361971"/>
                <a:gd name="connsiteX8" fmla="*/ 263904 w 362309"/>
                <a:gd name="connsiteY8" fmla="*/ 93845 h 361971"/>
                <a:gd name="connsiteX9" fmla="*/ 263265 w 362309"/>
                <a:gd name="connsiteY9" fmla="*/ 99590 h 361971"/>
                <a:gd name="connsiteX10" fmla="*/ 263904 w 362309"/>
                <a:gd name="connsiteY10" fmla="*/ 100229 h 361971"/>
                <a:gd name="connsiteX11" fmla="*/ 269016 w 362309"/>
                <a:gd name="connsiteY11" fmla="*/ 112358 h 361971"/>
                <a:gd name="connsiteX12" fmla="*/ 263265 w 362309"/>
                <a:gd name="connsiteY12" fmla="*/ 125126 h 361971"/>
                <a:gd name="connsiteX13" fmla="*/ 254320 w 362309"/>
                <a:gd name="connsiteY13" fmla="*/ 125126 h 361971"/>
                <a:gd name="connsiteX14" fmla="*/ 254320 w 362309"/>
                <a:gd name="connsiteY14" fmla="*/ 116188 h 361971"/>
                <a:gd name="connsiteX15" fmla="*/ 254320 w 362309"/>
                <a:gd name="connsiteY15" fmla="*/ 116188 h 361971"/>
                <a:gd name="connsiteX16" fmla="*/ 254959 w 362309"/>
                <a:gd name="connsiteY16" fmla="*/ 110443 h 361971"/>
                <a:gd name="connsiteX17" fmla="*/ 254320 w 362309"/>
                <a:gd name="connsiteY17" fmla="*/ 109804 h 361971"/>
                <a:gd name="connsiteX18" fmla="*/ 249208 w 362309"/>
                <a:gd name="connsiteY18" fmla="*/ 97675 h 361971"/>
                <a:gd name="connsiteX19" fmla="*/ 254959 w 362309"/>
                <a:gd name="connsiteY19" fmla="*/ 84907 h 361971"/>
                <a:gd name="connsiteX20" fmla="*/ 254959 w 362309"/>
                <a:gd name="connsiteY20" fmla="*/ 84907 h 361971"/>
                <a:gd name="connsiteX21" fmla="*/ 223009 w 362309"/>
                <a:gd name="connsiteY21" fmla="*/ 84907 h 361971"/>
                <a:gd name="connsiteX22" fmla="*/ 231955 w 362309"/>
                <a:gd name="connsiteY22" fmla="*/ 84907 h 361971"/>
                <a:gd name="connsiteX23" fmla="*/ 231955 w 362309"/>
                <a:gd name="connsiteY23" fmla="*/ 84907 h 361971"/>
                <a:gd name="connsiteX24" fmla="*/ 231955 w 362309"/>
                <a:gd name="connsiteY24" fmla="*/ 93845 h 361971"/>
                <a:gd name="connsiteX25" fmla="*/ 231316 w 362309"/>
                <a:gd name="connsiteY25" fmla="*/ 99590 h 361971"/>
                <a:gd name="connsiteX26" fmla="*/ 231955 w 362309"/>
                <a:gd name="connsiteY26" fmla="*/ 100229 h 361971"/>
                <a:gd name="connsiteX27" fmla="*/ 237067 w 362309"/>
                <a:gd name="connsiteY27" fmla="*/ 112358 h 361971"/>
                <a:gd name="connsiteX28" fmla="*/ 231316 w 362309"/>
                <a:gd name="connsiteY28" fmla="*/ 125126 h 361971"/>
                <a:gd name="connsiteX29" fmla="*/ 222370 w 362309"/>
                <a:gd name="connsiteY29" fmla="*/ 125126 h 361971"/>
                <a:gd name="connsiteX30" fmla="*/ 222370 w 362309"/>
                <a:gd name="connsiteY30" fmla="*/ 116188 h 361971"/>
                <a:gd name="connsiteX31" fmla="*/ 223009 w 362309"/>
                <a:gd name="connsiteY31" fmla="*/ 110443 h 361971"/>
                <a:gd name="connsiteX32" fmla="*/ 222370 w 362309"/>
                <a:gd name="connsiteY32" fmla="*/ 109804 h 361971"/>
                <a:gd name="connsiteX33" fmla="*/ 217258 w 362309"/>
                <a:gd name="connsiteY33" fmla="*/ 97675 h 361971"/>
                <a:gd name="connsiteX34" fmla="*/ 223009 w 362309"/>
                <a:gd name="connsiteY34" fmla="*/ 84907 h 361971"/>
                <a:gd name="connsiteX35" fmla="*/ 223009 w 362309"/>
                <a:gd name="connsiteY35" fmla="*/ 84907 h 361971"/>
                <a:gd name="connsiteX36" fmla="*/ 295854 w 362309"/>
                <a:gd name="connsiteY36" fmla="*/ 275788 h 361971"/>
                <a:gd name="connsiteX37" fmla="*/ 290742 w 362309"/>
                <a:gd name="connsiteY37" fmla="*/ 278342 h 361971"/>
                <a:gd name="connsiteX38" fmla="*/ 71567 w 362309"/>
                <a:gd name="connsiteY38" fmla="*/ 278342 h 361971"/>
                <a:gd name="connsiteX39" fmla="*/ 65177 w 362309"/>
                <a:gd name="connsiteY39" fmla="*/ 271958 h 361971"/>
                <a:gd name="connsiteX40" fmla="*/ 65177 w 362309"/>
                <a:gd name="connsiteY40" fmla="*/ 185774 h 361971"/>
                <a:gd name="connsiteX41" fmla="*/ 71567 w 362309"/>
                <a:gd name="connsiteY41" fmla="*/ 179390 h 361971"/>
                <a:gd name="connsiteX42" fmla="*/ 75401 w 362309"/>
                <a:gd name="connsiteY42" fmla="*/ 180667 h 361971"/>
                <a:gd name="connsiteX43" fmla="*/ 136106 w 362309"/>
                <a:gd name="connsiteY43" fmla="*/ 220886 h 361971"/>
                <a:gd name="connsiteX44" fmla="*/ 136106 w 362309"/>
                <a:gd name="connsiteY44" fmla="*/ 185774 h 361971"/>
                <a:gd name="connsiteX45" fmla="*/ 139301 w 362309"/>
                <a:gd name="connsiteY45" fmla="*/ 180028 h 361971"/>
                <a:gd name="connsiteX46" fmla="*/ 145691 w 362309"/>
                <a:gd name="connsiteY46" fmla="*/ 180667 h 361971"/>
                <a:gd name="connsiteX47" fmla="*/ 204478 w 362309"/>
                <a:gd name="connsiteY47" fmla="*/ 220247 h 361971"/>
                <a:gd name="connsiteX48" fmla="*/ 213424 w 362309"/>
                <a:gd name="connsiteY48" fmla="*/ 146193 h 361971"/>
                <a:gd name="connsiteX49" fmla="*/ 219814 w 362309"/>
                <a:gd name="connsiteY49" fmla="*/ 140448 h 361971"/>
                <a:gd name="connsiteX50" fmla="*/ 267099 w 362309"/>
                <a:gd name="connsiteY50" fmla="*/ 140448 h 361971"/>
                <a:gd name="connsiteX51" fmla="*/ 273489 w 362309"/>
                <a:gd name="connsiteY51" fmla="*/ 145555 h 361971"/>
                <a:gd name="connsiteX52" fmla="*/ 297132 w 362309"/>
                <a:gd name="connsiteY52" fmla="*/ 270681 h 361971"/>
                <a:gd name="connsiteX53" fmla="*/ 295854 w 362309"/>
                <a:gd name="connsiteY53" fmla="*/ 275788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62309" h="361971">
                  <a:moveTo>
                    <a:pt x="180835" y="0"/>
                  </a:moveTo>
                  <a:cubicBezTo>
                    <a:pt x="80513" y="0"/>
                    <a:pt x="0" y="81077"/>
                    <a:pt x="0" y="181305"/>
                  </a:cubicBezTo>
                  <a:cubicBezTo>
                    <a:pt x="0" y="281534"/>
                    <a:pt x="81152" y="361972"/>
                    <a:pt x="180835" y="361972"/>
                  </a:cubicBezTo>
                  <a:cubicBezTo>
                    <a:pt x="280518" y="361972"/>
                    <a:pt x="362309" y="280895"/>
                    <a:pt x="362309" y="181305"/>
                  </a:cubicBezTo>
                  <a:cubicBezTo>
                    <a:pt x="362309" y="181305"/>
                    <a:pt x="362309" y="181305"/>
                    <a:pt x="362309" y="181305"/>
                  </a:cubicBezTo>
                  <a:cubicBezTo>
                    <a:pt x="361670" y="80438"/>
                    <a:pt x="281157" y="0"/>
                    <a:pt x="180835" y="0"/>
                  </a:cubicBezTo>
                  <a:close/>
                  <a:moveTo>
                    <a:pt x="254959" y="84907"/>
                  </a:moveTo>
                  <a:cubicBezTo>
                    <a:pt x="257514" y="82353"/>
                    <a:pt x="261987" y="82992"/>
                    <a:pt x="263904" y="85545"/>
                  </a:cubicBezTo>
                  <a:cubicBezTo>
                    <a:pt x="265821" y="88099"/>
                    <a:pt x="265821" y="91291"/>
                    <a:pt x="263904" y="93845"/>
                  </a:cubicBezTo>
                  <a:cubicBezTo>
                    <a:pt x="261987" y="95121"/>
                    <a:pt x="261987" y="97675"/>
                    <a:pt x="263265" y="99590"/>
                  </a:cubicBezTo>
                  <a:cubicBezTo>
                    <a:pt x="263265" y="99590"/>
                    <a:pt x="263904" y="100229"/>
                    <a:pt x="263904" y="100229"/>
                  </a:cubicBezTo>
                  <a:cubicBezTo>
                    <a:pt x="267099" y="103420"/>
                    <a:pt x="269016" y="107889"/>
                    <a:pt x="269016" y="112358"/>
                  </a:cubicBezTo>
                  <a:cubicBezTo>
                    <a:pt x="269016" y="116827"/>
                    <a:pt x="267099" y="121934"/>
                    <a:pt x="263265" y="125126"/>
                  </a:cubicBezTo>
                  <a:cubicBezTo>
                    <a:pt x="260709" y="127680"/>
                    <a:pt x="256875" y="127680"/>
                    <a:pt x="254320" y="125126"/>
                  </a:cubicBezTo>
                  <a:cubicBezTo>
                    <a:pt x="251764" y="122572"/>
                    <a:pt x="251764" y="118742"/>
                    <a:pt x="254320" y="116188"/>
                  </a:cubicBezTo>
                  <a:lnTo>
                    <a:pt x="254320" y="116188"/>
                  </a:lnTo>
                  <a:cubicBezTo>
                    <a:pt x="256237" y="114912"/>
                    <a:pt x="256237" y="112358"/>
                    <a:pt x="254959" y="110443"/>
                  </a:cubicBezTo>
                  <a:cubicBezTo>
                    <a:pt x="254959" y="110443"/>
                    <a:pt x="254320" y="109804"/>
                    <a:pt x="254320" y="109804"/>
                  </a:cubicBezTo>
                  <a:cubicBezTo>
                    <a:pt x="251125" y="106612"/>
                    <a:pt x="249208" y="102144"/>
                    <a:pt x="249208" y="97675"/>
                  </a:cubicBezTo>
                  <a:cubicBezTo>
                    <a:pt x="249208" y="93206"/>
                    <a:pt x="251764" y="88099"/>
                    <a:pt x="254959" y="84907"/>
                  </a:cubicBezTo>
                  <a:lnTo>
                    <a:pt x="254959" y="84907"/>
                  </a:lnTo>
                  <a:close/>
                  <a:moveTo>
                    <a:pt x="223009" y="84907"/>
                  </a:moveTo>
                  <a:cubicBezTo>
                    <a:pt x="225565" y="82353"/>
                    <a:pt x="229399" y="82353"/>
                    <a:pt x="231955" y="84907"/>
                  </a:cubicBezTo>
                  <a:cubicBezTo>
                    <a:pt x="231955" y="84907"/>
                    <a:pt x="231955" y="84907"/>
                    <a:pt x="231955" y="84907"/>
                  </a:cubicBezTo>
                  <a:cubicBezTo>
                    <a:pt x="234511" y="87461"/>
                    <a:pt x="234511" y="91291"/>
                    <a:pt x="231955" y="93845"/>
                  </a:cubicBezTo>
                  <a:cubicBezTo>
                    <a:pt x="230038" y="95121"/>
                    <a:pt x="230038" y="97675"/>
                    <a:pt x="231316" y="99590"/>
                  </a:cubicBezTo>
                  <a:cubicBezTo>
                    <a:pt x="231316" y="99590"/>
                    <a:pt x="231955" y="100229"/>
                    <a:pt x="231955" y="100229"/>
                  </a:cubicBezTo>
                  <a:cubicBezTo>
                    <a:pt x="235150" y="103420"/>
                    <a:pt x="237067" y="107889"/>
                    <a:pt x="237067" y="112358"/>
                  </a:cubicBezTo>
                  <a:cubicBezTo>
                    <a:pt x="237067" y="116827"/>
                    <a:pt x="235150" y="121934"/>
                    <a:pt x="231316" y="125126"/>
                  </a:cubicBezTo>
                  <a:cubicBezTo>
                    <a:pt x="228760" y="127680"/>
                    <a:pt x="224926" y="127680"/>
                    <a:pt x="222370" y="125126"/>
                  </a:cubicBezTo>
                  <a:cubicBezTo>
                    <a:pt x="219814" y="122572"/>
                    <a:pt x="219814" y="118742"/>
                    <a:pt x="222370" y="116188"/>
                  </a:cubicBezTo>
                  <a:cubicBezTo>
                    <a:pt x="224287" y="114912"/>
                    <a:pt x="224287" y="112358"/>
                    <a:pt x="223009" y="110443"/>
                  </a:cubicBezTo>
                  <a:cubicBezTo>
                    <a:pt x="223009" y="110443"/>
                    <a:pt x="222370" y="109804"/>
                    <a:pt x="222370" y="109804"/>
                  </a:cubicBezTo>
                  <a:cubicBezTo>
                    <a:pt x="219175" y="106612"/>
                    <a:pt x="217258" y="102144"/>
                    <a:pt x="217258" y="97675"/>
                  </a:cubicBezTo>
                  <a:cubicBezTo>
                    <a:pt x="218536" y="92568"/>
                    <a:pt x="220453" y="88099"/>
                    <a:pt x="223009" y="84907"/>
                  </a:cubicBezTo>
                  <a:lnTo>
                    <a:pt x="223009" y="84907"/>
                  </a:lnTo>
                  <a:close/>
                  <a:moveTo>
                    <a:pt x="295854" y="275788"/>
                  </a:moveTo>
                  <a:cubicBezTo>
                    <a:pt x="294576" y="277065"/>
                    <a:pt x="292659" y="278342"/>
                    <a:pt x="290742" y="278342"/>
                  </a:cubicBezTo>
                  <a:lnTo>
                    <a:pt x="71567" y="278342"/>
                  </a:lnTo>
                  <a:cubicBezTo>
                    <a:pt x="67733" y="278342"/>
                    <a:pt x="65177" y="275788"/>
                    <a:pt x="65177" y="271958"/>
                  </a:cubicBezTo>
                  <a:lnTo>
                    <a:pt x="65177" y="185774"/>
                  </a:lnTo>
                  <a:cubicBezTo>
                    <a:pt x="65177" y="181944"/>
                    <a:pt x="67733" y="179390"/>
                    <a:pt x="71567" y="179390"/>
                  </a:cubicBezTo>
                  <a:cubicBezTo>
                    <a:pt x="72845" y="179390"/>
                    <a:pt x="74123" y="180028"/>
                    <a:pt x="75401" y="180667"/>
                  </a:cubicBezTo>
                  <a:lnTo>
                    <a:pt x="136106" y="220886"/>
                  </a:lnTo>
                  <a:lnTo>
                    <a:pt x="136106" y="185774"/>
                  </a:lnTo>
                  <a:cubicBezTo>
                    <a:pt x="136106" y="183220"/>
                    <a:pt x="137384" y="181305"/>
                    <a:pt x="139301" y="180028"/>
                  </a:cubicBezTo>
                  <a:cubicBezTo>
                    <a:pt x="141218" y="178752"/>
                    <a:pt x="143774" y="179390"/>
                    <a:pt x="145691" y="180667"/>
                  </a:cubicBezTo>
                  <a:lnTo>
                    <a:pt x="204478" y="220247"/>
                  </a:lnTo>
                  <a:lnTo>
                    <a:pt x="213424" y="146193"/>
                  </a:lnTo>
                  <a:cubicBezTo>
                    <a:pt x="214063" y="143001"/>
                    <a:pt x="216619" y="140448"/>
                    <a:pt x="219814" y="140448"/>
                  </a:cubicBezTo>
                  <a:lnTo>
                    <a:pt x="267099" y="140448"/>
                  </a:lnTo>
                  <a:cubicBezTo>
                    <a:pt x="270294" y="140448"/>
                    <a:pt x="272850" y="142363"/>
                    <a:pt x="273489" y="145555"/>
                  </a:cubicBezTo>
                  <a:lnTo>
                    <a:pt x="297132" y="270681"/>
                  </a:lnTo>
                  <a:cubicBezTo>
                    <a:pt x="297771" y="271958"/>
                    <a:pt x="297132" y="273873"/>
                    <a:pt x="295854" y="27578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grpSp>
        <p:nvGrpSpPr>
          <p:cNvPr id="94" name="Graphic 4">
            <a:extLst>
              <a:ext uri="{FF2B5EF4-FFF2-40B4-BE49-F238E27FC236}">
                <a16:creationId xmlns:a16="http://schemas.microsoft.com/office/drawing/2014/main" id="{872CC66D-450A-4AA3-B2E9-0EFB96FF3EC9}"/>
              </a:ext>
            </a:extLst>
          </p:cNvPr>
          <p:cNvGrpSpPr/>
          <p:nvPr/>
        </p:nvGrpSpPr>
        <p:grpSpPr>
          <a:xfrm>
            <a:off x="1208089" y="3028748"/>
            <a:ext cx="640080" cy="640082"/>
            <a:chOff x="7192513" y="4792617"/>
            <a:chExt cx="361674" cy="361333"/>
          </a:xfrm>
          <a:solidFill>
            <a:srgbClr val="43B02A"/>
          </a:solidFill>
        </p:grpSpPr>
        <p:sp>
          <p:nvSpPr>
            <p:cNvPr id="95" name="Graphic 4">
              <a:extLst>
                <a:ext uri="{FF2B5EF4-FFF2-40B4-BE49-F238E27FC236}">
                  <a16:creationId xmlns:a16="http://schemas.microsoft.com/office/drawing/2014/main" id="{E9BC65F2-08F3-4705-8829-B4907D4ADFA3}"/>
                </a:ext>
              </a:extLst>
            </p:cNvPr>
            <p:cNvSpPr/>
            <p:nvPr/>
          </p:nvSpPr>
          <p:spPr>
            <a:xfrm>
              <a:off x="7316477" y="4908806"/>
              <a:ext cx="154636" cy="90652"/>
            </a:xfrm>
            <a:custGeom>
              <a:avLst/>
              <a:gdLst>
                <a:gd name="connsiteX0" fmla="*/ 120770 w 154636"/>
                <a:gd name="connsiteY0" fmla="*/ 15322 h 90652"/>
                <a:gd name="connsiteX1" fmla="*/ 118853 w 154636"/>
                <a:gd name="connsiteY1" fmla="*/ 15322 h 90652"/>
                <a:gd name="connsiteX2" fmla="*/ 65817 w 154636"/>
                <a:gd name="connsiteY2" fmla="*/ 0 h 90652"/>
                <a:gd name="connsiteX3" fmla="*/ 4473 w 154636"/>
                <a:gd name="connsiteY3" fmla="*/ 33197 h 90652"/>
                <a:gd name="connsiteX4" fmla="*/ 0 w 154636"/>
                <a:gd name="connsiteY4" fmla="*/ 40858 h 90652"/>
                <a:gd name="connsiteX5" fmla="*/ 3195 w 154636"/>
                <a:gd name="connsiteY5" fmla="*/ 49157 h 90652"/>
                <a:gd name="connsiteX6" fmla="*/ 8946 w 154636"/>
                <a:gd name="connsiteY6" fmla="*/ 50434 h 90652"/>
                <a:gd name="connsiteX7" fmla="*/ 99683 w 154636"/>
                <a:gd name="connsiteY7" fmla="*/ 35112 h 90652"/>
                <a:gd name="connsiteX8" fmla="*/ 106073 w 154636"/>
                <a:gd name="connsiteY8" fmla="*/ 38304 h 90652"/>
                <a:gd name="connsiteX9" fmla="*/ 135466 w 154636"/>
                <a:gd name="connsiteY9" fmla="*/ 90653 h 90652"/>
                <a:gd name="connsiteX10" fmla="*/ 137384 w 154636"/>
                <a:gd name="connsiteY10" fmla="*/ 90014 h 90652"/>
                <a:gd name="connsiteX11" fmla="*/ 153358 w 154636"/>
                <a:gd name="connsiteY11" fmla="*/ 90014 h 90652"/>
                <a:gd name="connsiteX12" fmla="*/ 154636 w 154636"/>
                <a:gd name="connsiteY12" fmla="*/ 90014 h 90652"/>
                <a:gd name="connsiteX13" fmla="*/ 154636 w 154636"/>
                <a:gd name="connsiteY13" fmla="*/ 14683 h 90652"/>
                <a:gd name="connsiteX14" fmla="*/ 120770 w 154636"/>
                <a:gd name="connsiteY14" fmla="*/ 14683 h 90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4636" h="90652">
                  <a:moveTo>
                    <a:pt x="120770" y="15322"/>
                  </a:moveTo>
                  <a:cubicBezTo>
                    <a:pt x="120131" y="15322"/>
                    <a:pt x="119492" y="15322"/>
                    <a:pt x="118853" y="15322"/>
                  </a:cubicBezTo>
                  <a:lnTo>
                    <a:pt x="65817" y="0"/>
                  </a:lnTo>
                  <a:lnTo>
                    <a:pt x="4473" y="33197"/>
                  </a:lnTo>
                  <a:cubicBezTo>
                    <a:pt x="1917" y="35112"/>
                    <a:pt x="0" y="37666"/>
                    <a:pt x="0" y="40858"/>
                  </a:cubicBezTo>
                  <a:cubicBezTo>
                    <a:pt x="0" y="44050"/>
                    <a:pt x="1278" y="47242"/>
                    <a:pt x="3195" y="49157"/>
                  </a:cubicBezTo>
                  <a:cubicBezTo>
                    <a:pt x="4473" y="50434"/>
                    <a:pt x="6390" y="51072"/>
                    <a:pt x="8946" y="50434"/>
                  </a:cubicBezTo>
                  <a:lnTo>
                    <a:pt x="99683" y="35112"/>
                  </a:lnTo>
                  <a:cubicBezTo>
                    <a:pt x="102239" y="34474"/>
                    <a:pt x="104795" y="35751"/>
                    <a:pt x="106073" y="38304"/>
                  </a:cubicBezTo>
                  <a:lnTo>
                    <a:pt x="135466" y="90653"/>
                  </a:lnTo>
                  <a:cubicBezTo>
                    <a:pt x="136106" y="90653"/>
                    <a:pt x="136745" y="90014"/>
                    <a:pt x="137384" y="90014"/>
                  </a:cubicBezTo>
                  <a:lnTo>
                    <a:pt x="153358" y="90014"/>
                  </a:lnTo>
                  <a:cubicBezTo>
                    <a:pt x="153997" y="90014"/>
                    <a:pt x="154636" y="90014"/>
                    <a:pt x="154636" y="90014"/>
                  </a:cubicBezTo>
                  <a:lnTo>
                    <a:pt x="154636" y="14683"/>
                  </a:lnTo>
                  <a:lnTo>
                    <a:pt x="120770" y="14683"/>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96" name="Graphic 4">
              <a:extLst>
                <a:ext uri="{FF2B5EF4-FFF2-40B4-BE49-F238E27FC236}">
                  <a16:creationId xmlns:a16="http://schemas.microsoft.com/office/drawing/2014/main" id="{EE8A8401-85D6-4C4A-B050-50FA7ACFE2E9}"/>
                </a:ext>
              </a:extLst>
            </p:cNvPr>
            <p:cNvSpPr/>
            <p:nvPr/>
          </p:nvSpPr>
          <p:spPr>
            <a:xfrm>
              <a:off x="7275582" y="4924128"/>
              <a:ext cx="169333" cy="123630"/>
            </a:xfrm>
            <a:custGeom>
              <a:avLst/>
              <a:gdLst>
                <a:gd name="connsiteX0" fmla="*/ 137384 w 169333"/>
                <a:gd name="connsiteY0" fmla="*/ 33197 h 123630"/>
                <a:gd name="connsiteX1" fmla="*/ 51119 w 169333"/>
                <a:gd name="connsiteY1" fmla="*/ 47880 h 123630"/>
                <a:gd name="connsiteX2" fmla="*/ 35145 w 169333"/>
                <a:gd name="connsiteY2" fmla="*/ 43411 h 123630"/>
                <a:gd name="connsiteX3" fmla="*/ 27477 w 169333"/>
                <a:gd name="connsiteY3" fmla="*/ 25536 h 123630"/>
                <a:gd name="connsiteX4" fmla="*/ 38340 w 169333"/>
                <a:gd name="connsiteY4" fmla="*/ 6384 h 123630"/>
                <a:gd name="connsiteX5" fmla="*/ 50481 w 169333"/>
                <a:gd name="connsiteY5" fmla="*/ 0 h 123630"/>
                <a:gd name="connsiteX6" fmla="*/ 0 w 169333"/>
                <a:gd name="connsiteY6" fmla="*/ 0 h 123630"/>
                <a:gd name="connsiteX7" fmla="*/ 0 w 169333"/>
                <a:gd name="connsiteY7" fmla="*/ 74693 h 123630"/>
                <a:gd name="connsiteX8" fmla="*/ 17253 w 169333"/>
                <a:gd name="connsiteY8" fmla="*/ 74693 h 123630"/>
                <a:gd name="connsiteX9" fmla="*/ 23004 w 169333"/>
                <a:gd name="connsiteY9" fmla="*/ 77885 h 123630"/>
                <a:gd name="connsiteX10" fmla="*/ 46647 w 169333"/>
                <a:gd name="connsiteY10" fmla="*/ 117465 h 123630"/>
                <a:gd name="connsiteX11" fmla="*/ 53676 w 169333"/>
                <a:gd name="connsiteY11" fmla="*/ 123211 h 123630"/>
                <a:gd name="connsiteX12" fmla="*/ 61343 w 169333"/>
                <a:gd name="connsiteY12" fmla="*/ 122573 h 123630"/>
                <a:gd name="connsiteX13" fmla="*/ 63899 w 169333"/>
                <a:gd name="connsiteY13" fmla="*/ 109805 h 123630"/>
                <a:gd name="connsiteX14" fmla="*/ 58148 w 169333"/>
                <a:gd name="connsiteY14" fmla="*/ 101505 h 123630"/>
                <a:gd name="connsiteX15" fmla="*/ 60066 w 169333"/>
                <a:gd name="connsiteY15" fmla="*/ 92568 h 123630"/>
                <a:gd name="connsiteX16" fmla="*/ 69012 w 169333"/>
                <a:gd name="connsiteY16" fmla="*/ 94483 h 123630"/>
                <a:gd name="connsiteX17" fmla="*/ 74763 w 169333"/>
                <a:gd name="connsiteY17" fmla="*/ 102782 h 123630"/>
                <a:gd name="connsiteX18" fmla="*/ 74763 w 169333"/>
                <a:gd name="connsiteY18" fmla="*/ 102782 h 123630"/>
                <a:gd name="connsiteX19" fmla="*/ 74763 w 169333"/>
                <a:gd name="connsiteY19" fmla="*/ 102782 h 123630"/>
                <a:gd name="connsiteX20" fmla="*/ 74763 w 169333"/>
                <a:gd name="connsiteY20" fmla="*/ 102782 h 123630"/>
                <a:gd name="connsiteX21" fmla="*/ 83708 w 169333"/>
                <a:gd name="connsiteY21" fmla="*/ 117465 h 123630"/>
                <a:gd name="connsiteX22" fmla="*/ 98405 w 169333"/>
                <a:gd name="connsiteY22" fmla="*/ 121296 h 123630"/>
                <a:gd name="connsiteX23" fmla="*/ 102239 w 169333"/>
                <a:gd name="connsiteY23" fmla="*/ 107251 h 123630"/>
                <a:gd name="connsiteX24" fmla="*/ 86903 w 169333"/>
                <a:gd name="connsiteY24" fmla="*/ 81715 h 123630"/>
                <a:gd name="connsiteX25" fmla="*/ 88820 w 169333"/>
                <a:gd name="connsiteY25" fmla="*/ 72777 h 123630"/>
                <a:gd name="connsiteX26" fmla="*/ 97766 w 169333"/>
                <a:gd name="connsiteY26" fmla="*/ 74693 h 123630"/>
                <a:gd name="connsiteX27" fmla="*/ 99683 w 169333"/>
                <a:gd name="connsiteY27" fmla="*/ 78523 h 123630"/>
                <a:gd name="connsiteX28" fmla="*/ 100322 w 169333"/>
                <a:gd name="connsiteY28" fmla="*/ 79161 h 123630"/>
                <a:gd name="connsiteX29" fmla="*/ 112463 w 169333"/>
                <a:gd name="connsiteY29" fmla="*/ 100229 h 123630"/>
                <a:gd name="connsiteX30" fmla="*/ 112463 w 169333"/>
                <a:gd name="connsiteY30" fmla="*/ 100867 h 123630"/>
                <a:gd name="connsiteX31" fmla="*/ 121409 w 169333"/>
                <a:gd name="connsiteY31" fmla="*/ 115550 h 123630"/>
                <a:gd name="connsiteX32" fmla="*/ 136106 w 169333"/>
                <a:gd name="connsiteY32" fmla="*/ 119381 h 123630"/>
                <a:gd name="connsiteX33" fmla="*/ 138662 w 169333"/>
                <a:gd name="connsiteY33" fmla="*/ 105336 h 123630"/>
                <a:gd name="connsiteX34" fmla="*/ 113102 w 169333"/>
                <a:gd name="connsiteY34" fmla="*/ 61925 h 123630"/>
                <a:gd name="connsiteX35" fmla="*/ 115658 w 169333"/>
                <a:gd name="connsiteY35" fmla="*/ 52987 h 123630"/>
                <a:gd name="connsiteX36" fmla="*/ 124604 w 169333"/>
                <a:gd name="connsiteY36" fmla="*/ 55541 h 123630"/>
                <a:gd name="connsiteX37" fmla="*/ 150164 w 169333"/>
                <a:gd name="connsiteY37" fmla="*/ 98952 h 123630"/>
                <a:gd name="connsiteX38" fmla="*/ 156553 w 169333"/>
                <a:gd name="connsiteY38" fmla="*/ 104059 h 123630"/>
                <a:gd name="connsiteX39" fmla="*/ 164222 w 169333"/>
                <a:gd name="connsiteY39" fmla="*/ 102782 h 123630"/>
                <a:gd name="connsiteX40" fmla="*/ 168056 w 169333"/>
                <a:gd name="connsiteY40" fmla="*/ 88099 h 123630"/>
                <a:gd name="connsiteX41" fmla="*/ 137384 w 169333"/>
                <a:gd name="connsiteY41" fmla="*/ 33197 h 123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69333" h="123630">
                  <a:moveTo>
                    <a:pt x="137384" y="33197"/>
                  </a:moveTo>
                  <a:lnTo>
                    <a:pt x="51119" y="47880"/>
                  </a:lnTo>
                  <a:cubicBezTo>
                    <a:pt x="44730" y="48518"/>
                    <a:pt x="39618" y="47241"/>
                    <a:pt x="35145" y="43411"/>
                  </a:cubicBezTo>
                  <a:cubicBezTo>
                    <a:pt x="30033" y="38942"/>
                    <a:pt x="27477" y="32558"/>
                    <a:pt x="27477" y="25536"/>
                  </a:cubicBezTo>
                  <a:cubicBezTo>
                    <a:pt x="27477" y="17875"/>
                    <a:pt x="31950" y="10853"/>
                    <a:pt x="38340" y="6384"/>
                  </a:cubicBezTo>
                  <a:lnTo>
                    <a:pt x="50481" y="0"/>
                  </a:lnTo>
                  <a:lnTo>
                    <a:pt x="0" y="0"/>
                  </a:lnTo>
                  <a:lnTo>
                    <a:pt x="0" y="74693"/>
                  </a:lnTo>
                  <a:lnTo>
                    <a:pt x="17253" y="74693"/>
                  </a:lnTo>
                  <a:cubicBezTo>
                    <a:pt x="19809" y="74693"/>
                    <a:pt x="21726" y="75969"/>
                    <a:pt x="23004" y="77885"/>
                  </a:cubicBezTo>
                  <a:lnTo>
                    <a:pt x="46647" y="117465"/>
                  </a:lnTo>
                  <a:cubicBezTo>
                    <a:pt x="47925" y="120019"/>
                    <a:pt x="50481" y="121934"/>
                    <a:pt x="53676" y="123211"/>
                  </a:cubicBezTo>
                  <a:cubicBezTo>
                    <a:pt x="56232" y="123849"/>
                    <a:pt x="58788" y="123849"/>
                    <a:pt x="61343" y="122573"/>
                  </a:cubicBezTo>
                  <a:cubicBezTo>
                    <a:pt x="67094" y="119381"/>
                    <a:pt x="66456" y="113635"/>
                    <a:pt x="63899" y="109805"/>
                  </a:cubicBezTo>
                  <a:lnTo>
                    <a:pt x="58148" y="101505"/>
                  </a:lnTo>
                  <a:cubicBezTo>
                    <a:pt x="56232" y="98313"/>
                    <a:pt x="56871" y="94483"/>
                    <a:pt x="60066" y="92568"/>
                  </a:cubicBezTo>
                  <a:cubicBezTo>
                    <a:pt x="63261" y="90653"/>
                    <a:pt x="67094" y="91291"/>
                    <a:pt x="69012" y="94483"/>
                  </a:cubicBezTo>
                  <a:lnTo>
                    <a:pt x="74763" y="102782"/>
                  </a:lnTo>
                  <a:cubicBezTo>
                    <a:pt x="74763" y="102782"/>
                    <a:pt x="74763" y="102782"/>
                    <a:pt x="74763" y="102782"/>
                  </a:cubicBezTo>
                  <a:cubicBezTo>
                    <a:pt x="74763" y="102782"/>
                    <a:pt x="74763" y="102782"/>
                    <a:pt x="74763" y="102782"/>
                  </a:cubicBezTo>
                  <a:cubicBezTo>
                    <a:pt x="74763" y="102782"/>
                    <a:pt x="74763" y="102782"/>
                    <a:pt x="74763" y="102782"/>
                  </a:cubicBezTo>
                  <a:lnTo>
                    <a:pt x="83708" y="117465"/>
                  </a:lnTo>
                  <a:cubicBezTo>
                    <a:pt x="86903" y="122573"/>
                    <a:pt x="93293" y="123849"/>
                    <a:pt x="98405" y="121296"/>
                  </a:cubicBezTo>
                  <a:cubicBezTo>
                    <a:pt x="103517" y="118104"/>
                    <a:pt x="104795" y="112358"/>
                    <a:pt x="102239" y="107251"/>
                  </a:cubicBezTo>
                  <a:lnTo>
                    <a:pt x="86903" y="81715"/>
                  </a:lnTo>
                  <a:cubicBezTo>
                    <a:pt x="84986" y="78523"/>
                    <a:pt x="86264" y="74693"/>
                    <a:pt x="88820" y="72777"/>
                  </a:cubicBezTo>
                  <a:cubicBezTo>
                    <a:pt x="92015" y="70862"/>
                    <a:pt x="95849" y="72139"/>
                    <a:pt x="97766" y="74693"/>
                  </a:cubicBezTo>
                  <a:lnTo>
                    <a:pt x="99683" y="78523"/>
                  </a:lnTo>
                  <a:cubicBezTo>
                    <a:pt x="99683" y="78523"/>
                    <a:pt x="100322" y="79161"/>
                    <a:pt x="100322" y="79161"/>
                  </a:cubicBezTo>
                  <a:lnTo>
                    <a:pt x="112463" y="100229"/>
                  </a:lnTo>
                  <a:cubicBezTo>
                    <a:pt x="112463" y="100229"/>
                    <a:pt x="112463" y="100229"/>
                    <a:pt x="112463" y="100867"/>
                  </a:cubicBezTo>
                  <a:lnTo>
                    <a:pt x="121409" y="115550"/>
                  </a:lnTo>
                  <a:cubicBezTo>
                    <a:pt x="124604" y="120657"/>
                    <a:pt x="130994" y="122573"/>
                    <a:pt x="136106" y="119381"/>
                  </a:cubicBezTo>
                  <a:cubicBezTo>
                    <a:pt x="141857" y="116189"/>
                    <a:pt x="141217" y="109805"/>
                    <a:pt x="138662" y="105336"/>
                  </a:cubicBezTo>
                  <a:lnTo>
                    <a:pt x="113102" y="61925"/>
                  </a:lnTo>
                  <a:cubicBezTo>
                    <a:pt x="111185" y="58733"/>
                    <a:pt x="112463" y="54902"/>
                    <a:pt x="115658" y="52987"/>
                  </a:cubicBezTo>
                  <a:cubicBezTo>
                    <a:pt x="118853" y="51072"/>
                    <a:pt x="122687" y="52349"/>
                    <a:pt x="124604" y="55541"/>
                  </a:cubicBezTo>
                  <a:lnTo>
                    <a:pt x="150164" y="98952"/>
                  </a:lnTo>
                  <a:cubicBezTo>
                    <a:pt x="151442" y="101505"/>
                    <a:pt x="153997" y="102782"/>
                    <a:pt x="156553" y="104059"/>
                  </a:cubicBezTo>
                  <a:cubicBezTo>
                    <a:pt x="159110" y="104697"/>
                    <a:pt x="162305" y="104059"/>
                    <a:pt x="164222" y="102782"/>
                  </a:cubicBezTo>
                  <a:cubicBezTo>
                    <a:pt x="169333" y="99590"/>
                    <a:pt x="170612" y="93206"/>
                    <a:pt x="168056" y="88099"/>
                  </a:cubicBezTo>
                  <a:lnTo>
                    <a:pt x="137384" y="33197"/>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97" name="Graphic 4">
              <a:extLst>
                <a:ext uri="{FF2B5EF4-FFF2-40B4-BE49-F238E27FC236}">
                  <a16:creationId xmlns:a16="http://schemas.microsoft.com/office/drawing/2014/main" id="{F660D8FD-605B-4F81-BA19-663D243D95A7}"/>
                </a:ext>
              </a:extLst>
            </p:cNvPr>
            <p:cNvSpPr/>
            <p:nvPr/>
          </p:nvSpPr>
          <p:spPr>
            <a:xfrm>
              <a:off x="7192513" y="4792617"/>
              <a:ext cx="361674" cy="361333"/>
            </a:xfrm>
            <a:custGeom>
              <a:avLst/>
              <a:gdLst>
                <a:gd name="connsiteX0" fmla="*/ 180836 w 361674"/>
                <a:gd name="connsiteY0" fmla="*/ 0 h 361333"/>
                <a:gd name="connsiteX1" fmla="*/ 0 w 361674"/>
                <a:gd name="connsiteY1" fmla="*/ 180667 h 361333"/>
                <a:gd name="connsiteX2" fmla="*/ 180836 w 361674"/>
                <a:gd name="connsiteY2" fmla="*/ 361334 h 361333"/>
                <a:gd name="connsiteX3" fmla="*/ 361670 w 361674"/>
                <a:gd name="connsiteY3" fmla="*/ 180667 h 361333"/>
                <a:gd name="connsiteX4" fmla="*/ 180836 w 361674"/>
                <a:gd name="connsiteY4" fmla="*/ 0 h 361333"/>
                <a:gd name="connsiteX5" fmla="*/ 292659 w 361674"/>
                <a:gd name="connsiteY5" fmla="*/ 222163 h 361333"/>
                <a:gd name="connsiteX6" fmla="*/ 299049 w 361674"/>
                <a:gd name="connsiteY6" fmla="*/ 228547 h 361333"/>
                <a:gd name="connsiteX7" fmla="*/ 292659 w 361674"/>
                <a:gd name="connsiteY7" fmla="*/ 234931 h 361333"/>
                <a:gd name="connsiteX8" fmla="*/ 284991 w 361674"/>
                <a:gd name="connsiteY8" fmla="*/ 234931 h 361333"/>
                <a:gd name="connsiteX9" fmla="*/ 278601 w 361674"/>
                <a:gd name="connsiteY9" fmla="*/ 228547 h 361333"/>
                <a:gd name="connsiteX10" fmla="*/ 278601 w 361674"/>
                <a:gd name="connsiteY10" fmla="*/ 218971 h 361333"/>
                <a:gd name="connsiteX11" fmla="*/ 277323 w 361674"/>
                <a:gd name="connsiteY11" fmla="*/ 218971 h 361333"/>
                <a:gd name="connsiteX12" fmla="*/ 265821 w 361674"/>
                <a:gd name="connsiteY12" fmla="*/ 218971 h 361333"/>
                <a:gd name="connsiteX13" fmla="*/ 255597 w 361674"/>
                <a:gd name="connsiteY13" fmla="*/ 245145 h 361333"/>
                <a:gd name="connsiteX14" fmla="*/ 243456 w 361674"/>
                <a:gd name="connsiteY14" fmla="*/ 248337 h 361333"/>
                <a:gd name="connsiteX15" fmla="*/ 237706 w 361674"/>
                <a:gd name="connsiteY15" fmla="*/ 247699 h 361333"/>
                <a:gd name="connsiteX16" fmla="*/ 237706 w 361674"/>
                <a:gd name="connsiteY16" fmla="*/ 247699 h 361333"/>
                <a:gd name="connsiteX17" fmla="*/ 227482 w 361674"/>
                <a:gd name="connsiteY17" fmla="*/ 261743 h 361333"/>
                <a:gd name="connsiteX18" fmla="*/ 215980 w 361674"/>
                <a:gd name="connsiteY18" fmla="*/ 264935 h 361333"/>
                <a:gd name="connsiteX19" fmla="*/ 197449 w 361674"/>
                <a:gd name="connsiteY19" fmla="*/ 255998 h 361333"/>
                <a:gd name="connsiteX20" fmla="*/ 189782 w 361674"/>
                <a:gd name="connsiteY20" fmla="*/ 263659 h 361333"/>
                <a:gd name="connsiteX21" fmla="*/ 177641 w 361674"/>
                <a:gd name="connsiteY21" fmla="*/ 266851 h 361333"/>
                <a:gd name="connsiteX22" fmla="*/ 159748 w 361674"/>
                <a:gd name="connsiteY22" fmla="*/ 258551 h 361333"/>
                <a:gd name="connsiteX23" fmla="*/ 152720 w 361674"/>
                <a:gd name="connsiteY23" fmla="*/ 264935 h 361333"/>
                <a:gd name="connsiteX24" fmla="*/ 141857 w 361674"/>
                <a:gd name="connsiteY24" fmla="*/ 268127 h 361333"/>
                <a:gd name="connsiteX25" fmla="*/ 134828 w 361674"/>
                <a:gd name="connsiteY25" fmla="*/ 266851 h 361333"/>
                <a:gd name="connsiteX26" fmla="*/ 120770 w 361674"/>
                <a:gd name="connsiteY26" fmla="*/ 255998 h 361333"/>
                <a:gd name="connsiteX27" fmla="*/ 98405 w 361674"/>
                <a:gd name="connsiteY27" fmla="*/ 218971 h 361333"/>
                <a:gd name="connsiteX28" fmla="*/ 84348 w 361674"/>
                <a:gd name="connsiteY28" fmla="*/ 218971 h 361333"/>
                <a:gd name="connsiteX29" fmla="*/ 84348 w 361674"/>
                <a:gd name="connsiteY29" fmla="*/ 228547 h 361333"/>
                <a:gd name="connsiteX30" fmla="*/ 77958 w 361674"/>
                <a:gd name="connsiteY30" fmla="*/ 234931 h 361333"/>
                <a:gd name="connsiteX31" fmla="*/ 70289 w 361674"/>
                <a:gd name="connsiteY31" fmla="*/ 234931 h 361333"/>
                <a:gd name="connsiteX32" fmla="*/ 63899 w 361674"/>
                <a:gd name="connsiteY32" fmla="*/ 228547 h 361333"/>
                <a:gd name="connsiteX33" fmla="*/ 70289 w 361674"/>
                <a:gd name="connsiteY33" fmla="*/ 222163 h 361333"/>
                <a:gd name="connsiteX34" fmla="*/ 71568 w 361674"/>
                <a:gd name="connsiteY34" fmla="*/ 222163 h 361333"/>
                <a:gd name="connsiteX35" fmla="*/ 71568 w 361674"/>
                <a:gd name="connsiteY35" fmla="*/ 107251 h 361333"/>
                <a:gd name="connsiteX36" fmla="*/ 70289 w 361674"/>
                <a:gd name="connsiteY36" fmla="*/ 107251 h 361333"/>
                <a:gd name="connsiteX37" fmla="*/ 63899 w 361674"/>
                <a:gd name="connsiteY37" fmla="*/ 100867 h 361333"/>
                <a:gd name="connsiteX38" fmla="*/ 70289 w 361674"/>
                <a:gd name="connsiteY38" fmla="*/ 94483 h 361333"/>
                <a:gd name="connsiteX39" fmla="*/ 77958 w 361674"/>
                <a:gd name="connsiteY39" fmla="*/ 94483 h 361333"/>
                <a:gd name="connsiteX40" fmla="*/ 84348 w 361674"/>
                <a:gd name="connsiteY40" fmla="*/ 100867 h 361333"/>
                <a:gd name="connsiteX41" fmla="*/ 84348 w 361674"/>
                <a:gd name="connsiteY41" fmla="*/ 118104 h 361333"/>
                <a:gd name="connsiteX42" fmla="*/ 157832 w 361674"/>
                <a:gd name="connsiteY42" fmla="*/ 118104 h 361333"/>
                <a:gd name="connsiteX43" fmla="*/ 158471 w 361674"/>
                <a:gd name="connsiteY43" fmla="*/ 118104 h 361333"/>
                <a:gd name="connsiteX44" fmla="*/ 186587 w 361674"/>
                <a:gd name="connsiteY44" fmla="*/ 102782 h 361333"/>
                <a:gd name="connsiteX45" fmla="*/ 191059 w 361674"/>
                <a:gd name="connsiteY45" fmla="*/ 102144 h 361333"/>
                <a:gd name="connsiteX46" fmla="*/ 246013 w 361674"/>
                <a:gd name="connsiteY46" fmla="*/ 118104 h 361333"/>
                <a:gd name="connsiteX47" fmla="*/ 278601 w 361674"/>
                <a:gd name="connsiteY47" fmla="*/ 118104 h 361333"/>
                <a:gd name="connsiteX48" fmla="*/ 278601 w 361674"/>
                <a:gd name="connsiteY48" fmla="*/ 100867 h 361333"/>
                <a:gd name="connsiteX49" fmla="*/ 284991 w 361674"/>
                <a:gd name="connsiteY49" fmla="*/ 94483 h 361333"/>
                <a:gd name="connsiteX50" fmla="*/ 292659 w 361674"/>
                <a:gd name="connsiteY50" fmla="*/ 94483 h 361333"/>
                <a:gd name="connsiteX51" fmla="*/ 299049 w 361674"/>
                <a:gd name="connsiteY51" fmla="*/ 100867 h 361333"/>
                <a:gd name="connsiteX52" fmla="*/ 292659 w 361674"/>
                <a:gd name="connsiteY52" fmla="*/ 107251 h 361333"/>
                <a:gd name="connsiteX53" fmla="*/ 291381 w 361674"/>
                <a:gd name="connsiteY53" fmla="*/ 107251 h 361333"/>
                <a:gd name="connsiteX54" fmla="*/ 291381 w 361674"/>
                <a:gd name="connsiteY54" fmla="*/ 222163 h 361333"/>
                <a:gd name="connsiteX55" fmla="*/ 292659 w 361674"/>
                <a:gd name="connsiteY55" fmla="*/ 222163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61674" h="361333">
                  <a:moveTo>
                    <a:pt x="180836" y="0"/>
                  </a:moveTo>
                  <a:cubicBezTo>
                    <a:pt x="80513" y="0"/>
                    <a:pt x="0" y="81077"/>
                    <a:pt x="0" y="180667"/>
                  </a:cubicBezTo>
                  <a:cubicBezTo>
                    <a:pt x="0" y="280895"/>
                    <a:pt x="81153" y="361334"/>
                    <a:pt x="180836" y="361334"/>
                  </a:cubicBezTo>
                  <a:cubicBezTo>
                    <a:pt x="280518" y="361334"/>
                    <a:pt x="361670" y="280257"/>
                    <a:pt x="361670" y="180667"/>
                  </a:cubicBezTo>
                  <a:cubicBezTo>
                    <a:pt x="362310" y="81077"/>
                    <a:pt x="281157" y="0"/>
                    <a:pt x="180836" y="0"/>
                  </a:cubicBezTo>
                  <a:close/>
                  <a:moveTo>
                    <a:pt x="292659" y="222163"/>
                  </a:moveTo>
                  <a:cubicBezTo>
                    <a:pt x="296493" y="222163"/>
                    <a:pt x="299049" y="224716"/>
                    <a:pt x="299049" y="228547"/>
                  </a:cubicBezTo>
                  <a:cubicBezTo>
                    <a:pt x="299049" y="232377"/>
                    <a:pt x="296493" y="234931"/>
                    <a:pt x="292659" y="234931"/>
                  </a:cubicBezTo>
                  <a:lnTo>
                    <a:pt x="284991" y="234931"/>
                  </a:lnTo>
                  <a:cubicBezTo>
                    <a:pt x="281157" y="234931"/>
                    <a:pt x="278601" y="232377"/>
                    <a:pt x="278601" y="228547"/>
                  </a:cubicBezTo>
                  <a:lnTo>
                    <a:pt x="278601" y="218971"/>
                  </a:lnTo>
                  <a:cubicBezTo>
                    <a:pt x="277962" y="218971"/>
                    <a:pt x="277323" y="218971"/>
                    <a:pt x="277323" y="218971"/>
                  </a:cubicBezTo>
                  <a:lnTo>
                    <a:pt x="265821" y="218971"/>
                  </a:lnTo>
                  <a:cubicBezTo>
                    <a:pt x="268377" y="228547"/>
                    <a:pt x="264544" y="239399"/>
                    <a:pt x="255597" y="245145"/>
                  </a:cubicBezTo>
                  <a:cubicBezTo>
                    <a:pt x="251764" y="247060"/>
                    <a:pt x="247930" y="248337"/>
                    <a:pt x="243456" y="248337"/>
                  </a:cubicBezTo>
                  <a:cubicBezTo>
                    <a:pt x="241540" y="248337"/>
                    <a:pt x="239623" y="248337"/>
                    <a:pt x="237706" y="247699"/>
                  </a:cubicBezTo>
                  <a:cubicBezTo>
                    <a:pt x="237706" y="247699"/>
                    <a:pt x="237706" y="247699"/>
                    <a:pt x="237706" y="247699"/>
                  </a:cubicBezTo>
                  <a:cubicBezTo>
                    <a:pt x="236428" y="253444"/>
                    <a:pt x="233233" y="258551"/>
                    <a:pt x="227482" y="261743"/>
                  </a:cubicBezTo>
                  <a:cubicBezTo>
                    <a:pt x="223648" y="263659"/>
                    <a:pt x="219814" y="264935"/>
                    <a:pt x="215980" y="264935"/>
                  </a:cubicBezTo>
                  <a:cubicBezTo>
                    <a:pt x="208951" y="264935"/>
                    <a:pt x="201922" y="261743"/>
                    <a:pt x="197449" y="255998"/>
                  </a:cubicBezTo>
                  <a:cubicBezTo>
                    <a:pt x="195532" y="259190"/>
                    <a:pt x="192977" y="261743"/>
                    <a:pt x="189782" y="263659"/>
                  </a:cubicBezTo>
                  <a:cubicBezTo>
                    <a:pt x="185947" y="265574"/>
                    <a:pt x="182113" y="266851"/>
                    <a:pt x="177641" y="266851"/>
                  </a:cubicBezTo>
                  <a:cubicBezTo>
                    <a:pt x="170612" y="266851"/>
                    <a:pt x="164222" y="263659"/>
                    <a:pt x="159748" y="258551"/>
                  </a:cubicBezTo>
                  <a:cubicBezTo>
                    <a:pt x="157832" y="261105"/>
                    <a:pt x="155915" y="263020"/>
                    <a:pt x="152720" y="264935"/>
                  </a:cubicBezTo>
                  <a:cubicBezTo>
                    <a:pt x="149525" y="266851"/>
                    <a:pt x="145691" y="268127"/>
                    <a:pt x="141857" y="268127"/>
                  </a:cubicBezTo>
                  <a:cubicBezTo>
                    <a:pt x="139301" y="268127"/>
                    <a:pt x="137384" y="267489"/>
                    <a:pt x="134828" y="266851"/>
                  </a:cubicBezTo>
                  <a:cubicBezTo>
                    <a:pt x="129077" y="264935"/>
                    <a:pt x="123965" y="261105"/>
                    <a:pt x="120770" y="255998"/>
                  </a:cubicBezTo>
                  <a:lnTo>
                    <a:pt x="98405" y="218971"/>
                  </a:lnTo>
                  <a:lnTo>
                    <a:pt x="84348" y="218971"/>
                  </a:lnTo>
                  <a:lnTo>
                    <a:pt x="84348" y="228547"/>
                  </a:lnTo>
                  <a:cubicBezTo>
                    <a:pt x="84348" y="232377"/>
                    <a:pt x="81792" y="234931"/>
                    <a:pt x="77958" y="234931"/>
                  </a:cubicBezTo>
                  <a:lnTo>
                    <a:pt x="70289" y="234931"/>
                  </a:lnTo>
                  <a:cubicBezTo>
                    <a:pt x="66456" y="234931"/>
                    <a:pt x="63899" y="232377"/>
                    <a:pt x="63899" y="228547"/>
                  </a:cubicBezTo>
                  <a:cubicBezTo>
                    <a:pt x="63899" y="224716"/>
                    <a:pt x="66456" y="222163"/>
                    <a:pt x="70289" y="222163"/>
                  </a:cubicBezTo>
                  <a:lnTo>
                    <a:pt x="71568" y="222163"/>
                  </a:lnTo>
                  <a:lnTo>
                    <a:pt x="71568" y="107251"/>
                  </a:lnTo>
                  <a:lnTo>
                    <a:pt x="70289" y="107251"/>
                  </a:lnTo>
                  <a:cubicBezTo>
                    <a:pt x="66456" y="107251"/>
                    <a:pt x="63899" y="104697"/>
                    <a:pt x="63899" y="100867"/>
                  </a:cubicBezTo>
                  <a:cubicBezTo>
                    <a:pt x="63899" y="97037"/>
                    <a:pt x="66456" y="94483"/>
                    <a:pt x="70289" y="94483"/>
                  </a:cubicBezTo>
                  <a:lnTo>
                    <a:pt x="77958" y="94483"/>
                  </a:lnTo>
                  <a:cubicBezTo>
                    <a:pt x="81792" y="94483"/>
                    <a:pt x="84348" y="97037"/>
                    <a:pt x="84348" y="100867"/>
                  </a:cubicBezTo>
                  <a:lnTo>
                    <a:pt x="84348" y="118104"/>
                  </a:lnTo>
                  <a:lnTo>
                    <a:pt x="157832" y="118104"/>
                  </a:lnTo>
                  <a:cubicBezTo>
                    <a:pt x="157832" y="118104"/>
                    <a:pt x="158471" y="118104"/>
                    <a:pt x="158471" y="118104"/>
                  </a:cubicBezTo>
                  <a:lnTo>
                    <a:pt x="186587" y="102782"/>
                  </a:lnTo>
                  <a:cubicBezTo>
                    <a:pt x="187864" y="102144"/>
                    <a:pt x="189782" y="101505"/>
                    <a:pt x="191059" y="102144"/>
                  </a:cubicBezTo>
                  <a:lnTo>
                    <a:pt x="246013" y="118104"/>
                  </a:lnTo>
                  <a:lnTo>
                    <a:pt x="278601" y="118104"/>
                  </a:lnTo>
                  <a:lnTo>
                    <a:pt x="278601" y="100867"/>
                  </a:lnTo>
                  <a:cubicBezTo>
                    <a:pt x="278601" y="97037"/>
                    <a:pt x="281157" y="94483"/>
                    <a:pt x="284991" y="94483"/>
                  </a:cubicBezTo>
                  <a:lnTo>
                    <a:pt x="292659" y="94483"/>
                  </a:lnTo>
                  <a:cubicBezTo>
                    <a:pt x="296493" y="94483"/>
                    <a:pt x="299049" y="97037"/>
                    <a:pt x="299049" y="100867"/>
                  </a:cubicBezTo>
                  <a:cubicBezTo>
                    <a:pt x="299049" y="104697"/>
                    <a:pt x="296493" y="107251"/>
                    <a:pt x="292659" y="107251"/>
                  </a:cubicBezTo>
                  <a:lnTo>
                    <a:pt x="291381" y="107251"/>
                  </a:lnTo>
                  <a:lnTo>
                    <a:pt x="291381" y="222163"/>
                  </a:lnTo>
                  <a:lnTo>
                    <a:pt x="292659" y="222163"/>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sp>
        <p:nvSpPr>
          <p:cNvPr id="98" name="Oval 97">
            <a:extLst>
              <a:ext uri="{FF2B5EF4-FFF2-40B4-BE49-F238E27FC236}">
                <a16:creationId xmlns:a16="http://schemas.microsoft.com/office/drawing/2014/main" id="{E99962FB-5D07-4921-BB25-7B77C78638E3}"/>
              </a:ext>
            </a:extLst>
          </p:cNvPr>
          <p:cNvSpPr/>
          <p:nvPr/>
        </p:nvSpPr>
        <p:spPr bwMode="gray">
          <a:xfrm>
            <a:off x="10955426" y="1181216"/>
            <a:ext cx="365760" cy="365760"/>
          </a:xfrm>
          <a:prstGeom prst="ellipse">
            <a:avLst/>
          </a:prstGeom>
          <a:solidFill>
            <a:schemeClr val="accent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100" name="Oval 99">
            <a:extLst>
              <a:ext uri="{FF2B5EF4-FFF2-40B4-BE49-F238E27FC236}">
                <a16:creationId xmlns:a16="http://schemas.microsoft.com/office/drawing/2014/main" id="{7B553D7D-5909-47CA-A151-03C73E0B74FD}"/>
              </a:ext>
            </a:extLst>
          </p:cNvPr>
          <p:cNvSpPr/>
          <p:nvPr/>
        </p:nvSpPr>
        <p:spPr bwMode="gray">
          <a:xfrm>
            <a:off x="10955426" y="4376145"/>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128" name="Oval 127">
            <a:extLst>
              <a:ext uri="{FF2B5EF4-FFF2-40B4-BE49-F238E27FC236}">
                <a16:creationId xmlns:a16="http://schemas.microsoft.com/office/drawing/2014/main" id="{7ADBB47A-E33E-495A-8164-439E221258D3}"/>
              </a:ext>
            </a:extLst>
          </p:cNvPr>
          <p:cNvSpPr/>
          <p:nvPr/>
        </p:nvSpPr>
        <p:spPr bwMode="gray">
          <a:xfrm>
            <a:off x="10955426" y="2230336"/>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130" name="Oval 129">
            <a:extLst>
              <a:ext uri="{FF2B5EF4-FFF2-40B4-BE49-F238E27FC236}">
                <a16:creationId xmlns:a16="http://schemas.microsoft.com/office/drawing/2014/main" id="{0FDEC38C-9E29-4743-9F13-4D038A59520B}"/>
              </a:ext>
            </a:extLst>
          </p:cNvPr>
          <p:cNvSpPr/>
          <p:nvPr/>
        </p:nvSpPr>
        <p:spPr bwMode="gray">
          <a:xfrm>
            <a:off x="10955426" y="3268090"/>
            <a:ext cx="365760" cy="365760"/>
          </a:xfrm>
          <a:prstGeom prst="ellipse">
            <a:avLst/>
          </a:prstGeom>
          <a:solidFill>
            <a:srgbClr val="86BC25"/>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131" name="Oval 130">
            <a:extLst>
              <a:ext uri="{FF2B5EF4-FFF2-40B4-BE49-F238E27FC236}">
                <a16:creationId xmlns:a16="http://schemas.microsoft.com/office/drawing/2014/main" id="{8A8CA738-39FF-47D4-A06F-8BEE15B33D18}"/>
              </a:ext>
            </a:extLst>
          </p:cNvPr>
          <p:cNvSpPr/>
          <p:nvPr/>
        </p:nvSpPr>
        <p:spPr bwMode="gray">
          <a:xfrm>
            <a:off x="10918388" y="5484200"/>
            <a:ext cx="359228" cy="385168"/>
          </a:xfrm>
          <a:prstGeom prst="ellipse">
            <a:avLst/>
          </a:prstGeom>
          <a:solidFill>
            <a:schemeClr val="accent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99" name="Rectangle 5">
            <a:extLst>
              <a:ext uri="{FF2B5EF4-FFF2-40B4-BE49-F238E27FC236}">
                <a16:creationId xmlns:a16="http://schemas.microsoft.com/office/drawing/2014/main" id="{E8103B65-9401-4F21-9B81-AA6B557D6C7A}"/>
              </a:ext>
            </a:extLst>
          </p:cNvPr>
          <p:cNvSpPr/>
          <p:nvPr/>
        </p:nvSpPr>
        <p:spPr bwMode="gray">
          <a:xfrm flipV="1">
            <a:off x="501652" y="749093"/>
            <a:ext cx="11134484" cy="27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829178" rtl="0" eaLnBrk="1" fontAlgn="auto" latinLnBrk="0" hangingPunct="1">
              <a:lnSpc>
                <a:spcPct val="100000"/>
              </a:lnSpc>
              <a:spcBef>
                <a:spcPts val="0"/>
              </a:spcBef>
              <a:spcAft>
                <a:spcPts val="0"/>
              </a:spcAft>
              <a:buClrTx/>
              <a:buSzTx/>
              <a:buFontTx/>
              <a:buNone/>
              <a:tabLst/>
              <a:defRPr/>
            </a:pPr>
            <a:endParaRPr kumimoji="0" lang="en-US" sz="1451" b="0" i="0" u="none" strike="noStrike" kern="1200" cap="none" spc="0" normalizeH="0" baseline="0" noProof="0">
              <a:ln>
                <a:noFill/>
              </a:ln>
              <a:solidFill>
                <a:prstClr val="white"/>
              </a:solidFill>
              <a:effectLst/>
              <a:uLnTx/>
              <a:uFillTx/>
              <a:latin typeface="Verdana"/>
              <a:ea typeface="+mn-ea"/>
              <a:cs typeface="+mn-cs"/>
            </a:endParaRPr>
          </a:p>
        </p:txBody>
      </p:sp>
      <p:grpSp>
        <p:nvGrpSpPr>
          <p:cNvPr id="132" name="Graphic 4">
            <a:extLst>
              <a:ext uri="{FF2B5EF4-FFF2-40B4-BE49-F238E27FC236}">
                <a16:creationId xmlns:a16="http://schemas.microsoft.com/office/drawing/2014/main" id="{9E622AF0-A324-4A26-ABA1-0D20376710E2}"/>
              </a:ext>
            </a:extLst>
          </p:cNvPr>
          <p:cNvGrpSpPr/>
          <p:nvPr/>
        </p:nvGrpSpPr>
        <p:grpSpPr>
          <a:xfrm>
            <a:off x="3933288" y="1166804"/>
            <a:ext cx="587829" cy="548358"/>
            <a:chOff x="7191874" y="4308712"/>
            <a:chExt cx="361674" cy="361971"/>
          </a:xfrm>
          <a:solidFill>
            <a:schemeClr val="accent1"/>
          </a:solidFill>
        </p:grpSpPr>
        <p:sp>
          <p:nvSpPr>
            <p:cNvPr id="133" name="Graphic 4">
              <a:extLst>
                <a:ext uri="{FF2B5EF4-FFF2-40B4-BE49-F238E27FC236}">
                  <a16:creationId xmlns:a16="http://schemas.microsoft.com/office/drawing/2014/main" id="{783F137A-8029-445B-81A7-7D2C71E3F687}"/>
                </a:ext>
              </a:extLst>
            </p:cNvPr>
            <p:cNvSpPr/>
            <p:nvPr/>
          </p:nvSpPr>
          <p:spPr>
            <a:xfrm>
              <a:off x="7343955" y="4410217"/>
              <a:ext cx="67733" cy="57455"/>
            </a:xfrm>
            <a:custGeom>
              <a:avLst/>
              <a:gdLst>
                <a:gd name="connsiteX0" fmla="*/ 38978 w 67733"/>
                <a:gd name="connsiteY0" fmla="*/ 57456 h 57455"/>
                <a:gd name="connsiteX1" fmla="*/ 58148 w 67733"/>
                <a:gd name="connsiteY1" fmla="*/ 38942 h 57455"/>
                <a:gd name="connsiteX2" fmla="*/ 58148 w 67733"/>
                <a:gd name="connsiteY2" fmla="*/ 18513 h 57455"/>
                <a:gd name="connsiteX3" fmla="*/ 60704 w 67733"/>
                <a:gd name="connsiteY3" fmla="*/ 13406 h 57455"/>
                <a:gd name="connsiteX4" fmla="*/ 67733 w 67733"/>
                <a:gd name="connsiteY4" fmla="*/ 3830 h 57455"/>
                <a:gd name="connsiteX5" fmla="*/ 67733 w 67733"/>
                <a:gd name="connsiteY5" fmla="*/ 0 h 57455"/>
                <a:gd name="connsiteX6" fmla="*/ 0 w 67733"/>
                <a:gd name="connsiteY6" fmla="*/ 0 h 57455"/>
                <a:gd name="connsiteX7" fmla="*/ 0 w 67733"/>
                <a:gd name="connsiteY7" fmla="*/ 3830 h 57455"/>
                <a:gd name="connsiteX8" fmla="*/ 7029 w 67733"/>
                <a:gd name="connsiteY8" fmla="*/ 13406 h 57455"/>
                <a:gd name="connsiteX9" fmla="*/ 9585 w 67733"/>
                <a:gd name="connsiteY9" fmla="*/ 18513 h 57455"/>
                <a:gd name="connsiteX10" fmla="*/ 9585 w 67733"/>
                <a:gd name="connsiteY10" fmla="*/ 38942 h 57455"/>
                <a:gd name="connsiteX11" fmla="*/ 28115 w 67733"/>
                <a:gd name="connsiteY11" fmla="*/ 57456 h 57455"/>
                <a:gd name="connsiteX12" fmla="*/ 38978 w 67733"/>
                <a:gd name="connsiteY12" fmla="*/ 57456 h 57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733" h="57455">
                  <a:moveTo>
                    <a:pt x="38978" y="57456"/>
                  </a:moveTo>
                  <a:cubicBezTo>
                    <a:pt x="49202" y="57456"/>
                    <a:pt x="58148" y="49157"/>
                    <a:pt x="58148" y="38942"/>
                  </a:cubicBezTo>
                  <a:lnTo>
                    <a:pt x="58148" y="18513"/>
                  </a:lnTo>
                  <a:cubicBezTo>
                    <a:pt x="58148" y="16598"/>
                    <a:pt x="59426" y="14683"/>
                    <a:pt x="60704" y="13406"/>
                  </a:cubicBezTo>
                  <a:cubicBezTo>
                    <a:pt x="63260" y="12129"/>
                    <a:pt x="67733" y="7022"/>
                    <a:pt x="67733" y="3830"/>
                  </a:cubicBezTo>
                  <a:lnTo>
                    <a:pt x="67733" y="0"/>
                  </a:lnTo>
                  <a:lnTo>
                    <a:pt x="0" y="0"/>
                  </a:lnTo>
                  <a:lnTo>
                    <a:pt x="0" y="3830"/>
                  </a:lnTo>
                  <a:cubicBezTo>
                    <a:pt x="0" y="7661"/>
                    <a:pt x="5111" y="12129"/>
                    <a:pt x="7029" y="13406"/>
                  </a:cubicBezTo>
                  <a:cubicBezTo>
                    <a:pt x="8945" y="14683"/>
                    <a:pt x="9585" y="16598"/>
                    <a:pt x="9585" y="18513"/>
                  </a:cubicBezTo>
                  <a:lnTo>
                    <a:pt x="9585" y="38942"/>
                  </a:lnTo>
                  <a:cubicBezTo>
                    <a:pt x="9585" y="49157"/>
                    <a:pt x="17891" y="57456"/>
                    <a:pt x="28115" y="57456"/>
                  </a:cubicBezTo>
                  <a:lnTo>
                    <a:pt x="38978" y="57456"/>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34" name="Graphic 4">
              <a:extLst>
                <a:ext uri="{FF2B5EF4-FFF2-40B4-BE49-F238E27FC236}">
                  <a16:creationId xmlns:a16="http://schemas.microsoft.com/office/drawing/2014/main" id="{66633B4C-9A11-4400-867B-2204FC499C33}"/>
                </a:ext>
              </a:extLst>
            </p:cNvPr>
            <p:cNvSpPr/>
            <p:nvPr/>
          </p:nvSpPr>
          <p:spPr>
            <a:xfrm>
              <a:off x="7408493" y="4485323"/>
              <a:ext cx="70928" cy="45242"/>
            </a:xfrm>
            <a:custGeom>
              <a:avLst/>
              <a:gdLst>
                <a:gd name="connsiteX0" fmla="*/ 12780 w 70928"/>
                <a:gd name="connsiteY0" fmla="*/ 3417 h 45242"/>
                <a:gd name="connsiteX1" fmla="*/ 0 w 70928"/>
                <a:gd name="connsiteY1" fmla="*/ 24485 h 45242"/>
                <a:gd name="connsiteX2" fmla="*/ 42812 w 70928"/>
                <a:gd name="connsiteY2" fmla="*/ 11078 h 45242"/>
                <a:gd name="connsiteX3" fmla="*/ 51119 w 70928"/>
                <a:gd name="connsiteY3" fmla="*/ 9163 h 45242"/>
                <a:gd name="connsiteX4" fmla="*/ 58787 w 70928"/>
                <a:gd name="connsiteY4" fmla="*/ 13632 h 45242"/>
                <a:gd name="connsiteX5" fmla="*/ 54314 w 70928"/>
                <a:gd name="connsiteY5" fmla="*/ 21293 h 45242"/>
                <a:gd name="connsiteX6" fmla="*/ 46007 w 70928"/>
                <a:gd name="connsiteY6" fmla="*/ 23208 h 45242"/>
                <a:gd name="connsiteX7" fmla="*/ 5111 w 70928"/>
                <a:gd name="connsiteY7" fmla="*/ 35976 h 45242"/>
                <a:gd name="connsiteX8" fmla="*/ 8946 w 70928"/>
                <a:gd name="connsiteY8" fmla="*/ 37253 h 45242"/>
                <a:gd name="connsiteX9" fmla="*/ 37061 w 70928"/>
                <a:gd name="connsiteY9" fmla="*/ 44275 h 45242"/>
                <a:gd name="connsiteX10" fmla="*/ 70928 w 70928"/>
                <a:gd name="connsiteY10" fmla="*/ 7886 h 45242"/>
                <a:gd name="connsiteX11" fmla="*/ 49202 w 70928"/>
                <a:gd name="connsiteY11" fmla="*/ 3417 h 45242"/>
                <a:gd name="connsiteX12" fmla="*/ 12780 w 70928"/>
                <a:gd name="connsiteY12" fmla="*/ 3417 h 4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0928" h="45242">
                  <a:moveTo>
                    <a:pt x="12780" y="3417"/>
                  </a:moveTo>
                  <a:cubicBezTo>
                    <a:pt x="5751" y="7886"/>
                    <a:pt x="639" y="16185"/>
                    <a:pt x="0" y="24485"/>
                  </a:cubicBezTo>
                  <a:cubicBezTo>
                    <a:pt x="13419" y="18101"/>
                    <a:pt x="28116" y="13632"/>
                    <a:pt x="42812" y="11078"/>
                  </a:cubicBezTo>
                  <a:lnTo>
                    <a:pt x="51119" y="9163"/>
                  </a:lnTo>
                  <a:cubicBezTo>
                    <a:pt x="54314" y="8525"/>
                    <a:pt x="58148" y="10440"/>
                    <a:pt x="58787" y="13632"/>
                  </a:cubicBezTo>
                  <a:cubicBezTo>
                    <a:pt x="59426" y="16824"/>
                    <a:pt x="57509" y="20654"/>
                    <a:pt x="54314" y="21293"/>
                  </a:cubicBezTo>
                  <a:lnTo>
                    <a:pt x="46007" y="23208"/>
                  </a:lnTo>
                  <a:cubicBezTo>
                    <a:pt x="31950" y="25761"/>
                    <a:pt x="18531" y="30230"/>
                    <a:pt x="5111" y="35976"/>
                  </a:cubicBezTo>
                  <a:cubicBezTo>
                    <a:pt x="6390" y="35976"/>
                    <a:pt x="7668" y="36614"/>
                    <a:pt x="8946" y="37253"/>
                  </a:cubicBezTo>
                  <a:cubicBezTo>
                    <a:pt x="16614" y="44275"/>
                    <a:pt x="26837" y="46828"/>
                    <a:pt x="37061" y="44275"/>
                  </a:cubicBezTo>
                  <a:cubicBezTo>
                    <a:pt x="53676" y="39168"/>
                    <a:pt x="67094" y="25123"/>
                    <a:pt x="70928" y="7886"/>
                  </a:cubicBezTo>
                  <a:cubicBezTo>
                    <a:pt x="63261" y="7248"/>
                    <a:pt x="56231" y="5971"/>
                    <a:pt x="49202" y="3417"/>
                  </a:cubicBezTo>
                  <a:cubicBezTo>
                    <a:pt x="36422" y="226"/>
                    <a:pt x="26199" y="-2328"/>
                    <a:pt x="12780" y="3417"/>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35" name="Graphic 4">
              <a:extLst>
                <a:ext uri="{FF2B5EF4-FFF2-40B4-BE49-F238E27FC236}">
                  <a16:creationId xmlns:a16="http://schemas.microsoft.com/office/drawing/2014/main" id="{0773A350-AA7C-4378-A92E-6291317F9FFA}"/>
                </a:ext>
              </a:extLst>
            </p:cNvPr>
            <p:cNvSpPr/>
            <p:nvPr/>
          </p:nvSpPr>
          <p:spPr>
            <a:xfrm>
              <a:off x="7191874" y="4308712"/>
              <a:ext cx="361674" cy="361971"/>
            </a:xfrm>
            <a:custGeom>
              <a:avLst/>
              <a:gdLst>
                <a:gd name="connsiteX0" fmla="*/ 180836 w 361674"/>
                <a:gd name="connsiteY0" fmla="*/ 0 h 361971"/>
                <a:gd name="connsiteX1" fmla="*/ 0 w 361674"/>
                <a:gd name="connsiteY1" fmla="*/ 180667 h 361971"/>
                <a:gd name="connsiteX2" fmla="*/ 180836 w 361674"/>
                <a:gd name="connsiteY2" fmla="*/ 361972 h 361971"/>
                <a:gd name="connsiteX3" fmla="*/ 361670 w 361674"/>
                <a:gd name="connsiteY3" fmla="*/ 181305 h 361971"/>
                <a:gd name="connsiteX4" fmla="*/ 361670 w 361674"/>
                <a:gd name="connsiteY4" fmla="*/ 181305 h 361971"/>
                <a:gd name="connsiteX5" fmla="*/ 180836 w 361674"/>
                <a:gd name="connsiteY5" fmla="*/ 0 h 361971"/>
                <a:gd name="connsiteX6" fmla="*/ 180836 w 361674"/>
                <a:gd name="connsiteY6" fmla="*/ 0 h 361971"/>
                <a:gd name="connsiteX7" fmla="*/ 257515 w 361674"/>
                <a:gd name="connsiteY7" fmla="*/ 233654 h 361971"/>
                <a:gd name="connsiteX8" fmla="*/ 245374 w 361674"/>
                <a:gd name="connsiteY8" fmla="*/ 235569 h 361971"/>
                <a:gd name="connsiteX9" fmla="*/ 217258 w 361674"/>
                <a:gd name="connsiteY9" fmla="*/ 224078 h 361971"/>
                <a:gd name="connsiteX10" fmla="*/ 215980 w 361674"/>
                <a:gd name="connsiteY10" fmla="*/ 215779 h 361971"/>
                <a:gd name="connsiteX11" fmla="*/ 192976 w 361674"/>
                <a:gd name="connsiteY11" fmla="*/ 237484 h 361971"/>
                <a:gd name="connsiteX12" fmla="*/ 192976 w 361674"/>
                <a:gd name="connsiteY12" fmla="*/ 301324 h 361971"/>
                <a:gd name="connsiteX13" fmla="*/ 186586 w 361674"/>
                <a:gd name="connsiteY13" fmla="*/ 307708 h 361971"/>
                <a:gd name="connsiteX14" fmla="*/ 180196 w 361674"/>
                <a:gd name="connsiteY14" fmla="*/ 301324 h 361971"/>
                <a:gd name="connsiteX15" fmla="*/ 180196 w 361674"/>
                <a:gd name="connsiteY15" fmla="*/ 273234 h 361971"/>
                <a:gd name="connsiteX16" fmla="*/ 103517 w 361674"/>
                <a:gd name="connsiteY16" fmla="*/ 220247 h 361971"/>
                <a:gd name="connsiteX17" fmla="*/ 93932 w 361674"/>
                <a:gd name="connsiteY17" fmla="*/ 217055 h 361971"/>
                <a:gd name="connsiteX18" fmla="*/ 90098 w 361674"/>
                <a:gd name="connsiteY18" fmla="*/ 208756 h 361971"/>
                <a:gd name="connsiteX19" fmla="*/ 90098 w 361674"/>
                <a:gd name="connsiteY19" fmla="*/ 208756 h 361971"/>
                <a:gd name="connsiteX20" fmla="*/ 98405 w 361674"/>
                <a:gd name="connsiteY20" fmla="*/ 204926 h 361971"/>
                <a:gd name="connsiteX21" fmla="*/ 107990 w 361674"/>
                <a:gd name="connsiteY21" fmla="*/ 208118 h 361971"/>
                <a:gd name="connsiteX22" fmla="*/ 156553 w 361674"/>
                <a:gd name="connsiteY22" fmla="*/ 229185 h 361971"/>
                <a:gd name="connsiteX23" fmla="*/ 143774 w 361674"/>
                <a:gd name="connsiteY23" fmla="*/ 200457 h 361971"/>
                <a:gd name="connsiteX24" fmla="*/ 102239 w 361674"/>
                <a:gd name="connsiteY24" fmla="*/ 197265 h 361971"/>
                <a:gd name="connsiteX25" fmla="*/ 75402 w 361674"/>
                <a:gd name="connsiteY25" fmla="*/ 199819 h 361971"/>
                <a:gd name="connsiteX26" fmla="*/ 110546 w 361674"/>
                <a:gd name="connsiteY26" fmla="*/ 247698 h 361971"/>
                <a:gd name="connsiteX27" fmla="*/ 144412 w 361674"/>
                <a:gd name="connsiteY27" fmla="*/ 242591 h 361971"/>
                <a:gd name="connsiteX28" fmla="*/ 153358 w 361674"/>
                <a:gd name="connsiteY28" fmla="*/ 243868 h 361971"/>
                <a:gd name="connsiteX29" fmla="*/ 152081 w 361674"/>
                <a:gd name="connsiteY29" fmla="*/ 252806 h 361971"/>
                <a:gd name="connsiteX30" fmla="*/ 152081 w 361674"/>
                <a:gd name="connsiteY30" fmla="*/ 252806 h 361971"/>
                <a:gd name="connsiteX31" fmla="*/ 122686 w 361674"/>
                <a:gd name="connsiteY31" fmla="*/ 262382 h 361971"/>
                <a:gd name="connsiteX32" fmla="*/ 105434 w 361674"/>
                <a:gd name="connsiteY32" fmla="*/ 258551 h 361971"/>
                <a:gd name="connsiteX33" fmla="*/ 63261 w 361674"/>
                <a:gd name="connsiteY33" fmla="*/ 190881 h 361971"/>
                <a:gd name="connsiteX34" fmla="*/ 65817 w 361674"/>
                <a:gd name="connsiteY34" fmla="*/ 186412 h 361971"/>
                <a:gd name="connsiteX35" fmla="*/ 70928 w 361674"/>
                <a:gd name="connsiteY35" fmla="*/ 185774 h 361971"/>
                <a:gd name="connsiteX36" fmla="*/ 99683 w 361674"/>
                <a:gd name="connsiteY36" fmla="*/ 184497 h 361971"/>
                <a:gd name="connsiteX37" fmla="*/ 149525 w 361674"/>
                <a:gd name="connsiteY37" fmla="*/ 188966 h 361971"/>
                <a:gd name="connsiteX38" fmla="*/ 167416 w 361674"/>
                <a:gd name="connsiteY38" fmla="*/ 237484 h 361971"/>
                <a:gd name="connsiteX39" fmla="*/ 180196 w 361674"/>
                <a:gd name="connsiteY39" fmla="*/ 250252 h 361971"/>
                <a:gd name="connsiteX40" fmla="*/ 180196 w 361674"/>
                <a:gd name="connsiteY40" fmla="*/ 237484 h 361971"/>
                <a:gd name="connsiteX41" fmla="*/ 180196 w 361674"/>
                <a:gd name="connsiteY41" fmla="*/ 234292 h 361971"/>
                <a:gd name="connsiteX42" fmla="*/ 180196 w 361674"/>
                <a:gd name="connsiteY42" fmla="*/ 171729 h 361971"/>
                <a:gd name="connsiteX43" fmla="*/ 150164 w 361674"/>
                <a:gd name="connsiteY43" fmla="*/ 140448 h 361971"/>
                <a:gd name="connsiteX44" fmla="*/ 150164 w 361674"/>
                <a:gd name="connsiteY44" fmla="*/ 123211 h 361971"/>
                <a:gd name="connsiteX45" fmla="*/ 139940 w 361674"/>
                <a:gd name="connsiteY45" fmla="*/ 104697 h 361971"/>
                <a:gd name="connsiteX46" fmla="*/ 139940 w 361674"/>
                <a:gd name="connsiteY46" fmla="*/ 94483 h 361971"/>
                <a:gd name="connsiteX47" fmla="*/ 146330 w 361674"/>
                <a:gd name="connsiteY47" fmla="*/ 88099 h 361971"/>
                <a:gd name="connsiteX48" fmla="*/ 160387 w 361674"/>
                <a:gd name="connsiteY48" fmla="*/ 88099 h 361971"/>
                <a:gd name="connsiteX49" fmla="*/ 160387 w 361674"/>
                <a:gd name="connsiteY49" fmla="*/ 59371 h 361971"/>
                <a:gd name="connsiteX50" fmla="*/ 166777 w 361674"/>
                <a:gd name="connsiteY50" fmla="*/ 52987 h 361971"/>
                <a:gd name="connsiteX51" fmla="*/ 173167 w 361674"/>
                <a:gd name="connsiteY51" fmla="*/ 59371 h 361971"/>
                <a:gd name="connsiteX52" fmla="*/ 173167 w 361674"/>
                <a:gd name="connsiteY52" fmla="*/ 88099 h 361971"/>
                <a:gd name="connsiteX53" fmla="*/ 200644 w 361674"/>
                <a:gd name="connsiteY53" fmla="*/ 88099 h 361971"/>
                <a:gd name="connsiteX54" fmla="*/ 200644 w 361674"/>
                <a:gd name="connsiteY54" fmla="*/ 59371 h 361971"/>
                <a:gd name="connsiteX55" fmla="*/ 207034 w 361674"/>
                <a:gd name="connsiteY55" fmla="*/ 52987 h 361971"/>
                <a:gd name="connsiteX56" fmla="*/ 213424 w 361674"/>
                <a:gd name="connsiteY56" fmla="*/ 59371 h 361971"/>
                <a:gd name="connsiteX57" fmla="*/ 213424 w 361674"/>
                <a:gd name="connsiteY57" fmla="*/ 88099 h 361971"/>
                <a:gd name="connsiteX58" fmla="*/ 227482 w 361674"/>
                <a:gd name="connsiteY58" fmla="*/ 88099 h 361971"/>
                <a:gd name="connsiteX59" fmla="*/ 233872 w 361674"/>
                <a:gd name="connsiteY59" fmla="*/ 94483 h 361971"/>
                <a:gd name="connsiteX60" fmla="*/ 233872 w 361674"/>
                <a:gd name="connsiteY60" fmla="*/ 104697 h 361971"/>
                <a:gd name="connsiteX61" fmla="*/ 223648 w 361674"/>
                <a:gd name="connsiteY61" fmla="*/ 123211 h 361971"/>
                <a:gd name="connsiteX62" fmla="*/ 223648 w 361674"/>
                <a:gd name="connsiteY62" fmla="*/ 140448 h 361971"/>
                <a:gd name="connsiteX63" fmla="*/ 193615 w 361674"/>
                <a:gd name="connsiteY63" fmla="*/ 171729 h 361971"/>
                <a:gd name="connsiteX64" fmla="*/ 193615 w 361674"/>
                <a:gd name="connsiteY64" fmla="*/ 217694 h 361971"/>
                <a:gd name="connsiteX65" fmla="*/ 205117 w 361674"/>
                <a:gd name="connsiteY65" fmla="*/ 208118 h 361971"/>
                <a:gd name="connsiteX66" fmla="*/ 225565 w 361674"/>
                <a:gd name="connsiteY66" fmla="*/ 167899 h 361971"/>
                <a:gd name="connsiteX67" fmla="*/ 269655 w 361674"/>
                <a:gd name="connsiteY67" fmla="*/ 168537 h 361971"/>
                <a:gd name="connsiteX68" fmla="*/ 293937 w 361674"/>
                <a:gd name="connsiteY68" fmla="*/ 172368 h 361971"/>
                <a:gd name="connsiteX69" fmla="*/ 300966 w 361674"/>
                <a:gd name="connsiteY69" fmla="*/ 178113 h 361971"/>
                <a:gd name="connsiteX70" fmla="*/ 300966 w 361674"/>
                <a:gd name="connsiteY70" fmla="*/ 178752 h 361971"/>
                <a:gd name="connsiteX71" fmla="*/ 257515 w 361674"/>
                <a:gd name="connsiteY71" fmla="*/ 233654 h 361971"/>
                <a:gd name="connsiteX72" fmla="*/ 257515 w 361674"/>
                <a:gd name="connsiteY72" fmla="*/ 23365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361674" h="361971">
                  <a:moveTo>
                    <a:pt x="180836" y="0"/>
                  </a:moveTo>
                  <a:cubicBezTo>
                    <a:pt x="80513" y="0"/>
                    <a:pt x="0" y="81077"/>
                    <a:pt x="0" y="180667"/>
                  </a:cubicBezTo>
                  <a:cubicBezTo>
                    <a:pt x="0" y="280257"/>
                    <a:pt x="81152" y="361972"/>
                    <a:pt x="180836" y="361972"/>
                  </a:cubicBezTo>
                  <a:cubicBezTo>
                    <a:pt x="281157" y="361972"/>
                    <a:pt x="361670" y="280895"/>
                    <a:pt x="361670" y="181305"/>
                  </a:cubicBezTo>
                  <a:cubicBezTo>
                    <a:pt x="361670" y="181305"/>
                    <a:pt x="361670" y="181305"/>
                    <a:pt x="361670" y="181305"/>
                  </a:cubicBezTo>
                  <a:cubicBezTo>
                    <a:pt x="362309" y="81077"/>
                    <a:pt x="281157" y="0"/>
                    <a:pt x="180836" y="0"/>
                  </a:cubicBezTo>
                  <a:cubicBezTo>
                    <a:pt x="180836" y="0"/>
                    <a:pt x="180836" y="0"/>
                    <a:pt x="180836" y="0"/>
                  </a:cubicBezTo>
                  <a:close/>
                  <a:moveTo>
                    <a:pt x="257515" y="233654"/>
                  </a:moveTo>
                  <a:cubicBezTo>
                    <a:pt x="253680" y="234930"/>
                    <a:pt x="249846" y="235569"/>
                    <a:pt x="245374" y="235569"/>
                  </a:cubicBezTo>
                  <a:cubicBezTo>
                    <a:pt x="235150" y="234930"/>
                    <a:pt x="224925" y="231100"/>
                    <a:pt x="217258" y="224078"/>
                  </a:cubicBezTo>
                  <a:cubicBezTo>
                    <a:pt x="214702" y="222163"/>
                    <a:pt x="214063" y="218971"/>
                    <a:pt x="215980" y="215779"/>
                  </a:cubicBezTo>
                  <a:cubicBezTo>
                    <a:pt x="207034" y="221524"/>
                    <a:pt x="198727" y="228546"/>
                    <a:pt x="192976" y="237484"/>
                  </a:cubicBezTo>
                  <a:lnTo>
                    <a:pt x="192976" y="301324"/>
                  </a:lnTo>
                  <a:cubicBezTo>
                    <a:pt x="192976" y="305154"/>
                    <a:pt x="190420" y="307708"/>
                    <a:pt x="186586" y="307708"/>
                  </a:cubicBezTo>
                  <a:cubicBezTo>
                    <a:pt x="182752" y="307708"/>
                    <a:pt x="180196" y="305154"/>
                    <a:pt x="180196" y="301324"/>
                  </a:cubicBezTo>
                  <a:lnTo>
                    <a:pt x="180196" y="273234"/>
                  </a:lnTo>
                  <a:cubicBezTo>
                    <a:pt x="161666" y="238761"/>
                    <a:pt x="127799" y="227908"/>
                    <a:pt x="103517" y="220247"/>
                  </a:cubicBezTo>
                  <a:lnTo>
                    <a:pt x="93932" y="217055"/>
                  </a:lnTo>
                  <a:cubicBezTo>
                    <a:pt x="90737" y="215779"/>
                    <a:pt x="88820" y="211948"/>
                    <a:pt x="90098" y="208756"/>
                  </a:cubicBezTo>
                  <a:cubicBezTo>
                    <a:pt x="90098" y="208756"/>
                    <a:pt x="90098" y="208756"/>
                    <a:pt x="90098" y="208756"/>
                  </a:cubicBezTo>
                  <a:cubicBezTo>
                    <a:pt x="91376" y="205564"/>
                    <a:pt x="95210" y="203649"/>
                    <a:pt x="98405" y="204926"/>
                  </a:cubicBezTo>
                  <a:lnTo>
                    <a:pt x="107990" y="208118"/>
                  </a:lnTo>
                  <a:cubicBezTo>
                    <a:pt x="125243" y="213225"/>
                    <a:pt x="141217" y="220247"/>
                    <a:pt x="156553" y="229185"/>
                  </a:cubicBezTo>
                  <a:cubicBezTo>
                    <a:pt x="157192" y="218332"/>
                    <a:pt x="152720" y="207479"/>
                    <a:pt x="143774" y="200457"/>
                  </a:cubicBezTo>
                  <a:cubicBezTo>
                    <a:pt x="129076" y="192158"/>
                    <a:pt x="116297" y="194711"/>
                    <a:pt x="102239" y="197265"/>
                  </a:cubicBezTo>
                  <a:cubicBezTo>
                    <a:pt x="93293" y="199180"/>
                    <a:pt x="84347" y="199819"/>
                    <a:pt x="75402" y="199819"/>
                  </a:cubicBezTo>
                  <a:cubicBezTo>
                    <a:pt x="77318" y="220886"/>
                    <a:pt x="91376" y="239399"/>
                    <a:pt x="110546" y="247698"/>
                  </a:cubicBezTo>
                  <a:cubicBezTo>
                    <a:pt x="122048" y="252167"/>
                    <a:pt x="134828" y="250252"/>
                    <a:pt x="144412" y="242591"/>
                  </a:cubicBezTo>
                  <a:cubicBezTo>
                    <a:pt x="147607" y="240676"/>
                    <a:pt x="151441" y="241314"/>
                    <a:pt x="153358" y="243868"/>
                  </a:cubicBezTo>
                  <a:cubicBezTo>
                    <a:pt x="155276" y="247060"/>
                    <a:pt x="154636" y="250890"/>
                    <a:pt x="152081" y="252806"/>
                  </a:cubicBezTo>
                  <a:cubicBezTo>
                    <a:pt x="152081" y="252806"/>
                    <a:pt x="152081" y="252806"/>
                    <a:pt x="152081" y="252806"/>
                  </a:cubicBezTo>
                  <a:cubicBezTo>
                    <a:pt x="143774" y="259190"/>
                    <a:pt x="133550" y="262382"/>
                    <a:pt x="122686" y="262382"/>
                  </a:cubicBezTo>
                  <a:cubicBezTo>
                    <a:pt x="116936" y="262382"/>
                    <a:pt x="110546" y="261105"/>
                    <a:pt x="105434" y="258551"/>
                  </a:cubicBezTo>
                  <a:cubicBezTo>
                    <a:pt x="77957" y="245783"/>
                    <a:pt x="60066" y="217055"/>
                    <a:pt x="63261" y="190881"/>
                  </a:cubicBezTo>
                  <a:cubicBezTo>
                    <a:pt x="63261" y="188966"/>
                    <a:pt x="64538" y="187689"/>
                    <a:pt x="65817" y="186412"/>
                  </a:cubicBezTo>
                  <a:cubicBezTo>
                    <a:pt x="67094" y="185135"/>
                    <a:pt x="69012" y="185135"/>
                    <a:pt x="70928" y="185774"/>
                  </a:cubicBezTo>
                  <a:cubicBezTo>
                    <a:pt x="80513" y="187689"/>
                    <a:pt x="90098" y="187051"/>
                    <a:pt x="99683" y="184497"/>
                  </a:cubicBezTo>
                  <a:cubicBezTo>
                    <a:pt x="114380" y="181944"/>
                    <a:pt x="130994" y="178752"/>
                    <a:pt x="149525" y="188966"/>
                  </a:cubicBezTo>
                  <a:cubicBezTo>
                    <a:pt x="164861" y="199819"/>
                    <a:pt x="171889" y="218971"/>
                    <a:pt x="167416" y="237484"/>
                  </a:cubicBezTo>
                  <a:cubicBezTo>
                    <a:pt x="171889" y="241314"/>
                    <a:pt x="176362" y="245783"/>
                    <a:pt x="180196" y="250252"/>
                  </a:cubicBezTo>
                  <a:lnTo>
                    <a:pt x="180196" y="237484"/>
                  </a:lnTo>
                  <a:cubicBezTo>
                    <a:pt x="180196" y="236207"/>
                    <a:pt x="180196" y="235569"/>
                    <a:pt x="180196" y="234292"/>
                  </a:cubicBezTo>
                  <a:lnTo>
                    <a:pt x="180196" y="171729"/>
                  </a:lnTo>
                  <a:cubicBezTo>
                    <a:pt x="163582" y="171091"/>
                    <a:pt x="150164" y="157046"/>
                    <a:pt x="150164" y="140448"/>
                  </a:cubicBezTo>
                  <a:lnTo>
                    <a:pt x="150164" y="123211"/>
                  </a:lnTo>
                  <a:cubicBezTo>
                    <a:pt x="144412" y="118742"/>
                    <a:pt x="140579" y="112358"/>
                    <a:pt x="139940" y="104697"/>
                  </a:cubicBezTo>
                  <a:lnTo>
                    <a:pt x="139940" y="94483"/>
                  </a:lnTo>
                  <a:cubicBezTo>
                    <a:pt x="139940" y="90653"/>
                    <a:pt x="142496" y="88099"/>
                    <a:pt x="146330" y="88099"/>
                  </a:cubicBezTo>
                  <a:lnTo>
                    <a:pt x="160387" y="88099"/>
                  </a:lnTo>
                  <a:lnTo>
                    <a:pt x="160387" y="59371"/>
                  </a:lnTo>
                  <a:cubicBezTo>
                    <a:pt x="160387" y="55541"/>
                    <a:pt x="162943" y="52987"/>
                    <a:pt x="166777" y="52987"/>
                  </a:cubicBezTo>
                  <a:cubicBezTo>
                    <a:pt x="170611" y="52987"/>
                    <a:pt x="173167" y="55541"/>
                    <a:pt x="173167" y="59371"/>
                  </a:cubicBezTo>
                  <a:lnTo>
                    <a:pt x="173167" y="88099"/>
                  </a:lnTo>
                  <a:lnTo>
                    <a:pt x="200644" y="88099"/>
                  </a:lnTo>
                  <a:lnTo>
                    <a:pt x="200644" y="59371"/>
                  </a:lnTo>
                  <a:cubicBezTo>
                    <a:pt x="200644" y="55541"/>
                    <a:pt x="203200" y="52987"/>
                    <a:pt x="207034" y="52987"/>
                  </a:cubicBezTo>
                  <a:cubicBezTo>
                    <a:pt x="210868" y="52987"/>
                    <a:pt x="213424" y="55541"/>
                    <a:pt x="213424" y="59371"/>
                  </a:cubicBezTo>
                  <a:lnTo>
                    <a:pt x="213424" y="88099"/>
                  </a:lnTo>
                  <a:lnTo>
                    <a:pt x="227482" y="88099"/>
                  </a:lnTo>
                  <a:cubicBezTo>
                    <a:pt x="231315" y="88099"/>
                    <a:pt x="233872" y="90653"/>
                    <a:pt x="233872" y="94483"/>
                  </a:cubicBezTo>
                  <a:lnTo>
                    <a:pt x="233872" y="104697"/>
                  </a:lnTo>
                  <a:cubicBezTo>
                    <a:pt x="233233" y="111720"/>
                    <a:pt x="229399" y="118742"/>
                    <a:pt x="223648" y="123211"/>
                  </a:cubicBezTo>
                  <a:lnTo>
                    <a:pt x="223648" y="140448"/>
                  </a:lnTo>
                  <a:cubicBezTo>
                    <a:pt x="223648" y="157046"/>
                    <a:pt x="210229" y="171091"/>
                    <a:pt x="193615" y="171729"/>
                  </a:cubicBezTo>
                  <a:lnTo>
                    <a:pt x="193615" y="217694"/>
                  </a:lnTo>
                  <a:cubicBezTo>
                    <a:pt x="197449" y="213863"/>
                    <a:pt x="201283" y="210671"/>
                    <a:pt x="205117" y="208118"/>
                  </a:cubicBezTo>
                  <a:cubicBezTo>
                    <a:pt x="203200" y="191519"/>
                    <a:pt x="210868" y="176198"/>
                    <a:pt x="225565" y="167899"/>
                  </a:cubicBezTo>
                  <a:cubicBezTo>
                    <a:pt x="242818" y="160238"/>
                    <a:pt x="256875" y="164707"/>
                    <a:pt x="269655" y="168537"/>
                  </a:cubicBezTo>
                  <a:cubicBezTo>
                    <a:pt x="277323" y="171729"/>
                    <a:pt x="285630" y="173006"/>
                    <a:pt x="293937" y="172368"/>
                  </a:cubicBezTo>
                  <a:cubicBezTo>
                    <a:pt x="297132" y="171729"/>
                    <a:pt x="300966" y="174283"/>
                    <a:pt x="300966" y="178113"/>
                  </a:cubicBezTo>
                  <a:cubicBezTo>
                    <a:pt x="300966" y="178113"/>
                    <a:pt x="300966" y="178752"/>
                    <a:pt x="300966" y="178752"/>
                  </a:cubicBezTo>
                  <a:cubicBezTo>
                    <a:pt x="300327" y="201734"/>
                    <a:pt x="282435" y="224716"/>
                    <a:pt x="257515" y="233654"/>
                  </a:cubicBezTo>
                  <a:lnTo>
                    <a:pt x="257515" y="23365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sp>
        <p:nvSpPr>
          <p:cNvPr id="136" name="Graphic 4">
            <a:extLst>
              <a:ext uri="{FF2B5EF4-FFF2-40B4-BE49-F238E27FC236}">
                <a16:creationId xmlns:a16="http://schemas.microsoft.com/office/drawing/2014/main" id="{4ED909F8-CEB3-4DBF-9EA1-B6E67BE2BEB7}"/>
              </a:ext>
            </a:extLst>
          </p:cNvPr>
          <p:cNvSpPr/>
          <p:nvPr/>
        </p:nvSpPr>
        <p:spPr>
          <a:xfrm>
            <a:off x="3933288" y="3135439"/>
            <a:ext cx="549341" cy="548642"/>
          </a:xfrm>
          <a:custGeom>
            <a:avLst/>
            <a:gdLst>
              <a:gd name="connsiteX0" fmla="*/ 148246 w 362309"/>
              <a:gd name="connsiteY0" fmla="*/ 170452 h 361975"/>
              <a:gd name="connsiteX1" fmla="*/ 162943 w 362309"/>
              <a:gd name="connsiteY1" fmla="*/ 116188 h 361975"/>
              <a:gd name="connsiteX2" fmla="*/ 120130 w 362309"/>
              <a:gd name="connsiteY2" fmla="*/ 184497 h 361975"/>
              <a:gd name="connsiteX3" fmla="*/ 129076 w 362309"/>
              <a:gd name="connsiteY3" fmla="*/ 184497 h 361975"/>
              <a:gd name="connsiteX4" fmla="*/ 135466 w 362309"/>
              <a:gd name="connsiteY4" fmla="*/ 190881 h 361975"/>
              <a:gd name="connsiteX5" fmla="*/ 135466 w 362309"/>
              <a:gd name="connsiteY5" fmla="*/ 192796 h 361975"/>
              <a:gd name="connsiteX6" fmla="*/ 120770 w 362309"/>
              <a:gd name="connsiteY6" fmla="*/ 247060 h 361975"/>
              <a:gd name="connsiteX7" fmla="*/ 164221 w 362309"/>
              <a:gd name="connsiteY7" fmla="*/ 178752 h 361975"/>
              <a:gd name="connsiteX8" fmla="*/ 155275 w 362309"/>
              <a:gd name="connsiteY8" fmla="*/ 178752 h 361975"/>
              <a:gd name="connsiteX9" fmla="*/ 150164 w 362309"/>
              <a:gd name="connsiteY9" fmla="*/ 176198 h 361975"/>
              <a:gd name="connsiteX10" fmla="*/ 148246 w 362309"/>
              <a:gd name="connsiteY10" fmla="*/ 170452 h 361975"/>
              <a:gd name="connsiteX11" fmla="*/ 228120 w 362309"/>
              <a:gd name="connsiteY11" fmla="*/ 170452 h 361975"/>
              <a:gd name="connsiteX12" fmla="*/ 242818 w 362309"/>
              <a:gd name="connsiteY12" fmla="*/ 116188 h 361975"/>
              <a:gd name="connsiteX13" fmla="*/ 200005 w 362309"/>
              <a:gd name="connsiteY13" fmla="*/ 184497 h 361975"/>
              <a:gd name="connsiteX14" fmla="*/ 208951 w 362309"/>
              <a:gd name="connsiteY14" fmla="*/ 184497 h 361975"/>
              <a:gd name="connsiteX15" fmla="*/ 215341 w 362309"/>
              <a:gd name="connsiteY15" fmla="*/ 190881 h 361975"/>
              <a:gd name="connsiteX16" fmla="*/ 215341 w 362309"/>
              <a:gd name="connsiteY16" fmla="*/ 192796 h 361975"/>
              <a:gd name="connsiteX17" fmla="*/ 200644 w 362309"/>
              <a:gd name="connsiteY17" fmla="*/ 247060 h 361975"/>
              <a:gd name="connsiteX18" fmla="*/ 243456 w 362309"/>
              <a:gd name="connsiteY18" fmla="*/ 178752 h 361975"/>
              <a:gd name="connsiteX19" fmla="*/ 233872 w 362309"/>
              <a:gd name="connsiteY19" fmla="*/ 178752 h 361975"/>
              <a:gd name="connsiteX20" fmla="*/ 228759 w 362309"/>
              <a:gd name="connsiteY20" fmla="*/ 176198 h 361975"/>
              <a:gd name="connsiteX21" fmla="*/ 228120 w 362309"/>
              <a:gd name="connsiteY21" fmla="*/ 170452 h 361975"/>
              <a:gd name="connsiteX22" fmla="*/ 265821 w 362309"/>
              <a:gd name="connsiteY22" fmla="*/ 78523 h 361975"/>
              <a:gd name="connsiteX23" fmla="*/ 242179 w 362309"/>
              <a:gd name="connsiteY23" fmla="*/ 165345 h 361975"/>
              <a:gd name="connsiteX24" fmla="*/ 254319 w 362309"/>
              <a:gd name="connsiteY24" fmla="*/ 165345 h 361975"/>
              <a:gd name="connsiteX25" fmla="*/ 260070 w 362309"/>
              <a:gd name="connsiteY25" fmla="*/ 168537 h 361975"/>
              <a:gd name="connsiteX26" fmla="*/ 260070 w 362309"/>
              <a:gd name="connsiteY26" fmla="*/ 174921 h 361975"/>
              <a:gd name="connsiteX27" fmla="*/ 187864 w 362309"/>
              <a:gd name="connsiteY27" fmla="*/ 289194 h 361975"/>
              <a:gd name="connsiteX28" fmla="*/ 182752 w 362309"/>
              <a:gd name="connsiteY28" fmla="*/ 292386 h 361975"/>
              <a:gd name="connsiteX29" fmla="*/ 180196 w 362309"/>
              <a:gd name="connsiteY29" fmla="*/ 291748 h 361975"/>
              <a:gd name="connsiteX30" fmla="*/ 176362 w 362309"/>
              <a:gd name="connsiteY30" fmla="*/ 284087 h 361975"/>
              <a:gd name="connsiteX31" fmla="*/ 200005 w 362309"/>
              <a:gd name="connsiteY31" fmla="*/ 197265 h 361975"/>
              <a:gd name="connsiteX32" fmla="*/ 187864 w 362309"/>
              <a:gd name="connsiteY32" fmla="*/ 197265 h 361975"/>
              <a:gd name="connsiteX33" fmla="*/ 181474 w 362309"/>
              <a:gd name="connsiteY33" fmla="*/ 190881 h 361975"/>
              <a:gd name="connsiteX34" fmla="*/ 182752 w 362309"/>
              <a:gd name="connsiteY34" fmla="*/ 187689 h 361975"/>
              <a:gd name="connsiteX35" fmla="*/ 254319 w 362309"/>
              <a:gd name="connsiteY35" fmla="*/ 74054 h 361975"/>
              <a:gd name="connsiteX36" fmla="*/ 263265 w 362309"/>
              <a:gd name="connsiteY36" fmla="*/ 72139 h 361975"/>
              <a:gd name="connsiteX37" fmla="*/ 265821 w 362309"/>
              <a:gd name="connsiteY37" fmla="*/ 78523 h 361975"/>
              <a:gd name="connsiteX38" fmla="*/ 186586 w 362309"/>
              <a:gd name="connsiteY38" fmla="*/ 78523 h 361975"/>
              <a:gd name="connsiteX39" fmla="*/ 162943 w 362309"/>
              <a:gd name="connsiteY39" fmla="*/ 165345 h 361975"/>
              <a:gd name="connsiteX40" fmla="*/ 175084 w 362309"/>
              <a:gd name="connsiteY40" fmla="*/ 165345 h 361975"/>
              <a:gd name="connsiteX41" fmla="*/ 180835 w 362309"/>
              <a:gd name="connsiteY41" fmla="*/ 168537 h 361975"/>
              <a:gd name="connsiteX42" fmla="*/ 180835 w 362309"/>
              <a:gd name="connsiteY42" fmla="*/ 174921 h 361975"/>
              <a:gd name="connsiteX43" fmla="*/ 108629 w 362309"/>
              <a:gd name="connsiteY43" fmla="*/ 288556 h 361975"/>
              <a:gd name="connsiteX44" fmla="*/ 103517 w 362309"/>
              <a:gd name="connsiteY44" fmla="*/ 291748 h 361975"/>
              <a:gd name="connsiteX45" fmla="*/ 100961 w 362309"/>
              <a:gd name="connsiteY45" fmla="*/ 291109 h 361975"/>
              <a:gd name="connsiteX46" fmla="*/ 97127 w 362309"/>
              <a:gd name="connsiteY46" fmla="*/ 283449 h 361975"/>
              <a:gd name="connsiteX47" fmla="*/ 120770 w 362309"/>
              <a:gd name="connsiteY47" fmla="*/ 196627 h 361975"/>
              <a:gd name="connsiteX48" fmla="*/ 108629 w 362309"/>
              <a:gd name="connsiteY48" fmla="*/ 196627 h 361975"/>
              <a:gd name="connsiteX49" fmla="*/ 102239 w 362309"/>
              <a:gd name="connsiteY49" fmla="*/ 190243 h 361975"/>
              <a:gd name="connsiteX50" fmla="*/ 103517 w 362309"/>
              <a:gd name="connsiteY50" fmla="*/ 187051 h 361975"/>
              <a:gd name="connsiteX51" fmla="*/ 175084 w 362309"/>
              <a:gd name="connsiteY51" fmla="*/ 73416 h 361975"/>
              <a:gd name="connsiteX52" fmla="*/ 184030 w 362309"/>
              <a:gd name="connsiteY52" fmla="*/ 71500 h 361975"/>
              <a:gd name="connsiteX53" fmla="*/ 186586 w 362309"/>
              <a:gd name="connsiteY53" fmla="*/ 78523 h 361975"/>
              <a:gd name="connsiteX54" fmla="*/ 362309 w 362309"/>
              <a:gd name="connsiteY54" fmla="*/ 181305 h 361975"/>
              <a:gd name="connsiteX55" fmla="*/ 181474 w 362309"/>
              <a:gd name="connsiteY55" fmla="*/ 0 h 361975"/>
              <a:gd name="connsiteX56" fmla="*/ 0 w 362309"/>
              <a:gd name="connsiteY56" fmla="*/ 180667 h 361975"/>
              <a:gd name="connsiteX57" fmla="*/ 180835 w 362309"/>
              <a:gd name="connsiteY57" fmla="*/ 361972 h 361975"/>
              <a:gd name="connsiteX58" fmla="*/ 180835 w 362309"/>
              <a:gd name="connsiteY58" fmla="*/ 361972 h 361975"/>
              <a:gd name="connsiteX59" fmla="*/ 362309 w 362309"/>
              <a:gd name="connsiteY59" fmla="*/ 181305 h 361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362309" h="361975">
                <a:moveTo>
                  <a:pt x="148246" y="170452"/>
                </a:moveTo>
                <a:lnTo>
                  <a:pt x="162943" y="116188"/>
                </a:lnTo>
                <a:lnTo>
                  <a:pt x="120130" y="184497"/>
                </a:lnTo>
                <a:lnTo>
                  <a:pt x="129076" y="184497"/>
                </a:lnTo>
                <a:cubicBezTo>
                  <a:pt x="132910" y="184497"/>
                  <a:pt x="135466" y="187051"/>
                  <a:pt x="135466" y="190881"/>
                </a:cubicBezTo>
                <a:cubicBezTo>
                  <a:pt x="135466" y="191519"/>
                  <a:pt x="135466" y="192158"/>
                  <a:pt x="135466" y="192796"/>
                </a:cubicBezTo>
                <a:lnTo>
                  <a:pt x="120770" y="247060"/>
                </a:lnTo>
                <a:lnTo>
                  <a:pt x="164221" y="178752"/>
                </a:lnTo>
                <a:lnTo>
                  <a:pt x="155275" y="178752"/>
                </a:lnTo>
                <a:cubicBezTo>
                  <a:pt x="153358" y="178752"/>
                  <a:pt x="151441" y="178113"/>
                  <a:pt x="150164" y="176198"/>
                </a:cubicBezTo>
                <a:cubicBezTo>
                  <a:pt x="148885" y="174283"/>
                  <a:pt x="148246" y="172368"/>
                  <a:pt x="148246" y="170452"/>
                </a:cubicBezTo>
                <a:moveTo>
                  <a:pt x="228120" y="170452"/>
                </a:moveTo>
                <a:lnTo>
                  <a:pt x="242818" y="116188"/>
                </a:lnTo>
                <a:lnTo>
                  <a:pt x="200005" y="184497"/>
                </a:lnTo>
                <a:lnTo>
                  <a:pt x="208951" y="184497"/>
                </a:lnTo>
                <a:cubicBezTo>
                  <a:pt x="212784" y="184497"/>
                  <a:pt x="215341" y="187051"/>
                  <a:pt x="215341" y="190881"/>
                </a:cubicBezTo>
                <a:cubicBezTo>
                  <a:pt x="215341" y="191519"/>
                  <a:pt x="215341" y="192158"/>
                  <a:pt x="215341" y="192796"/>
                </a:cubicBezTo>
                <a:lnTo>
                  <a:pt x="200644" y="247060"/>
                </a:lnTo>
                <a:lnTo>
                  <a:pt x="243456" y="178752"/>
                </a:lnTo>
                <a:lnTo>
                  <a:pt x="233872" y="178752"/>
                </a:lnTo>
                <a:cubicBezTo>
                  <a:pt x="231954" y="178752"/>
                  <a:pt x="230038" y="178113"/>
                  <a:pt x="228759" y="176198"/>
                </a:cubicBezTo>
                <a:cubicBezTo>
                  <a:pt x="227482" y="174283"/>
                  <a:pt x="227482" y="172368"/>
                  <a:pt x="228120" y="170452"/>
                </a:cubicBezTo>
                <a:moveTo>
                  <a:pt x="265821" y="78523"/>
                </a:moveTo>
                <a:lnTo>
                  <a:pt x="242179" y="165345"/>
                </a:lnTo>
                <a:lnTo>
                  <a:pt x="254319" y="165345"/>
                </a:lnTo>
                <a:cubicBezTo>
                  <a:pt x="256875" y="165345"/>
                  <a:pt x="258792" y="166622"/>
                  <a:pt x="260070" y="168537"/>
                </a:cubicBezTo>
                <a:cubicBezTo>
                  <a:pt x="261349" y="170452"/>
                  <a:pt x="261349" y="173006"/>
                  <a:pt x="260070" y="174921"/>
                </a:cubicBezTo>
                <a:lnTo>
                  <a:pt x="187864" y="289194"/>
                </a:lnTo>
                <a:cubicBezTo>
                  <a:pt x="186586" y="291109"/>
                  <a:pt x="184669" y="292386"/>
                  <a:pt x="182752" y="292386"/>
                </a:cubicBezTo>
                <a:cubicBezTo>
                  <a:pt x="182113" y="292386"/>
                  <a:pt x="180835" y="292386"/>
                  <a:pt x="180196" y="291748"/>
                </a:cubicBezTo>
                <a:cubicBezTo>
                  <a:pt x="177640" y="290471"/>
                  <a:pt x="175723" y="287279"/>
                  <a:pt x="176362" y="284087"/>
                </a:cubicBezTo>
                <a:lnTo>
                  <a:pt x="200005" y="197265"/>
                </a:lnTo>
                <a:lnTo>
                  <a:pt x="187864" y="197265"/>
                </a:lnTo>
                <a:cubicBezTo>
                  <a:pt x="184030" y="197265"/>
                  <a:pt x="181474" y="194711"/>
                  <a:pt x="181474" y="190881"/>
                </a:cubicBezTo>
                <a:cubicBezTo>
                  <a:pt x="181474" y="189604"/>
                  <a:pt x="182113" y="188327"/>
                  <a:pt x="182752" y="187689"/>
                </a:cubicBezTo>
                <a:lnTo>
                  <a:pt x="254319" y="74054"/>
                </a:lnTo>
                <a:cubicBezTo>
                  <a:pt x="256236" y="70862"/>
                  <a:pt x="260070" y="70224"/>
                  <a:pt x="263265" y="72139"/>
                </a:cubicBezTo>
                <a:cubicBezTo>
                  <a:pt x="265182" y="73416"/>
                  <a:pt x="266460" y="75969"/>
                  <a:pt x="265821" y="78523"/>
                </a:cubicBezTo>
                <a:moveTo>
                  <a:pt x="186586" y="78523"/>
                </a:moveTo>
                <a:lnTo>
                  <a:pt x="162943" y="165345"/>
                </a:lnTo>
                <a:lnTo>
                  <a:pt x="175084" y="165345"/>
                </a:lnTo>
                <a:cubicBezTo>
                  <a:pt x="177640" y="165345"/>
                  <a:pt x="179557" y="166622"/>
                  <a:pt x="180835" y="168537"/>
                </a:cubicBezTo>
                <a:cubicBezTo>
                  <a:pt x="182113" y="170452"/>
                  <a:pt x="182113" y="173006"/>
                  <a:pt x="180835" y="174921"/>
                </a:cubicBezTo>
                <a:lnTo>
                  <a:pt x="108629" y="288556"/>
                </a:lnTo>
                <a:cubicBezTo>
                  <a:pt x="107350" y="290471"/>
                  <a:pt x="105434" y="291748"/>
                  <a:pt x="103517" y="291748"/>
                </a:cubicBezTo>
                <a:cubicBezTo>
                  <a:pt x="102878" y="291748"/>
                  <a:pt x="101600" y="291748"/>
                  <a:pt x="100961" y="291109"/>
                </a:cubicBezTo>
                <a:cubicBezTo>
                  <a:pt x="98405" y="289833"/>
                  <a:pt x="96488" y="286641"/>
                  <a:pt x="97127" y="283449"/>
                </a:cubicBezTo>
                <a:lnTo>
                  <a:pt x="120770" y="196627"/>
                </a:lnTo>
                <a:lnTo>
                  <a:pt x="108629" y="196627"/>
                </a:lnTo>
                <a:cubicBezTo>
                  <a:pt x="104795" y="196627"/>
                  <a:pt x="102239" y="194073"/>
                  <a:pt x="102239" y="190243"/>
                </a:cubicBezTo>
                <a:cubicBezTo>
                  <a:pt x="102239" y="188966"/>
                  <a:pt x="102878" y="187689"/>
                  <a:pt x="103517" y="187051"/>
                </a:cubicBezTo>
                <a:lnTo>
                  <a:pt x="175084" y="73416"/>
                </a:lnTo>
                <a:cubicBezTo>
                  <a:pt x="177001" y="70224"/>
                  <a:pt x="180835" y="69585"/>
                  <a:pt x="184030" y="71500"/>
                </a:cubicBezTo>
                <a:cubicBezTo>
                  <a:pt x="185947" y="73416"/>
                  <a:pt x="187225" y="75969"/>
                  <a:pt x="186586" y="78523"/>
                </a:cubicBezTo>
                <a:moveTo>
                  <a:pt x="362309" y="181305"/>
                </a:moveTo>
                <a:cubicBezTo>
                  <a:pt x="362309" y="81076"/>
                  <a:pt x="281157" y="0"/>
                  <a:pt x="181474" y="0"/>
                </a:cubicBezTo>
                <a:cubicBezTo>
                  <a:pt x="81152" y="0"/>
                  <a:pt x="0" y="81076"/>
                  <a:pt x="0" y="180667"/>
                </a:cubicBezTo>
                <a:cubicBezTo>
                  <a:pt x="0" y="280895"/>
                  <a:pt x="81152" y="361972"/>
                  <a:pt x="180835" y="361972"/>
                </a:cubicBezTo>
                <a:cubicBezTo>
                  <a:pt x="180835" y="361972"/>
                  <a:pt x="180835" y="361972"/>
                  <a:pt x="180835" y="361972"/>
                </a:cubicBezTo>
                <a:cubicBezTo>
                  <a:pt x="281796" y="362610"/>
                  <a:pt x="362309" y="281533"/>
                  <a:pt x="362309" y="181305"/>
                </a:cubicBezTo>
              </a:path>
            </a:pathLst>
          </a:custGeom>
          <a:solidFill>
            <a:schemeClr val="accent2"/>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nvGrpSpPr>
          <p:cNvPr id="137" name="Graphic 4">
            <a:extLst>
              <a:ext uri="{FF2B5EF4-FFF2-40B4-BE49-F238E27FC236}">
                <a16:creationId xmlns:a16="http://schemas.microsoft.com/office/drawing/2014/main" id="{6CE2E157-C824-4CC5-A3C1-CFD219B40607}"/>
              </a:ext>
            </a:extLst>
          </p:cNvPr>
          <p:cNvGrpSpPr/>
          <p:nvPr/>
        </p:nvGrpSpPr>
        <p:grpSpPr>
          <a:xfrm>
            <a:off x="3933288" y="4377816"/>
            <a:ext cx="587829" cy="548642"/>
            <a:chOff x="1952125" y="4308712"/>
            <a:chExt cx="362313" cy="361971"/>
          </a:xfrm>
          <a:solidFill>
            <a:schemeClr val="accent3"/>
          </a:solidFill>
        </p:grpSpPr>
        <p:sp>
          <p:nvSpPr>
            <p:cNvPr id="138" name="Graphic 4">
              <a:extLst>
                <a:ext uri="{FF2B5EF4-FFF2-40B4-BE49-F238E27FC236}">
                  <a16:creationId xmlns:a16="http://schemas.microsoft.com/office/drawing/2014/main" id="{E3C2E9CC-4A06-4816-A79E-B2B222DF3D38}"/>
                </a:ext>
              </a:extLst>
            </p:cNvPr>
            <p:cNvSpPr/>
            <p:nvPr/>
          </p:nvSpPr>
          <p:spPr>
            <a:xfrm>
              <a:off x="2212196" y="4474057"/>
              <a:ext cx="15974" cy="30643"/>
            </a:xfrm>
            <a:custGeom>
              <a:avLst/>
              <a:gdLst>
                <a:gd name="connsiteX0" fmla="*/ 0 w 15974"/>
                <a:gd name="connsiteY0" fmla="*/ 0 h 30643"/>
                <a:gd name="connsiteX1" fmla="*/ 0 w 15974"/>
                <a:gd name="connsiteY1" fmla="*/ 30643 h 30643"/>
                <a:gd name="connsiteX2" fmla="*/ 639 w 15974"/>
                <a:gd name="connsiteY2" fmla="*/ 30643 h 30643"/>
                <a:gd name="connsiteX3" fmla="*/ 15975 w 15974"/>
                <a:gd name="connsiteY3" fmla="*/ 30643 h 30643"/>
                <a:gd name="connsiteX4" fmla="*/ 15975 w 15974"/>
                <a:gd name="connsiteY4" fmla="*/ 0 h 30643"/>
                <a:gd name="connsiteX5" fmla="*/ 639 w 15974"/>
                <a:gd name="connsiteY5" fmla="*/ 0 h 30643"/>
                <a:gd name="connsiteX6" fmla="*/ 0 w 15974"/>
                <a:gd name="connsiteY6" fmla="*/ 0 h 30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974" h="30643">
                  <a:moveTo>
                    <a:pt x="0" y="0"/>
                  </a:moveTo>
                  <a:lnTo>
                    <a:pt x="0" y="30643"/>
                  </a:lnTo>
                  <a:lnTo>
                    <a:pt x="639" y="30643"/>
                  </a:lnTo>
                  <a:lnTo>
                    <a:pt x="15975" y="30643"/>
                  </a:lnTo>
                  <a:lnTo>
                    <a:pt x="15975" y="0"/>
                  </a:lnTo>
                  <a:lnTo>
                    <a:pt x="639" y="0"/>
                  </a:lnTo>
                  <a:lnTo>
                    <a:pt x="0" y="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39" name="Graphic 4">
              <a:extLst>
                <a:ext uri="{FF2B5EF4-FFF2-40B4-BE49-F238E27FC236}">
                  <a16:creationId xmlns:a16="http://schemas.microsoft.com/office/drawing/2014/main" id="{BC617F15-AB87-40EE-872A-D55A1CEDDC01}"/>
                </a:ext>
              </a:extLst>
            </p:cNvPr>
            <p:cNvSpPr/>
            <p:nvPr/>
          </p:nvSpPr>
          <p:spPr>
            <a:xfrm>
              <a:off x="2039668" y="4445329"/>
              <a:ext cx="159748" cy="88098"/>
            </a:xfrm>
            <a:custGeom>
              <a:avLst/>
              <a:gdLst>
                <a:gd name="connsiteX0" fmla="*/ 0 w 159748"/>
                <a:gd name="connsiteY0" fmla="*/ 88099 h 88098"/>
                <a:gd name="connsiteX1" fmla="*/ 159748 w 159748"/>
                <a:gd name="connsiteY1" fmla="*/ 88099 h 88098"/>
                <a:gd name="connsiteX2" fmla="*/ 159748 w 159748"/>
                <a:gd name="connsiteY2" fmla="*/ 0 h 88098"/>
                <a:gd name="connsiteX3" fmla="*/ 0 w 159748"/>
                <a:gd name="connsiteY3" fmla="*/ 0 h 88098"/>
                <a:gd name="connsiteX4" fmla="*/ 0 w 159748"/>
                <a:gd name="connsiteY4" fmla="*/ 88099 h 88098"/>
                <a:gd name="connsiteX5" fmla="*/ 130994 w 159748"/>
                <a:gd name="connsiteY5" fmla="*/ 13406 h 88098"/>
                <a:gd name="connsiteX6" fmla="*/ 137384 w 159748"/>
                <a:gd name="connsiteY6" fmla="*/ 7022 h 88098"/>
                <a:gd name="connsiteX7" fmla="*/ 143774 w 159748"/>
                <a:gd name="connsiteY7" fmla="*/ 13406 h 88098"/>
                <a:gd name="connsiteX8" fmla="*/ 143774 w 159748"/>
                <a:gd name="connsiteY8" fmla="*/ 74693 h 88098"/>
                <a:gd name="connsiteX9" fmla="*/ 137384 w 159748"/>
                <a:gd name="connsiteY9" fmla="*/ 81077 h 88098"/>
                <a:gd name="connsiteX10" fmla="*/ 130994 w 159748"/>
                <a:gd name="connsiteY10" fmla="*/ 74693 h 88098"/>
                <a:gd name="connsiteX11" fmla="*/ 130994 w 159748"/>
                <a:gd name="connsiteY11" fmla="*/ 13406 h 88098"/>
                <a:gd name="connsiteX12" fmla="*/ 102239 w 159748"/>
                <a:gd name="connsiteY12" fmla="*/ 13406 h 88098"/>
                <a:gd name="connsiteX13" fmla="*/ 108629 w 159748"/>
                <a:gd name="connsiteY13" fmla="*/ 7022 h 88098"/>
                <a:gd name="connsiteX14" fmla="*/ 115019 w 159748"/>
                <a:gd name="connsiteY14" fmla="*/ 13406 h 88098"/>
                <a:gd name="connsiteX15" fmla="*/ 115019 w 159748"/>
                <a:gd name="connsiteY15" fmla="*/ 74693 h 88098"/>
                <a:gd name="connsiteX16" fmla="*/ 108629 w 159748"/>
                <a:gd name="connsiteY16" fmla="*/ 81077 h 88098"/>
                <a:gd name="connsiteX17" fmla="*/ 102239 w 159748"/>
                <a:gd name="connsiteY17" fmla="*/ 74693 h 88098"/>
                <a:gd name="connsiteX18" fmla="*/ 102239 w 159748"/>
                <a:gd name="connsiteY18" fmla="*/ 13406 h 88098"/>
                <a:gd name="connsiteX19" fmla="*/ 74123 w 159748"/>
                <a:gd name="connsiteY19" fmla="*/ 13406 h 88098"/>
                <a:gd name="connsiteX20" fmla="*/ 80513 w 159748"/>
                <a:gd name="connsiteY20" fmla="*/ 7022 h 88098"/>
                <a:gd name="connsiteX21" fmla="*/ 86903 w 159748"/>
                <a:gd name="connsiteY21" fmla="*/ 13406 h 88098"/>
                <a:gd name="connsiteX22" fmla="*/ 86903 w 159748"/>
                <a:gd name="connsiteY22" fmla="*/ 74693 h 88098"/>
                <a:gd name="connsiteX23" fmla="*/ 80513 w 159748"/>
                <a:gd name="connsiteY23" fmla="*/ 81077 h 88098"/>
                <a:gd name="connsiteX24" fmla="*/ 74123 w 159748"/>
                <a:gd name="connsiteY24" fmla="*/ 74693 h 88098"/>
                <a:gd name="connsiteX25" fmla="*/ 74123 w 159748"/>
                <a:gd name="connsiteY25" fmla="*/ 13406 h 88098"/>
                <a:gd name="connsiteX26" fmla="*/ 45368 w 159748"/>
                <a:gd name="connsiteY26" fmla="*/ 13406 h 88098"/>
                <a:gd name="connsiteX27" fmla="*/ 51758 w 159748"/>
                <a:gd name="connsiteY27" fmla="*/ 7022 h 88098"/>
                <a:gd name="connsiteX28" fmla="*/ 58148 w 159748"/>
                <a:gd name="connsiteY28" fmla="*/ 13406 h 88098"/>
                <a:gd name="connsiteX29" fmla="*/ 58148 w 159748"/>
                <a:gd name="connsiteY29" fmla="*/ 74693 h 88098"/>
                <a:gd name="connsiteX30" fmla="*/ 51758 w 159748"/>
                <a:gd name="connsiteY30" fmla="*/ 81077 h 88098"/>
                <a:gd name="connsiteX31" fmla="*/ 45368 w 159748"/>
                <a:gd name="connsiteY31" fmla="*/ 74693 h 88098"/>
                <a:gd name="connsiteX32" fmla="*/ 45368 w 159748"/>
                <a:gd name="connsiteY32" fmla="*/ 13406 h 88098"/>
                <a:gd name="connsiteX33" fmla="*/ 16614 w 159748"/>
                <a:gd name="connsiteY33" fmla="*/ 13406 h 88098"/>
                <a:gd name="connsiteX34" fmla="*/ 23004 w 159748"/>
                <a:gd name="connsiteY34" fmla="*/ 7022 h 88098"/>
                <a:gd name="connsiteX35" fmla="*/ 29394 w 159748"/>
                <a:gd name="connsiteY35" fmla="*/ 13406 h 88098"/>
                <a:gd name="connsiteX36" fmla="*/ 29394 w 159748"/>
                <a:gd name="connsiteY36" fmla="*/ 74693 h 88098"/>
                <a:gd name="connsiteX37" fmla="*/ 23004 w 159748"/>
                <a:gd name="connsiteY37" fmla="*/ 81077 h 88098"/>
                <a:gd name="connsiteX38" fmla="*/ 16614 w 159748"/>
                <a:gd name="connsiteY38" fmla="*/ 74693 h 88098"/>
                <a:gd name="connsiteX39" fmla="*/ 16614 w 159748"/>
                <a:gd name="connsiteY39" fmla="*/ 13406 h 88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59748" h="88098">
                  <a:moveTo>
                    <a:pt x="0" y="88099"/>
                  </a:moveTo>
                  <a:lnTo>
                    <a:pt x="159748" y="88099"/>
                  </a:lnTo>
                  <a:lnTo>
                    <a:pt x="159748" y="0"/>
                  </a:lnTo>
                  <a:lnTo>
                    <a:pt x="0" y="0"/>
                  </a:lnTo>
                  <a:lnTo>
                    <a:pt x="0" y="88099"/>
                  </a:lnTo>
                  <a:close/>
                  <a:moveTo>
                    <a:pt x="130994" y="13406"/>
                  </a:moveTo>
                  <a:cubicBezTo>
                    <a:pt x="130994" y="9576"/>
                    <a:pt x="133550" y="7022"/>
                    <a:pt x="137384" y="7022"/>
                  </a:cubicBezTo>
                  <a:cubicBezTo>
                    <a:pt x="141217" y="7022"/>
                    <a:pt x="143774" y="9576"/>
                    <a:pt x="143774" y="13406"/>
                  </a:cubicBezTo>
                  <a:lnTo>
                    <a:pt x="143774" y="74693"/>
                  </a:lnTo>
                  <a:cubicBezTo>
                    <a:pt x="143774" y="78523"/>
                    <a:pt x="141217" y="81077"/>
                    <a:pt x="137384" y="81077"/>
                  </a:cubicBezTo>
                  <a:cubicBezTo>
                    <a:pt x="133550" y="81077"/>
                    <a:pt x="130994" y="78523"/>
                    <a:pt x="130994" y="74693"/>
                  </a:cubicBezTo>
                  <a:lnTo>
                    <a:pt x="130994" y="13406"/>
                  </a:lnTo>
                  <a:close/>
                  <a:moveTo>
                    <a:pt x="102239" y="13406"/>
                  </a:moveTo>
                  <a:cubicBezTo>
                    <a:pt x="102239" y="9576"/>
                    <a:pt x="104795" y="7022"/>
                    <a:pt x="108629" y="7022"/>
                  </a:cubicBezTo>
                  <a:cubicBezTo>
                    <a:pt x="112463" y="7022"/>
                    <a:pt x="115019" y="9576"/>
                    <a:pt x="115019" y="13406"/>
                  </a:cubicBezTo>
                  <a:lnTo>
                    <a:pt x="115019" y="74693"/>
                  </a:lnTo>
                  <a:cubicBezTo>
                    <a:pt x="115019" y="78523"/>
                    <a:pt x="112463" y="81077"/>
                    <a:pt x="108629" y="81077"/>
                  </a:cubicBezTo>
                  <a:cubicBezTo>
                    <a:pt x="104795" y="81077"/>
                    <a:pt x="102239" y="78523"/>
                    <a:pt x="102239" y="74693"/>
                  </a:cubicBezTo>
                  <a:lnTo>
                    <a:pt x="102239" y="13406"/>
                  </a:lnTo>
                  <a:close/>
                  <a:moveTo>
                    <a:pt x="74123" y="13406"/>
                  </a:moveTo>
                  <a:cubicBezTo>
                    <a:pt x="74123" y="9576"/>
                    <a:pt x="76679" y="7022"/>
                    <a:pt x="80513" y="7022"/>
                  </a:cubicBezTo>
                  <a:cubicBezTo>
                    <a:pt x="84347" y="7022"/>
                    <a:pt x="86903" y="9576"/>
                    <a:pt x="86903" y="13406"/>
                  </a:cubicBezTo>
                  <a:lnTo>
                    <a:pt x="86903" y="74693"/>
                  </a:lnTo>
                  <a:cubicBezTo>
                    <a:pt x="86903" y="78523"/>
                    <a:pt x="84347" y="81077"/>
                    <a:pt x="80513" y="81077"/>
                  </a:cubicBezTo>
                  <a:cubicBezTo>
                    <a:pt x="76679" y="81077"/>
                    <a:pt x="74123" y="78523"/>
                    <a:pt x="74123" y="74693"/>
                  </a:cubicBezTo>
                  <a:lnTo>
                    <a:pt x="74123" y="13406"/>
                  </a:lnTo>
                  <a:close/>
                  <a:moveTo>
                    <a:pt x="45368" y="13406"/>
                  </a:moveTo>
                  <a:cubicBezTo>
                    <a:pt x="45368" y="9576"/>
                    <a:pt x="47925" y="7022"/>
                    <a:pt x="51758" y="7022"/>
                  </a:cubicBezTo>
                  <a:cubicBezTo>
                    <a:pt x="55592" y="7022"/>
                    <a:pt x="58148" y="9576"/>
                    <a:pt x="58148" y="13406"/>
                  </a:cubicBezTo>
                  <a:lnTo>
                    <a:pt x="58148" y="74693"/>
                  </a:lnTo>
                  <a:cubicBezTo>
                    <a:pt x="58148" y="78523"/>
                    <a:pt x="55592" y="81077"/>
                    <a:pt x="51758" y="81077"/>
                  </a:cubicBezTo>
                  <a:cubicBezTo>
                    <a:pt x="47925" y="81077"/>
                    <a:pt x="45368" y="78523"/>
                    <a:pt x="45368" y="74693"/>
                  </a:cubicBezTo>
                  <a:lnTo>
                    <a:pt x="45368" y="13406"/>
                  </a:lnTo>
                  <a:close/>
                  <a:moveTo>
                    <a:pt x="16614" y="13406"/>
                  </a:moveTo>
                  <a:cubicBezTo>
                    <a:pt x="16614" y="9576"/>
                    <a:pt x="19170" y="7022"/>
                    <a:pt x="23004" y="7022"/>
                  </a:cubicBezTo>
                  <a:cubicBezTo>
                    <a:pt x="26838" y="7022"/>
                    <a:pt x="29394" y="9576"/>
                    <a:pt x="29394" y="13406"/>
                  </a:cubicBezTo>
                  <a:lnTo>
                    <a:pt x="29394" y="74693"/>
                  </a:lnTo>
                  <a:cubicBezTo>
                    <a:pt x="29394" y="78523"/>
                    <a:pt x="26838" y="81077"/>
                    <a:pt x="23004" y="81077"/>
                  </a:cubicBezTo>
                  <a:cubicBezTo>
                    <a:pt x="19170" y="81077"/>
                    <a:pt x="16614" y="78523"/>
                    <a:pt x="16614" y="74693"/>
                  </a:cubicBezTo>
                  <a:lnTo>
                    <a:pt x="16614" y="13406"/>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40" name="Graphic 4">
              <a:extLst>
                <a:ext uri="{FF2B5EF4-FFF2-40B4-BE49-F238E27FC236}">
                  <a16:creationId xmlns:a16="http://schemas.microsoft.com/office/drawing/2014/main" id="{5110D059-A294-47D7-B9F7-437A764FC992}"/>
                </a:ext>
              </a:extLst>
            </p:cNvPr>
            <p:cNvSpPr/>
            <p:nvPr/>
          </p:nvSpPr>
          <p:spPr>
            <a:xfrm>
              <a:off x="1952125" y="4308712"/>
              <a:ext cx="362313" cy="361971"/>
            </a:xfrm>
            <a:custGeom>
              <a:avLst/>
              <a:gdLst>
                <a:gd name="connsiteX0" fmla="*/ 181474 w 362313"/>
                <a:gd name="connsiteY0" fmla="*/ 0 h 361971"/>
                <a:gd name="connsiteX1" fmla="*/ 0 w 362313"/>
                <a:gd name="connsiteY1" fmla="*/ 180667 h 361971"/>
                <a:gd name="connsiteX2" fmla="*/ 180835 w 362313"/>
                <a:gd name="connsiteY2" fmla="*/ 361972 h 361971"/>
                <a:gd name="connsiteX3" fmla="*/ 362310 w 362313"/>
                <a:gd name="connsiteY3" fmla="*/ 181305 h 361971"/>
                <a:gd name="connsiteX4" fmla="*/ 362310 w 362313"/>
                <a:gd name="connsiteY4" fmla="*/ 181305 h 361971"/>
                <a:gd name="connsiteX5" fmla="*/ 181474 w 362313"/>
                <a:gd name="connsiteY5" fmla="*/ 0 h 361971"/>
                <a:gd name="connsiteX6" fmla="*/ 181474 w 362313"/>
                <a:gd name="connsiteY6" fmla="*/ 0 h 361971"/>
                <a:gd name="connsiteX7" fmla="*/ 288825 w 362313"/>
                <a:gd name="connsiteY7" fmla="*/ 202372 h 361971"/>
                <a:gd name="connsiteX8" fmla="*/ 282435 w 362313"/>
                <a:gd name="connsiteY8" fmla="*/ 208756 h 361971"/>
                <a:gd name="connsiteX9" fmla="*/ 260709 w 362313"/>
                <a:gd name="connsiteY9" fmla="*/ 208756 h 361971"/>
                <a:gd name="connsiteX10" fmla="*/ 260071 w 362313"/>
                <a:gd name="connsiteY10" fmla="*/ 208756 h 361971"/>
                <a:gd name="connsiteX11" fmla="*/ 260071 w 362313"/>
                <a:gd name="connsiteY11" fmla="*/ 231100 h 361971"/>
                <a:gd name="connsiteX12" fmla="*/ 253681 w 362313"/>
                <a:gd name="connsiteY12" fmla="*/ 237484 h 361971"/>
                <a:gd name="connsiteX13" fmla="*/ 81152 w 362313"/>
                <a:gd name="connsiteY13" fmla="*/ 237484 h 361971"/>
                <a:gd name="connsiteX14" fmla="*/ 74762 w 362313"/>
                <a:gd name="connsiteY14" fmla="*/ 231100 h 361971"/>
                <a:gd name="connsiteX15" fmla="*/ 74762 w 362313"/>
                <a:gd name="connsiteY15" fmla="*/ 130233 h 361971"/>
                <a:gd name="connsiteX16" fmla="*/ 81152 w 362313"/>
                <a:gd name="connsiteY16" fmla="*/ 123849 h 361971"/>
                <a:gd name="connsiteX17" fmla="*/ 253681 w 362313"/>
                <a:gd name="connsiteY17" fmla="*/ 123849 h 361971"/>
                <a:gd name="connsiteX18" fmla="*/ 260071 w 362313"/>
                <a:gd name="connsiteY18" fmla="*/ 130233 h 361971"/>
                <a:gd name="connsiteX19" fmla="*/ 260071 w 362313"/>
                <a:gd name="connsiteY19" fmla="*/ 152577 h 361971"/>
                <a:gd name="connsiteX20" fmla="*/ 260709 w 362313"/>
                <a:gd name="connsiteY20" fmla="*/ 152577 h 361971"/>
                <a:gd name="connsiteX21" fmla="*/ 282435 w 362313"/>
                <a:gd name="connsiteY21" fmla="*/ 152577 h 361971"/>
                <a:gd name="connsiteX22" fmla="*/ 288825 w 362313"/>
                <a:gd name="connsiteY22" fmla="*/ 158961 h 361971"/>
                <a:gd name="connsiteX23" fmla="*/ 288825 w 362313"/>
                <a:gd name="connsiteY23" fmla="*/ 202372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2313" h="361971">
                  <a:moveTo>
                    <a:pt x="181474" y="0"/>
                  </a:moveTo>
                  <a:cubicBezTo>
                    <a:pt x="81152" y="0"/>
                    <a:pt x="0" y="81077"/>
                    <a:pt x="0" y="180667"/>
                  </a:cubicBezTo>
                  <a:cubicBezTo>
                    <a:pt x="0" y="280895"/>
                    <a:pt x="81152" y="361972"/>
                    <a:pt x="180835" y="361972"/>
                  </a:cubicBezTo>
                  <a:cubicBezTo>
                    <a:pt x="281157" y="361972"/>
                    <a:pt x="362310" y="280895"/>
                    <a:pt x="362310" y="181305"/>
                  </a:cubicBezTo>
                  <a:cubicBezTo>
                    <a:pt x="362310" y="181305"/>
                    <a:pt x="362310" y="181305"/>
                    <a:pt x="362310" y="181305"/>
                  </a:cubicBezTo>
                  <a:cubicBezTo>
                    <a:pt x="362948" y="81077"/>
                    <a:pt x="281796" y="0"/>
                    <a:pt x="181474" y="0"/>
                  </a:cubicBezTo>
                  <a:lnTo>
                    <a:pt x="181474" y="0"/>
                  </a:lnTo>
                  <a:close/>
                  <a:moveTo>
                    <a:pt x="288825" y="202372"/>
                  </a:moveTo>
                  <a:cubicBezTo>
                    <a:pt x="288825" y="206203"/>
                    <a:pt x="286269" y="208756"/>
                    <a:pt x="282435" y="208756"/>
                  </a:cubicBezTo>
                  <a:lnTo>
                    <a:pt x="260709" y="208756"/>
                  </a:lnTo>
                  <a:lnTo>
                    <a:pt x="260071" y="208756"/>
                  </a:lnTo>
                  <a:lnTo>
                    <a:pt x="260071" y="231100"/>
                  </a:lnTo>
                  <a:cubicBezTo>
                    <a:pt x="260071" y="234930"/>
                    <a:pt x="257514" y="237484"/>
                    <a:pt x="253681" y="237484"/>
                  </a:cubicBezTo>
                  <a:lnTo>
                    <a:pt x="81152" y="237484"/>
                  </a:lnTo>
                  <a:cubicBezTo>
                    <a:pt x="77318" y="237484"/>
                    <a:pt x="74762" y="234930"/>
                    <a:pt x="74762" y="231100"/>
                  </a:cubicBezTo>
                  <a:lnTo>
                    <a:pt x="74762" y="130233"/>
                  </a:lnTo>
                  <a:cubicBezTo>
                    <a:pt x="74762" y="126403"/>
                    <a:pt x="77318" y="123849"/>
                    <a:pt x="81152" y="123849"/>
                  </a:cubicBezTo>
                  <a:lnTo>
                    <a:pt x="253681" y="123849"/>
                  </a:lnTo>
                  <a:cubicBezTo>
                    <a:pt x="257514" y="123849"/>
                    <a:pt x="260071" y="126403"/>
                    <a:pt x="260071" y="130233"/>
                  </a:cubicBezTo>
                  <a:lnTo>
                    <a:pt x="260071" y="152577"/>
                  </a:lnTo>
                  <a:lnTo>
                    <a:pt x="260709" y="152577"/>
                  </a:lnTo>
                  <a:lnTo>
                    <a:pt x="282435" y="152577"/>
                  </a:lnTo>
                  <a:cubicBezTo>
                    <a:pt x="286269" y="152577"/>
                    <a:pt x="288825" y="155131"/>
                    <a:pt x="288825" y="158961"/>
                  </a:cubicBezTo>
                  <a:lnTo>
                    <a:pt x="288825" y="202372"/>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sp>
        <p:nvSpPr>
          <p:cNvPr id="101" name="TextBox 100">
            <a:extLst>
              <a:ext uri="{FF2B5EF4-FFF2-40B4-BE49-F238E27FC236}">
                <a16:creationId xmlns:a16="http://schemas.microsoft.com/office/drawing/2014/main" id="{6F5DFA51-A93D-4898-9B6C-5BBE8C20344C}"/>
              </a:ext>
            </a:extLst>
          </p:cNvPr>
          <p:cNvSpPr txBox="1"/>
          <p:nvPr/>
        </p:nvSpPr>
        <p:spPr>
          <a:xfrm>
            <a:off x="10200640" y="263311"/>
            <a:ext cx="1435496" cy="43088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2800" b="0" i="0" u="none" strike="noStrike" kern="1200" cap="none" spc="0" normalizeH="0" baseline="0" noProof="0">
                <a:ln>
                  <a:noFill/>
                </a:ln>
                <a:solidFill>
                  <a:srgbClr val="D0D0CE"/>
                </a:solidFill>
                <a:effectLst/>
                <a:uLnTx/>
                <a:uFillTx/>
                <a:latin typeface="Verdana"/>
                <a:ea typeface="+mn-ea"/>
                <a:cs typeface="+mn-cs"/>
              </a:rPr>
              <a:t>SW</a:t>
            </a:r>
            <a:r>
              <a:rPr kumimoji="0" lang="en-US" sz="2800" b="0" i="0" u="none" strike="noStrike" kern="1200" cap="none" spc="0" normalizeH="0" baseline="0" noProof="0">
                <a:ln>
                  <a:noFill/>
                </a:ln>
                <a:solidFill>
                  <a:srgbClr val="86BC25"/>
                </a:solidFill>
                <a:effectLst/>
                <a:uLnTx/>
                <a:uFillTx/>
                <a:latin typeface="Verdana"/>
                <a:ea typeface="+mn-ea"/>
                <a:cs typeface="+mn-cs"/>
              </a:rPr>
              <a:t>O</a:t>
            </a:r>
            <a:r>
              <a:rPr kumimoji="0" lang="en-US" sz="2800" b="0" i="0" u="none" strike="noStrike" kern="1200" cap="none" spc="0" normalizeH="0" baseline="0" noProof="0">
                <a:ln>
                  <a:noFill/>
                </a:ln>
                <a:solidFill>
                  <a:srgbClr val="D0D0CE"/>
                </a:solidFill>
                <a:effectLst/>
                <a:uLnTx/>
                <a:uFillTx/>
                <a:latin typeface="Verdana"/>
                <a:ea typeface="+mn-ea"/>
                <a:cs typeface="+mn-cs"/>
              </a:rPr>
              <a:t>T</a:t>
            </a:r>
          </a:p>
        </p:txBody>
      </p:sp>
      <p:grpSp>
        <p:nvGrpSpPr>
          <p:cNvPr id="141" name="Graphic 4">
            <a:extLst>
              <a:ext uri="{FF2B5EF4-FFF2-40B4-BE49-F238E27FC236}">
                <a16:creationId xmlns:a16="http://schemas.microsoft.com/office/drawing/2014/main" id="{C896329E-A7AC-4399-87AB-0CF4C76F76FB}"/>
              </a:ext>
            </a:extLst>
          </p:cNvPr>
          <p:cNvGrpSpPr/>
          <p:nvPr/>
        </p:nvGrpSpPr>
        <p:grpSpPr>
          <a:xfrm>
            <a:off x="3924596" y="5440994"/>
            <a:ext cx="560630" cy="548633"/>
            <a:chOff x="905454" y="1885990"/>
            <a:chExt cx="362309" cy="362610"/>
          </a:xfrm>
          <a:solidFill>
            <a:schemeClr val="accent4">
              <a:lumMod val="60000"/>
              <a:lumOff val="40000"/>
            </a:schemeClr>
          </a:solidFill>
        </p:grpSpPr>
        <p:sp>
          <p:nvSpPr>
            <p:cNvPr id="142" name="Graphic 4">
              <a:extLst>
                <a:ext uri="{FF2B5EF4-FFF2-40B4-BE49-F238E27FC236}">
                  <a16:creationId xmlns:a16="http://schemas.microsoft.com/office/drawing/2014/main" id="{3655E09E-61AF-4319-B4F0-6EB052A1346A}"/>
                </a:ext>
              </a:extLst>
            </p:cNvPr>
            <p:cNvSpPr/>
            <p:nvPr/>
          </p:nvSpPr>
          <p:spPr>
            <a:xfrm>
              <a:off x="986606" y="2030268"/>
              <a:ext cx="198727" cy="107889"/>
            </a:xfrm>
            <a:custGeom>
              <a:avLst/>
              <a:gdLst>
                <a:gd name="connsiteX0" fmla="*/ 177001 w 198727"/>
                <a:gd name="connsiteY0" fmla="*/ 15960 h 107889"/>
                <a:gd name="connsiteX1" fmla="*/ 177001 w 198727"/>
                <a:gd name="connsiteY1" fmla="*/ 0 h 107889"/>
                <a:gd name="connsiteX2" fmla="*/ 23004 w 198727"/>
                <a:gd name="connsiteY2" fmla="*/ 0 h 107889"/>
                <a:gd name="connsiteX3" fmla="*/ 23004 w 198727"/>
                <a:gd name="connsiteY3" fmla="*/ 15960 h 107889"/>
                <a:gd name="connsiteX4" fmla="*/ 16614 w 198727"/>
                <a:gd name="connsiteY4" fmla="*/ 22344 h 107889"/>
                <a:gd name="connsiteX5" fmla="*/ 0 w 198727"/>
                <a:gd name="connsiteY5" fmla="*/ 22344 h 107889"/>
                <a:gd name="connsiteX6" fmla="*/ 0 w 198727"/>
                <a:gd name="connsiteY6" fmla="*/ 107889 h 107889"/>
                <a:gd name="connsiteX7" fmla="*/ 17253 w 198727"/>
                <a:gd name="connsiteY7" fmla="*/ 107889 h 107889"/>
                <a:gd name="connsiteX8" fmla="*/ 17253 w 198727"/>
                <a:gd name="connsiteY8" fmla="*/ 84269 h 107889"/>
                <a:gd name="connsiteX9" fmla="*/ 23643 w 198727"/>
                <a:gd name="connsiteY9" fmla="*/ 77885 h 107889"/>
                <a:gd name="connsiteX10" fmla="*/ 30033 w 198727"/>
                <a:gd name="connsiteY10" fmla="*/ 84269 h 107889"/>
                <a:gd name="connsiteX11" fmla="*/ 30033 w 198727"/>
                <a:gd name="connsiteY11" fmla="*/ 107889 h 107889"/>
                <a:gd name="connsiteX12" fmla="*/ 198727 w 198727"/>
                <a:gd name="connsiteY12" fmla="*/ 107889 h 107889"/>
                <a:gd name="connsiteX13" fmla="*/ 198727 w 198727"/>
                <a:gd name="connsiteY13" fmla="*/ 22344 h 107889"/>
                <a:gd name="connsiteX14" fmla="*/ 182113 w 198727"/>
                <a:gd name="connsiteY14" fmla="*/ 22344 h 107889"/>
                <a:gd name="connsiteX15" fmla="*/ 177001 w 198727"/>
                <a:gd name="connsiteY15" fmla="*/ 15960 h 107889"/>
                <a:gd name="connsiteX16" fmla="*/ 28755 w 198727"/>
                <a:gd name="connsiteY16" fmla="*/ 58094 h 107889"/>
                <a:gd name="connsiteX17" fmla="*/ 24282 w 198727"/>
                <a:gd name="connsiteY17" fmla="*/ 60009 h 107889"/>
                <a:gd name="connsiteX18" fmla="*/ 19809 w 198727"/>
                <a:gd name="connsiteY18" fmla="*/ 58094 h 107889"/>
                <a:gd name="connsiteX19" fmla="*/ 17892 w 198727"/>
                <a:gd name="connsiteY19" fmla="*/ 53625 h 107889"/>
                <a:gd name="connsiteX20" fmla="*/ 18531 w 198727"/>
                <a:gd name="connsiteY20" fmla="*/ 51072 h 107889"/>
                <a:gd name="connsiteX21" fmla="*/ 21726 w 198727"/>
                <a:gd name="connsiteY21" fmla="*/ 47880 h 107889"/>
                <a:gd name="connsiteX22" fmla="*/ 26838 w 198727"/>
                <a:gd name="connsiteY22" fmla="*/ 47880 h 107889"/>
                <a:gd name="connsiteX23" fmla="*/ 28755 w 198727"/>
                <a:gd name="connsiteY23" fmla="*/ 49157 h 107889"/>
                <a:gd name="connsiteX24" fmla="*/ 30672 w 198727"/>
                <a:gd name="connsiteY24" fmla="*/ 53625 h 107889"/>
                <a:gd name="connsiteX25" fmla="*/ 28755 w 198727"/>
                <a:gd name="connsiteY25" fmla="*/ 58094 h 107889"/>
                <a:gd name="connsiteX26" fmla="*/ 58788 w 198727"/>
                <a:gd name="connsiteY26" fmla="*/ 88737 h 107889"/>
                <a:gd name="connsiteX27" fmla="*/ 54314 w 198727"/>
                <a:gd name="connsiteY27" fmla="*/ 90653 h 107889"/>
                <a:gd name="connsiteX28" fmla="*/ 49842 w 198727"/>
                <a:gd name="connsiteY28" fmla="*/ 88737 h 107889"/>
                <a:gd name="connsiteX29" fmla="*/ 47925 w 198727"/>
                <a:gd name="connsiteY29" fmla="*/ 84269 h 107889"/>
                <a:gd name="connsiteX30" fmla="*/ 48564 w 198727"/>
                <a:gd name="connsiteY30" fmla="*/ 81715 h 107889"/>
                <a:gd name="connsiteX31" fmla="*/ 49842 w 198727"/>
                <a:gd name="connsiteY31" fmla="*/ 79800 h 107889"/>
                <a:gd name="connsiteX32" fmla="*/ 50481 w 198727"/>
                <a:gd name="connsiteY32" fmla="*/ 79161 h 107889"/>
                <a:gd name="connsiteX33" fmla="*/ 51759 w 198727"/>
                <a:gd name="connsiteY33" fmla="*/ 78523 h 107889"/>
                <a:gd name="connsiteX34" fmla="*/ 53036 w 198727"/>
                <a:gd name="connsiteY34" fmla="*/ 77885 h 107889"/>
                <a:gd name="connsiteX35" fmla="*/ 56871 w 198727"/>
                <a:gd name="connsiteY35" fmla="*/ 78523 h 107889"/>
                <a:gd name="connsiteX36" fmla="*/ 58788 w 198727"/>
                <a:gd name="connsiteY36" fmla="*/ 79800 h 107889"/>
                <a:gd name="connsiteX37" fmla="*/ 60704 w 198727"/>
                <a:gd name="connsiteY37" fmla="*/ 84269 h 107889"/>
                <a:gd name="connsiteX38" fmla="*/ 58788 w 198727"/>
                <a:gd name="connsiteY38" fmla="*/ 88737 h 107889"/>
                <a:gd name="connsiteX39" fmla="*/ 58788 w 198727"/>
                <a:gd name="connsiteY39" fmla="*/ 58094 h 107889"/>
                <a:gd name="connsiteX40" fmla="*/ 54314 w 198727"/>
                <a:gd name="connsiteY40" fmla="*/ 60009 h 107889"/>
                <a:gd name="connsiteX41" fmla="*/ 47925 w 198727"/>
                <a:gd name="connsiteY41" fmla="*/ 53625 h 107889"/>
                <a:gd name="connsiteX42" fmla="*/ 48564 w 198727"/>
                <a:gd name="connsiteY42" fmla="*/ 51072 h 107889"/>
                <a:gd name="connsiteX43" fmla="*/ 49842 w 198727"/>
                <a:gd name="connsiteY43" fmla="*/ 49157 h 107889"/>
                <a:gd name="connsiteX44" fmla="*/ 50481 w 198727"/>
                <a:gd name="connsiteY44" fmla="*/ 48518 h 107889"/>
                <a:gd name="connsiteX45" fmla="*/ 51759 w 198727"/>
                <a:gd name="connsiteY45" fmla="*/ 47880 h 107889"/>
                <a:gd name="connsiteX46" fmla="*/ 53036 w 198727"/>
                <a:gd name="connsiteY46" fmla="*/ 47880 h 107889"/>
                <a:gd name="connsiteX47" fmla="*/ 56871 w 198727"/>
                <a:gd name="connsiteY47" fmla="*/ 47880 h 107889"/>
                <a:gd name="connsiteX48" fmla="*/ 58788 w 198727"/>
                <a:gd name="connsiteY48" fmla="*/ 49157 h 107889"/>
                <a:gd name="connsiteX49" fmla="*/ 60065 w 198727"/>
                <a:gd name="connsiteY49" fmla="*/ 51072 h 107889"/>
                <a:gd name="connsiteX50" fmla="*/ 60704 w 198727"/>
                <a:gd name="connsiteY50" fmla="*/ 53625 h 107889"/>
                <a:gd name="connsiteX51" fmla="*/ 58788 w 198727"/>
                <a:gd name="connsiteY51" fmla="*/ 58094 h 107889"/>
                <a:gd name="connsiteX52" fmla="*/ 58788 w 198727"/>
                <a:gd name="connsiteY52" fmla="*/ 28089 h 107889"/>
                <a:gd name="connsiteX53" fmla="*/ 54314 w 198727"/>
                <a:gd name="connsiteY53" fmla="*/ 30005 h 107889"/>
                <a:gd name="connsiteX54" fmla="*/ 47925 w 198727"/>
                <a:gd name="connsiteY54" fmla="*/ 23621 h 107889"/>
                <a:gd name="connsiteX55" fmla="*/ 48564 w 198727"/>
                <a:gd name="connsiteY55" fmla="*/ 21067 h 107889"/>
                <a:gd name="connsiteX56" fmla="*/ 49842 w 198727"/>
                <a:gd name="connsiteY56" fmla="*/ 19152 h 107889"/>
                <a:gd name="connsiteX57" fmla="*/ 50481 w 198727"/>
                <a:gd name="connsiteY57" fmla="*/ 18514 h 107889"/>
                <a:gd name="connsiteX58" fmla="*/ 51759 w 198727"/>
                <a:gd name="connsiteY58" fmla="*/ 17875 h 107889"/>
                <a:gd name="connsiteX59" fmla="*/ 53036 w 198727"/>
                <a:gd name="connsiteY59" fmla="*/ 17237 h 107889"/>
                <a:gd name="connsiteX60" fmla="*/ 58788 w 198727"/>
                <a:gd name="connsiteY60" fmla="*/ 19152 h 107889"/>
                <a:gd name="connsiteX61" fmla="*/ 60065 w 198727"/>
                <a:gd name="connsiteY61" fmla="*/ 21067 h 107889"/>
                <a:gd name="connsiteX62" fmla="*/ 58788 w 198727"/>
                <a:gd name="connsiteY62" fmla="*/ 28089 h 107889"/>
                <a:gd name="connsiteX63" fmla="*/ 58788 w 198727"/>
                <a:gd name="connsiteY63" fmla="*/ 28089 h 107889"/>
                <a:gd name="connsiteX64" fmla="*/ 89459 w 198727"/>
                <a:gd name="connsiteY64" fmla="*/ 88737 h 107889"/>
                <a:gd name="connsiteX65" fmla="*/ 87542 w 198727"/>
                <a:gd name="connsiteY65" fmla="*/ 90014 h 107889"/>
                <a:gd name="connsiteX66" fmla="*/ 84986 w 198727"/>
                <a:gd name="connsiteY66" fmla="*/ 90653 h 107889"/>
                <a:gd name="connsiteX67" fmla="*/ 78596 w 198727"/>
                <a:gd name="connsiteY67" fmla="*/ 84269 h 107889"/>
                <a:gd name="connsiteX68" fmla="*/ 80513 w 198727"/>
                <a:gd name="connsiteY68" fmla="*/ 79800 h 107889"/>
                <a:gd name="connsiteX69" fmla="*/ 82430 w 198727"/>
                <a:gd name="connsiteY69" fmla="*/ 78523 h 107889"/>
                <a:gd name="connsiteX70" fmla="*/ 87542 w 198727"/>
                <a:gd name="connsiteY70" fmla="*/ 78523 h 107889"/>
                <a:gd name="connsiteX71" fmla="*/ 88820 w 198727"/>
                <a:gd name="connsiteY71" fmla="*/ 79161 h 107889"/>
                <a:gd name="connsiteX72" fmla="*/ 89459 w 198727"/>
                <a:gd name="connsiteY72" fmla="*/ 79800 h 107889"/>
                <a:gd name="connsiteX73" fmla="*/ 91376 w 198727"/>
                <a:gd name="connsiteY73" fmla="*/ 84269 h 107889"/>
                <a:gd name="connsiteX74" fmla="*/ 89459 w 198727"/>
                <a:gd name="connsiteY74" fmla="*/ 88737 h 107889"/>
                <a:gd name="connsiteX75" fmla="*/ 89459 w 198727"/>
                <a:gd name="connsiteY75" fmla="*/ 88737 h 107889"/>
                <a:gd name="connsiteX76" fmla="*/ 89459 w 198727"/>
                <a:gd name="connsiteY76" fmla="*/ 58094 h 107889"/>
                <a:gd name="connsiteX77" fmla="*/ 87542 w 198727"/>
                <a:gd name="connsiteY77" fmla="*/ 59371 h 107889"/>
                <a:gd name="connsiteX78" fmla="*/ 84986 w 198727"/>
                <a:gd name="connsiteY78" fmla="*/ 60009 h 107889"/>
                <a:gd name="connsiteX79" fmla="*/ 82430 w 198727"/>
                <a:gd name="connsiteY79" fmla="*/ 59371 h 107889"/>
                <a:gd name="connsiteX80" fmla="*/ 80513 w 198727"/>
                <a:gd name="connsiteY80" fmla="*/ 58094 h 107889"/>
                <a:gd name="connsiteX81" fmla="*/ 78596 w 198727"/>
                <a:gd name="connsiteY81" fmla="*/ 53625 h 107889"/>
                <a:gd name="connsiteX82" fmla="*/ 79235 w 198727"/>
                <a:gd name="connsiteY82" fmla="*/ 51072 h 107889"/>
                <a:gd name="connsiteX83" fmla="*/ 80513 w 198727"/>
                <a:gd name="connsiteY83" fmla="*/ 49157 h 107889"/>
                <a:gd name="connsiteX84" fmla="*/ 81152 w 198727"/>
                <a:gd name="connsiteY84" fmla="*/ 48518 h 107889"/>
                <a:gd name="connsiteX85" fmla="*/ 82430 w 198727"/>
                <a:gd name="connsiteY85" fmla="*/ 47880 h 107889"/>
                <a:gd name="connsiteX86" fmla="*/ 83708 w 198727"/>
                <a:gd name="connsiteY86" fmla="*/ 47880 h 107889"/>
                <a:gd name="connsiteX87" fmla="*/ 86264 w 198727"/>
                <a:gd name="connsiteY87" fmla="*/ 47880 h 107889"/>
                <a:gd name="connsiteX88" fmla="*/ 87542 w 198727"/>
                <a:gd name="connsiteY88" fmla="*/ 47880 h 107889"/>
                <a:gd name="connsiteX89" fmla="*/ 88820 w 198727"/>
                <a:gd name="connsiteY89" fmla="*/ 48518 h 107889"/>
                <a:gd name="connsiteX90" fmla="*/ 89459 w 198727"/>
                <a:gd name="connsiteY90" fmla="*/ 49157 h 107889"/>
                <a:gd name="connsiteX91" fmla="*/ 90737 w 198727"/>
                <a:gd name="connsiteY91" fmla="*/ 51072 h 107889"/>
                <a:gd name="connsiteX92" fmla="*/ 91376 w 198727"/>
                <a:gd name="connsiteY92" fmla="*/ 53625 h 107889"/>
                <a:gd name="connsiteX93" fmla="*/ 89459 w 198727"/>
                <a:gd name="connsiteY93" fmla="*/ 58094 h 107889"/>
                <a:gd name="connsiteX94" fmla="*/ 89459 w 198727"/>
                <a:gd name="connsiteY94" fmla="*/ 58094 h 107889"/>
                <a:gd name="connsiteX95" fmla="*/ 89459 w 198727"/>
                <a:gd name="connsiteY95" fmla="*/ 28089 h 107889"/>
                <a:gd name="connsiteX96" fmla="*/ 84986 w 198727"/>
                <a:gd name="connsiteY96" fmla="*/ 30005 h 107889"/>
                <a:gd name="connsiteX97" fmla="*/ 82430 w 198727"/>
                <a:gd name="connsiteY97" fmla="*/ 29366 h 107889"/>
                <a:gd name="connsiteX98" fmla="*/ 80513 w 198727"/>
                <a:gd name="connsiteY98" fmla="*/ 28089 h 107889"/>
                <a:gd name="connsiteX99" fmla="*/ 80513 w 198727"/>
                <a:gd name="connsiteY99" fmla="*/ 19152 h 107889"/>
                <a:gd name="connsiteX100" fmla="*/ 80513 w 198727"/>
                <a:gd name="connsiteY100" fmla="*/ 19152 h 107889"/>
                <a:gd name="connsiteX101" fmla="*/ 82430 w 198727"/>
                <a:gd name="connsiteY101" fmla="*/ 17875 h 107889"/>
                <a:gd name="connsiteX102" fmla="*/ 87542 w 198727"/>
                <a:gd name="connsiteY102" fmla="*/ 17875 h 107889"/>
                <a:gd name="connsiteX103" fmla="*/ 89459 w 198727"/>
                <a:gd name="connsiteY103" fmla="*/ 19152 h 107889"/>
                <a:gd name="connsiteX104" fmla="*/ 90737 w 198727"/>
                <a:gd name="connsiteY104" fmla="*/ 21067 h 107889"/>
                <a:gd name="connsiteX105" fmla="*/ 89459 w 198727"/>
                <a:gd name="connsiteY105" fmla="*/ 28089 h 107889"/>
                <a:gd name="connsiteX106" fmla="*/ 171250 w 198727"/>
                <a:gd name="connsiteY106" fmla="*/ 49157 h 107889"/>
                <a:gd name="connsiteX107" fmla="*/ 173167 w 198727"/>
                <a:gd name="connsiteY107" fmla="*/ 47880 h 107889"/>
                <a:gd name="connsiteX108" fmla="*/ 180196 w 198727"/>
                <a:gd name="connsiteY108" fmla="*/ 49157 h 107889"/>
                <a:gd name="connsiteX109" fmla="*/ 181474 w 198727"/>
                <a:gd name="connsiteY109" fmla="*/ 51072 h 107889"/>
                <a:gd name="connsiteX110" fmla="*/ 182113 w 198727"/>
                <a:gd name="connsiteY110" fmla="*/ 53625 h 107889"/>
                <a:gd name="connsiteX111" fmla="*/ 180196 w 198727"/>
                <a:gd name="connsiteY111" fmla="*/ 58094 h 107889"/>
                <a:gd name="connsiteX112" fmla="*/ 178279 w 198727"/>
                <a:gd name="connsiteY112" fmla="*/ 59371 h 107889"/>
                <a:gd name="connsiteX113" fmla="*/ 175723 w 198727"/>
                <a:gd name="connsiteY113" fmla="*/ 60009 h 107889"/>
                <a:gd name="connsiteX114" fmla="*/ 171250 w 198727"/>
                <a:gd name="connsiteY114" fmla="*/ 58094 h 107889"/>
                <a:gd name="connsiteX115" fmla="*/ 169333 w 198727"/>
                <a:gd name="connsiteY115" fmla="*/ 53625 h 107889"/>
                <a:gd name="connsiteX116" fmla="*/ 171250 w 198727"/>
                <a:gd name="connsiteY116" fmla="*/ 49157 h 107889"/>
                <a:gd name="connsiteX117" fmla="*/ 171250 w 198727"/>
                <a:gd name="connsiteY117" fmla="*/ 49157 h 107889"/>
                <a:gd name="connsiteX118" fmla="*/ 119492 w 198727"/>
                <a:gd name="connsiteY118" fmla="*/ 88737 h 107889"/>
                <a:gd name="connsiteX119" fmla="*/ 112463 w 198727"/>
                <a:gd name="connsiteY119" fmla="*/ 90014 h 107889"/>
                <a:gd name="connsiteX120" fmla="*/ 110546 w 198727"/>
                <a:gd name="connsiteY120" fmla="*/ 88737 h 107889"/>
                <a:gd name="connsiteX121" fmla="*/ 108629 w 198727"/>
                <a:gd name="connsiteY121" fmla="*/ 84269 h 107889"/>
                <a:gd name="connsiteX122" fmla="*/ 109268 w 198727"/>
                <a:gd name="connsiteY122" fmla="*/ 81715 h 107889"/>
                <a:gd name="connsiteX123" fmla="*/ 110546 w 198727"/>
                <a:gd name="connsiteY123" fmla="*/ 79800 h 107889"/>
                <a:gd name="connsiteX124" fmla="*/ 119492 w 198727"/>
                <a:gd name="connsiteY124" fmla="*/ 79800 h 107889"/>
                <a:gd name="connsiteX125" fmla="*/ 120770 w 198727"/>
                <a:gd name="connsiteY125" fmla="*/ 81715 h 107889"/>
                <a:gd name="connsiteX126" fmla="*/ 121409 w 198727"/>
                <a:gd name="connsiteY126" fmla="*/ 84269 h 107889"/>
                <a:gd name="connsiteX127" fmla="*/ 119492 w 198727"/>
                <a:gd name="connsiteY127" fmla="*/ 88737 h 107889"/>
                <a:gd name="connsiteX128" fmla="*/ 119492 w 198727"/>
                <a:gd name="connsiteY128" fmla="*/ 88737 h 107889"/>
                <a:gd name="connsiteX129" fmla="*/ 108629 w 198727"/>
                <a:gd name="connsiteY129" fmla="*/ 53625 h 107889"/>
                <a:gd name="connsiteX130" fmla="*/ 109268 w 198727"/>
                <a:gd name="connsiteY130" fmla="*/ 51072 h 107889"/>
                <a:gd name="connsiteX131" fmla="*/ 112463 w 198727"/>
                <a:gd name="connsiteY131" fmla="*/ 47880 h 107889"/>
                <a:gd name="connsiteX132" fmla="*/ 116297 w 198727"/>
                <a:gd name="connsiteY132" fmla="*/ 47880 h 107889"/>
                <a:gd name="connsiteX133" fmla="*/ 117575 w 198727"/>
                <a:gd name="connsiteY133" fmla="*/ 47880 h 107889"/>
                <a:gd name="connsiteX134" fmla="*/ 118853 w 198727"/>
                <a:gd name="connsiteY134" fmla="*/ 48518 h 107889"/>
                <a:gd name="connsiteX135" fmla="*/ 119492 w 198727"/>
                <a:gd name="connsiteY135" fmla="*/ 49157 h 107889"/>
                <a:gd name="connsiteX136" fmla="*/ 120770 w 198727"/>
                <a:gd name="connsiteY136" fmla="*/ 51072 h 107889"/>
                <a:gd name="connsiteX137" fmla="*/ 121409 w 198727"/>
                <a:gd name="connsiteY137" fmla="*/ 53625 h 107889"/>
                <a:gd name="connsiteX138" fmla="*/ 119492 w 198727"/>
                <a:gd name="connsiteY138" fmla="*/ 58094 h 107889"/>
                <a:gd name="connsiteX139" fmla="*/ 110546 w 198727"/>
                <a:gd name="connsiteY139" fmla="*/ 58094 h 107889"/>
                <a:gd name="connsiteX140" fmla="*/ 108629 w 198727"/>
                <a:gd name="connsiteY140" fmla="*/ 53625 h 107889"/>
                <a:gd name="connsiteX141" fmla="*/ 108629 w 198727"/>
                <a:gd name="connsiteY141" fmla="*/ 53625 h 107889"/>
                <a:gd name="connsiteX142" fmla="*/ 120770 w 198727"/>
                <a:gd name="connsiteY142" fmla="*/ 26174 h 107889"/>
                <a:gd name="connsiteX143" fmla="*/ 119492 w 198727"/>
                <a:gd name="connsiteY143" fmla="*/ 28089 h 107889"/>
                <a:gd name="connsiteX144" fmla="*/ 117575 w 198727"/>
                <a:gd name="connsiteY144" fmla="*/ 29366 h 107889"/>
                <a:gd name="connsiteX145" fmla="*/ 115019 w 198727"/>
                <a:gd name="connsiteY145" fmla="*/ 30005 h 107889"/>
                <a:gd name="connsiteX146" fmla="*/ 110546 w 198727"/>
                <a:gd name="connsiteY146" fmla="*/ 28089 h 107889"/>
                <a:gd name="connsiteX147" fmla="*/ 109268 w 198727"/>
                <a:gd name="connsiteY147" fmla="*/ 26174 h 107889"/>
                <a:gd name="connsiteX148" fmla="*/ 108629 w 198727"/>
                <a:gd name="connsiteY148" fmla="*/ 23621 h 107889"/>
                <a:gd name="connsiteX149" fmla="*/ 110546 w 198727"/>
                <a:gd name="connsiteY149" fmla="*/ 19152 h 107889"/>
                <a:gd name="connsiteX150" fmla="*/ 112463 w 198727"/>
                <a:gd name="connsiteY150" fmla="*/ 17875 h 107889"/>
                <a:gd name="connsiteX151" fmla="*/ 117575 w 198727"/>
                <a:gd name="connsiteY151" fmla="*/ 17875 h 107889"/>
                <a:gd name="connsiteX152" fmla="*/ 119492 w 198727"/>
                <a:gd name="connsiteY152" fmla="*/ 19152 h 107889"/>
                <a:gd name="connsiteX153" fmla="*/ 121409 w 198727"/>
                <a:gd name="connsiteY153" fmla="*/ 23621 h 107889"/>
                <a:gd name="connsiteX154" fmla="*/ 120770 w 198727"/>
                <a:gd name="connsiteY154" fmla="*/ 26174 h 107889"/>
                <a:gd name="connsiteX155" fmla="*/ 120770 w 198727"/>
                <a:gd name="connsiteY155" fmla="*/ 26174 h 107889"/>
                <a:gd name="connsiteX156" fmla="*/ 150164 w 198727"/>
                <a:gd name="connsiteY156" fmla="*/ 88737 h 107889"/>
                <a:gd name="connsiteX157" fmla="*/ 141218 w 198727"/>
                <a:gd name="connsiteY157" fmla="*/ 88737 h 107889"/>
                <a:gd name="connsiteX158" fmla="*/ 139301 w 198727"/>
                <a:gd name="connsiteY158" fmla="*/ 84269 h 107889"/>
                <a:gd name="connsiteX159" fmla="*/ 145691 w 198727"/>
                <a:gd name="connsiteY159" fmla="*/ 77885 h 107889"/>
                <a:gd name="connsiteX160" fmla="*/ 152081 w 198727"/>
                <a:gd name="connsiteY160" fmla="*/ 84269 h 107889"/>
                <a:gd name="connsiteX161" fmla="*/ 150164 w 198727"/>
                <a:gd name="connsiteY161" fmla="*/ 88737 h 107889"/>
                <a:gd name="connsiteX162" fmla="*/ 150164 w 198727"/>
                <a:gd name="connsiteY162" fmla="*/ 88737 h 107889"/>
                <a:gd name="connsiteX163" fmla="*/ 150164 w 198727"/>
                <a:gd name="connsiteY163" fmla="*/ 58094 h 107889"/>
                <a:gd name="connsiteX164" fmla="*/ 141218 w 198727"/>
                <a:gd name="connsiteY164" fmla="*/ 58094 h 107889"/>
                <a:gd name="connsiteX165" fmla="*/ 139301 w 198727"/>
                <a:gd name="connsiteY165" fmla="*/ 53625 h 107889"/>
                <a:gd name="connsiteX166" fmla="*/ 139940 w 198727"/>
                <a:gd name="connsiteY166" fmla="*/ 51072 h 107889"/>
                <a:gd name="connsiteX167" fmla="*/ 141218 w 198727"/>
                <a:gd name="connsiteY167" fmla="*/ 49157 h 107889"/>
                <a:gd name="connsiteX168" fmla="*/ 143135 w 198727"/>
                <a:gd name="connsiteY168" fmla="*/ 47880 h 107889"/>
                <a:gd name="connsiteX169" fmla="*/ 148247 w 198727"/>
                <a:gd name="connsiteY169" fmla="*/ 47880 h 107889"/>
                <a:gd name="connsiteX170" fmla="*/ 150164 w 198727"/>
                <a:gd name="connsiteY170" fmla="*/ 49157 h 107889"/>
                <a:gd name="connsiteX171" fmla="*/ 152081 w 198727"/>
                <a:gd name="connsiteY171" fmla="*/ 53625 h 107889"/>
                <a:gd name="connsiteX172" fmla="*/ 150164 w 198727"/>
                <a:gd name="connsiteY172" fmla="*/ 58094 h 107889"/>
                <a:gd name="connsiteX173" fmla="*/ 150164 w 198727"/>
                <a:gd name="connsiteY173" fmla="*/ 58094 h 107889"/>
                <a:gd name="connsiteX174" fmla="*/ 150164 w 198727"/>
                <a:gd name="connsiteY174" fmla="*/ 28089 h 107889"/>
                <a:gd name="connsiteX175" fmla="*/ 145691 w 198727"/>
                <a:gd name="connsiteY175" fmla="*/ 30005 h 107889"/>
                <a:gd name="connsiteX176" fmla="*/ 141218 w 198727"/>
                <a:gd name="connsiteY176" fmla="*/ 28089 h 107889"/>
                <a:gd name="connsiteX177" fmla="*/ 141218 w 198727"/>
                <a:gd name="connsiteY177" fmla="*/ 19152 h 107889"/>
                <a:gd name="connsiteX178" fmla="*/ 141218 w 198727"/>
                <a:gd name="connsiteY178" fmla="*/ 19152 h 107889"/>
                <a:gd name="connsiteX179" fmla="*/ 143135 w 198727"/>
                <a:gd name="connsiteY179" fmla="*/ 17875 h 107889"/>
                <a:gd name="connsiteX180" fmla="*/ 150164 w 198727"/>
                <a:gd name="connsiteY180" fmla="*/ 19152 h 107889"/>
                <a:gd name="connsiteX181" fmla="*/ 151442 w 198727"/>
                <a:gd name="connsiteY181" fmla="*/ 21067 h 107889"/>
                <a:gd name="connsiteX182" fmla="*/ 150164 w 198727"/>
                <a:gd name="connsiteY182" fmla="*/ 28089 h 107889"/>
                <a:gd name="connsiteX183" fmla="*/ 150164 w 198727"/>
                <a:gd name="connsiteY183" fmla="*/ 28089 h 107889"/>
                <a:gd name="connsiteX184" fmla="*/ 180196 w 198727"/>
                <a:gd name="connsiteY184" fmla="*/ 88737 h 107889"/>
                <a:gd name="connsiteX185" fmla="*/ 171250 w 198727"/>
                <a:gd name="connsiteY185" fmla="*/ 88737 h 107889"/>
                <a:gd name="connsiteX186" fmla="*/ 169333 w 198727"/>
                <a:gd name="connsiteY186" fmla="*/ 84269 h 107889"/>
                <a:gd name="connsiteX187" fmla="*/ 169972 w 198727"/>
                <a:gd name="connsiteY187" fmla="*/ 81715 h 107889"/>
                <a:gd name="connsiteX188" fmla="*/ 171250 w 198727"/>
                <a:gd name="connsiteY188" fmla="*/ 79800 h 107889"/>
                <a:gd name="connsiteX189" fmla="*/ 171889 w 198727"/>
                <a:gd name="connsiteY189" fmla="*/ 79161 h 107889"/>
                <a:gd name="connsiteX190" fmla="*/ 173167 w 198727"/>
                <a:gd name="connsiteY190" fmla="*/ 78523 h 107889"/>
                <a:gd name="connsiteX191" fmla="*/ 174445 w 198727"/>
                <a:gd name="connsiteY191" fmla="*/ 77885 h 107889"/>
                <a:gd name="connsiteX192" fmla="*/ 178279 w 198727"/>
                <a:gd name="connsiteY192" fmla="*/ 78523 h 107889"/>
                <a:gd name="connsiteX193" fmla="*/ 180196 w 198727"/>
                <a:gd name="connsiteY193" fmla="*/ 79800 h 107889"/>
                <a:gd name="connsiteX194" fmla="*/ 181474 w 198727"/>
                <a:gd name="connsiteY194" fmla="*/ 81715 h 107889"/>
                <a:gd name="connsiteX195" fmla="*/ 182113 w 198727"/>
                <a:gd name="connsiteY195" fmla="*/ 84269 h 107889"/>
                <a:gd name="connsiteX196" fmla="*/ 180196 w 198727"/>
                <a:gd name="connsiteY196" fmla="*/ 88737 h 107889"/>
                <a:gd name="connsiteX197" fmla="*/ 180196 w 198727"/>
                <a:gd name="connsiteY197" fmla="*/ 88737 h 107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198727" h="107889">
                  <a:moveTo>
                    <a:pt x="177001" y="15960"/>
                  </a:moveTo>
                  <a:lnTo>
                    <a:pt x="177001" y="0"/>
                  </a:lnTo>
                  <a:lnTo>
                    <a:pt x="23004" y="0"/>
                  </a:lnTo>
                  <a:lnTo>
                    <a:pt x="23004" y="15960"/>
                  </a:lnTo>
                  <a:cubicBezTo>
                    <a:pt x="23004" y="19790"/>
                    <a:pt x="20448" y="22344"/>
                    <a:pt x="16614" y="22344"/>
                  </a:cubicBezTo>
                  <a:lnTo>
                    <a:pt x="0" y="22344"/>
                  </a:lnTo>
                  <a:lnTo>
                    <a:pt x="0" y="107889"/>
                  </a:lnTo>
                  <a:lnTo>
                    <a:pt x="17253" y="107889"/>
                  </a:lnTo>
                  <a:lnTo>
                    <a:pt x="17253" y="84269"/>
                  </a:lnTo>
                  <a:cubicBezTo>
                    <a:pt x="17253" y="80438"/>
                    <a:pt x="19809" y="77885"/>
                    <a:pt x="23643" y="77885"/>
                  </a:cubicBezTo>
                  <a:cubicBezTo>
                    <a:pt x="27477" y="77885"/>
                    <a:pt x="30033" y="80438"/>
                    <a:pt x="30033" y="84269"/>
                  </a:cubicBezTo>
                  <a:lnTo>
                    <a:pt x="30033" y="107889"/>
                  </a:lnTo>
                  <a:lnTo>
                    <a:pt x="198727" y="107889"/>
                  </a:lnTo>
                  <a:lnTo>
                    <a:pt x="198727" y="22344"/>
                  </a:lnTo>
                  <a:lnTo>
                    <a:pt x="182113" y="22344"/>
                  </a:lnTo>
                  <a:cubicBezTo>
                    <a:pt x="179557" y="22344"/>
                    <a:pt x="177001" y="19790"/>
                    <a:pt x="177001" y="15960"/>
                  </a:cubicBezTo>
                  <a:close/>
                  <a:moveTo>
                    <a:pt x="28755" y="58094"/>
                  </a:moveTo>
                  <a:cubicBezTo>
                    <a:pt x="27477" y="59371"/>
                    <a:pt x="26199" y="60009"/>
                    <a:pt x="24282" y="60009"/>
                  </a:cubicBezTo>
                  <a:cubicBezTo>
                    <a:pt x="22365" y="60009"/>
                    <a:pt x="21087" y="59371"/>
                    <a:pt x="19809" y="58094"/>
                  </a:cubicBezTo>
                  <a:cubicBezTo>
                    <a:pt x="18531" y="56817"/>
                    <a:pt x="17892" y="55541"/>
                    <a:pt x="17892" y="53625"/>
                  </a:cubicBezTo>
                  <a:cubicBezTo>
                    <a:pt x="17892" y="52987"/>
                    <a:pt x="17892" y="51710"/>
                    <a:pt x="18531" y="51072"/>
                  </a:cubicBezTo>
                  <a:cubicBezTo>
                    <a:pt x="19170" y="49795"/>
                    <a:pt x="20448" y="48518"/>
                    <a:pt x="21726" y="47880"/>
                  </a:cubicBezTo>
                  <a:cubicBezTo>
                    <a:pt x="23004" y="47241"/>
                    <a:pt x="24921" y="47241"/>
                    <a:pt x="26838" y="47880"/>
                  </a:cubicBezTo>
                  <a:cubicBezTo>
                    <a:pt x="27477" y="47880"/>
                    <a:pt x="28116" y="48518"/>
                    <a:pt x="28755" y="49157"/>
                  </a:cubicBezTo>
                  <a:cubicBezTo>
                    <a:pt x="30033" y="50433"/>
                    <a:pt x="30672" y="51710"/>
                    <a:pt x="30672" y="53625"/>
                  </a:cubicBezTo>
                  <a:cubicBezTo>
                    <a:pt x="30672" y="55541"/>
                    <a:pt x="30033" y="57456"/>
                    <a:pt x="28755" y="58094"/>
                  </a:cubicBezTo>
                  <a:close/>
                  <a:moveTo>
                    <a:pt x="58788" y="88737"/>
                  </a:moveTo>
                  <a:cubicBezTo>
                    <a:pt x="57509" y="90014"/>
                    <a:pt x="56231" y="90653"/>
                    <a:pt x="54314" y="90653"/>
                  </a:cubicBezTo>
                  <a:cubicBezTo>
                    <a:pt x="52398" y="90653"/>
                    <a:pt x="51119" y="90014"/>
                    <a:pt x="49842" y="88737"/>
                  </a:cubicBezTo>
                  <a:cubicBezTo>
                    <a:pt x="48564" y="87461"/>
                    <a:pt x="47925" y="86184"/>
                    <a:pt x="47925" y="84269"/>
                  </a:cubicBezTo>
                  <a:cubicBezTo>
                    <a:pt x="47925" y="83630"/>
                    <a:pt x="47925" y="82353"/>
                    <a:pt x="48564" y="81715"/>
                  </a:cubicBezTo>
                  <a:cubicBezTo>
                    <a:pt x="48564" y="81077"/>
                    <a:pt x="49203" y="80438"/>
                    <a:pt x="49842" y="79800"/>
                  </a:cubicBezTo>
                  <a:cubicBezTo>
                    <a:pt x="49842" y="79161"/>
                    <a:pt x="50481" y="79161"/>
                    <a:pt x="50481" y="79161"/>
                  </a:cubicBezTo>
                  <a:cubicBezTo>
                    <a:pt x="51119" y="79161"/>
                    <a:pt x="51119" y="78523"/>
                    <a:pt x="51759" y="78523"/>
                  </a:cubicBezTo>
                  <a:cubicBezTo>
                    <a:pt x="52398" y="78523"/>
                    <a:pt x="52398" y="78523"/>
                    <a:pt x="53036" y="77885"/>
                  </a:cubicBezTo>
                  <a:cubicBezTo>
                    <a:pt x="54314" y="77885"/>
                    <a:pt x="55593" y="77885"/>
                    <a:pt x="56871" y="78523"/>
                  </a:cubicBezTo>
                  <a:cubicBezTo>
                    <a:pt x="57509" y="79161"/>
                    <a:pt x="58148" y="79161"/>
                    <a:pt x="58788" y="79800"/>
                  </a:cubicBezTo>
                  <a:cubicBezTo>
                    <a:pt x="60065" y="81077"/>
                    <a:pt x="60704" y="82353"/>
                    <a:pt x="60704" y="84269"/>
                  </a:cubicBezTo>
                  <a:cubicBezTo>
                    <a:pt x="60704" y="85545"/>
                    <a:pt x="60065" y="87461"/>
                    <a:pt x="58788" y="88737"/>
                  </a:cubicBezTo>
                  <a:close/>
                  <a:moveTo>
                    <a:pt x="58788" y="58094"/>
                  </a:moveTo>
                  <a:cubicBezTo>
                    <a:pt x="57509" y="59371"/>
                    <a:pt x="56231" y="60009"/>
                    <a:pt x="54314" y="60009"/>
                  </a:cubicBezTo>
                  <a:cubicBezTo>
                    <a:pt x="50481" y="60009"/>
                    <a:pt x="47925" y="57456"/>
                    <a:pt x="47925" y="53625"/>
                  </a:cubicBezTo>
                  <a:cubicBezTo>
                    <a:pt x="47925" y="52987"/>
                    <a:pt x="47925" y="51710"/>
                    <a:pt x="48564" y="51072"/>
                  </a:cubicBezTo>
                  <a:cubicBezTo>
                    <a:pt x="48564" y="50433"/>
                    <a:pt x="49203" y="49795"/>
                    <a:pt x="49842" y="49157"/>
                  </a:cubicBezTo>
                  <a:cubicBezTo>
                    <a:pt x="49842" y="48518"/>
                    <a:pt x="50481" y="48518"/>
                    <a:pt x="50481" y="48518"/>
                  </a:cubicBezTo>
                  <a:lnTo>
                    <a:pt x="51759" y="47880"/>
                  </a:lnTo>
                  <a:cubicBezTo>
                    <a:pt x="52398" y="47880"/>
                    <a:pt x="52398" y="47880"/>
                    <a:pt x="53036" y="47880"/>
                  </a:cubicBezTo>
                  <a:cubicBezTo>
                    <a:pt x="54314" y="47880"/>
                    <a:pt x="55593" y="47880"/>
                    <a:pt x="56871" y="47880"/>
                  </a:cubicBezTo>
                  <a:cubicBezTo>
                    <a:pt x="57509" y="47880"/>
                    <a:pt x="58148" y="48518"/>
                    <a:pt x="58788" y="49157"/>
                  </a:cubicBezTo>
                  <a:cubicBezTo>
                    <a:pt x="59426" y="49795"/>
                    <a:pt x="60065" y="50433"/>
                    <a:pt x="60065" y="51072"/>
                  </a:cubicBezTo>
                  <a:cubicBezTo>
                    <a:pt x="60065" y="51710"/>
                    <a:pt x="60704" y="52349"/>
                    <a:pt x="60704" y="53625"/>
                  </a:cubicBezTo>
                  <a:cubicBezTo>
                    <a:pt x="60704" y="55541"/>
                    <a:pt x="60065" y="57456"/>
                    <a:pt x="58788" y="58094"/>
                  </a:cubicBezTo>
                  <a:close/>
                  <a:moveTo>
                    <a:pt x="58788" y="28089"/>
                  </a:moveTo>
                  <a:cubicBezTo>
                    <a:pt x="57509" y="29366"/>
                    <a:pt x="56231" y="30005"/>
                    <a:pt x="54314" y="30005"/>
                  </a:cubicBezTo>
                  <a:cubicBezTo>
                    <a:pt x="50481" y="30005"/>
                    <a:pt x="47925" y="26813"/>
                    <a:pt x="47925" y="23621"/>
                  </a:cubicBezTo>
                  <a:cubicBezTo>
                    <a:pt x="47925" y="22982"/>
                    <a:pt x="47925" y="21706"/>
                    <a:pt x="48564" y="21067"/>
                  </a:cubicBezTo>
                  <a:cubicBezTo>
                    <a:pt x="49203" y="20429"/>
                    <a:pt x="49203" y="19790"/>
                    <a:pt x="49842" y="19152"/>
                  </a:cubicBezTo>
                  <a:cubicBezTo>
                    <a:pt x="49842" y="19152"/>
                    <a:pt x="50481" y="18514"/>
                    <a:pt x="50481" y="18514"/>
                  </a:cubicBezTo>
                  <a:cubicBezTo>
                    <a:pt x="51119" y="18514"/>
                    <a:pt x="51119" y="17875"/>
                    <a:pt x="51759" y="17875"/>
                  </a:cubicBezTo>
                  <a:cubicBezTo>
                    <a:pt x="52398" y="17875"/>
                    <a:pt x="52398" y="17875"/>
                    <a:pt x="53036" y="17237"/>
                  </a:cubicBezTo>
                  <a:cubicBezTo>
                    <a:pt x="54954" y="16598"/>
                    <a:pt x="57509" y="17237"/>
                    <a:pt x="58788" y="19152"/>
                  </a:cubicBezTo>
                  <a:cubicBezTo>
                    <a:pt x="59426" y="19790"/>
                    <a:pt x="60065" y="20429"/>
                    <a:pt x="60065" y="21067"/>
                  </a:cubicBezTo>
                  <a:cubicBezTo>
                    <a:pt x="61343" y="23621"/>
                    <a:pt x="60704" y="26174"/>
                    <a:pt x="58788" y="28089"/>
                  </a:cubicBezTo>
                  <a:lnTo>
                    <a:pt x="58788" y="28089"/>
                  </a:lnTo>
                  <a:close/>
                  <a:moveTo>
                    <a:pt x="89459" y="88737"/>
                  </a:moveTo>
                  <a:cubicBezTo>
                    <a:pt x="88820" y="89376"/>
                    <a:pt x="88181" y="90014"/>
                    <a:pt x="87542" y="90014"/>
                  </a:cubicBezTo>
                  <a:cubicBezTo>
                    <a:pt x="86903" y="90014"/>
                    <a:pt x="85625" y="90653"/>
                    <a:pt x="84986" y="90653"/>
                  </a:cubicBezTo>
                  <a:cubicBezTo>
                    <a:pt x="81152" y="90653"/>
                    <a:pt x="78596" y="88099"/>
                    <a:pt x="78596" y="84269"/>
                  </a:cubicBezTo>
                  <a:cubicBezTo>
                    <a:pt x="78596" y="82353"/>
                    <a:pt x="79235" y="81077"/>
                    <a:pt x="80513" y="79800"/>
                  </a:cubicBezTo>
                  <a:cubicBezTo>
                    <a:pt x="81152" y="79161"/>
                    <a:pt x="81791" y="78523"/>
                    <a:pt x="82430" y="78523"/>
                  </a:cubicBezTo>
                  <a:cubicBezTo>
                    <a:pt x="83708" y="77885"/>
                    <a:pt x="85625" y="77885"/>
                    <a:pt x="87542" y="78523"/>
                  </a:cubicBezTo>
                  <a:cubicBezTo>
                    <a:pt x="88181" y="78523"/>
                    <a:pt x="88181" y="79161"/>
                    <a:pt x="88820" y="79161"/>
                  </a:cubicBezTo>
                  <a:lnTo>
                    <a:pt x="89459" y="79800"/>
                  </a:lnTo>
                  <a:cubicBezTo>
                    <a:pt x="90737" y="81077"/>
                    <a:pt x="91376" y="82353"/>
                    <a:pt x="91376" y="84269"/>
                  </a:cubicBezTo>
                  <a:cubicBezTo>
                    <a:pt x="91376" y="85545"/>
                    <a:pt x="90737" y="87461"/>
                    <a:pt x="89459" y="88737"/>
                  </a:cubicBezTo>
                  <a:lnTo>
                    <a:pt x="89459" y="88737"/>
                  </a:lnTo>
                  <a:close/>
                  <a:moveTo>
                    <a:pt x="89459" y="58094"/>
                  </a:moveTo>
                  <a:cubicBezTo>
                    <a:pt x="88820" y="58733"/>
                    <a:pt x="88181" y="59371"/>
                    <a:pt x="87542" y="59371"/>
                  </a:cubicBezTo>
                  <a:cubicBezTo>
                    <a:pt x="86903" y="60009"/>
                    <a:pt x="85625" y="60009"/>
                    <a:pt x="84986" y="60009"/>
                  </a:cubicBezTo>
                  <a:cubicBezTo>
                    <a:pt x="84347" y="60009"/>
                    <a:pt x="83069" y="60009"/>
                    <a:pt x="82430" y="59371"/>
                  </a:cubicBezTo>
                  <a:cubicBezTo>
                    <a:pt x="81791" y="58733"/>
                    <a:pt x="81152" y="58733"/>
                    <a:pt x="80513" y="58094"/>
                  </a:cubicBezTo>
                  <a:cubicBezTo>
                    <a:pt x="79235" y="56817"/>
                    <a:pt x="78596" y="55541"/>
                    <a:pt x="78596" y="53625"/>
                  </a:cubicBezTo>
                  <a:cubicBezTo>
                    <a:pt x="78596" y="52987"/>
                    <a:pt x="78596" y="51710"/>
                    <a:pt x="79235" y="51072"/>
                  </a:cubicBezTo>
                  <a:cubicBezTo>
                    <a:pt x="79235" y="50433"/>
                    <a:pt x="79874" y="49795"/>
                    <a:pt x="80513" y="49157"/>
                  </a:cubicBezTo>
                  <a:cubicBezTo>
                    <a:pt x="80513" y="48518"/>
                    <a:pt x="81152" y="48518"/>
                    <a:pt x="81152" y="48518"/>
                  </a:cubicBezTo>
                  <a:lnTo>
                    <a:pt x="82430" y="47880"/>
                  </a:lnTo>
                  <a:cubicBezTo>
                    <a:pt x="83069" y="47880"/>
                    <a:pt x="83069" y="47880"/>
                    <a:pt x="83708" y="47880"/>
                  </a:cubicBezTo>
                  <a:cubicBezTo>
                    <a:pt x="84347" y="47880"/>
                    <a:pt x="85625" y="47880"/>
                    <a:pt x="86264" y="47880"/>
                  </a:cubicBezTo>
                  <a:cubicBezTo>
                    <a:pt x="86903" y="47880"/>
                    <a:pt x="86903" y="47880"/>
                    <a:pt x="87542" y="47880"/>
                  </a:cubicBezTo>
                  <a:lnTo>
                    <a:pt x="88820" y="48518"/>
                  </a:lnTo>
                  <a:lnTo>
                    <a:pt x="89459" y="49157"/>
                  </a:lnTo>
                  <a:cubicBezTo>
                    <a:pt x="90098" y="49795"/>
                    <a:pt x="90737" y="50433"/>
                    <a:pt x="90737" y="51072"/>
                  </a:cubicBezTo>
                  <a:cubicBezTo>
                    <a:pt x="90737" y="51710"/>
                    <a:pt x="91376" y="52349"/>
                    <a:pt x="91376" y="53625"/>
                  </a:cubicBezTo>
                  <a:cubicBezTo>
                    <a:pt x="91376" y="55541"/>
                    <a:pt x="90737" y="57456"/>
                    <a:pt x="89459" y="58094"/>
                  </a:cubicBezTo>
                  <a:lnTo>
                    <a:pt x="89459" y="58094"/>
                  </a:lnTo>
                  <a:close/>
                  <a:moveTo>
                    <a:pt x="89459" y="28089"/>
                  </a:moveTo>
                  <a:cubicBezTo>
                    <a:pt x="88181" y="29366"/>
                    <a:pt x="86903" y="30005"/>
                    <a:pt x="84986" y="30005"/>
                  </a:cubicBezTo>
                  <a:cubicBezTo>
                    <a:pt x="84347" y="30005"/>
                    <a:pt x="83069" y="30005"/>
                    <a:pt x="82430" y="29366"/>
                  </a:cubicBezTo>
                  <a:cubicBezTo>
                    <a:pt x="81791" y="29366"/>
                    <a:pt x="81152" y="28728"/>
                    <a:pt x="80513" y="28089"/>
                  </a:cubicBezTo>
                  <a:cubicBezTo>
                    <a:pt x="77957" y="25536"/>
                    <a:pt x="77957" y="21706"/>
                    <a:pt x="80513" y="19152"/>
                  </a:cubicBezTo>
                  <a:cubicBezTo>
                    <a:pt x="80513" y="19152"/>
                    <a:pt x="80513" y="19152"/>
                    <a:pt x="80513" y="19152"/>
                  </a:cubicBezTo>
                  <a:cubicBezTo>
                    <a:pt x="81152" y="18514"/>
                    <a:pt x="81791" y="17875"/>
                    <a:pt x="82430" y="17875"/>
                  </a:cubicBezTo>
                  <a:cubicBezTo>
                    <a:pt x="83708" y="17237"/>
                    <a:pt x="85625" y="17237"/>
                    <a:pt x="87542" y="17875"/>
                  </a:cubicBezTo>
                  <a:cubicBezTo>
                    <a:pt x="88181" y="17875"/>
                    <a:pt x="88820" y="18514"/>
                    <a:pt x="89459" y="19152"/>
                  </a:cubicBezTo>
                  <a:cubicBezTo>
                    <a:pt x="90098" y="19790"/>
                    <a:pt x="90737" y="20429"/>
                    <a:pt x="90737" y="21067"/>
                  </a:cubicBezTo>
                  <a:cubicBezTo>
                    <a:pt x="92015" y="23621"/>
                    <a:pt x="91376" y="26174"/>
                    <a:pt x="89459" y="28089"/>
                  </a:cubicBezTo>
                  <a:close/>
                  <a:moveTo>
                    <a:pt x="171250" y="49157"/>
                  </a:moveTo>
                  <a:cubicBezTo>
                    <a:pt x="171889" y="48518"/>
                    <a:pt x="172528" y="47880"/>
                    <a:pt x="173167" y="47880"/>
                  </a:cubicBezTo>
                  <a:cubicBezTo>
                    <a:pt x="175723" y="46603"/>
                    <a:pt x="178279" y="47241"/>
                    <a:pt x="180196" y="49157"/>
                  </a:cubicBezTo>
                  <a:cubicBezTo>
                    <a:pt x="180835" y="49795"/>
                    <a:pt x="181474" y="50433"/>
                    <a:pt x="181474" y="51072"/>
                  </a:cubicBezTo>
                  <a:cubicBezTo>
                    <a:pt x="181474" y="51710"/>
                    <a:pt x="182113" y="52349"/>
                    <a:pt x="182113" y="53625"/>
                  </a:cubicBezTo>
                  <a:cubicBezTo>
                    <a:pt x="182113" y="55541"/>
                    <a:pt x="181474" y="56817"/>
                    <a:pt x="180196" y="58094"/>
                  </a:cubicBezTo>
                  <a:cubicBezTo>
                    <a:pt x="179557" y="58733"/>
                    <a:pt x="178918" y="59371"/>
                    <a:pt x="178279" y="59371"/>
                  </a:cubicBezTo>
                  <a:cubicBezTo>
                    <a:pt x="177640" y="60009"/>
                    <a:pt x="177001" y="60009"/>
                    <a:pt x="175723" y="60009"/>
                  </a:cubicBezTo>
                  <a:cubicBezTo>
                    <a:pt x="173806" y="60009"/>
                    <a:pt x="172528" y="59371"/>
                    <a:pt x="171250" y="58094"/>
                  </a:cubicBezTo>
                  <a:cubicBezTo>
                    <a:pt x="169972" y="56817"/>
                    <a:pt x="169333" y="55541"/>
                    <a:pt x="169333" y="53625"/>
                  </a:cubicBezTo>
                  <a:cubicBezTo>
                    <a:pt x="169333" y="52349"/>
                    <a:pt x="169972" y="50433"/>
                    <a:pt x="171250" y="49157"/>
                  </a:cubicBezTo>
                  <a:lnTo>
                    <a:pt x="171250" y="49157"/>
                  </a:lnTo>
                  <a:close/>
                  <a:moveTo>
                    <a:pt x="119492" y="88737"/>
                  </a:moveTo>
                  <a:cubicBezTo>
                    <a:pt x="117575" y="90653"/>
                    <a:pt x="115019" y="91291"/>
                    <a:pt x="112463" y="90014"/>
                  </a:cubicBezTo>
                  <a:cubicBezTo>
                    <a:pt x="111824" y="89376"/>
                    <a:pt x="111185" y="89376"/>
                    <a:pt x="110546" y="88737"/>
                  </a:cubicBezTo>
                  <a:cubicBezTo>
                    <a:pt x="109268" y="87461"/>
                    <a:pt x="108629" y="86184"/>
                    <a:pt x="108629" y="84269"/>
                  </a:cubicBezTo>
                  <a:cubicBezTo>
                    <a:pt x="108629" y="83630"/>
                    <a:pt x="108629" y="82353"/>
                    <a:pt x="109268" y="81715"/>
                  </a:cubicBezTo>
                  <a:cubicBezTo>
                    <a:pt x="109268" y="81077"/>
                    <a:pt x="109907" y="80438"/>
                    <a:pt x="110546" y="79800"/>
                  </a:cubicBezTo>
                  <a:cubicBezTo>
                    <a:pt x="113102" y="77246"/>
                    <a:pt x="116936" y="77246"/>
                    <a:pt x="119492" y="79800"/>
                  </a:cubicBezTo>
                  <a:cubicBezTo>
                    <a:pt x="120131" y="80438"/>
                    <a:pt x="120770" y="81077"/>
                    <a:pt x="120770" y="81715"/>
                  </a:cubicBezTo>
                  <a:cubicBezTo>
                    <a:pt x="121409" y="82353"/>
                    <a:pt x="121409" y="82992"/>
                    <a:pt x="121409" y="84269"/>
                  </a:cubicBezTo>
                  <a:cubicBezTo>
                    <a:pt x="121409" y="85545"/>
                    <a:pt x="120770" y="87461"/>
                    <a:pt x="119492" y="88737"/>
                  </a:cubicBezTo>
                  <a:lnTo>
                    <a:pt x="119492" y="88737"/>
                  </a:lnTo>
                  <a:close/>
                  <a:moveTo>
                    <a:pt x="108629" y="53625"/>
                  </a:moveTo>
                  <a:cubicBezTo>
                    <a:pt x="108629" y="52987"/>
                    <a:pt x="108629" y="51710"/>
                    <a:pt x="109268" y="51072"/>
                  </a:cubicBezTo>
                  <a:cubicBezTo>
                    <a:pt x="109907" y="49795"/>
                    <a:pt x="111185" y="48518"/>
                    <a:pt x="112463" y="47880"/>
                  </a:cubicBezTo>
                  <a:cubicBezTo>
                    <a:pt x="113741" y="47241"/>
                    <a:pt x="115019" y="47241"/>
                    <a:pt x="116297" y="47880"/>
                  </a:cubicBezTo>
                  <a:cubicBezTo>
                    <a:pt x="116936" y="47880"/>
                    <a:pt x="116936" y="47880"/>
                    <a:pt x="117575" y="47880"/>
                  </a:cubicBezTo>
                  <a:lnTo>
                    <a:pt x="118853" y="48518"/>
                  </a:lnTo>
                  <a:cubicBezTo>
                    <a:pt x="119492" y="48518"/>
                    <a:pt x="119492" y="49157"/>
                    <a:pt x="119492" y="49157"/>
                  </a:cubicBezTo>
                  <a:cubicBezTo>
                    <a:pt x="120131" y="49795"/>
                    <a:pt x="120770" y="50433"/>
                    <a:pt x="120770" y="51072"/>
                  </a:cubicBezTo>
                  <a:cubicBezTo>
                    <a:pt x="120770" y="51710"/>
                    <a:pt x="121409" y="52349"/>
                    <a:pt x="121409" y="53625"/>
                  </a:cubicBezTo>
                  <a:cubicBezTo>
                    <a:pt x="121409" y="55541"/>
                    <a:pt x="120770" y="56817"/>
                    <a:pt x="119492" y="58094"/>
                  </a:cubicBezTo>
                  <a:cubicBezTo>
                    <a:pt x="116936" y="60648"/>
                    <a:pt x="113102" y="60648"/>
                    <a:pt x="110546" y="58094"/>
                  </a:cubicBezTo>
                  <a:cubicBezTo>
                    <a:pt x="109268" y="57456"/>
                    <a:pt x="108629" y="55541"/>
                    <a:pt x="108629" y="53625"/>
                  </a:cubicBezTo>
                  <a:lnTo>
                    <a:pt x="108629" y="53625"/>
                  </a:lnTo>
                  <a:close/>
                  <a:moveTo>
                    <a:pt x="120770" y="26174"/>
                  </a:moveTo>
                  <a:cubicBezTo>
                    <a:pt x="120131" y="26813"/>
                    <a:pt x="120131" y="27451"/>
                    <a:pt x="119492" y="28089"/>
                  </a:cubicBezTo>
                  <a:cubicBezTo>
                    <a:pt x="118853" y="28728"/>
                    <a:pt x="118214" y="29366"/>
                    <a:pt x="117575" y="29366"/>
                  </a:cubicBezTo>
                  <a:cubicBezTo>
                    <a:pt x="116936" y="30005"/>
                    <a:pt x="116297" y="30005"/>
                    <a:pt x="115019" y="30005"/>
                  </a:cubicBezTo>
                  <a:cubicBezTo>
                    <a:pt x="113102" y="30005"/>
                    <a:pt x="111824" y="29366"/>
                    <a:pt x="110546" y="28089"/>
                  </a:cubicBezTo>
                  <a:cubicBezTo>
                    <a:pt x="109907" y="27451"/>
                    <a:pt x="109268" y="26813"/>
                    <a:pt x="109268" y="26174"/>
                  </a:cubicBezTo>
                  <a:cubicBezTo>
                    <a:pt x="108629" y="25536"/>
                    <a:pt x="108629" y="24897"/>
                    <a:pt x="108629" y="23621"/>
                  </a:cubicBezTo>
                  <a:cubicBezTo>
                    <a:pt x="108629" y="21706"/>
                    <a:pt x="109268" y="20429"/>
                    <a:pt x="110546" y="19152"/>
                  </a:cubicBezTo>
                  <a:cubicBezTo>
                    <a:pt x="111185" y="18514"/>
                    <a:pt x="111824" y="17875"/>
                    <a:pt x="112463" y="17875"/>
                  </a:cubicBezTo>
                  <a:cubicBezTo>
                    <a:pt x="113741" y="17237"/>
                    <a:pt x="115658" y="17237"/>
                    <a:pt x="117575" y="17875"/>
                  </a:cubicBezTo>
                  <a:cubicBezTo>
                    <a:pt x="118214" y="17875"/>
                    <a:pt x="118853" y="18514"/>
                    <a:pt x="119492" y="19152"/>
                  </a:cubicBezTo>
                  <a:cubicBezTo>
                    <a:pt x="120770" y="20429"/>
                    <a:pt x="121409" y="21706"/>
                    <a:pt x="121409" y="23621"/>
                  </a:cubicBezTo>
                  <a:cubicBezTo>
                    <a:pt x="121409" y="24259"/>
                    <a:pt x="121409" y="24897"/>
                    <a:pt x="120770" y="26174"/>
                  </a:cubicBezTo>
                  <a:lnTo>
                    <a:pt x="120770" y="26174"/>
                  </a:lnTo>
                  <a:close/>
                  <a:moveTo>
                    <a:pt x="150164" y="88737"/>
                  </a:moveTo>
                  <a:cubicBezTo>
                    <a:pt x="147608" y="91291"/>
                    <a:pt x="143774" y="91291"/>
                    <a:pt x="141218" y="88737"/>
                  </a:cubicBezTo>
                  <a:cubicBezTo>
                    <a:pt x="139940" y="87461"/>
                    <a:pt x="139301" y="86184"/>
                    <a:pt x="139301" y="84269"/>
                  </a:cubicBezTo>
                  <a:cubicBezTo>
                    <a:pt x="139301" y="80438"/>
                    <a:pt x="141857" y="77885"/>
                    <a:pt x="145691" y="77885"/>
                  </a:cubicBezTo>
                  <a:cubicBezTo>
                    <a:pt x="149525" y="77885"/>
                    <a:pt x="152081" y="80438"/>
                    <a:pt x="152081" y="84269"/>
                  </a:cubicBezTo>
                  <a:cubicBezTo>
                    <a:pt x="152081" y="85545"/>
                    <a:pt x="151442" y="87461"/>
                    <a:pt x="150164" y="88737"/>
                  </a:cubicBezTo>
                  <a:lnTo>
                    <a:pt x="150164" y="88737"/>
                  </a:lnTo>
                  <a:close/>
                  <a:moveTo>
                    <a:pt x="150164" y="58094"/>
                  </a:moveTo>
                  <a:cubicBezTo>
                    <a:pt x="147608" y="60648"/>
                    <a:pt x="143774" y="60648"/>
                    <a:pt x="141218" y="58094"/>
                  </a:cubicBezTo>
                  <a:cubicBezTo>
                    <a:pt x="139940" y="56817"/>
                    <a:pt x="139301" y="55541"/>
                    <a:pt x="139301" y="53625"/>
                  </a:cubicBezTo>
                  <a:cubicBezTo>
                    <a:pt x="139301" y="52987"/>
                    <a:pt x="139301" y="51710"/>
                    <a:pt x="139940" y="51072"/>
                  </a:cubicBezTo>
                  <a:cubicBezTo>
                    <a:pt x="140579" y="50433"/>
                    <a:pt x="140579" y="49795"/>
                    <a:pt x="141218" y="49157"/>
                  </a:cubicBezTo>
                  <a:cubicBezTo>
                    <a:pt x="141857" y="48518"/>
                    <a:pt x="142496" y="47880"/>
                    <a:pt x="143135" y="47880"/>
                  </a:cubicBezTo>
                  <a:cubicBezTo>
                    <a:pt x="144413" y="47241"/>
                    <a:pt x="146330" y="47241"/>
                    <a:pt x="148247" y="47880"/>
                  </a:cubicBezTo>
                  <a:cubicBezTo>
                    <a:pt x="148886" y="47880"/>
                    <a:pt x="149525" y="48518"/>
                    <a:pt x="150164" y="49157"/>
                  </a:cubicBezTo>
                  <a:cubicBezTo>
                    <a:pt x="151442" y="50433"/>
                    <a:pt x="152081" y="51710"/>
                    <a:pt x="152081" y="53625"/>
                  </a:cubicBezTo>
                  <a:cubicBezTo>
                    <a:pt x="152081" y="55541"/>
                    <a:pt x="151442" y="57456"/>
                    <a:pt x="150164" y="58094"/>
                  </a:cubicBezTo>
                  <a:lnTo>
                    <a:pt x="150164" y="58094"/>
                  </a:lnTo>
                  <a:close/>
                  <a:moveTo>
                    <a:pt x="150164" y="28089"/>
                  </a:moveTo>
                  <a:cubicBezTo>
                    <a:pt x="148886" y="29366"/>
                    <a:pt x="147608" y="30005"/>
                    <a:pt x="145691" y="30005"/>
                  </a:cubicBezTo>
                  <a:cubicBezTo>
                    <a:pt x="143774" y="30005"/>
                    <a:pt x="142496" y="29366"/>
                    <a:pt x="141218" y="28089"/>
                  </a:cubicBezTo>
                  <a:cubicBezTo>
                    <a:pt x="138662" y="25536"/>
                    <a:pt x="138662" y="21706"/>
                    <a:pt x="141218" y="19152"/>
                  </a:cubicBezTo>
                  <a:cubicBezTo>
                    <a:pt x="141218" y="19152"/>
                    <a:pt x="141218" y="19152"/>
                    <a:pt x="141218" y="19152"/>
                  </a:cubicBezTo>
                  <a:cubicBezTo>
                    <a:pt x="141857" y="18514"/>
                    <a:pt x="142496" y="17875"/>
                    <a:pt x="143135" y="17875"/>
                  </a:cubicBezTo>
                  <a:cubicBezTo>
                    <a:pt x="145691" y="16598"/>
                    <a:pt x="148247" y="17237"/>
                    <a:pt x="150164" y="19152"/>
                  </a:cubicBezTo>
                  <a:cubicBezTo>
                    <a:pt x="150803" y="19790"/>
                    <a:pt x="151442" y="20429"/>
                    <a:pt x="151442" y="21067"/>
                  </a:cubicBezTo>
                  <a:cubicBezTo>
                    <a:pt x="152081" y="23621"/>
                    <a:pt x="151442" y="26174"/>
                    <a:pt x="150164" y="28089"/>
                  </a:cubicBezTo>
                  <a:lnTo>
                    <a:pt x="150164" y="28089"/>
                  </a:lnTo>
                  <a:close/>
                  <a:moveTo>
                    <a:pt x="180196" y="88737"/>
                  </a:moveTo>
                  <a:cubicBezTo>
                    <a:pt x="177640" y="91291"/>
                    <a:pt x="173806" y="91291"/>
                    <a:pt x="171250" y="88737"/>
                  </a:cubicBezTo>
                  <a:cubicBezTo>
                    <a:pt x="169972" y="87461"/>
                    <a:pt x="169333" y="86184"/>
                    <a:pt x="169333" y="84269"/>
                  </a:cubicBezTo>
                  <a:cubicBezTo>
                    <a:pt x="169333" y="83630"/>
                    <a:pt x="169333" y="82353"/>
                    <a:pt x="169972" y="81715"/>
                  </a:cubicBezTo>
                  <a:cubicBezTo>
                    <a:pt x="170611" y="81077"/>
                    <a:pt x="170611" y="80438"/>
                    <a:pt x="171250" y="79800"/>
                  </a:cubicBezTo>
                  <a:cubicBezTo>
                    <a:pt x="171250" y="79800"/>
                    <a:pt x="171889" y="79161"/>
                    <a:pt x="171889" y="79161"/>
                  </a:cubicBezTo>
                  <a:cubicBezTo>
                    <a:pt x="172528" y="79161"/>
                    <a:pt x="172528" y="78523"/>
                    <a:pt x="173167" y="78523"/>
                  </a:cubicBezTo>
                  <a:cubicBezTo>
                    <a:pt x="173806" y="78523"/>
                    <a:pt x="173806" y="78523"/>
                    <a:pt x="174445" y="77885"/>
                  </a:cubicBezTo>
                  <a:cubicBezTo>
                    <a:pt x="175723" y="77885"/>
                    <a:pt x="177001" y="77885"/>
                    <a:pt x="178279" y="78523"/>
                  </a:cubicBezTo>
                  <a:cubicBezTo>
                    <a:pt x="178918" y="79161"/>
                    <a:pt x="179557" y="79161"/>
                    <a:pt x="180196" y="79800"/>
                  </a:cubicBezTo>
                  <a:cubicBezTo>
                    <a:pt x="180835" y="80438"/>
                    <a:pt x="181474" y="81077"/>
                    <a:pt x="181474" y="81715"/>
                  </a:cubicBezTo>
                  <a:cubicBezTo>
                    <a:pt x="182113" y="82353"/>
                    <a:pt x="182113" y="82992"/>
                    <a:pt x="182113" y="84269"/>
                  </a:cubicBezTo>
                  <a:cubicBezTo>
                    <a:pt x="182113" y="85545"/>
                    <a:pt x="181474" y="87461"/>
                    <a:pt x="180196" y="88737"/>
                  </a:cubicBezTo>
                  <a:lnTo>
                    <a:pt x="180196" y="88737"/>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43" name="Graphic 4">
              <a:extLst>
                <a:ext uri="{FF2B5EF4-FFF2-40B4-BE49-F238E27FC236}">
                  <a16:creationId xmlns:a16="http://schemas.microsoft.com/office/drawing/2014/main" id="{F3504590-E150-43C5-81F5-5335FEE5725A}"/>
                </a:ext>
              </a:extLst>
            </p:cNvPr>
            <p:cNvSpPr/>
            <p:nvPr/>
          </p:nvSpPr>
          <p:spPr>
            <a:xfrm>
              <a:off x="1092679" y="1969621"/>
              <a:ext cx="32588" cy="17236"/>
            </a:xfrm>
            <a:custGeom>
              <a:avLst/>
              <a:gdLst>
                <a:gd name="connsiteX0" fmla="*/ 0 w 32588"/>
                <a:gd name="connsiteY0" fmla="*/ 0 h 17236"/>
                <a:gd name="connsiteX1" fmla="*/ 32589 w 32588"/>
                <a:gd name="connsiteY1" fmla="*/ 0 h 17236"/>
                <a:gd name="connsiteX2" fmla="*/ 32589 w 32588"/>
                <a:gd name="connsiteY2" fmla="*/ 17237 h 17236"/>
                <a:gd name="connsiteX3" fmla="*/ 0 w 32588"/>
                <a:gd name="connsiteY3" fmla="*/ 17237 h 17236"/>
              </a:gdLst>
              <a:ahLst/>
              <a:cxnLst>
                <a:cxn ang="0">
                  <a:pos x="connsiteX0" y="connsiteY0"/>
                </a:cxn>
                <a:cxn ang="0">
                  <a:pos x="connsiteX1" y="connsiteY1"/>
                </a:cxn>
                <a:cxn ang="0">
                  <a:pos x="connsiteX2" y="connsiteY2"/>
                </a:cxn>
                <a:cxn ang="0">
                  <a:pos x="connsiteX3" y="connsiteY3"/>
                </a:cxn>
              </a:cxnLst>
              <a:rect l="l" t="t" r="r" b="b"/>
              <a:pathLst>
                <a:path w="32588" h="17236">
                  <a:moveTo>
                    <a:pt x="0" y="0"/>
                  </a:moveTo>
                  <a:lnTo>
                    <a:pt x="32589" y="0"/>
                  </a:lnTo>
                  <a:lnTo>
                    <a:pt x="32589" y="17237"/>
                  </a:lnTo>
                  <a:lnTo>
                    <a:pt x="0" y="17237"/>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44" name="Graphic 4">
              <a:extLst>
                <a:ext uri="{FF2B5EF4-FFF2-40B4-BE49-F238E27FC236}">
                  <a16:creationId xmlns:a16="http://schemas.microsoft.com/office/drawing/2014/main" id="{702B5540-7FB1-4DCF-BCFC-AE43EB4DBE7B}"/>
                </a:ext>
              </a:extLst>
            </p:cNvPr>
            <p:cNvSpPr/>
            <p:nvPr/>
          </p:nvSpPr>
          <p:spPr>
            <a:xfrm>
              <a:off x="905454" y="1885990"/>
              <a:ext cx="362309" cy="362610"/>
            </a:xfrm>
            <a:custGeom>
              <a:avLst/>
              <a:gdLst>
                <a:gd name="connsiteX0" fmla="*/ 180835 w 362309"/>
                <a:gd name="connsiteY0" fmla="*/ 0 h 362610"/>
                <a:gd name="connsiteX1" fmla="*/ 0 w 362309"/>
                <a:gd name="connsiteY1" fmla="*/ 181305 h 362610"/>
                <a:gd name="connsiteX2" fmla="*/ 180835 w 362309"/>
                <a:gd name="connsiteY2" fmla="*/ 362610 h 362610"/>
                <a:gd name="connsiteX3" fmla="*/ 362309 w 362309"/>
                <a:gd name="connsiteY3" fmla="*/ 181305 h 362610"/>
                <a:gd name="connsiteX4" fmla="*/ 180835 w 362309"/>
                <a:gd name="connsiteY4" fmla="*/ 0 h 362610"/>
                <a:gd name="connsiteX5" fmla="*/ 180835 w 362309"/>
                <a:gd name="connsiteY5" fmla="*/ 0 h 362610"/>
                <a:gd name="connsiteX6" fmla="*/ 293298 w 362309"/>
                <a:gd name="connsiteY6" fmla="*/ 258551 h 362610"/>
                <a:gd name="connsiteX7" fmla="*/ 286908 w 362309"/>
                <a:gd name="connsiteY7" fmla="*/ 264935 h 362610"/>
                <a:gd name="connsiteX8" fmla="*/ 75401 w 362309"/>
                <a:gd name="connsiteY8" fmla="*/ 264935 h 362610"/>
                <a:gd name="connsiteX9" fmla="*/ 69011 w 362309"/>
                <a:gd name="connsiteY9" fmla="*/ 258551 h 362610"/>
                <a:gd name="connsiteX10" fmla="*/ 69011 w 362309"/>
                <a:gd name="connsiteY10" fmla="*/ 160238 h 362610"/>
                <a:gd name="connsiteX11" fmla="*/ 75401 w 362309"/>
                <a:gd name="connsiteY11" fmla="*/ 153854 h 362610"/>
                <a:gd name="connsiteX12" fmla="*/ 92015 w 362309"/>
                <a:gd name="connsiteY12" fmla="*/ 153854 h 362610"/>
                <a:gd name="connsiteX13" fmla="*/ 92015 w 362309"/>
                <a:gd name="connsiteY13" fmla="*/ 137894 h 362610"/>
                <a:gd name="connsiteX14" fmla="*/ 98405 w 362309"/>
                <a:gd name="connsiteY14" fmla="*/ 131510 h 362610"/>
                <a:gd name="connsiteX15" fmla="*/ 175084 w 362309"/>
                <a:gd name="connsiteY15" fmla="*/ 131510 h 362610"/>
                <a:gd name="connsiteX16" fmla="*/ 175084 w 362309"/>
                <a:gd name="connsiteY16" fmla="*/ 77246 h 362610"/>
                <a:gd name="connsiteX17" fmla="*/ 181474 w 362309"/>
                <a:gd name="connsiteY17" fmla="*/ 70862 h 362610"/>
                <a:gd name="connsiteX18" fmla="*/ 226843 w 362309"/>
                <a:gd name="connsiteY18" fmla="*/ 70862 h 362610"/>
                <a:gd name="connsiteX19" fmla="*/ 233233 w 362309"/>
                <a:gd name="connsiteY19" fmla="*/ 77246 h 362610"/>
                <a:gd name="connsiteX20" fmla="*/ 233233 w 362309"/>
                <a:gd name="connsiteY20" fmla="*/ 107251 h 362610"/>
                <a:gd name="connsiteX21" fmla="*/ 226843 w 362309"/>
                <a:gd name="connsiteY21" fmla="*/ 113635 h 362610"/>
                <a:gd name="connsiteX22" fmla="*/ 187225 w 362309"/>
                <a:gd name="connsiteY22" fmla="*/ 113635 h 362610"/>
                <a:gd name="connsiteX23" fmla="*/ 187225 w 362309"/>
                <a:gd name="connsiteY23" fmla="*/ 131510 h 362610"/>
                <a:gd name="connsiteX24" fmla="*/ 263904 w 362309"/>
                <a:gd name="connsiteY24" fmla="*/ 131510 h 362610"/>
                <a:gd name="connsiteX25" fmla="*/ 270294 w 362309"/>
                <a:gd name="connsiteY25" fmla="*/ 137894 h 362610"/>
                <a:gd name="connsiteX26" fmla="*/ 270294 w 362309"/>
                <a:gd name="connsiteY26" fmla="*/ 153854 h 362610"/>
                <a:gd name="connsiteX27" fmla="*/ 286908 w 362309"/>
                <a:gd name="connsiteY27" fmla="*/ 153854 h 362610"/>
                <a:gd name="connsiteX28" fmla="*/ 293298 w 362309"/>
                <a:gd name="connsiteY28" fmla="*/ 160238 h 362610"/>
                <a:gd name="connsiteX29" fmla="*/ 293298 w 362309"/>
                <a:gd name="connsiteY29" fmla="*/ 258551 h 362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62309" h="362610">
                  <a:moveTo>
                    <a:pt x="180835" y="0"/>
                  </a:moveTo>
                  <a:cubicBezTo>
                    <a:pt x="80513" y="0"/>
                    <a:pt x="0" y="81077"/>
                    <a:pt x="0" y="181305"/>
                  </a:cubicBezTo>
                  <a:cubicBezTo>
                    <a:pt x="0" y="281534"/>
                    <a:pt x="81152" y="362610"/>
                    <a:pt x="180835" y="362610"/>
                  </a:cubicBezTo>
                  <a:cubicBezTo>
                    <a:pt x="280518" y="362610"/>
                    <a:pt x="362309" y="281534"/>
                    <a:pt x="362309" y="181305"/>
                  </a:cubicBezTo>
                  <a:cubicBezTo>
                    <a:pt x="362309" y="80438"/>
                    <a:pt x="281157" y="0"/>
                    <a:pt x="180835" y="0"/>
                  </a:cubicBezTo>
                  <a:cubicBezTo>
                    <a:pt x="180835" y="0"/>
                    <a:pt x="180835" y="0"/>
                    <a:pt x="180835" y="0"/>
                  </a:cubicBezTo>
                  <a:close/>
                  <a:moveTo>
                    <a:pt x="293298" y="258551"/>
                  </a:moveTo>
                  <a:cubicBezTo>
                    <a:pt x="293298" y="262382"/>
                    <a:pt x="290742" y="264935"/>
                    <a:pt x="286908" y="264935"/>
                  </a:cubicBezTo>
                  <a:lnTo>
                    <a:pt x="75401" y="264935"/>
                  </a:lnTo>
                  <a:cubicBezTo>
                    <a:pt x="71567" y="264935"/>
                    <a:pt x="69011" y="262382"/>
                    <a:pt x="69011" y="258551"/>
                  </a:cubicBezTo>
                  <a:lnTo>
                    <a:pt x="69011" y="160238"/>
                  </a:lnTo>
                  <a:cubicBezTo>
                    <a:pt x="69011" y="156408"/>
                    <a:pt x="71567" y="153854"/>
                    <a:pt x="75401" y="153854"/>
                  </a:cubicBezTo>
                  <a:lnTo>
                    <a:pt x="92015" y="153854"/>
                  </a:lnTo>
                  <a:lnTo>
                    <a:pt x="92015" y="137894"/>
                  </a:lnTo>
                  <a:cubicBezTo>
                    <a:pt x="92015" y="134064"/>
                    <a:pt x="94571" y="131510"/>
                    <a:pt x="98405" y="131510"/>
                  </a:cubicBezTo>
                  <a:lnTo>
                    <a:pt x="175084" y="131510"/>
                  </a:lnTo>
                  <a:lnTo>
                    <a:pt x="175084" y="77246"/>
                  </a:lnTo>
                  <a:cubicBezTo>
                    <a:pt x="175084" y="73416"/>
                    <a:pt x="177640" y="70862"/>
                    <a:pt x="181474" y="70862"/>
                  </a:cubicBezTo>
                  <a:lnTo>
                    <a:pt x="226843" y="70862"/>
                  </a:lnTo>
                  <a:cubicBezTo>
                    <a:pt x="230677" y="70862"/>
                    <a:pt x="233233" y="73416"/>
                    <a:pt x="233233" y="77246"/>
                  </a:cubicBezTo>
                  <a:lnTo>
                    <a:pt x="233233" y="107251"/>
                  </a:lnTo>
                  <a:cubicBezTo>
                    <a:pt x="233233" y="111081"/>
                    <a:pt x="230677" y="113635"/>
                    <a:pt x="226843" y="113635"/>
                  </a:cubicBezTo>
                  <a:lnTo>
                    <a:pt x="187225" y="113635"/>
                  </a:lnTo>
                  <a:lnTo>
                    <a:pt x="187225" y="131510"/>
                  </a:lnTo>
                  <a:lnTo>
                    <a:pt x="263904" y="131510"/>
                  </a:lnTo>
                  <a:cubicBezTo>
                    <a:pt x="267738" y="131510"/>
                    <a:pt x="270294" y="134064"/>
                    <a:pt x="270294" y="137894"/>
                  </a:cubicBezTo>
                  <a:lnTo>
                    <a:pt x="270294" y="153854"/>
                  </a:lnTo>
                  <a:lnTo>
                    <a:pt x="286908" y="153854"/>
                  </a:lnTo>
                  <a:cubicBezTo>
                    <a:pt x="290742" y="153854"/>
                    <a:pt x="293298" y="156408"/>
                    <a:pt x="293298" y="160238"/>
                  </a:cubicBezTo>
                  <a:lnTo>
                    <a:pt x="293298" y="258551"/>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grpSp>
        <p:nvGrpSpPr>
          <p:cNvPr id="89" name="Group 88">
            <a:extLst>
              <a:ext uri="{FF2B5EF4-FFF2-40B4-BE49-F238E27FC236}">
                <a16:creationId xmlns:a16="http://schemas.microsoft.com/office/drawing/2014/main" id="{F2F067A0-2E45-4F85-8618-B2D8EA4D8C99}"/>
              </a:ext>
            </a:extLst>
          </p:cNvPr>
          <p:cNvGrpSpPr/>
          <p:nvPr/>
        </p:nvGrpSpPr>
        <p:grpSpPr>
          <a:xfrm>
            <a:off x="3160469" y="6389529"/>
            <a:ext cx="5871063" cy="357374"/>
            <a:chOff x="2789942" y="6324600"/>
            <a:chExt cx="5871063" cy="365760"/>
          </a:xfrm>
        </p:grpSpPr>
        <p:sp>
          <p:nvSpPr>
            <p:cNvPr id="90" name="Oval 89">
              <a:extLst>
                <a:ext uri="{FF2B5EF4-FFF2-40B4-BE49-F238E27FC236}">
                  <a16:creationId xmlns:a16="http://schemas.microsoft.com/office/drawing/2014/main" id="{D2AB0B4F-0DC7-41D9-936F-66E72A73C264}"/>
                </a:ext>
              </a:extLst>
            </p:cNvPr>
            <p:cNvSpPr/>
            <p:nvPr/>
          </p:nvSpPr>
          <p:spPr bwMode="gray">
            <a:xfrm>
              <a:off x="4811486" y="6324600"/>
              <a:ext cx="365760" cy="365760"/>
            </a:xfrm>
            <a:prstGeom prst="ellipse">
              <a:avLst/>
            </a:prstGeom>
            <a:solidFill>
              <a:schemeClr val="accent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91" name="Oval 90">
              <a:extLst>
                <a:ext uri="{FF2B5EF4-FFF2-40B4-BE49-F238E27FC236}">
                  <a16:creationId xmlns:a16="http://schemas.microsoft.com/office/drawing/2014/main" id="{A62FED90-0CC7-472D-8DB9-E2DBB7171AB9}"/>
                </a:ext>
              </a:extLst>
            </p:cNvPr>
            <p:cNvSpPr/>
            <p:nvPr/>
          </p:nvSpPr>
          <p:spPr bwMode="gray">
            <a:xfrm>
              <a:off x="6072053" y="6324600"/>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92" name="Oval 91">
              <a:extLst>
                <a:ext uri="{FF2B5EF4-FFF2-40B4-BE49-F238E27FC236}">
                  <a16:creationId xmlns:a16="http://schemas.microsoft.com/office/drawing/2014/main" id="{AB4F9ADF-EF54-4D97-B5FD-DC388BE3B435}"/>
                </a:ext>
              </a:extLst>
            </p:cNvPr>
            <p:cNvSpPr/>
            <p:nvPr/>
          </p:nvSpPr>
          <p:spPr bwMode="gray">
            <a:xfrm>
              <a:off x="7405717" y="6324600"/>
              <a:ext cx="365760" cy="365760"/>
            </a:xfrm>
            <a:prstGeom prst="ellipse">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93" name="TextBox 92">
              <a:extLst>
                <a:ext uri="{FF2B5EF4-FFF2-40B4-BE49-F238E27FC236}">
                  <a16:creationId xmlns:a16="http://schemas.microsoft.com/office/drawing/2014/main" id="{D5EAFF1D-930F-4132-A42D-62D8D17FDE66}"/>
                </a:ext>
              </a:extLst>
            </p:cNvPr>
            <p:cNvSpPr txBox="1"/>
            <p:nvPr/>
          </p:nvSpPr>
          <p:spPr>
            <a:xfrm>
              <a:off x="2789942" y="6442322"/>
              <a:ext cx="1698925"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1" u="none" strike="noStrike" kern="1200" cap="none" spc="0" normalizeH="0" baseline="0" noProof="0">
                  <a:ln>
                    <a:noFill/>
                  </a:ln>
                  <a:solidFill>
                    <a:srgbClr val="313131"/>
                  </a:solidFill>
                  <a:effectLst/>
                  <a:uLnTx/>
                  <a:uFillTx/>
                  <a:latin typeface="Verdana"/>
                  <a:ea typeface="+mn-ea"/>
                  <a:cs typeface="+mn-cs"/>
                </a:rPr>
                <a:t>Impact on Business</a:t>
              </a:r>
            </a:p>
          </p:txBody>
        </p:sp>
        <p:sp>
          <p:nvSpPr>
            <p:cNvPr id="102" name="TextBox 101">
              <a:extLst>
                <a:ext uri="{FF2B5EF4-FFF2-40B4-BE49-F238E27FC236}">
                  <a16:creationId xmlns:a16="http://schemas.microsoft.com/office/drawing/2014/main" id="{CBEC5A75-D37C-4474-98D9-A11748996E9D}"/>
                </a:ext>
              </a:extLst>
            </p:cNvPr>
            <p:cNvSpPr txBox="1"/>
            <p:nvPr/>
          </p:nvSpPr>
          <p:spPr>
            <a:xfrm>
              <a:off x="5247379" y="6420550"/>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Verdana"/>
                  <a:ea typeface="+mn-ea"/>
                  <a:cs typeface="+mn-cs"/>
                </a:rPr>
                <a:t>High</a:t>
              </a:r>
            </a:p>
          </p:txBody>
        </p:sp>
        <p:sp>
          <p:nvSpPr>
            <p:cNvPr id="103" name="TextBox 102">
              <a:extLst>
                <a:ext uri="{FF2B5EF4-FFF2-40B4-BE49-F238E27FC236}">
                  <a16:creationId xmlns:a16="http://schemas.microsoft.com/office/drawing/2014/main" id="{7CC6C73E-9073-4AE1-93DD-15C4986F000A}"/>
                </a:ext>
              </a:extLst>
            </p:cNvPr>
            <p:cNvSpPr txBox="1"/>
            <p:nvPr/>
          </p:nvSpPr>
          <p:spPr>
            <a:xfrm>
              <a:off x="6537499" y="6412891"/>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Verdana"/>
                  <a:ea typeface="+mn-ea"/>
                  <a:cs typeface="+mn-cs"/>
                </a:rPr>
                <a:t>Medium</a:t>
              </a:r>
            </a:p>
          </p:txBody>
        </p:sp>
        <p:sp>
          <p:nvSpPr>
            <p:cNvPr id="104" name="TextBox 103">
              <a:extLst>
                <a:ext uri="{FF2B5EF4-FFF2-40B4-BE49-F238E27FC236}">
                  <a16:creationId xmlns:a16="http://schemas.microsoft.com/office/drawing/2014/main" id="{2879A296-CB2A-487B-84E2-BBC05E70B490}"/>
                </a:ext>
              </a:extLst>
            </p:cNvPr>
            <p:cNvSpPr txBox="1"/>
            <p:nvPr/>
          </p:nvSpPr>
          <p:spPr>
            <a:xfrm>
              <a:off x="7899005" y="6412891"/>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Verdana"/>
                  <a:ea typeface="+mn-ea"/>
                  <a:cs typeface="+mn-cs"/>
                </a:rPr>
                <a:t>Low</a:t>
              </a:r>
            </a:p>
          </p:txBody>
        </p:sp>
      </p:grpSp>
    </p:spTree>
    <p:extLst>
      <p:ext uri="{BB962C8B-B14F-4D97-AF65-F5344CB8AC3E}">
        <p14:creationId xmlns:p14="http://schemas.microsoft.com/office/powerpoint/2010/main" val="36055941"/>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Oval 82">
            <a:extLst>
              <a:ext uri="{FF2B5EF4-FFF2-40B4-BE49-F238E27FC236}">
                <a16:creationId xmlns:a16="http://schemas.microsoft.com/office/drawing/2014/main" id="{B7D06CA8-852C-48D9-AFC9-FDAE9F86AB97}"/>
              </a:ext>
            </a:extLst>
          </p:cNvPr>
          <p:cNvSpPr/>
          <p:nvPr/>
        </p:nvSpPr>
        <p:spPr bwMode="gray">
          <a:xfrm>
            <a:off x="2732221" y="3357883"/>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graphicFrame>
        <p:nvGraphicFramePr>
          <p:cNvPr id="5" name="Object 4" hidden="1">
            <a:extLst>
              <a:ext uri="{FF2B5EF4-FFF2-40B4-BE49-F238E27FC236}">
                <a16:creationId xmlns:a16="http://schemas.microsoft.com/office/drawing/2014/main" id="{D8E525C8-5B83-4553-B7A8-F5F66115ADBA}"/>
              </a:ext>
            </a:extLst>
          </p:cNvPr>
          <p:cNvGraphicFramePr>
            <a:graphicFrameLocks noChangeAspect="1"/>
          </p:cNvGraphicFramePr>
          <p:nvPr>
            <p:custDataLst>
              <p:tags r:id="rId2"/>
            </p:custDataLst>
          </p:nvPr>
        </p:nvGraphicFramePr>
        <p:xfrm>
          <a:off x="1680" y="1440"/>
          <a:ext cx="1440" cy="1440"/>
        </p:xfrm>
        <a:graphic>
          <a:graphicData uri="http://schemas.openxmlformats.org/presentationml/2006/ole">
            <mc:AlternateContent xmlns:mc="http://schemas.openxmlformats.org/markup-compatibility/2006">
              <mc:Choice xmlns:v="urn:schemas-microsoft-com:vml" Requires="v">
                <p:oleObj spid="_x0000_s44090" name="think-cell Slide" r:id="rId5" imgW="498" imgH="499" progId="TCLayout.ActiveDocument.1">
                  <p:embed/>
                </p:oleObj>
              </mc:Choice>
              <mc:Fallback>
                <p:oleObj name="think-cell Slide" r:id="rId5" imgW="498" imgH="499" progId="TCLayout.ActiveDocument.1">
                  <p:embed/>
                  <p:pic>
                    <p:nvPicPr>
                      <p:cNvPr id="5" name="Object 4" hidden="1">
                        <a:extLst>
                          <a:ext uri="{FF2B5EF4-FFF2-40B4-BE49-F238E27FC236}">
                            <a16:creationId xmlns:a16="http://schemas.microsoft.com/office/drawing/2014/main" id="{D8E525C8-5B83-4553-B7A8-F5F66115ADBA}"/>
                          </a:ext>
                        </a:extLst>
                      </p:cNvPr>
                      <p:cNvPicPr/>
                      <p:nvPr/>
                    </p:nvPicPr>
                    <p:blipFill>
                      <a:blip r:embed="rId6"/>
                      <a:stretch>
                        <a:fillRect/>
                      </a:stretch>
                    </p:blipFill>
                    <p:spPr>
                      <a:xfrm>
                        <a:off x="1680" y="1440"/>
                        <a:ext cx="1440" cy="1440"/>
                      </a:xfrm>
                      <a:prstGeom prst="rect">
                        <a:avLst/>
                      </a:prstGeom>
                    </p:spPr>
                  </p:pic>
                </p:oleObj>
              </mc:Fallback>
            </mc:AlternateContent>
          </a:graphicData>
        </a:graphic>
      </p:graphicFrame>
      <p:sp>
        <p:nvSpPr>
          <p:cNvPr id="88" name="Rectangle 87" hidden="1">
            <a:extLst>
              <a:ext uri="{FF2B5EF4-FFF2-40B4-BE49-F238E27FC236}">
                <a16:creationId xmlns:a16="http://schemas.microsoft.com/office/drawing/2014/main" id="{E8660C98-62A0-423C-8A5A-044FD3662E7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088" b="0" i="0" u="none" strike="noStrike" kern="1200" cap="none" spc="0" normalizeH="0" baseline="0" noProof="0">
              <a:ln>
                <a:noFill/>
              </a:ln>
              <a:solidFill>
                <a:prstClr val="white"/>
              </a:solidFill>
              <a:effectLst/>
              <a:uLnTx/>
              <a:uFillTx/>
              <a:latin typeface="Verdana"/>
              <a:ea typeface="+mn-ea"/>
              <a:cs typeface="+mn-cs"/>
            </a:endParaRPr>
          </a:p>
        </p:txBody>
      </p:sp>
      <p:sp>
        <p:nvSpPr>
          <p:cNvPr id="2" name="Rectangle 1" hidden="1">
            <a:extLst>
              <a:ext uri="{FF2B5EF4-FFF2-40B4-BE49-F238E27FC236}">
                <a16:creationId xmlns:a16="http://schemas.microsoft.com/office/drawing/2014/main" id="{2A521930-E564-4B05-B60F-B4D4B607A7F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Avenir Next LT Pro Light" panose="020B0304020202020204" pitchFamily="34" charset="0"/>
              <a:ea typeface="+mn-ea"/>
              <a:cs typeface="+mn-cs"/>
            </a:endParaRPr>
          </a:p>
        </p:txBody>
      </p:sp>
      <p:sp>
        <p:nvSpPr>
          <p:cNvPr id="33" name="Rectangle 32" hidden="1">
            <a:extLst>
              <a:ext uri="{FF2B5EF4-FFF2-40B4-BE49-F238E27FC236}">
                <a16:creationId xmlns:a16="http://schemas.microsoft.com/office/drawing/2014/main" id="{5CEEA709-822B-4D97-95B5-1E93A1A05919}"/>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54" name="Rectangle 53" hidden="1">
            <a:extLst>
              <a:ext uri="{FF2B5EF4-FFF2-40B4-BE49-F238E27FC236}">
                <a16:creationId xmlns:a16="http://schemas.microsoft.com/office/drawing/2014/main" id="{225F56F8-8BC1-48B6-BEFF-20E4914FDA4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58" name="Rectangle 57" hidden="1">
            <a:extLst>
              <a:ext uri="{FF2B5EF4-FFF2-40B4-BE49-F238E27FC236}">
                <a16:creationId xmlns:a16="http://schemas.microsoft.com/office/drawing/2014/main" id="{50C0A6EC-D618-4045-A144-16336B53AEFE}"/>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62" name="Rectangle 61" hidden="1">
            <a:extLst>
              <a:ext uri="{FF2B5EF4-FFF2-40B4-BE49-F238E27FC236}">
                <a16:creationId xmlns:a16="http://schemas.microsoft.com/office/drawing/2014/main" id="{8AC4DE8A-A90A-45C4-A128-6D6EC2EA41AF}"/>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123" name="Rectangle 122" hidden="1">
            <a:extLst>
              <a:ext uri="{FF2B5EF4-FFF2-40B4-BE49-F238E27FC236}">
                <a16:creationId xmlns:a16="http://schemas.microsoft.com/office/drawing/2014/main" id="{891D9B62-8447-4BF2-AAD5-EE8A0DC6CA59}"/>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154" name="Rectangle 153" hidden="1">
            <a:extLst>
              <a:ext uri="{FF2B5EF4-FFF2-40B4-BE49-F238E27FC236}">
                <a16:creationId xmlns:a16="http://schemas.microsoft.com/office/drawing/2014/main" id="{E6055FF4-59BE-4A31-A244-49C2AAC1E7B4}"/>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157" name="Rectangle 156" hidden="1">
            <a:extLst>
              <a:ext uri="{FF2B5EF4-FFF2-40B4-BE49-F238E27FC236}">
                <a16:creationId xmlns:a16="http://schemas.microsoft.com/office/drawing/2014/main" id="{79987C92-84CE-44DC-A97C-59F767A61EC1}"/>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361" name="Rectangle 360" hidden="1">
            <a:extLst>
              <a:ext uri="{FF2B5EF4-FFF2-40B4-BE49-F238E27FC236}">
                <a16:creationId xmlns:a16="http://schemas.microsoft.com/office/drawing/2014/main" id="{58D700BD-6F8F-4F7C-8892-9034C7A065B1}"/>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05" name="Rectangle 404" hidden="1">
            <a:extLst>
              <a:ext uri="{FF2B5EF4-FFF2-40B4-BE49-F238E27FC236}">
                <a16:creationId xmlns:a16="http://schemas.microsoft.com/office/drawing/2014/main" id="{0CEE0670-BDA8-4520-8F9D-5C046A637342}"/>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5" name="Rectangle 44" hidden="1">
            <a:extLst>
              <a:ext uri="{FF2B5EF4-FFF2-40B4-BE49-F238E27FC236}">
                <a16:creationId xmlns:a16="http://schemas.microsoft.com/office/drawing/2014/main" id="{767854C1-3E6E-4F2E-98B4-2A1F7DB28D5C}"/>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725" b="0" i="0" u="none" strike="noStrike" kern="1200" cap="none" spc="0" normalizeH="0" baseline="0" noProof="0">
              <a:ln>
                <a:noFill/>
              </a:ln>
              <a:solidFill>
                <a:prstClr val="white"/>
              </a:solidFill>
              <a:effectLst/>
              <a:uLnTx/>
              <a:uFillTx/>
              <a:latin typeface="Verdana" panose="020B0604030504040204" pitchFamily="34" charset="0"/>
              <a:ea typeface="+mn-ea"/>
              <a:cs typeface="+mn-cs"/>
            </a:endParaRPr>
          </a:p>
        </p:txBody>
      </p:sp>
      <p:sp>
        <p:nvSpPr>
          <p:cNvPr id="219" name="Rectangle 218" hidden="1">
            <a:extLst>
              <a:ext uri="{FF2B5EF4-FFF2-40B4-BE49-F238E27FC236}">
                <a16:creationId xmlns:a16="http://schemas.microsoft.com/office/drawing/2014/main" id="{847846C5-C801-4BEE-9506-A16841F90D4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725" b="0" i="0" u="none" strike="noStrike" kern="1200" cap="none" spc="0" normalizeH="0" baseline="0" noProof="0">
              <a:ln>
                <a:noFill/>
              </a:ln>
              <a:solidFill>
                <a:prstClr val="white"/>
              </a:solidFill>
              <a:effectLst/>
              <a:uLnTx/>
              <a:uFillTx/>
              <a:latin typeface="Verdana"/>
              <a:ea typeface="+mn-ea"/>
              <a:cs typeface="+mn-cs"/>
            </a:endParaRPr>
          </a:p>
        </p:txBody>
      </p:sp>
      <p:sp>
        <p:nvSpPr>
          <p:cNvPr id="332" name="Rectangle 331" hidden="1">
            <a:extLst>
              <a:ext uri="{FF2B5EF4-FFF2-40B4-BE49-F238E27FC236}">
                <a16:creationId xmlns:a16="http://schemas.microsoft.com/office/drawing/2014/main" id="{B1BAC627-2155-4A3C-960D-101193C22878}"/>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088" b="0" i="0" u="none" strike="noStrike" kern="1200" cap="none" spc="0" normalizeH="0" baseline="0" noProof="0">
              <a:ln>
                <a:noFill/>
              </a:ln>
              <a:solidFill>
                <a:prstClr val="white"/>
              </a:solidFill>
              <a:effectLst/>
              <a:uLnTx/>
              <a:uFillTx/>
              <a:latin typeface="Verdana"/>
              <a:ea typeface="+mn-ea"/>
              <a:cs typeface="+mn-cs"/>
            </a:endParaRPr>
          </a:p>
        </p:txBody>
      </p:sp>
      <p:sp>
        <p:nvSpPr>
          <p:cNvPr id="532" name="Rectangle 531" hidden="1">
            <a:extLst>
              <a:ext uri="{FF2B5EF4-FFF2-40B4-BE49-F238E27FC236}">
                <a16:creationId xmlns:a16="http://schemas.microsoft.com/office/drawing/2014/main" id="{25F5028C-BFCA-4679-826B-D8FEBFE44C90}"/>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Avenir Next LT Pro Light" panose="020B0304020202020204" pitchFamily="34" charset="0"/>
              <a:ea typeface="+mn-ea"/>
              <a:cs typeface="+mn-cs"/>
            </a:endParaRPr>
          </a:p>
        </p:txBody>
      </p:sp>
      <p:sp>
        <p:nvSpPr>
          <p:cNvPr id="645" name="Rectangle 644" hidden="1">
            <a:extLst>
              <a:ext uri="{FF2B5EF4-FFF2-40B4-BE49-F238E27FC236}">
                <a16:creationId xmlns:a16="http://schemas.microsoft.com/office/drawing/2014/main" id="{E3C87C7A-307E-4E40-BF24-596ACA913F23}"/>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660" name="Rectangle 659" hidden="1">
            <a:extLst>
              <a:ext uri="{FF2B5EF4-FFF2-40B4-BE49-F238E27FC236}">
                <a16:creationId xmlns:a16="http://schemas.microsoft.com/office/drawing/2014/main" id="{2ECBF87A-E661-4272-A3A4-31486CCA0A14}"/>
              </a:ext>
            </a:extLst>
          </p:cNvPr>
          <p:cNvSpPr/>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US" sz="816" b="0" i="0" u="none" strike="noStrike" kern="1200" cap="none" spc="0" normalizeH="0" baseline="0" noProof="0">
              <a:ln>
                <a:noFill/>
              </a:ln>
              <a:solidFill>
                <a:prstClr val="white"/>
              </a:solidFill>
              <a:effectLst/>
              <a:uLnTx/>
              <a:uFillTx/>
              <a:latin typeface="Verdana"/>
              <a:ea typeface="+mn-ea"/>
              <a:cs typeface="+mn-cs"/>
            </a:endParaRPr>
          </a:p>
        </p:txBody>
      </p:sp>
      <p:sp>
        <p:nvSpPr>
          <p:cNvPr id="40" name="Title 2">
            <a:extLst>
              <a:ext uri="{FF2B5EF4-FFF2-40B4-BE49-F238E27FC236}">
                <a16:creationId xmlns:a16="http://schemas.microsoft.com/office/drawing/2014/main" id="{4B8DEF8B-01E9-42C6-8321-05FF6A851792}"/>
              </a:ext>
            </a:extLst>
          </p:cNvPr>
          <p:cNvSpPr>
            <a:spLocks noGrp="1"/>
          </p:cNvSpPr>
          <p:nvPr>
            <p:ph type="title"/>
          </p:nvPr>
        </p:nvSpPr>
        <p:spPr>
          <a:xfrm>
            <a:off x="501652" y="317503"/>
            <a:ext cx="11162350" cy="334101"/>
          </a:xfrm>
        </p:spPr>
        <p:txBody>
          <a:bodyPr vert="horz"/>
          <a:lstStyle/>
          <a:p>
            <a:r>
              <a:rPr lang="en-US" sz="1814" b="1" dirty="0"/>
              <a:t>WBSEDCL’s Threat Analysis</a:t>
            </a:r>
          </a:p>
        </p:txBody>
      </p:sp>
      <p:sp>
        <p:nvSpPr>
          <p:cNvPr id="161" name="Rectangle 160">
            <a:extLst>
              <a:ext uri="{FF2B5EF4-FFF2-40B4-BE49-F238E27FC236}">
                <a16:creationId xmlns:a16="http://schemas.microsoft.com/office/drawing/2014/main" id="{B05DE1FD-5D9A-4B53-AACE-651883A14C74}"/>
              </a:ext>
            </a:extLst>
          </p:cNvPr>
          <p:cNvSpPr/>
          <p:nvPr/>
        </p:nvSpPr>
        <p:spPr>
          <a:xfrm>
            <a:off x="4940307" y="1026101"/>
            <a:ext cx="5260331" cy="646331"/>
          </a:xfrm>
          <a:prstGeom prst="rect">
            <a:avLst/>
          </a:prstGeom>
        </p:spPr>
        <p:txBody>
          <a:bodyPr wrap="square" lIns="0" tIns="0" rIns="0" bIns="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86BC25"/>
                </a:solidFill>
                <a:effectLst/>
                <a:uLnTx/>
                <a:uFillTx/>
                <a:latin typeface="Verdana"/>
                <a:ea typeface="+mn-ea"/>
                <a:cs typeface="+mn-cs"/>
              </a:rPr>
              <a:t>Green Open </a:t>
            </a:r>
            <a:r>
              <a:rPr lang="en-US" sz="1400" b="1" dirty="0">
                <a:solidFill>
                  <a:srgbClr val="86BC25"/>
                </a:solidFill>
                <a:latin typeface="Verdana"/>
              </a:rPr>
              <a:t>Ac</a:t>
            </a:r>
            <a:r>
              <a:rPr kumimoji="0" lang="en-US" sz="1400" b="1" i="0" u="none" strike="noStrike" kern="1200" cap="none" spc="0" normalizeH="0" baseline="0" noProof="0" dirty="0" err="1">
                <a:ln>
                  <a:noFill/>
                </a:ln>
                <a:solidFill>
                  <a:srgbClr val="86BC25"/>
                </a:solidFill>
                <a:effectLst/>
                <a:uLnTx/>
                <a:uFillTx/>
                <a:latin typeface="Verdana"/>
                <a:ea typeface="+mn-ea"/>
                <a:cs typeface="+mn-cs"/>
              </a:rPr>
              <a:t>cess</a:t>
            </a:r>
            <a:r>
              <a:rPr kumimoji="0" lang="en-US" sz="1400" b="1" i="0" u="none" strike="noStrike" kern="1200" cap="none" spc="0" normalizeH="0" baseline="0" noProof="0" dirty="0">
                <a:ln>
                  <a:noFill/>
                </a:ln>
                <a:solidFill>
                  <a:srgbClr val="86BC25"/>
                </a:solidFill>
                <a:effectLst/>
                <a:uLnTx/>
                <a:uFillTx/>
                <a:latin typeface="Verdana"/>
                <a:ea typeface="+mn-ea"/>
                <a:cs typeface="+mn-cs"/>
              </a:rPr>
              <a:t> Consumer:</a:t>
            </a:r>
            <a:r>
              <a:rPr kumimoji="0" lang="en-US" sz="1400" b="0" i="0" u="none" strike="noStrike" kern="1200" cap="none" spc="0" normalizeH="0" baseline="0" noProof="0" dirty="0">
                <a:ln>
                  <a:noFill/>
                </a:ln>
                <a:solidFill>
                  <a:prstClr val="black"/>
                </a:solidFill>
                <a:effectLst/>
                <a:uLnTx/>
                <a:uFillTx/>
                <a:latin typeface="Verdana"/>
                <a:ea typeface="+mn-ea"/>
                <a:cs typeface="+mn-cs"/>
              </a:rPr>
              <a:t> C&amp;I Consumers may seek Green OA thus resulting in risk of exit / reduction in </a:t>
            </a:r>
            <a:r>
              <a:rPr lang="en-US" sz="1400" dirty="0">
                <a:solidFill>
                  <a:prstClr val="black"/>
                </a:solidFill>
                <a:latin typeface="Verdana"/>
              </a:rPr>
              <a:t>demand </a:t>
            </a:r>
            <a:r>
              <a:rPr kumimoji="0" lang="en-US" sz="1400" b="0" i="0" u="none" strike="noStrike" kern="1200" cap="none" spc="0" normalizeH="0" baseline="0" noProof="0" dirty="0">
                <a:ln>
                  <a:noFill/>
                </a:ln>
                <a:solidFill>
                  <a:prstClr val="black"/>
                </a:solidFill>
                <a:effectLst/>
                <a:uLnTx/>
                <a:uFillTx/>
                <a:latin typeface="Verdana"/>
                <a:ea typeface="+mn-ea"/>
                <a:cs typeface="+mn-cs"/>
              </a:rPr>
              <a:t>of high paying consumer segments. </a:t>
            </a:r>
          </a:p>
        </p:txBody>
      </p:sp>
      <p:sp>
        <p:nvSpPr>
          <p:cNvPr id="163" name="TextBox 162">
            <a:extLst>
              <a:ext uri="{FF2B5EF4-FFF2-40B4-BE49-F238E27FC236}">
                <a16:creationId xmlns:a16="http://schemas.microsoft.com/office/drawing/2014/main" id="{2E0890B0-9FBE-4964-84D5-558A96E9E2C0}"/>
              </a:ext>
            </a:extLst>
          </p:cNvPr>
          <p:cNvSpPr txBox="1"/>
          <p:nvPr/>
        </p:nvSpPr>
        <p:spPr>
          <a:xfrm>
            <a:off x="4940308" y="4837159"/>
            <a:ext cx="5260332" cy="1292662"/>
          </a:xfrm>
          <a:prstGeom prst="rect">
            <a:avLst/>
          </a:prstGeom>
          <a:noFill/>
        </p:spPr>
        <p:txBody>
          <a:bodyPr wrap="square" lIns="0" tIns="0" rIns="0" bIns="0" rtlCol="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A3E0"/>
                </a:solidFill>
                <a:effectLst/>
                <a:uLnTx/>
                <a:uFillTx/>
                <a:latin typeface="Verdana"/>
                <a:ea typeface="+mn-ea"/>
                <a:cs typeface="+mn-cs"/>
              </a:rPr>
              <a:t>Balancing Economic Goals and </a:t>
            </a:r>
            <a:r>
              <a:rPr lang="en-US" sz="1400" b="1" dirty="0">
                <a:solidFill>
                  <a:srgbClr val="00A3E0"/>
                </a:solidFill>
                <a:latin typeface="Verdana"/>
              </a:rPr>
              <a:t>Financial Sustainability: </a:t>
            </a:r>
            <a:r>
              <a:rPr kumimoji="0" lang="en-US" sz="1400" b="0" i="0" u="none" strike="noStrike" kern="1200" cap="none" spc="0" normalizeH="0" baseline="0" noProof="0" dirty="0">
                <a:ln>
                  <a:noFill/>
                </a:ln>
                <a:solidFill>
                  <a:prstClr val="black"/>
                </a:solidFill>
                <a:effectLst/>
                <a:uLnTx/>
                <a:uFillTx/>
                <a:latin typeface="Verdana"/>
                <a:ea typeface="+mn-ea"/>
                <a:cs typeface="+mn-cs"/>
              </a:rPr>
              <a:t>Electricity sector impacts several consumers in several ways. Therefore, the sector is under influence and pressure to keep the tariffs </a:t>
            </a:r>
            <a:r>
              <a:rPr lang="en-US" sz="1400" dirty="0">
                <a:solidFill>
                  <a:prstClr val="black"/>
                </a:solidFill>
                <a:latin typeface="Verdana"/>
              </a:rPr>
              <a:t>affordable and economic while balancing the financial viability of the entity</a:t>
            </a:r>
            <a:endParaRPr kumimoji="0" lang="en-US" sz="1400" b="0" i="0" u="none" strike="noStrike" kern="1200" cap="none" spc="0" normalizeH="0" baseline="0" noProof="0" dirty="0">
              <a:ln>
                <a:noFill/>
              </a:ln>
              <a:solidFill>
                <a:prstClr val="black"/>
              </a:solidFill>
              <a:effectLst/>
              <a:uLnTx/>
              <a:uFillTx/>
              <a:latin typeface="Verdana"/>
              <a:ea typeface="+mn-ea"/>
              <a:cs typeface="+mn-cs"/>
            </a:endParaRPr>
          </a:p>
        </p:txBody>
      </p:sp>
      <p:sp>
        <p:nvSpPr>
          <p:cNvPr id="164" name="TextBox 163">
            <a:extLst>
              <a:ext uri="{FF2B5EF4-FFF2-40B4-BE49-F238E27FC236}">
                <a16:creationId xmlns:a16="http://schemas.microsoft.com/office/drawing/2014/main" id="{7692A00F-7EB1-4BA3-8804-BA4629A178E2}"/>
              </a:ext>
            </a:extLst>
          </p:cNvPr>
          <p:cNvSpPr txBox="1"/>
          <p:nvPr/>
        </p:nvSpPr>
        <p:spPr>
          <a:xfrm>
            <a:off x="4917124" y="1769329"/>
            <a:ext cx="5283515" cy="1077218"/>
          </a:xfrm>
          <a:prstGeom prst="rect">
            <a:avLst/>
          </a:prstGeom>
          <a:noFill/>
        </p:spPr>
        <p:txBody>
          <a:bodyPr wrap="square" lIns="0" tIns="0" rIns="0" bIns="0" rtlCol="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400" b="1" dirty="0">
                <a:solidFill>
                  <a:srgbClr val="012169"/>
                </a:solidFill>
                <a:latin typeface="Verdana"/>
              </a:rPr>
              <a:t>Power </a:t>
            </a:r>
            <a:r>
              <a:rPr kumimoji="0" lang="en-US" sz="1400" b="1" i="0" u="none" strike="noStrike" kern="1200" cap="none" spc="0" normalizeH="0" baseline="0" noProof="0" dirty="0">
                <a:ln>
                  <a:noFill/>
                </a:ln>
                <a:solidFill>
                  <a:srgbClr val="012169"/>
                </a:solidFill>
                <a:effectLst/>
                <a:uLnTx/>
                <a:uFillTx/>
                <a:latin typeface="Verdana"/>
                <a:ea typeface="+mn-ea"/>
                <a:cs typeface="+mn-cs"/>
              </a:rPr>
              <a:t>market Evolution: </a:t>
            </a:r>
            <a:r>
              <a:rPr kumimoji="0" lang="en-US" sz="1400" b="0" i="0" u="none" strike="noStrike" kern="1200" cap="none" spc="0" normalizeH="0" baseline="0" noProof="0" dirty="0">
                <a:ln>
                  <a:noFill/>
                </a:ln>
                <a:solidFill>
                  <a:prstClr val="black"/>
                </a:solidFill>
                <a:effectLst/>
                <a:uLnTx/>
                <a:uFillTx/>
                <a:latin typeface="Verdana"/>
                <a:ea typeface="+mn-ea"/>
                <a:cs typeface="+mn-cs"/>
              </a:rPr>
              <a:t>Competitive market reforms like MBED. RTM, Gate Closure Norms along with proposed reforms in the Electricity Bill is likely to create further </a:t>
            </a:r>
            <a:r>
              <a:rPr lang="en-US" sz="1400" dirty="0">
                <a:solidFill>
                  <a:prstClr val="black"/>
                </a:solidFill>
                <a:latin typeface="Verdana"/>
              </a:rPr>
              <a:t>challenges like </a:t>
            </a:r>
            <a:r>
              <a:rPr kumimoji="0" lang="en-US" sz="1400" b="0" i="0" u="none" strike="noStrike" kern="1200" cap="none" spc="0" normalizeH="0" baseline="0" noProof="0" dirty="0">
                <a:ln>
                  <a:noFill/>
                </a:ln>
                <a:solidFill>
                  <a:prstClr val="black"/>
                </a:solidFill>
                <a:effectLst/>
                <a:uLnTx/>
                <a:uFillTx/>
                <a:latin typeface="Verdana"/>
                <a:ea typeface="+mn-ea"/>
                <a:cs typeface="+mn-cs"/>
              </a:rPr>
              <a:t>including the introduction of parallel licensees / sub-licensees within state</a:t>
            </a:r>
          </a:p>
        </p:txBody>
      </p:sp>
      <p:sp>
        <p:nvSpPr>
          <p:cNvPr id="165" name="TextBox 164">
            <a:extLst>
              <a:ext uri="{FF2B5EF4-FFF2-40B4-BE49-F238E27FC236}">
                <a16:creationId xmlns:a16="http://schemas.microsoft.com/office/drawing/2014/main" id="{0FE5E898-E938-410C-AB01-9185110C4C13}"/>
              </a:ext>
            </a:extLst>
          </p:cNvPr>
          <p:cNvSpPr txBox="1"/>
          <p:nvPr/>
        </p:nvSpPr>
        <p:spPr>
          <a:xfrm>
            <a:off x="4940307" y="3939516"/>
            <a:ext cx="5260332" cy="861774"/>
          </a:xfrm>
          <a:prstGeom prst="rect">
            <a:avLst/>
          </a:prstGeom>
          <a:noFill/>
        </p:spPr>
        <p:txBody>
          <a:bodyPr wrap="square" lIns="0" tIns="0" rIns="0" bIns="0" rtlCol="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46A38"/>
                </a:solidFill>
                <a:effectLst/>
                <a:uLnTx/>
                <a:uFillTx/>
                <a:latin typeface="Verdana"/>
                <a:ea typeface="+mn-ea"/>
                <a:cs typeface="+mn-cs"/>
              </a:rPr>
              <a:t>High Fixed Cost Obligation  in Power Purchase : </a:t>
            </a:r>
            <a:r>
              <a:rPr kumimoji="0" lang="en-US" sz="1400" b="0" i="0" u="none" strike="noStrike" kern="1200" cap="none" spc="0" normalizeH="0" baseline="0" noProof="0" dirty="0">
                <a:ln>
                  <a:noFill/>
                </a:ln>
                <a:solidFill>
                  <a:prstClr val="black"/>
                </a:solidFill>
                <a:effectLst/>
                <a:uLnTx/>
                <a:uFillTx/>
                <a:latin typeface="Verdana"/>
                <a:ea typeface="+mn-ea"/>
                <a:cs typeface="+mn-cs"/>
              </a:rPr>
              <a:t>WBSEDCL’s PPA portfolio is skewed towards conventional projects which have obligated fixed costs. There is a need for power portfolio cost optimization. </a:t>
            </a:r>
          </a:p>
        </p:txBody>
      </p:sp>
      <p:grpSp>
        <p:nvGrpSpPr>
          <p:cNvPr id="208" name="Group 207">
            <a:extLst>
              <a:ext uri="{FF2B5EF4-FFF2-40B4-BE49-F238E27FC236}">
                <a16:creationId xmlns:a16="http://schemas.microsoft.com/office/drawing/2014/main" id="{A52B6A4B-EB9F-4FDB-B890-5426B6D7B060}"/>
              </a:ext>
            </a:extLst>
          </p:cNvPr>
          <p:cNvGrpSpPr/>
          <p:nvPr/>
        </p:nvGrpSpPr>
        <p:grpSpPr>
          <a:xfrm>
            <a:off x="2313551" y="1451761"/>
            <a:ext cx="1465641" cy="1042281"/>
            <a:chOff x="4207048" y="2110398"/>
            <a:chExt cx="1337549" cy="694394"/>
          </a:xfrm>
        </p:grpSpPr>
        <p:cxnSp>
          <p:nvCxnSpPr>
            <p:cNvPr id="209" name="Straight Connector 208">
              <a:extLst>
                <a:ext uri="{FF2B5EF4-FFF2-40B4-BE49-F238E27FC236}">
                  <a16:creationId xmlns:a16="http://schemas.microsoft.com/office/drawing/2014/main" id="{17451F4A-F14E-4571-B270-9F82F1124D06}"/>
                </a:ext>
              </a:extLst>
            </p:cNvPr>
            <p:cNvCxnSpPr>
              <a:cxnSpLocks/>
            </p:cNvCxnSpPr>
            <p:nvPr/>
          </p:nvCxnSpPr>
          <p:spPr>
            <a:xfrm>
              <a:off x="4922598" y="2110398"/>
              <a:ext cx="621999" cy="0"/>
            </a:xfrm>
            <a:prstGeom prst="line">
              <a:avLst/>
            </a:prstGeom>
            <a:ln w="15875" cap="rnd">
              <a:solidFill>
                <a:schemeClr val="accent1"/>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5206FE82-69BE-43EB-8E6D-D374825BC645}"/>
                </a:ext>
              </a:extLst>
            </p:cNvPr>
            <p:cNvCxnSpPr>
              <a:cxnSpLocks/>
            </p:cNvCxnSpPr>
            <p:nvPr/>
          </p:nvCxnSpPr>
          <p:spPr>
            <a:xfrm flipH="1">
              <a:off x="4207048" y="2129350"/>
              <a:ext cx="696600" cy="675442"/>
            </a:xfrm>
            <a:prstGeom prst="line">
              <a:avLst/>
            </a:prstGeom>
            <a:ln w="15875" cap="rnd">
              <a:solidFill>
                <a:schemeClr val="accent1"/>
              </a:solidFill>
              <a:prstDash val="sysDot"/>
              <a:tailEnd type="oval"/>
            </a:ln>
          </p:spPr>
          <p:style>
            <a:lnRef idx="1">
              <a:schemeClr val="accent1"/>
            </a:lnRef>
            <a:fillRef idx="0">
              <a:schemeClr val="accent1"/>
            </a:fillRef>
            <a:effectRef idx="0">
              <a:schemeClr val="accent1"/>
            </a:effectRef>
            <a:fontRef idx="minor">
              <a:schemeClr val="tx1"/>
            </a:fontRef>
          </p:style>
        </p:cxnSp>
      </p:grpSp>
      <p:sp>
        <p:nvSpPr>
          <p:cNvPr id="207" name="Oval 206">
            <a:extLst>
              <a:ext uri="{FF2B5EF4-FFF2-40B4-BE49-F238E27FC236}">
                <a16:creationId xmlns:a16="http://schemas.microsoft.com/office/drawing/2014/main" id="{CC088920-D3E1-4D2E-87F2-40271683EF48}"/>
              </a:ext>
            </a:extLst>
          </p:cNvPr>
          <p:cNvSpPr/>
          <p:nvPr/>
        </p:nvSpPr>
        <p:spPr bwMode="gray">
          <a:xfrm>
            <a:off x="2199843" y="2360022"/>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211" name="Oval 210">
            <a:extLst>
              <a:ext uri="{FF2B5EF4-FFF2-40B4-BE49-F238E27FC236}">
                <a16:creationId xmlns:a16="http://schemas.microsoft.com/office/drawing/2014/main" id="{A72EE3C8-ABD1-453A-A4B9-A8604DC00F9E}"/>
              </a:ext>
            </a:extLst>
          </p:cNvPr>
          <p:cNvSpPr/>
          <p:nvPr/>
        </p:nvSpPr>
        <p:spPr bwMode="gray">
          <a:xfrm>
            <a:off x="2635120" y="2927844"/>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212" name="Oval 211">
            <a:extLst>
              <a:ext uri="{FF2B5EF4-FFF2-40B4-BE49-F238E27FC236}">
                <a16:creationId xmlns:a16="http://schemas.microsoft.com/office/drawing/2014/main" id="{F49F2C48-CEF5-45B7-A974-0C48AE060C1E}"/>
              </a:ext>
            </a:extLst>
          </p:cNvPr>
          <p:cNvSpPr/>
          <p:nvPr/>
        </p:nvSpPr>
        <p:spPr bwMode="gray">
          <a:xfrm>
            <a:off x="2699972" y="3860690"/>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213" name="Oval 212">
            <a:extLst>
              <a:ext uri="{FF2B5EF4-FFF2-40B4-BE49-F238E27FC236}">
                <a16:creationId xmlns:a16="http://schemas.microsoft.com/office/drawing/2014/main" id="{1E8A13D5-FB97-4E8E-A1EB-ED3EAA0C93FE}"/>
              </a:ext>
            </a:extLst>
          </p:cNvPr>
          <p:cNvSpPr/>
          <p:nvPr/>
        </p:nvSpPr>
        <p:spPr bwMode="gray">
          <a:xfrm>
            <a:off x="2356445" y="4470780"/>
            <a:ext cx="227416" cy="227416"/>
          </a:xfrm>
          <a:prstGeom prst="ellipse">
            <a:avLst/>
          </a:prstGeom>
          <a:solidFill>
            <a:srgbClr val="43B02A">
              <a:alpha val="34000"/>
            </a:srgbClr>
          </a:solidFill>
          <a:ln w="19050" algn="ctr">
            <a:solidFill>
              <a:srgbClr val="86BC2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cxnSp>
        <p:nvCxnSpPr>
          <p:cNvPr id="215" name="Straight Connector 214">
            <a:extLst>
              <a:ext uri="{FF2B5EF4-FFF2-40B4-BE49-F238E27FC236}">
                <a16:creationId xmlns:a16="http://schemas.microsoft.com/office/drawing/2014/main" id="{6D961EF7-BB78-4A30-AD92-115825B35566}"/>
              </a:ext>
            </a:extLst>
          </p:cNvPr>
          <p:cNvCxnSpPr>
            <a:cxnSpLocks/>
          </p:cNvCxnSpPr>
          <p:nvPr/>
        </p:nvCxnSpPr>
        <p:spPr>
          <a:xfrm>
            <a:off x="2814019" y="3977534"/>
            <a:ext cx="1067895" cy="214834"/>
          </a:xfrm>
          <a:prstGeom prst="line">
            <a:avLst/>
          </a:prstGeom>
          <a:ln w="15875" cap="rnd">
            <a:solidFill>
              <a:schemeClr val="accent2"/>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grpSp>
        <p:nvGrpSpPr>
          <p:cNvPr id="220" name="Group 219">
            <a:extLst>
              <a:ext uri="{FF2B5EF4-FFF2-40B4-BE49-F238E27FC236}">
                <a16:creationId xmlns:a16="http://schemas.microsoft.com/office/drawing/2014/main" id="{C0EEC686-E52E-4F51-8BE8-BB17E9FE906A}"/>
              </a:ext>
            </a:extLst>
          </p:cNvPr>
          <p:cNvGrpSpPr/>
          <p:nvPr/>
        </p:nvGrpSpPr>
        <p:grpSpPr>
          <a:xfrm>
            <a:off x="2757980" y="2185423"/>
            <a:ext cx="1123934" cy="855825"/>
            <a:chOff x="4523386" y="3151206"/>
            <a:chExt cx="1021211" cy="300631"/>
          </a:xfrm>
        </p:grpSpPr>
        <p:cxnSp>
          <p:nvCxnSpPr>
            <p:cNvPr id="221" name="Straight Connector 220">
              <a:extLst>
                <a:ext uri="{FF2B5EF4-FFF2-40B4-BE49-F238E27FC236}">
                  <a16:creationId xmlns:a16="http://schemas.microsoft.com/office/drawing/2014/main" id="{3305C77B-B2A8-47D2-9760-3D4C289B712F}"/>
                </a:ext>
              </a:extLst>
            </p:cNvPr>
            <p:cNvCxnSpPr>
              <a:cxnSpLocks/>
            </p:cNvCxnSpPr>
            <p:nvPr/>
          </p:nvCxnSpPr>
          <p:spPr>
            <a:xfrm>
              <a:off x="4922598" y="3151712"/>
              <a:ext cx="621999" cy="0"/>
            </a:xfrm>
            <a:prstGeom prst="line">
              <a:avLst/>
            </a:prstGeom>
            <a:ln w="15875" cap="rnd">
              <a:solidFill>
                <a:schemeClr val="accent4"/>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0248B095-4C28-4536-B7F9-3B128686F64B}"/>
                </a:ext>
              </a:extLst>
            </p:cNvPr>
            <p:cNvCxnSpPr>
              <a:cxnSpLocks/>
            </p:cNvCxnSpPr>
            <p:nvPr/>
          </p:nvCxnSpPr>
          <p:spPr>
            <a:xfrm flipH="1">
              <a:off x="4523386" y="3151206"/>
              <a:ext cx="371734" cy="300631"/>
            </a:xfrm>
            <a:prstGeom prst="line">
              <a:avLst/>
            </a:prstGeom>
            <a:ln w="15875" cap="rnd">
              <a:solidFill>
                <a:schemeClr val="accent4"/>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223" name="Group 222">
            <a:extLst>
              <a:ext uri="{FF2B5EF4-FFF2-40B4-BE49-F238E27FC236}">
                <a16:creationId xmlns:a16="http://schemas.microsoft.com/office/drawing/2014/main" id="{BC7C90C5-4E59-46B4-A49C-AE827652D5F0}"/>
              </a:ext>
            </a:extLst>
          </p:cNvPr>
          <p:cNvGrpSpPr/>
          <p:nvPr/>
        </p:nvGrpSpPr>
        <p:grpSpPr>
          <a:xfrm>
            <a:off x="2474642" y="4607936"/>
            <a:ext cx="1304549" cy="566804"/>
            <a:chOff x="4487991" y="4634811"/>
            <a:chExt cx="1056606" cy="391402"/>
          </a:xfrm>
        </p:grpSpPr>
        <p:cxnSp>
          <p:nvCxnSpPr>
            <p:cNvPr id="224" name="Straight Connector 223">
              <a:extLst>
                <a:ext uri="{FF2B5EF4-FFF2-40B4-BE49-F238E27FC236}">
                  <a16:creationId xmlns:a16="http://schemas.microsoft.com/office/drawing/2014/main" id="{D8B81160-2574-41F3-A5E3-4CC8302998AF}"/>
                </a:ext>
              </a:extLst>
            </p:cNvPr>
            <p:cNvCxnSpPr>
              <a:cxnSpLocks/>
            </p:cNvCxnSpPr>
            <p:nvPr/>
          </p:nvCxnSpPr>
          <p:spPr>
            <a:xfrm>
              <a:off x="4922598" y="5026213"/>
              <a:ext cx="621999" cy="0"/>
            </a:xfrm>
            <a:prstGeom prst="line">
              <a:avLst/>
            </a:prstGeom>
            <a:ln w="15875" cap="rnd">
              <a:solidFill>
                <a:schemeClr val="accent3"/>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09DABC1F-4D41-4EB7-A4DC-C117FE57BFB2}"/>
                </a:ext>
              </a:extLst>
            </p:cNvPr>
            <p:cNvCxnSpPr>
              <a:cxnSpLocks/>
            </p:cNvCxnSpPr>
            <p:nvPr/>
          </p:nvCxnSpPr>
          <p:spPr>
            <a:xfrm flipH="1" flipV="1">
              <a:off x="4487991" y="4634811"/>
              <a:ext cx="419702" cy="391183"/>
            </a:xfrm>
            <a:prstGeom prst="line">
              <a:avLst/>
            </a:prstGeom>
            <a:ln w="15875" cap="rnd">
              <a:solidFill>
                <a:schemeClr val="accent3"/>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4" name="Group 3">
            <a:extLst>
              <a:ext uri="{FF2B5EF4-FFF2-40B4-BE49-F238E27FC236}">
                <a16:creationId xmlns:a16="http://schemas.microsoft.com/office/drawing/2014/main" id="{0EFB063A-9A57-4FB2-B73C-7AD4E791F4D6}"/>
              </a:ext>
            </a:extLst>
          </p:cNvPr>
          <p:cNvGrpSpPr/>
          <p:nvPr/>
        </p:nvGrpSpPr>
        <p:grpSpPr>
          <a:xfrm>
            <a:off x="393341" y="2414132"/>
            <a:ext cx="2286000" cy="2286000"/>
            <a:chOff x="380600" y="1693103"/>
            <a:chExt cx="4113462" cy="4088045"/>
          </a:xfrm>
        </p:grpSpPr>
        <p:sp>
          <p:nvSpPr>
            <p:cNvPr id="148" name="Arc 147">
              <a:extLst>
                <a:ext uri="{FF2B5EF4-FFF2-40B4-BE49-F238E27FC236}">
                  <a16:creationId xmlns:a16="http://schemas.microsoft.com/office/drawing/2014/main" id="{9030AAFA-ACEB-4A54-9A08-B4B7652A851A}"/>
                </a:ext>
              </a:extLst>
            </p:cNvPr>
            <p:cNvSpPr/>
            <p:nvPr/>
          </p:nvSpPr>
          <p:spPr>
            <a:xfrm>
              <a:off x="380600" y="1693103"/>
              <a:ext cx="4088045" cy="4088045"/>
            </a:xfrm>
            <a:prstGeom prst="arc">
              <a:avLst>
                <a:gd name="adj1" fmla="val 16812435"/>
                <a:gd name="adj2" fmla="val 4781030"/>
              </a:avLst>
            </a:prstGeom>
            <a:ln w="25400" cap="rnd">
              <a:solidFill>
                <a:schemeClr val="accent6">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prstClr val="black"/>
                </a:solidFill>
                <a:effectLst/>
                <a:uLnTx/>
                <a:uFillTx/>
                <a:latin typeface="Verdana"/>
                <a:ea typeface="+mn-ea"/>
                <a:cs typeface="+mn-cs"/>
              </a:endParaRPr>
            </a:p>
          </p:txBody>
        </p:sp>
        <p:sp>
          <p:nvSpPr>
            <p:cNvPr id="149" name="Arc 148">
              <a:extLst>
                <a:ext uri="{FF2B5EF4-FFF2-40B4-BE49-F238E27FC236}">
                  <a16:creationId xmlns:a16="http://schemas.microsoft.com/office/drawing/2014/main" id="{0C94EEA9-9C98-4B91-A554-AA252EFFBB8F}"/>
                </a:ext>
              </a:extLst>
            </p:cNvPr>
            <p:cNvSpPr/>
            <p:nvPr/>
          </p:nvSpPr>
          <p:spPr>
            <a:xfrm flipH="1">
              <a:off x="406017" y="1693103"/>
              <a:ext cx="4088045" cy="4088045"/>
            </a:xfrm>
            <a:prstGeom prst="arc">
              <a:avLst>
                <a:gd name="adj1" fmla="val 16812435"/>
                <a:gd name="adj2" fmla="val 4781841"/>
              </a:avLst>
            </a:prstGeom>
            <a:ln w="25400" cap="rnd">
              <a:solidFill>
                <a:schemeClr val="accent6">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prstClr val="black"/>
                </a:solidFill>
                <a:effectLst/>
                <a:uLnTx/>
                <a:uFillTx/>
                <a:latin typeface="Verdana"/>
                <a:ea typeface="+mn-ea"/>
                <a:cs typeface="+mn-cs"/>
              </a:endParaRPr>
            </a:p>
          </p:txBody>
        </p:sp>
        <p:sp>
          <p:nvSpPr>
            <p:cNvPr id="150" name="Oval 149">
              <a:extLst>
                <a:ext uri="{FF2B5EF4-FFF2-40B4-BE49-F238E27FC236}">
                  <a16:creationId xmlns:a16="http://schemas.microsoft.com/office/drawing/2014/main" id="{E6483AB2-DD13-4C35-A67B-1076C768B46B}"/>
                </a:ext>
              </a:extLst>
            </p:cNvPr>
            <p:cNvSpPr/>
            <p:nvPr/>
          </p:nvSpPr>
          <p:spPr bwMode="gray">
            <a:xfrm>
              <a:off x="618308" y="1899909"/>
              <a:ext cx="3674434" cy="3674434"/>
            </a:xfrm>
            <a:prstGeom prst="ellipse">
              <a:avLst/>
            </a:prstGeom>
            <a:noFill/>
            <a:ln w="19050" algn="ctr">
              <a:solidFill>
                <a:srgbClr val="046A38"/>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151" name="Oval 150">
              <a:extLst>
                <a:ext uri="{FF2B5EF4-FFF2-40B4-BE49-F238E27FC236}">
                  <a16:creationId xmlns:a16="http://schemas.microsoft.com/office/drawing/2014/main" id="{DFBA97AC-3179-45F9-9E3B-EE4E3166898D}"/>
                </a:ext>
              </a:extLst>
            </p:cNvPr>
            <p:cNvSpPr/>
            <p:nvPr/>
          </p:nvSpPr>
          <p:spPr bwMode="gray">
            <a:xfrm>
              <a:off x="785328" y="2066929"/>
              <a:ext cx="3340395" cy="3340395"/>
            </a:xfrm>
            <a:prstGeom prst="ellipse">
              <a:avLst/>
            </a:prstGeom>
            <a:noFill/>
            <a:ln w="19050" algn="ctr">
              <a:solidFill>
                <a:srgbClr val="009A44"/>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152" name="Oval 151">
              <a:extLst>
                <a:ext uri="{FF2B5EF4-FFF2-40B4-BE49-F238E27FC236}">
                  <a16:creationId xmlns:a16="http://schemas.microsoft.com/office/drawing/2014/main" id="{8EB1C895-CF38-49A2-8FC8-970CDCA274F6}"/>
                </a:ext>
              </a:extLst>
            </p:cNvPr>
            <p:cNvSpPr/>
            <p:nvPr/>
          </p:nvSpPr>
          <p:spPr bwMode="gray">
            <a:xfrm>
              <a:off x="937164" y="2218765"/>
              <a:ext cx="3036722" cy="3036722"/>
            </a:xfrm>
            <a:prstGeom prst="ellipse">
              <a:avLst/>
            </a:prstGeom>
            <a:noFill/>
            <a:ln w="19050" algn="ctr">
              <a:solidFill>
                <a:srgbClr val="009A44"/>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sp>
          <p:nvSpPr>
            <p:cNvPr id="153" name="Oval 152">
              <a:extLst>
                <a:ext uri="{FF2B5EF4-FFF2-40B4-BE49-F238E27FC236}">
                  <a16:creationId xmlns:a16="http://schemas.microsoft.com/office/drawing/2014/main" id="{A0D73A2E-4EA5-4CB9-8C5B-3037EA65E517}"/>
                </a:ext>
              </a:extLst>
            </p:cNvPr>
            <p:cNvSpPr/>
            <p:nvPr/>
          </p:nvSpPr>
          <p:spPr bwMode="gray">
            <a:xfrm>
              <a:off x="1075197" y="2356798"/>
              <a:ext cx="2760657" cy="2760657"/>
            </a:xfrm>
            <a:prstGeom prst="ellipse">
              <a:avLst/>
            </a:prstGeom>
            <a:noFill/>
            <a:ln w="19050" algn="ctr">
              <a:solidFill>
                <a:srgbClr val="43B02A"/>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a:ln>
                  <a:noFill/>
                </a:ln>
                <a:solidFill>
                  <a:prstClr val="white"/>
                </a:solidFill>
                <a:effectLst/>
                <a:uLnTx/>
                <a:uFillTx/>
                <a:latin typeface="Verdana"/>
                <a:ea typeface="+mn-ea"/>
                <a:cs typeface="+mn-cs"/>
              </a:endParaRPr>
            </a:p>
          </p:txBody>
        </p:sp>
      </p:grpSp>
      <p:sp>
        <p:nvSpPr>
          <p:cNvPr id="93" name="Oval 92">
            <a:extLst>
              <a:ext uri="{FF2B5EF4-FFF2-40B4-BE49-F238E27FC236}">
                <a16:creationId xmlns:a16="http://schemas.microsoft.com/office/drawing/2014/main" id="{BB7E8107-FE43-467D-B6FA-583D0B86E893}"/>
              </a:ext>
            </a:extLst>
          </p:cNvPr>
          <p:cNvSpPr/>
          <p:nvPr/>
        </p:nvSpPr>
        <p:spPr bwMode="gray">
          <a:xfrm>
            <a:off x="10515999" y="1086001"/>
            <a:ext cx="365760" cy="365760"/>
          </a:xfrm>
          <a:prstGeom prst="ellipse">
            <a:avLst/>
          </a:prstGeom>
          <a:solidFill>
            <a:srgbClr val="FF00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94" name="Oval 93">
            <a:extLst>
              <a:ext uri="{FF2B5EF4-FFF2-40B4-BE49-F238E27FC236}">
                <a16:creationId xmlns:a16="http://schemas.microsoft.com/office/drawing/2014/main" id="{46124630-B178-4450-9E98-83B7D98D09DA}"/>
              </a:ext>
            </a:extLst>
          </p:cNvPr>
          <p:cNvSpPr/>
          <p:nvPr/>
        </p:nvSpPr>
        <p:spPr bwMode="gray">
          <a:xfrm>
            <a:off x="10515999" y="5177844"/>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98" name="Graphic 4">
            <a:extLst>
              <a:ext uri="{FF2B5EF4-FFF2-40B4-BE49-F238E27FC236}">
                <a16:creationId xmlns:a16="http://schemas.microsoft.com/office/drawing/2014/main" id="{A908D87B-0D4C-4D8C-AFCF-CA139002B576}"/>
              </a:ext>
            </a:extLst>
          </p:cNvPr>
          <p:cNvSpPr/>
          <p:nvPr/>
        </p:nvSpPr>
        <p:spPr>
          <a:xfrm>
            <a:off x="1226896" y="3233772"/>
            <a:ext cx="640080" cy="640080"/>
          </a:xfrm>
          <a:custGeom>
            <a:avLst/>
            <a:gdLst>
              <a:gd name="connsiteX0" fmla="*/ 180835 w 361674"/>
              <a:gd name="connsiteY0" fmla="*/ 0 h 361333"/>
              <a:gd name="connsiteX1" fmla="*/ 0 w 361674"/>
              <a:gd name="connsiteY1" fmla="*/ 180667 h 361333"/>
              <a:gd name="connsiteX2" fmla="*/ 180835 w 361674"/>
              <a:gd name="connsiteY2" fmla="*/ 361333 h 361333"/>
              <a:gd name="connsiteX3" fmla="*/ 361670 w 361674"/>
              <a:gd name="connsiteY3" fmla="*/ 180667 h 361333"/>
              <a:gd name="connsiteX4" fmla="*/ 180835 w 361674"/>
              <a:gd name="connsiteY4" fmla="*/ 0 h 361333"/>
              <a:gd name="connsiteX5" fmla="*/ 261987 w 361674"/>
              <a:gd name="connsiteY5" fmla="*/ 252806 h 361333"/>
              <a:gd name="connsiteX6" fmla="*/ 261987 w 361674"/>
              <a:gd name="connsiteY6" fmla="*/ 261743 h 361333"/>
              <a:gd name="connsiteX7" fmla="*/ 257514 w 361674"/>
              <a:gd name="connsiteY7" fmla="*/ 263659 h 361333"/>
              <a:gd name="connsiteX8" fmla="*/ 253042 w 361674"/>
              <a:gd name="connsiteY8" fmla="*/ 261743 h 361333"/>
              <a:gd name="connsiteX9" fmla="*/ 181474 w 361674"/>
              <a:gd name="connsiteY9" fmla="*/ 190243 h 361333"/>
              <a:gd name="connsiteX10" fmla="*/ 109907 w 361674"/>
              <a:gd name="connsiteY10" fmla="*/ 261743 h 361333"/>
              <a:gd name="connsiteX11" fmla="*/ 105434 w 361674"/>
              <a:gd name="connsiteY11" fmla="*/ 263659 h 361333"/>
              <a:gd name="connsiteX12" fmla="*/ 100961 w 361674"/>
              <a:gd name="connsiteY12" fmla="*/ 261743 h 361333"/>
              <a:gd name="connsiteX13" fmla="*/ 100961 w 361674"/>
              <a:gd name="connsiteY13" fmla="*/ 252806 h 361333"/>
              <a:gd name="connsiteX14" fmla="*/ 172528 w 361674"/>
              <a:gd name="connsiteY14" fmla="*/ 181305 h 361333"/>
              <a:gd name="connsiteX15" fmla="*/ 100961 w 361674"/>
              <a:gd name="connsiteY15" fmla="*/ 109805 h 361333"/>
              <a:gd name="connsiteX16" fmla="*/ 100961 w 361674"/>
              <a:gd name="connsiteY16" fmla="*/ 100867 h 361333"/>
              <a:gd name="connsiteX17" fmla="*/ 109907 w 361674"/>
              <a:gd name="connsiteY17" fmla="*/ 100867 h 361333"/>
              <a:gd name="connsiteX18" fmla="*/ 181474 w 361674"/>
              <a:gd name="connsiteY18" fmla="*/ 172368 h 361333"/>
              <a:gd name="connsiteX19" fmla="*/ 253042 w 361674"/>
              <a:gd name="connsiteY19" fmla="*/ 100867 h 361333"/>
              <a:gd name="connsiteX20" fmla="*/ 261987 w 361674"/>
              <a:gd name="connsiteY20" fmla="*/ 100867 h 361333"/>
              <a:gd name="connsiteX21" fmla="*/ 261987 w 361674"/>
              <a:gd name="connsiteY21" fmla="*/ 109805 h 361333"/>
              <a:gd name="connsiteX22" fmla="*/ 190420 w 361674"/>
              <a:gd name="connsiteY22" fmla="*/ 181305 h 361333"/>
              <a:gd name="connsiteX23" fmla="*/ 261987 w 361674"/>
              <a:gd name="connsiteY23" fmla="*/ 252806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1674" h="361333">
                <a:moveTo>
                  <a:pt x="180835" y="0"/>
                </a:moveTo>
                <a:cubicBezTo>
                  <a:pt x="80513" y="0"/>
                  <a:pt x="0" y="81077"/>
                  <a:pt x="0" y="180667"/>
                </a:cubicBezTo>
                <a:cubicBezTo>
                  <a:pt x="0" y="280895"/>
                  <a:pt x="81152" y="361333"/>
                  <a:pt x="180835" y="361333"/>
                </a:cubicBezTo>
                <a:cubicBezTo>
                  <a:pt x="281157" y="361333"/>
                  <a:pt x="361670" y="280257"/>
                  <a:pt x="361670" y="180667"/>
                </a:cubicBezTo>
                <a:cubicBezTo>
                  <a:pt x="362309" y="81077"/>
                  <a:pt x="281157" y="0"/>
                  <a:pt x="180835" y="0"/>
                </a:cubicBezTo>
                <a:close/>
                <a:moveTo>
                  <a:pt x="261987" y="252806"/>
                </a:moveTo>
                <a:cubicBezTo>
                  <a:pt x="264543" y="255359"/>
                  <a:pt x="264543" y="259190"/>
                  <a:pt x="261987" y="261743"/>
                </a:cubicBezTo>
                <a:cubicBezTo>
                  <a:pt x="260709" y="263020"/>
                  <a:pt x="258792" y="263659"/>
                  <a:pt x="257514" y="263659"/>
                </a:cubicBezTo>
                <a:cubicBezTo>
                  <a:pt x="256237" y="263659"/>
                  <a:pt x="254319" y="263020"/>
                  <a:pt x="253042" y="261743"/>
                </a:cubicBezTo>
                <a:lnTo>
                  <a:pt x="181474" y="190243"/>
                </a:lnTo>
                <a:lnTo>
                  <a:pt x="109907" y="261743"/>
                </a:lnTo>
                <a:cubicBezTo>
                  <a:pt x="108629" y="263020"/>
                  <a:pt x="106712" y="263659"/>
                  <a:pt x="105434" y="263659"/>
                </a:cubicBezTo>
                <a:cubicBezTo>
                  <a:pt x="104156" y="263659"/>
                  <a:pt x="102239" y="263020"/>
                  <a:pt x="100961" y="261743"/>
                </a:cubicBezTo>
                <a:cubicBezTo>
                  <a:pt x="98405" y="259190"/>
                  <a:pt x="98405" y="255359"/>
                  <a:pt x="100961" y="252806"/>
                </a:cubicBezTo>
                <a:lnTo>
                  <a:pt x="172528" y="181305"/>
                </a:lnTo>
                <a:lnTo>
                  <a:pt x="100961" y="109805"/>
                </a:lnTo>
                <a:cubicBezTo>
                  <a:pt x="98405" y="107251"/>
                  <a:pt x="98405" y="103421"/>
                  <a:pt x="100961" y="100867"/>
                </a:cubicBezTo>
                <a:cubicBezTo>
                  <a:pt x="103517" y="98313"/>
                  <a:pt x="107351" y="98313"/>
                  <a:pt x="109907" y="100867"/>
                </a:cubicBezTo>
                <a:lnTo>
                  <a:pt x="181474" y="172368"/>
                </a:lnTo>
                <a:lnTo>
                  <a:pt x="253042" y="100867"/>
                </a:lnTo>
                <a:cubicBezTo>
                  <a:pt x="255597" y="98313"/>
                  <a:pt x="259431" y="98313"/>
                  <a:pt x="261987" y="100867"/>
                </a:cubicBezTo>
                <a:cubicBezTo>
                  <a:pt x="264543" y="103421"/>
                  <a:pt x="264543" y="107251"/>
                  <a:pt x="261987" y="109805"/>
                </a:cubicBezTo>
                <a:lnTo>
                  <a:pt x="190420" y="181305"/>
                </a:lnTo>
                <a:lnTo>
                  <a:pt x="261987" y="252806"/>
                </a:lnTo>
                <a:close/>
              </a:path>
            </a:pathLst>
          </a:custGeom>
          <a:solidFill>
            <a:schemeClr val="accent3">
              <a:lumMod val="75000"/>
            </a:schemeClr>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99" name="Rectangle 5">
            <a:extLst>
              <a:ext uri="{FF2B5EF4-FFF2-40B4-BE49-F238E27FC236}">
                <a16:creationId xmlns:a16="http://schemas.microsoft.com/office/drawing/2014/main" id="{D6AB1BC1-312F-4557-BBBF-C6F919BA5F07}"/>
              </a:ext>
            </a:extLst>
          </p:cNvPr>
          <p:cNvSpPr/>
          <p:nvPr/>
        </p:nvSpPr>
        <p:spPr bwMode="gray">
          <a:xfrm flipV="1">
            <a:off x="501652" y="749093"/>
            <a:ext cx="11134484" cy="27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829178" rtl="0" eaLnBrk="1" fontAlgn="auto" latinLnBrk="0" hangingPunct="1">
              <a:lnSpc>
                <a:spcPct val="100000"/>
              </a:lnSpc>
              <a:spcBef>
                <a:spcPts val="0"/>
              </a:spcBef>
              <a:spcAft>
                <a:spcPts val="0"/>
              </a:spcAft>
              <a:buClrTx/>
              <a:buSzTx/>
              <a:buFontTx/>
              <a:buNone/>
              <a:tabLst/>
              <a:defRPr/>
            </a:pPr>
            <a:endParaRPr kumimoji="0" lang="en-US" sz="1451" b="0" i="0" u="none" strike="noStrike" kern="1200" cap="none" spc="0" normalizeH="0" baseline="0" noProof="0">
              <a:ln>
                <a:noFill/>
              </a:ln>
              <a:solidFill>
                <a:prstClr val="white"/>
              </a:solidFill>
              <a:effectLst/>
              <a:uLnTx/>
              <a:uFillTx/>
              <a:latin typeface="Verdana"/>
              <a:ea typeface="+mn-ea"/>
              <a:cs typeface="+mn-cs"/>
            </a:endParaRPr>
          </a:p>
        </p:txBody>
      </p:sp>
      <p:sp>
        <p:nvSpPr>
          <p:cNvPr id="128" name="TextBox 127">
            <a:extLst>
              <a:ext uri="{FF2B5EF4-FFF2-40B4-BE49-F238E27FC236}">
                <a16:creationId xmlns:a16="http://schemas.microsoft.com/office/drawing/2014/main" id="{274CAC2F-5F29-40C3-BF7D-1526E4AF6514}"/>
              </a:ext>
            </a:extLst>
          </p:cNvPr>
          <p:cNvSpPr txBox="1"/>
          <p:nvPr/>
        </p:nvSpPr>
        <p:spPr>
          <a:xfrm>
            <a:off x="10200640" y="263311"/>
            <a:ext cx="1435496" cy="43088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2800" b="0" i="0" u="none" strike="noStrike" kern="1200" cap="none" spc="0" normalizeH="0" baseline="0" noProof="0">
                <a:ln>
                  <a:noFill/>
                </a:ln>
                <a:solidFill>
                  <a:srgbClr val="D0D0CE"/>
                </a:solidFill>
                <a:effectLst/>
                <a:uLnTx/>
                <a:uFillTx/>
                <a:latin typeface="Verdana"/>
                <a:ea typeface="+mn-ea"/>
                <a:cs typeface="+mn-cs"/>
              </a:rPr>
              <a:t>SWO</a:t>
            </a:r>
            <a:r>
              <a:rPr kumimoji="0" lang="en-US" sz="2800" b="0" i="0" u="none" strike="noStrike" kern="1200" cap="none" spc="0" normalizeH="0" baseline="0" noProof="0">
                <a:ln>
                  <a:noFill/>
                </a:ln>
                <a:solidFill>
                  <a:srgbClr val="86BC25"/>
                </a:solidFill>
                <a:effectLst/>
                <a:uLnTx/>
                <a:uFillTx/>
                <a:latin typeface="Verdana"/>
                <a:ea typeface="+mn-ea"/>
                <a:cs typeface="+mn-cs"/>
              </a:rPr>
              <a:t>T</a:t>
            </a:r>
          </a:p>
        </p:txBody>
      </p:sp>
      <p:grpSp>
        <p:nvGrpSpPr>
          <p:cNvPr id="158" name="Graphic 4">
            <a:extLst>
              <a:ext uri="{FF2B5EF4-FFF2-40B4-BE49-F238E27FC236}">
                <a16:creationId xmlns:a16="http://schemas.microsoft.com/office/drawing/2014/main" id="{7B2B87F6-EA8B-45E9-B4C6-163F46F1356D}"/>
              </a:ext>
            </a:extLst>
          </p:cNvPr>
          <p:cNvGrpSpPr/>
          <p:nvPr/>
        </p:nvGrpSpPr>
        <p:grpSpPr>
          <a:xfrm>
            <a:off x="3953286" y="1156880"/>
            <a:ext cx="548639" cy="547219"/>
            <a:chOff x="4046108" y="3824168"/>
            <a:chExt cx="361670" cy="361333"/>
          </a:xfrm>
          <a:solidFill>
            <a:schemeClr val="accent1"/>
          </a:solidFill>
        </p:grpSpPr>
        <p:sp>
          <p:nvSpPr>
            <p:cNvPr id="159" name="Graphic 4">
              <a:extLst>
                <a:ext uri="{FF2B5EF4-FFF2-40B4-BE49-F238E27FC236}">
                  <a16:creationId xmlns:a16="http://schemas.microsoft.com/office/drawing/2014/main" id="{9121F388-F52A-4841-878D-A4473AF4A02E}"/>
                </a:ext>
              </a:extLst>
            </p:cNvPr>
            <p:cNvSpPr/>
            <p:nvPr/>
          </p:nvSpPr>
          <p:spPr>
            <a:xfrm>
              <a:off x="4126621" y="3928865"/>
              <a:ext cx="201283" cy="131510"/>
            </a:xfrm>
            <a:custGeom>
              <a:avLst/>
              <a:gdLst>
                <a:gd name="connsiteX0" fmla="*/ 187864 w 201283"/>
                <a:gd name="connsiteY0" fmla="*/ 17237 h 131510"/>
                <a:gd name="connsiteX1" fmla="*/ 187864 w 201283"/>
                <a:gd name="connsiteY1" fmla="*/ 17237 h 131510"/>
                <a:gd name="connsiteX2" fmla="*/ 187864 w 201283"/>
                <a:gd name="connsiteY2" fmla="*/ 17237 h 131510"/>
                <a:gd name="connsiteX3" fmla="*/ 187864 w 201283"/>
                <a:gd name="connsiteY3" fmla="*/ 18514 h 131510"/>
                <a:gd name="connsiteX4" fmla="*/ 182752 w 201283"/>
                <a:gd name="connsiteY4" fmla="*/ 31920 h 131510"/>
                <a:gd name="connsiteX5" fmla="*/ 174445 w 201283"/>
                <a:gd name="connsiteY5" fmla="*/ 35751 h 131510"/>
                <a:gd name="connsiteX6" fmla="*/ 170611 w 201283"/>
                <a:gd name="connsiteY6" fmla="*/ 30643 h 131510"/>
                <a:gd name="connsiteX7" fmla="*/ 118214 w 201283"/>
                <a:gd name="connsiteY7" fmla="*/ 62563 h 131510"/>
                <a:gd name="connsiteX8" fmla="*/ 111185 w 201283"/>
                <a:gd name="connsiteY8" fmla="*/ 61925 h 131510"/>
                <a:gd name="connsiteX9" fmla="*/ 90098 w 201283"/>
                <a:gd name="connsiteY9" fmla="*/ 45327 h 131510"/>
                <a:gd name="connsiteX10" fmla="*/ 17253 w 201283"/>
                <a:gd name="connsiteY10" fmla="*/ 81715 h 131510"/>
                <a:gd name="connsiteX11" fmla="*/ 14697 w 201283"/>
                <a:gd name="connsiteY11" fmla="*/ 82354 h 131510"/>
                <a:gd name="connsiteX12" fmla="*/ 8946 w 201283"/>
                <a:gd name="connsiteY12" fmla="*/ 78523 h 131510"/>
                <a:gd name="connsiteX13" fmla="*/ 11502 w 201283"/>
                <a:gd name="connsiteY13" fmla="*/ 70224 h 131510"/>
                <a:gd name="connsiteX14" fmla="*/ 87542 w 201283"/>
                <a:gd name="connsiteY14" fmla="*/ 31920 h 131510"/>
                <a:gd name="connsiteX15" fmla="*/ 94571 w 201283"/>
                <a:gd name="connsiteY15" fmla="*/ 32559 h 131510"/>
                <a:gd name="connsiteX16" fmla="*/ 115019 w 201283"/>
                <a:gd name="connsiteY16" fmla="*/ 48519 h 131510"/>
                <a:gd name="connsiteX17" fmla="*/ 162943 w 201283"/>
                <a:gd name="connsiteY17" fmla="*/ 19152 h 131510"/>
                <a:gd name="connsiteX18" fmla="*/ 160388 w 201283"/>
                <a:gd name="connsiteY18" fmla="*/ 13407 h 131510"/>
                <a:gd name="connsiteX19" fmla="*/ 167416 w 201283"/>
                <a:gd name="connsiteY19" fmla="*/ 7661 h 131510"/>
                <a:gd name="connsiteX20" fmla="*/ 182113 w 201283"/>
                <a:gd name="connsiteY20" fmla="*/ 8938 h 131510"/>
                <a:gd name="connsiteX21" fmla="*/ 182752 w 201283"/>
                <a:gd name="connsiteY21" fmla="*/ 8938 h 131510"/>
                <a:gd name="connsiteX22" fmla="*/ 182752 w 201283"/>
                <a:gd name="connsiteY22" fmla="*/ 8938 h 131510"/>
                <a:gd name="connsiteX23" fmla="*/ 182752 w 201283"/>
                <a:gd name="connsiteY23" fmla="*/ 8938 h 131510"/>
                <a:gd name="connsiteX24" fmla="*/ 183391 w 201283"/>
                <a:gd name="connsiteY24" fmla="*/ 8938 h 131510"/>
                <a:gd name="connsiteX25" fmla="*/ 183391 w 201283"/>
                <a:gd name="connsiteY25" fmla="*/ 8938 h 131510"/>
                <a:gd name="connsiteX26" fmla="*/ 187225 w 201283"/>
                <a:gd name="connsiteY26" fmla="*/ 11491 h 131510"/>
                <a:gd name="connsiteX27" fmla="*/ 187225 w 201283"/>
                <a:gd name="connsiteY27" fmla="*/ 11491 h 131510"/>
                <a:gd name="connsiteX28" fmla="*/ 187225 w 201283"/>
                <a:gd name="connsiteY28" fmla="*/ 11491 h 131510"/>
                <a:gd name="connsiteX29" fmla="*/ 187225 w 201283"/>
                <a:gd name="connsiteY29" fmla="*/ 11491 h 131510"/>
                <a:gd name="connsiteX30" fmla="*/ 187225 w 201283"/>
                <a:gd name="connsiteY30" fmla="*/ 11491 h 131510"/>
                <a:gd name="connsiteX31" fmla="*/ 187225 w 201283"/>
                <a:gd name="connsiteY31" fmla="*/ 11491 h 131510"/>
                <a:gd name="connsiteX32" fmla="*/ 187225 w 201283"/>
                <a:gd name="connsiteY32" fmla="*/ 11491 h 131510"/>
                <a:gd name="connsiteX33" fmla="*/ 187864 w 201283"/>
                <a:gd name="connsiteY33" fmla="*/ 17237 h 131510"/>
                <a:gd name="connsiteX34" fmla="*/ 177001 w 201283"/>
                <a:gd name="connsiteY34" fmla="*/ 115550 h 131510"/>
                <a:gd name="connsiteX35" fmla="*/ 170611 w 201283"/>
                <a:gd name="connsiteY35" fmla="*/ 121934 h 131510"/>
                <a:gd name="connsiteX36" fmla="*/ 164221 w 201283"/>
                <a:gd name="connsiteY36" fmla="*/ 115550 h 131510"/>
                <a:gd name="connsiteX37" fmla="*/ 164221 w 201283"/>
                <a:gd name="connsiteY37" fmla="*/ 52349 h 131510"/>
                <a:gd name="connsiteX38" fmla="*/ 170611 w 201283"/>
                <a:gd name="connsiteY38" fmla="*/ 45965 h 131510"/>
                <a:gd name="connsiteX39" fmla="*/ 177001 w 201283"/>
                <a:gd name="connsiteY39" fmla="*/ 52349 h 131510"/>
                <a:gd name="connsiteX40" fmla="*/ 177001 w 201283"/>
                <a:gd name="connsiteY40" fmla="*/ 115550 h 131510"/>
                <a:gd name="connsiteX41" fmla="*/ 148247 w 201283"/>
                <a:gd name="connsiteY41" fmla="*/ 115550 h 131510"/>
                <a:gd name="connsiteX42" fmla="*/ 141857 w 201283"/>
                <a:gd name="connsiteY42" fmla="*/ 121934 h 131510"/>
                <a:gd name="connsiteX43" fmla="*/ 135467 w 201283"/>
                <a:gd name="connsiteY43" fmla="*/ 115550 h 131510"/>
                <a:gd name="connsiteX44" fmla="*/ 135467 w 201283"/>
                <a:gd name="connsiteY44" fmla="*/ 66394 h 131510"/>
                <a:gd name="connsiteX45" fmla="*/ 141857 w 201283"/>
                <a:gd name="connsiteY45" fmla="*/ 60010 h 131510"/>
                <a:gd name="connsiteX46" fmla="*/ 148247 w 201283"/>
                <a:gd name="connsiteY46" fmla="*/ 66394 h 131510"/>
                <a:gd name="connsiteX47" fmla="*/ 148247 w 201283"/>
                <a:gd name="connsiteY47" fmla="*/ 115550 h 131510"/>
                <a:gd name="connsiteX48" fmla="*/ 119492 w 201283"/>
                <a:gd name="connsiteY48" fmla="*/ 115550 h 131510"/>
                <a:gd name="connsiteX49" fmla="*/ 113102 w 201283"/>
                <a:gd name="connsiteY49" fmla="*/ 121934 h 131510"/>
                <a:gd name="connsiteX50" fmla="*/ 106712 w 201283"/>
                <a:gd name="connsiteY50" fmla="*/ 115550 h 131510"/>
                <a:gd name="connsiteX51" fmla="*/ 106712 w 201283"/>
                <a:gd name="connsiteY51" fmla="*/ 80438 h 131510"/>
                <a:gd name="connsiteX52" fmla="*/ 113102 w 201283"/>
                <a:gd name="connsiteY52" fmla="*/ 74054 h 131510"/>
                <a:gd name="connsiteX53" fmla="*/ 119492 w 201283"/>
                <a:gd name="connsiteY53" fmla="*/ 80438 h 131510"/>
                <a:gd name="connsiteX54" fmla="*/ 119492 w 201283"/>
                <a:gd name="connsiteY54" fmla="*/ 115550 h 131510"/>
                <a:gd name="connsiteX55" fmla="*/ 91376 w 201283"/>
                <a:gd name="connsiteY55" fmla="*/ 115550 h 131510"/>
                <a:gd name="connsiteX56" fmla="*/ 84986 w 201283"/>
                <a:gd name="connsiteY56" fmla="*/ 121934 h 131510"/>
                <a:gd name="connsiteX57" fmla="*/ 78596 w 201283"/>
                <a:gd name="connsiteY57" fmla="*/ 115550 h 131510"/>
                <a:gd name="connsiteX58" fmla="*/ 78596 w 201283"/>
                <a:gd name="connsiteY58" fmla="*/ 67670 h 131510"/>
                <a:gd name="connsiteX59" fmla="*/ 84986 w 201283"/>
                <a:gd name="connsiteY59" fmla="*/ 61286 h 131510"/>
                <a:gd name="connsiteX60" fmla="*/ 91376 w 201283"/>
                <a:gd name="connsiteY60" fmla="*/ 67670 h 131510"/>
                <a:gd name="connsiteX61" fmla="*/ 91376 w 201283"/>
                <a:gd name="connsiteY61" fmla="*/ 115550 h 131510"/>
                <a:gd name="connsiteX62" fmla="*/ 62621 w 201283"/>
                <a:gd name="connsiteY62" fmla="*/ 115550 h 131510"/>
                <a:gd name="connsiteX63" fmla="*/ 56231 w 201283"/>
                <a:gd name="connsiteY63" fmla="*/ 121934 h 131510"/>
                <a:gd name="connsiteX64" fmla="*/ 49841 w 201283"/>
                <a:gd name="connsiteY64" fmla="*/ 115550 h 131510"/>
                <a:gd name="connsiteX65" fmla="*/ 49841 w 201283"/>
                <a:gd name="connsiteY65" fmla="*/ 84907 h 131510"/>
                <a:gd name="connsiteX66" fmla="*/ 56231 w 201283"/>
                <a:gd name="connsiteY66" fmla="*/ 78523 h 131510"/>
                <a:gd name="connsiteX67" fmla="*/ 62621 w 201283"/>
                <a:gd name="connsiteY67" fmla="*/ 84907 h 131510"/>
                <a:gd name="connsiteX68" fmla="*/ 62621 w 201283"/>
                <a:gd name="connsiteY68" fmla="*/ 115550 h 131510"/>
                <a:gd name="connsiteX69" fmla="*/ 33867 w 201283"/>
                <a:gd name="connsiteY69" fmla="*/ 113635 h 131510"/>
                <a:gd name="connsiteX70" fmla="*/ 27477 w 201283"/>
                <a:gd name="connsiteY70" fmla="*/ 120019 h 131510"/>
                <a:gd name="connsiteX71" fmla="*/ 21087 w 201283"/>
                <a:gd name="connsiteY71" fmla="*/ 113635 h 131510"/>
                <a:gd name="connsiteX72" fmla="*/ 21087 w 201283"/>
                <a:gd name="connsiteY72" fmla="*/ 93206 h 131510"/>
                <a:gd name="connsiteX73" fmla="*/ 27477 w 201283"/>
                <a:gd name="connsiteY73" fmla="*/ 86822 h 131510"/>
                <a:gd name="connsiteX74" fmla="*/ 33867 w 201283"/>
                <a:gd name="connsiteY74" fmla="*/ 93206 h 131510"/>
                <a:gd name="connsiteX75" fmla="*/ 33867 w 201283"/>
                <a:gd name="connsiteY75" fmla="*/ 113635 h 131510"/>
                <a:gd name="connsiteX76" fmla="*/ 185308 w 201283"/>
                <a:gd name="connsiteY76" fmla="*/ 0 h 131510"/>
                <a:gd name="connsiteX77" fmla="*/ 15975 w 201283"/>
                <a:gd name="connsiteY77" fmla="*/ 0 h 131510"/>
                <a:gd name="connsiteX78" fmla="*/ 0 w 201283"/>
                <a:gd name="connsiteY78" fmla="*/ 15960 h 131510"/>
                <a:gd name="connsiteX79" fmla="*/ 0 w 201283"/>
                <a:gd name="connsiteY79" fmla="*/ 115550 h 131510"/>
                <a:gd name="connsiteX80" fmla="*/ 15975 w 201283"/>
                <a:gd name="connsiteY80" fmla="*/ 131510 h 131510"/>
                <a:gd name="connsiteX81" fmla="*/ 185308 w 201283"/>
                <a:gd name="connsiteY81" fmla="*/ 131510 h 131510"/>
                <a:gd name="connsiteX82" fmla="*/ 201283 w 201283"/>
                <a:gd name="connsiteY82" fmla="*/ 115550 h 131510"/>
                <a:gd name="connsiteX83" fmla="*/ 201283 w 201283"/>
                <a:gd name="connsiteY83" fmla="*/ 15960 h 131510"/>
                <a:gd name="connsiteX84" fmla="*/ 185308 w 201283"/>
                <a:gd name="connsiteY84" fmla="*/ 0 h 131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201283" h="131510">
                  <a:moveTo>
                    <a:pt x="187864" y="17237"/>
                  </a:moveTo>
                  <a:cubicBezTo>
                    <a:pt x="187864" y="17237"/>
                    <a:pt x="187864" y="17875"/>
                    <a:pt x="187864" y="17237"/>
                  </a:cubicBezTo>
                  <a:cubicBezTo>
                    <a:pt x="187864" y="17875"/>
                    <a:pt x="187864" y="17875"/>
                    <a:pt x="187864" y="17237"/>
                  </a:cubicBezTo>
                  <a:cubicBezTo>
                    <a:pt x="187864" y="17875"/>
                    <a:pt x="187864" y="17875"/>
                    <a:pt x="187864" y="18514"/>
                  </a:cubicBezTo>
                  <a:lnTo>
                    <a:pt x="182752" y="31920"/>
                  </a:lnTo>
                  <a:cubicBezTo>
                    <a:pt x="181474" y="35112"/>
                    <a:pt x="177640" y="37027"/>
                    <a:pt x="174445" y="35751"/>
                  </a:cubicBezTo>
                  <a:cubicBezTo>
                    <a:pt x="171889" y="35112"/>
                    <a:pt x="170611" y="33197"/>
                    <a:pt x="170611" y="30643"/>
                  </a:cubicBezTo>
                  <a:lnTo>
                    <a:pt x="118214" y="62563"/>
                  </a:lnTo>
                  <a:cubicBezTo>
                    <a:pt x="115658" y="63840"/>
                    <a:pt x="113102" y="63840"/>
                    <a:pt x="111185" y="61925"/>
                  </a:cubicBezTo>
                  <a:lnTo>
                    <a:pt x="90098" y="45327"/>
                  </a:lnTo>
                  <a:lnTo>
                    <a:pt x="17253" y="81715"/>
                  </a:lnTo>
                  <a:cubicBezTo>
                    <a:pt x="16614" y="82354"/>
                    <a:pt x="15336" y="82354"/>
                    <a:pt x="14697" y="82354"/>
                  </a:cubicBezTo>
                  <a:cubicBezTo>
                    <a:pt x="12141" y="82354"/>
                    <a:pt x="10224" y="81077"/>
                    <a:pt x="8946" y="78523"/>
                  </a:cubicBezTo>
                  <a:cubicBezTo>
                    <a:pt x="7668" y="75331"/>
                    <a:pt x="8946" y="71501"/>
                    <a:pt x="11502" y="70224"/>
                  </a:cubicBezTo>
                  <a:lnTo>
                    <a:pt x="87542" y="31920"/>
                  </a:lnTo>
                  <a:cubicBezTo>
                    <a:pt x="89459" y="30643"/>
                    <a:pt x="92654" y="31282"/>
                    <a:pt x="94571" y="32559"/>
                  </a:cubicBezTo>
                  <a:lnTo>
                    <a:pt x="115019" y="48519"/>
                  </a:lnTo>
                  <a:lnTo>
                    <a:pt x="162943" y="19152"/>
                  </a:lnTo>
                  <a:cubicBezTo>
                    <a:pt x="161027" y="17875"/>
                    <a:pt x="159748" y="15322"/>
                    <a:pt x="160388" y="13407"/>
                  </a:cubicBezTo>
                  <a:cubicBezTo>
                    <a:pt x="161027" y="10215"/>
                    <a:pt x="163583" y="7661"/>
                    <a:pt x="167416" y="7661"/>
                  </a:cubicBezTo>
                  <a:lnTo>
                    <a:pt x="182113" y="8938"/>
                  </a:lnTo>
                  <a:cubicBezTo>
                    <a:pt x="182113" y="8938"/>
                    <a:pt x="182752" y="8938"/>
                    <a:pt x="182752" y="8938"/>
                  </a:cubicBezTo>
                  <a:cubicBezTo>
                    <a:pt x="182752" y="8938"/>
                    <a:pt x="182752" y="8938"/>
                    <a:pt x="182752" y="8938"/>
                  </a:cubicBezTo>
                  <a:lnTo>
                    <a:pt x="182752" y="8938"/>
                  </a:lnTo>
                  <a:cubicBezTo>
                    <a:pt x="182752" y="8938"/>
                    <a:pt x="183391" y="8938"/>
                    <a:pt x="183391" y="8938"/>
                  </a:cubicBezTo>
                  <a:cubicBezTo>
                    <a:pt x="183391" y="8938"/>
                    <a:pt x="183391" y="8938"/>
                    <a:pt x="183391" y="8938"/>
                  </a:cubicBezTo>
                  <a:cubicBezTo>
                    <a:pt x="184669" y="9576"/>
                    <a:pt x="185947" y="10215"/>
                    <a:pt x="187225" y="11491"/>
                  </a:cubicBezTo>
                  <a:lnTo>
                    <a:pt x="187225" y="11491"/>
                  </a:lnTo>
                  <a:cubicBezTo>
                    <a:pt x="187225" y="11491"/>
                    <a:pt x="187225" y="11491"/>
                    <a:pt x="187225" y="11491"/>
                  </a:cubicBezTo>
                  <a:cubicBezTo>
                    <a:pt x="187225" y="11491"/>
                    <a:pt x="187225" y="11491"/>
                    <a:pt x="187225" y="11491"/>
                  </a:cubicBezTo>
                  <a:lnTo>
                    <a:pt x="187225" y="11491"/>
                  </a:lnTo>
                  <a:lnTo>
                    <a:pt x="187225" y="11491"/>
                  </a:lnTo>
                  <a:cubicBezTo>
                    <a:pt x="187225" y="11491"/>
                    <a:pt x="187225" y="11491"/>
                    <a:pt x="187225" y="11491"/>
                  </a:cubicBezTo>
                  <a:cubicBezTo>
                    <a:pt x="187864" y="14045"/>
                    <a:pt x="188503" y="15960"/>
                    <a:pt x="187864" y="17237"/>
                  </a:cubicBezTo>
                  <a:moveTo>
                    <a:pt x="177001" y="115550"/>
                  </a:moveTo>
                  <a:cubicBezTo>
                    <a:pt x="177001" y="119381"/>
                    <a:pt x="174445" y="121934"/>
                    <a:pt x="170611" y="121934"/>
                  </a:cubicBezTo>
                  <a:cubicBezTo>
                    <a:pt x="166778" y="121934"/>
                    <a:pt x="164221" y="119381"/>
                    <a:pt x="164221" y="115550"/>
                  </a:cubicBezTo>
                  <a:lnTo>
                    <a:pt x="164221" y="52349"/>
                  </a:lnTo>
                  <a:cubicBezTo>
                    <a:pt x="164221" y="48519"/>
                    <a:pt x="166778" y="45965"/>
                    <a:pt x="170611" y="45965"/>
                  </a:cubicBezTo>
                  <a:cubicBezTo>
                    <a:pt x="174445" y="45965"/>
                    <a:pt x="177001" y="48519"/>
                    <a:pt x="177001" y="52349"/>
                  </a:cubicBezTo>
                  <a:lnTo>
                    <a:pt x="177001" y="115550"/>
                  </a:lnTo>
                  <a:close/>
                  <a:moveTo>
                    <a:pt x="148247" y="115550"/>
                  </a:moveTo>
                  <a:cubicBezTo>
                    <a:pt x="148247" y="119381"/>
                    <a:pt x="145690" y="121934"/>
                    <a:pt x="141857" y="121934"/>
                  </a:cubicBezTo>
                  <a:cubicBezTo>
                    <a:pt x="138023" y="121934"/>
                    <a:pt x="135467" y="119381"/>
                    <a:pt x="135467" y="115550"/>
                  </a:cubicBezTo>
                  <a:lnTo>
                    <a:pt x="135467" y="66394"/>
                  </a:lnTo>
                  <a:cubicBezTo>
                    <a:pt x="135467" y="62563"/>
                    <a:pt x="138023" y="60010"/>
                    <a:pt x="141857" y="60010"/>
                  </a:cubicBezTo>
                  <a:cubicBezTo>
                    <a:pt x="145690" y="60010"/>
                    <a:pt x="148247" y="62563"/>
                    <a:pt x="148247" y="66394"/>
                  </a:cubicBezTo>
                  <a:lnTo>
                    <a:pt x="148247" y="115550"/>
                  </a:lnTo>
                  <a:close/>
                  <a:moveTo>
                    <a:pt x="119492" y="115550"/>
                  </a:moveTo>
                  <a:cubicBezTo>
                    <a:pt x="119492" y="119381"/>
                    <a:pt x="116936" y="121934"/>
                    <a:pt x="113102" y="121934"/>
                  </a:cubicBezTo>
                  <a:cubicBezTo>
                    <a:pt x="109268" y="121934"/>
                    <a:pt x="106712" y="119381"/>
                    <a:pt x="106712" y="115550"/>
                  </a:cubicBezTo>
                  <a:lnTo>
                    <a:pt x="106712" y="80438"/>
                  </a:lnTo>
                  <a:cubicBezTo>
                    <a:pt x="106712" y="76608"/>
                    <a:pt x="109268" y="74054"/>
                    <a:pt x="113102" y="74054"/>
                  </a:cubicBezTo>
                  <a:cubicBezTo>
                    <a:pt x="116936" y="74054"/>
                    <a:pt x="119492" y="76608"/>
                    <a:pt x="119492" y="80438"/>
                  </a:cubicBezTo>
                  <a:lnTo>
                    <a:pt x="119492" y="115550"/>
                  </a:lnTo>
                  <a:close/>
                  <a:moveTo>
                    <a:pt x="91376" y="115550"/>
                  </a:moveTo>
                  <a:cubicBezTo>
                    <a:pt x="91376" y="119381"/>
                    <a:pt x="88820" y="121934"/>
                    <a:pt x="84986" y="121934"/>
                  </a:cubicBezTo>
                  <a:cubicBezTo>
                    <a:pt x="81152" y="121934"/>
                    <a:pt x="78596" y="119381"/>
                    <a:pt x="78596" y="115550"/>
                  </a:cubicBezTo>
                  <a:lnTo>
                    <a:pt x="78596" y="67670"/>
                  </a:lnTo>
                  <a:cubicBezTo>
                    <a:pt x="78596" y="63840"/>
                    <a:pt x="81152" y="61286"/>
                    <a:pt x="84986" y="61286"/>
                  </a:cubicBezTo>
                  <a:cubicBezTo>
                    <a:pt x="88820" y="61286"/>
                    <a:pt x="91376" y="63840"/>
                    <a:pt x="91376" y="67670"/>
                  </a:cubicBezTo>
                  <a:lnTo>
                    <a:pt x="91376" y="115550"/>
                  </a:lnTo>
                  <a:close/>
                  <a:moveTo>
                    <a:pt x="62621" y="115550"/>
                  </a:moveTo>
                  <a:cubicBezTo>
                    <a:pt x="62621" y="119381"/>
                    <a:pt x="60066" y="121934"/>
                    <a:pt x="56231" y="121934"/>
                  </a:cubicBezTo>
                  <a:cubicBezTo>
                    <a:pt x="52398" y="121934"/>
                    <a:pt x="49841" y="119381"/>
                    <a:pt x="49841" y="115550"/>
                  </a:cubicBezTo>
                  <a:lnTo>
                    <a:pt x="49841" y="84907"/>
                  </a:lnTo>
                  <a:cubicBezTo>
                    <a:pt x="49841" y="81077"/>
                    <a:pt x="52398" y="78523"/>
                    <a:pt x="56231" y="78523"/>
                  </a:cubicBezTo>
                  <a:cubicBezTo>
                    <a:pt x="60066" y="78523"/>
                    <a:pt x="62621" y="81077"/>
                    <a:pt x="62621" y="84907"/>
                  </a:cubicBezTo>
                  <a:lnTo>
                    <a:pt x="62621" y="115550"/>
                  </a:lnTo>
                  <a:close/>
                  <a:moveTo>
                    <a:pt x="33867" y="113635"/>
                  </a:moveTo>
                  <a:cubicBezTo>
                    <a:pt x="33867" y="117465"/>
                    <a:pt x="31311" y="120019"/>
                    <a:pt x="27477" y="120019"/>
                  </a:cubicBezTo>
                  <a:cubicBezTo>
                    <a:pt x="23643" y="120019"/>
                    <a:pt x="21087" y="117465"/>
                    <a:pt x="21087" y="113635"/>
                  </a:cubicBezTo>
                  <a:lnTo>
                    <a:pt x="21087" y="93206"/>
                  </a:lnTo>
                  <a:cubicBezTo>
                    <a:pt x="21087" y="89376"/>
                    <a:pt x="23643" y="86822"/>
                    <a:pt x="27477" y="86822"/>
                  </a:cubicBezTo>
                  <a:cubicBezTo>
                    <a:pt x="31311" y="86822"/>
                    <a:pt x="33867" y="89376"/>
                    <a:pt x="33867" y="93206"/>
                  </a:cubicBezTo>
                  <a:lnTo>
                    <a:pt x="33867" y="113635"/>
                  </a:lnTo>
                  <a:close/>
                  <a:moveTo>
                    <a:pt x="185308" y="0"/>
                  </a:moveTo>
                  <a:lnTo>
                    <a:pt x="15975" y="0"/>
                  </a:lnTo>
                  <a:cubicBezTo>
                    <a:pt x="7029" y="0"/>
                    <a:pt x="0" y="7023"/>
                    <a:pt x="0" y="15960"/>
                  </a:cubicBezTo>
                  <a:lnTo>
                    <a:pt x="0" y="115550"/>
                  </a:lnTo>
                  <a:cubicBezTo>
                    <a:pt x="0" y="124488"/>
                    <a:pt x="7029" y="131510"/>
                    <a:pt x="15975" y="131510"/>
                  </a:cubicBezTo>
                  <a:lnTo>
                    <a:pt x="185308" y="131510"/>
                  </a:lnTo>
                  <a:cubicBezTo>
                    <a:pt x="194254" y="131510"/>
                    <a:pt x="201283" y="124488"/>
                    <a:pt x="201283" y="115550"/>
                  </a:cubicBezTo>
                  <a:lnTo>
                    <a:pt x="201283" y="15960"/>
                  </a:lnTo>
                  <a:cubicBezTo>
                    <a:pt x="200644" y="7023"/>
                    <a:pt x="193615" y="0"/>
                    <a:pt x="185308" y="0"/>
                  </a:cubicBezTo>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60" name="Graphic 4">
              <a:extLst>
                <a:ext uri="{FF2B5EF4-FFF2-40B4-BE49-F238E27FC236}">
                  <a16:creationId xmlns:a16="http://schemas.microsoft.com/office/drawing/2014/main" id="{365A9D73-6BE8-4CC3-B113-BF308A9ABE37}"/>
                </a:ext>
              </a:extLst>
            </p:cNvPr>
            <p:cNvSpPr/>
            <p:nvPr/>
          </p:nvSpPr>
          <p:spPr>
            <a:xfrm>
              <a:off x="4046108" y="3824168"/>
              <a:ext cx="361670" cy="361333"/>
            </a:xfrm>
            <a:custGeom>
              <a:avLst/>
              <a:gdLst>
                <a:gd name="connsiteX0" fmla="*/ 293937 w 361670"/>
                <a:gd name="connsiteY0" fmla="*/ 219609 h 361333"/>
                <a:gd name="connsiteX1" fmla="*/ 265182 w 361670"/>
                <a:gd name="connsiteY1" fmla="*/ 248337 h 361333"/>
                <a:gd name="connsiteX2" fmla="*/ 95849 w 361670"/>
                <a:gd name="connsiteY2" fmla="*/ 248337 h 361333"/>
                <a:gd name="connsiteX3" fmla="*/ 67094 w 361670"/>
                <a:gd name="connsiteY3" fmla="*/ 219609 h 361333"/>
                <a:gd name="connsiteX4" fmla="*/ 67094 w 361670"/>
                <a:gd name="connsiteY4" fmla="*/ 120019 h 361333"/>
                <a:gd name="connsiteX5" fmla="*/ 95849 w 361670"/>
                <a:gd name="connsiteY5" fmla="*/ 91291 h 361333"/>
                <a:gd name="connsiteX6" fmla="*/ 265182 w 361670"/>
                <a:gd name="connsiteY6" fmla="*/ 91291 h 361333"/>
                <a:gd name="connsiteX7" fmla="*/ 293937 w 361670"/>
                <a:gd name="connsiteY7" fmla="*/ 120019 h 361333"/>
                <a:gd name="connsiteX8" fmla="*/ 293937 w 361670"/>
                <a:gd name="connsiteY8" fmla="*/ 219609 h 361333"/>
                <a:gd name="connsiteX9" fmla="*/ 253681 w 361670"/>
                <a:gd name="connsiteY9" fmla="*/ 270042 h 361333"/>
                <a:gd name="connsiteX10" fmla="*/ 107351 w 361670"/>
                <a:gd name="connsiteY10" fmla="*/ 270042 h 361333"/>
                <a:gd name="connsiteX11" fmla="*/ 100961 w 361670"/>
                <a:gd name="connsiteY11" fmla="*/ 263658 h 361333"/>
                <a:gd name="connsiteX12" fmla="*/ 107351 w 361670"/>
                <a:gd name="connsiteY12" fmla="*/ 257274 h 361333"/>
                <a:gd name="connsiteX13" fmla="*/ 253681 w 361670"/>
                <a:gd name="connsiteY13" fmla="*/ 257274 h 361333"/>
                <a:gd name="connsiteX14" fmla="*/ 260071 w 361670"/>
                <a:gd name="connsiteY14" fmla="*/ 263658 h 361333"/>
                <a:gd name="connsiteX15" fmla="*/ 253681 w 361670"/>
                <a:gd name="connsiteY15" fmla="*/ 270042 h 361333"/>
                <a:gd name="connsiteX16" fmla="*/ 180835 w 361670"/>
                <a:gd name="connsiteY16" fmla="*/ 0 h 361333"/>
                <a:gd name="connsiteX17" fmla="*/ 0 w 361670"/>
                <a:gd name="connsiteY17" fmla="*/ 180667 h 361333"/>
                <a:gd name="connsiteX18" fmla="*/ 180835 w 361670"/>
                <a:gd name="connsiteY18" fmla="*/ 361333 h 361333"/>
                <a:gd name="connsiteX19" fmla="*/ 361670 w 361670"/>
                <a:gd name="connsiteY19" fmla="*/ 180667 h 361333"/>
                <a:gd name="connsiteX20" fmla="*/ 180835 w 361670"/>
                <a:gd name="connsiteY20" fmla="*/ 0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61670" h="361333">
                  <a:moveTo>
                    <a:pt x="293937" y="219609"/>
                  </a:moveTo>
                  <a:cubicBezTo>
                    <a:pt x="293937" y="235569"/>
                    <a:pt x="281157" y="248337"/>
                    <a:pt x="265182" y="248337"/>
                  </a:cubicBezTo>
                  <a:lnTo>
                    <a:pt x="95849" y="248337"/>
                  </a:lnTo>
                  <a:cubicBezTo>
                    <a:pt x="79874" y="248337"/>
                    <a:pt x="67094" y="235569"/>
                    <a:pt x="67094" y="219609"/>
                  </a:cubicBezTo>
                  <a:lnTo>
                    <a:pt x="67094" y="120019"/>
                  </a:lnTo>
                  <a:cubicBezTo>
                    <a:pt x="67094" y="104059"/>
                    <a:pt x="79874" y="91291"/>
                    <a:pt x="95849" y="91291"/>
                  </a:cubicBezTo>
                  <a:lnTo>
                    <a:pt x="265182" y="91291"/>
                  </a:lnTo>
                  <a:cubicBezTo>
                    <a:pt x="281157" y="91291"/>
                    <a:pt x="293937" y="104059"/>
                    <a:pt x="293937" y="120019"/>
                  </a:cubicBezTo>
                  <a:lnTo>
                    <a:pt x="293937" y="219609"/>
                  </a:lnTo>
                  <a:close/>
                  <a:moveTo>
                    <a:pt x="253681" y="270042"/>
                  </a:moveTo>
                  <a:lnTo>
                    <a:pt x="107351" y="270042"/>
                  </a:lnTo>
                  <a:cubicBezTo>
                    <a:pt x="103517" y="270042"/>
                    <a:pt x="100961" y="267489"/>
                    <a:pt x="100961" y="263658"/>
                  </a:cubicBezTo>
                  <a:cubicBezTo>
                    <a:pt x="100961" y="259828"/>
                    <a:pt x="103517" y="257274"/>
                    <a:pt x="107351" y="257274"/>
                  </a:cubicBezTo>
                  <a:lnTo>
                    <a:pt x="253681" y="257274"/>
                  </a:lnTo>
                  <a:cubicBezTo>
                    <a:pt x="257514" y="257274"/>
                    <a:pt x="260071" y="259828"/>
                    <a:pt x="260071" y="263658"/>
                  </a:cubicBezTo>
                  <a:cubicBezTo>
                    <a:pt x="260071" y="266850"/>
                    <a:pt x="257514" y="270042"/>
                    <a:pt x="253681" y="270042"/>
                  </a:cubicBezTo>
                  <a:moveTo>
                    <a:pt x="180835" y="0"/>
                  </a:moveTo>
                  <a:cubicBezTo>
                    <a:pt x="81152" y="0"/>
                    <a:pt x="0" y="81076"/>
                    <a:pt x="0" y="180667"/>
                  </a:cubicBezTo>
                  <a:cubicBezTo>
                    <a:pt x="0" y="280257"/>
                    <a:pt x="81152" y="361333"/>
                    <a:pt x="180835" y="361333"/>
                  </a:cubicBezTo>
                  <a:cubicBezTo>
                    <a:pt x="280518" y="361333"/>
                    <a:pt x="361670" y="280257"/>
                    <a:pt x="361670" y="180667"/>
                  </a:cubicBezTo>
                  <a:cubicBezTo>
                    <a:pt x="361670" y="81076"/>
                    <a:pt x="280518" y="0"/>
                    <a:pt x="180835" y="0"/>
                  </a:cubicBezTo>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sp>
        <p:nvSpPr>
          <p:cNvPr id="166" name="Graphic 4">
            <a:extLst>
              <a:ext uri="{FF2B5EF4-FFF2-40B4-BE49-F238E27FC236}">
                <a16:creationId xmlns:a16="http://schemas.microsoft.com/office/drawing/2014/main" id="{23498A96-01C6-448F-A7EF-A1945AC6A9B3}"/>
              </a:ext>
            </a:extLst>
          </p:cNvPr>
          <p:cNvSpPr/>
          <p:nvPr/>
        </p:nvSpPr>
        <p:spPr>
          <a:xfrm>
            <a:off x="3953286" y="2050833"/>
            <a:ext cx="545290" cy="547219"/>
          </a:xfrm>
          <a:custGeom>
            <a:avLst/>
            <a:gdLst>
              <a:gd name="connsiteX0" fmla="*/ 180835 w 361670"/>
              <a:gd name="connsiteY0" fmla="*/ 0 h 361333"/>
              <a:gd name="connsiteX1" fmla="*/ 0 w 361670"/>
              <a:gd name="connsiteY1" fmla="*/ 180667 h 361333"/>
              <a:gd name="connsiteX2" fmla="*/ 180835 w 361670"/>
              <a:gd name="connsiteY2" fmla="*/ 361333 h 361333"/>
              <a:gd name="connsiteX3" fmla="*/ 361670 w 361670"/>
              <a:gd name="connsiteY3" fmla="*/ 180667 h 361333"/>
              <a:gd name="connsiteX4" fmla="*/ 180835 w 361670"/>
              <a:gd name="connsiteY4" fmla="*/ 0 h 361333"/>
              <a:gd name="connsiteX5" fmla="*/ 146969 w 361670"/>
              <a:gd name="connsiteY5" fmla="*/ 250252 h 361333"/>
              <a:gd name="connsiteX6" fmla="*/ 124604 w 361670"/>
              <a:gd name="connsiteY6" fmla="*/ 272596 h 361333"/>
              <a:gd name="connsiteX7" fmla="*/ 122687 w 361670"/>
              <a:gd name="connsiteY7" fmla="*/ 273873 h 361333"/>
              <a:gd name="connsiteX8" fmla="*/ 120131 w 361670"/>
              <a:gd name="connsiteY8" fmla="*/ 274511 h 361333"/>
              <a:gd name="connsiteX9" fmla="*/ 117575 w 361670"/>
              <a:gd name="connsiteY9" fmla="*/ 273873 h 361333"/>
              <a:gd name="connsiteX10" fmla="*/ 115658 w 361670"/>
              <a:gd name="connsiteY10" fmla="*/ 272596 h 361333"/>
              <a:gd name="connsiteX11" fmla="*/ 93293 w 361670"/>
              <a:gd name="connsiteY11" fmla="*/ 250252 h 361333"/>
              <a:gd name="connsiteX12" fmla="*/ 93293 w 361670"/>
              <a:gd name="connsiteY12" fmla="*/ 241314 h 361333"/>
              <a:gd name="connsiteX13" fmla="*/ 102239 w 361670"/>
              <a:gd name="connsiteY13" fmla="*/ 241314 h 361333"/>
              <a:gd name="connsiteX14" fmla="*/ 113741 w 361670"/>
              <a:gd name="connsiteY14" fmla="*/ 252806 h 361333"/>
              <a:gd name="connsiteX15" fmla="*/ 113741 w 361670"/>
              <a:gd name="connsiteY15" fmla="*/ 94483 h 361333"/>
              <a:gd name="connsiteX16" fmla="*/ 120131 w 361670"/>
              <a:gd name="connsiteY16" fmla="*/ 88099 h 361333"/>
              <a:gd name="connsiteX17" fmla="*/ 126521 w 361670"/>
              <a:gd name="connsiteY17" fmla="*/ 94483 h 361333"/>
              <a:gd name="connsiteX18" fmla="*/ 126521 w 361670"/>
              <a:gd name="connsiteY18" fmla="*/ 252806 h 361333"/>
              <a:gd name="connsiteX19" fmla="*/ 138022 w 361670"/>
              <a:gd name="connsiteY19" fmla="*/ 241314 h 361333"/>
              <a:gd name="connsiteX20" fmla="*/ 146969 w 361670"/>
              <a:gd name="connsiteY20" fmla="*/ 241314 h 361333"/>
              <a:gd name="connsiteX21" fmla="*/ 146969 w 361670"/>
              <a:gd name="connsiteY21" fmla="*/ 250252 h 361333"/>
              <a:gd name="connsiteX22" fmla="*/ 180835 w 361670"/>
              <a:gd name="connsiteY22" fmla="*/ 274511 h 361333"/>
              <a:gd name="connsiteX23" fmla="*/ 171889 w 361670"/>
              <a:gd name="connsiteY23" fmla="*/ 274511 h 361333"/>
              <a:gd name="connsiteX24" fmla="*/ 165500 w 361670"/>
              <a:gd name="connsiteY24" fmla="*/ 268127 h 361333"/>
              <a:gd name="connsiteX25" fmla="*/ 171889 w 361670"/>
              <a:gd name="connsiteY25" fmla="*/ 261743 h 361333"/>
              <a:gd name="connsiteX26" fmla="*/ 180835 w 361670"/>
              <a:gd name="connsiteY26" fmla="*/ 261743 h 361333"/>
              <a:gd name="connsiteX27" fmla="*/ 187225 w 361670"/>
              <a:gd name="connsiteY27" fmla="*/ 268127 h 361333"/>
              <a:gd name="connsiteX28" fmla="*/ 180835 w 361670"/>
              <a:gd name="connsiteY28" fmla="*/ 274511 h 361333"/>
              <a:gd name="connsiteX29" fmla="*/ 198088 w 361670"/>
              <a:gd name="connsiteY29" fmla="*/ 240038 h 361333"/>
              <a:gd name="connsiteX30" fmla="*/ 171889 w 361670"/>
              <a:gd name="connsiteY30" fmla="*/ 240038 h 361333"/>
              <a:gd name="connsiteX31" fmla="*/ 165500 w 361670"/>
              <a:gd name="connsiteY31" fmla="*/ 233654 h 361333"/>
              <a:gd name="connsiteX32" fmla="*/ 171889 w 361670"/>
              <a:gd name="connsiteY32" fmla="*/ 227270 h 361333"/>
              <a:gd name="connsiteX33" fmla="*/ 198088 w 361670"/>
              <a:gd name="connsiteY33" fmla="*/ 227270 h 361333"/>
              <a:gd name="connsiteX34" fmla="*/ 204478 w 361670"/>
              <a:gd name="connsiteY34" fmla="*/ 233654 h 361333"/>
              <a:gd name="connsiteX35" fmla="*/ 198088 w 361670"/>
              <a:gd name="connsiteY35" fmla="*/ 240038 h 361333"/>
              <a:gd name="connsiteX36" fmla="*/ 215980 w 361670"/>
              <a:gd name="connsiteY36" fmla="*/ 204926 h 361333"/>
              <a:gd name="connsiteX37" fmla="*/ 172528 w 361670"/>
              <a:gd name="connsiteY37" fmla="*/ 204926 h 361333"/>
              <a:gd name="connsiteX38" fmla="*/ 166138 w 361670"/>
              <a:gd name="connsiteY38" fmla="*/ 198542 h 361333"/>
              <a:gd name="connsiteX39" fmla="*/ 172528 w 361670"/>
              <a:gd name="connsiteY39" fmla="*/ 192158 h 361333"/>
              <a:gd name="connsiteX40" fmla="*/ 215980 w 361670"/>
              <a:gd name="connsiteY40" fmla="*/ 192158 h 361333"/>
              <a:gd name="connsiteX41" fmla="*/ 222370 w 361670"/>
              <a:gd name="connsiteY41" fmla="*/ 198542 h 361333"/>
              <a:gd name="connsiteX42" fmla="*/ 215980 w 361670"/>
              <a:gd name="connsiteY42" fmla="*/ 204926 h 361333"/>
              <a:gd name="connsiteX43" fmla="*/ 233233 w 361670"/>
              <a:gd name="connsiteY43" fmla="*/ 170452 h 361333"/>
              <a:gd name="connsiteX44" fmla="*/ 172528 w 361670"/>
              <a:gd name="connsiteY44" fmla="*/ 170452 h 361333"/>
              <a:gd name="connsiteX45" fmla="*/ 166138 w 361670"/>
              <a:gd name="connsiteY45" fmla="*/ 164068 h 361333"/>
              <a:gd name="connsiteX46" fmla="*/ 172528 w 361670"/>
              <a:gd name="connsiteY46" fmla="*/ 157684 h 361333"/>
              <a:gd name="connsiteX47" fmla="*/ 233233 w 361670"/>
              <a:gd name="connsiteY47" fmla="*/ 157684 h 361333"/>
              <a:gd name="connsiteX48" fmla="*/ 239623 w 361670"/>
              <a:gd name="connsiteY48" fmla="*/ 164068 h 361333"/>
              <a:gd name="connsiteX49" fmla="*/ 233233 w 361670"/>
              <a:gd name="connsiteY49" fmla="*/ 170452 h 361333"/>
              <a:gd name="connsiteX50" fmla="*/ 250486 w 361670"/>
              <a:gd name="connsiteY50" fmla="*/ 135340 h 361333"/>
              <a:gd name="connsiteX51" fmla="*/ 171889 w 361670"/>
              <a:gd name="connsiteY51" fmla="*/ 135340 h 361333"/>
              <a:gd name="connsiteX52" fmla="*/ 165500 w 361670"/>
              <a:gd name="connsiteY52" fmla="*/ 128956 h 361333"/>
              <a:gd name="connsiteX53" fmla="*/ 171889 w 361670"/>
              <a:gd name="connsiteY53" fmla="*/ 122572 h 361333"/>
              <a:gd name="connsiteX54" fmla="*/ 250486 w 361670"/>
              <a:gd name="connsiteY54" fmla="*/ 122572 h 361333"/>
              <a:gd name="connsiteX55" fmla="*/ 256876 w 361670"/>
              <a:gd name="connsiteY55" fmla="*/ 128956 h 361333"/>
              <a:gd name="connsiteX56" fmla="*/ 250486 w 361670"/>
              <a:gd name="connsiteY56" fmla="*/ 135340 h 361333"/>
              <a:gd name="connsiteX57" fmla="*/ 263904 w 361670"/>
              <a:gd name="connsiteY57" fmla="*/ 100867 h 361333"/>
              <a:gd name="connsiteX58" fmla="*/ 172528 w 361670"/>
              <a:gd name="connsiteY58" fmla="*/ 100867 h 361333"/>
              <a:gd name="connsiteX59" fmla="*/ 166138 w 361670"/>
              <a:gd name="connsiteY59" fmla="*/ 94483 h 361333"/>
              <a:gd name="connsiteX60" fmla="*/ 172528 w 361670"/>
              <a:gd name="connsiteY60" fmla="*/ 88099 h 361333"/>
              <a:gd name="connsiteX61" fmla="*/ 263904 w 361670"/>
              <a:gd name="connsiteY61" fmla="*/ 88099 h 361333"/>
              <a:gd name="connsiteX62" fmla="*/ 270294 w 361670"/>
              <a:gd name="connsiteY62" fmla="*/ 94483 h 361333"/>
              <a:gd name="connsiteX63" fmla="*/ 263904 w 361670"/>
              <a:gd name="connsiteY63" fmla="*/ 100867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361670" h="361333">
                <a:moveTo>
                  <a:pt x="180835" y="0"/>
                </a:moveTo>
                <a:cubicBezTo>
                  <a:pt x="80513" y="0"/>
                  <a:pt x="0" y="81077"/>
                  <a:pt x="0" y="180667"/>
                </a:cubicBezTo>
                <a:cubicBezTo>
                  <a:pt x="0" y="280895"/>
                  <a:pt x="81152" y="361333"/>
                  <a:pt x="180835" y="361333"/>
                </a:cubicBezTo>
                <a:cubicBezTo>
                  <a:pt x="280518" y="361333"/>
                  <a:pt x="361670" y="280257"/>
                  <a:pt x="361670" y="180667"/>
                </a:cubicBezTo>
                <a:cubicBezTo>
                  <a:pt x="361670" y="81077"/>
                  <a:pt x="280518" y="0"/>
                  <a:pt x="180835" y="0"/>
                </a:cubicBezTo>
                <a:close/>
                <a:moveTo>
                  <a:pt x="146969" y="250252"/>
                </a:moveTo>
                <a:lnTo>
                  <a:pt x="124604" y="272596"/>
                </a:lnTo>
                <a:cubicBezTo>
                  <a:pt x="123965" y="273234"/>
                  <a:pt x="123326" y="273873"/>
                  <a:pt x="122687" y="273873"/>
                </a:cubicBezTo>
                <a:cubicBezTo>
                  <a:pt x="122048" y="274511"/>
                  <a:pt x="120770" y="274511"/>
                  <a:pt x="120131" y="274511"/>
                </a:cubicBezTo>
                <a:cubicBezTo>
                  <a:pt x="119492" y="274511"/>
                  <a:pt x="118214" y="274511"/>
                  <a:pt x="117575" y="273873"/>
                </a:cubicBezTo>
                <a:cubicBezTo>
                  <a:pt x="116936" y="273234"/>
                  <a:pt x="116297" y="273234"/>
                  <a:pt x="115658" y="272596"/>
                </a:cubicBezTo>
                <a:lnTo>
                  <a:pt x="93293" y="250252"/>
                </a:lnTo>
                <a:cubicBezTo>
                  <a:pt x="90737" y="247698"/>
                  <a:pt x="90737" y="243868"/>
                  <a:pt x="93293" y="241314"/>
                </a:cubicBezTo>
                <a:cubicBezTo>
                  <a:pt x="95849" y="238761"/>
                  <a:pt x="99683" y="238761"/>
                  <a:pt x="102239" y="241314"/>
                </a:cubicBezTo>
                <a:lnTo>
                  <a:pt x="113741" y="252806"/>
                </a:lnTo>
                <a:lnTo>
                  <a:pt x="113741" y="94483"/>
                </a:lnTo>
                <a:cubicBezTo>
                  <a:pt x="113741" y="90653"/>
                  <a:pt x="116297" y="88099"/>
                  <a:pt x="120131" y="88099"/>
                </a:cubicBezTo>
                <a:cubicBezTo>
                  <a:pt x="123965" y="88099"/>
                  <a:pt x="126521" y="90653"/>
                  <a:pt x="126521" y="94483"/>
                </a:cubicBezTo>
                <a:lnTo>
                  <a:pt x="126521" y="252806"/>
                </a:lnTo>
                <a:lnTo>
                  <a:pt x="138022" y="241314"/>
                </a:lnTo>
                <a:cubicBezTo>
                  <a:pt x="140579" y="238761"/>
                  <a:pt x="144412" y="238761"/>
                  <a:pt x="146969" y="241314"/>
                </a:cubicBezTo>
                <a:cubicBezTo>
                  <a:pt x="149525" y="243868"/>
                  <a:pt x="149525" y="247698"/>
                  <a:pt x="146969" y="250252"/>
                </a:cubicBezTo>
                <a:close/>
                <a:moveTo>
                  <a:pt x="180835" y="274511"/>
                </a:moveTo>
                <a:lnTo>
                  <a:pt x="171889" y="274511"/>
                </a:lnTo>
                <a:cubicBezTo>
                  <a:pt x="168055" y="274511"/>
                  <a:pt x="165500" y="271958"/>
                  <a:pt x="165500" y="268127"/>
                </a:cubicBezTo>
                <a:cubicBezTo>
                  <a:pt x="165500" y="264297"/>
                  <a:pt x="168055" y="261743"/>
                  <a:pt x="171889" y="261743"/>
                </a:cubicBezTo>
                <a:lnTo>
                  <a:pt x="180835" y="261743"/>
                </a:lnTo>
                <a:cubicBezTo>
                  <a:pt x="184669" y="261743"/>
                  <a:pt x="187225" y="264297"/>
                  <a:pt x="187225" y="268127"/>
                </a:cubicBezTo>
                <a:cubicBezTo>
                  <a:pt x="187225" y="271958"/>
                  <a:pt x="184669" y="274511"/>
                  <a:pt x="180835" y="274511"/>
                </a:cubicBezTo>
                <a:close/>
                <a:moveTo>
                  <a:pt x="198088" y="240038"/>
                </a:moveTo>
                <a:lnTo>
                  <a:pt x="171889" y="240038"/>
                </a:lnTo>
                <a:cubicBezTo>
                  <a:pt x="168055" y="240038"/>
                  <a:pt x="165500" y="237484"/>
                  <a:pt x="165500" y="233654"/>
                </a:cubicBezTo>
                <a:cubicBezTo>
                  <a:pt x="165500" y="229823"/>
                  <a:pt x="168055" y="227270"/>
                  <a:pt x="171889" y="227270"/>
                </a:cubicBezTo>
                <a:lnTo>
                  <a:pt x="198088" y="227270"/>
                </a:lnTo>
                <a:cubicBezTo>
                  <a:pt x="201922" y="227270"/>
                  <a:pt x="204478" y="229823"/>
                  <a:pt x="204478" y="233654"/>
                </a:cubicBezTo>
                <a:cubicBezTo>
                  <a:pt x="204478" y="236846"/>
                  <a:pt x="201922" y="240038"/>
                  <a:pt x="198088" y="240038"/>
                </a:cubicBezTo>
                <a:close/>
                <a:moveTo>
                  <a:pt x="215980" y="204926"/>
                </a:moveTo>
                <a:lnTo>
                  <a:pt x="172528" y="204926"/>
                </a:lnTo>
                <a:cubicBezTo>
                  <a:pt x="168695" y="204926"/>
                  <a:pt x="166138" y="202372"/>
                  <a:pt x="166138" y="198542"/>
                </a:cubicBezTo>
                <a:cubicBezTo>
                  <a:pt x="166138" y="194711"/>
                  <a:pt x="168695" y="192158"/>
                  <a:pt x="172528" y="192158"/>
                </a:cubicBezTo>
                <a:lnTo>
                  <a:pt x="215980" y="192158"/>
                </a:lnTo>
                <a:cubicBezTo>
                  <a:pt x="219814" y="192158"/>
                  <a:pt x="222370" y="194711"/>
                  <a:pt x="222370" y="198542"/>
                </a:cubicBezTo>
                <a:cubicBezTo>
                  <a:pt x="222370" y="202372"/>
                  <a:pt x="219175" y="204926"/>
                  <a:pt x="215980" y="204926"/>
                </a:cubicBezTo>
                <a:close/>
                <a:moveTo>
                  <a:pt x="233233" y="170452"/>
                </a:moveTo>
                <a:lnTo>
                  <a:pt x="172528" y="170452"/>
                </a:lnTo>
                <a:cubicBezTo>
                  <a:pt x="168695" y="170452"/>
                  <a:pt x="166138" y="167899"/>
                  <a:pt x="166138" y="164068"/>
                </a:cubicBezTo>
                <a:cubicBezTo>
                  <a:pt x="166138" y="160238"/>
                  <a:pt x="168695" y="157684"/>
                  <a:pt x="172528" y="157684"/>
                </a:cubicBezTo>
                <a:lnTo>
                  <a:pt x="233233" y="157684"/>
                </a:lnTo>
                <a:cubicBezTo>
                  <a:pt x="237067" y="157684"/>
                  <a:pt x="239623" y="160238"/>
                  <a:pt x="239623" y="164068"/>
                </a:cubicBezTo>
                <a:cubicBezTo>
                  <a:pt x="239623" y="167899"/>
                  <a:pt x="236428" y="170452"/>
                  <a:pt x="233233" y="170452"/>
                </a:cubicBezTo>
                <a:close/>
                <a:moveTo>
                  <a:pt x="250486" y="135340"/>
                </a:moveTo>
                <a:lnTo>
                  <a:pt x="171889" y="135340"/>
                </a:lnTo>
                <a:cubicBezTo>
                  <a:pt x="168055" y="135340"/>
                  <a:pt x="165500" y="132787"/>
                  <a:pt x="165500" y="128956"/>
                </a:cubicBezTo>
                <a:cubicBezTo>
                  <a:pt x="165500" y="125126"/>
                  <a:pt x="168055" y="122572"/>
                  <a:pt x="171889" y="122572"/>
                </a:cubicBezTo>
                <a:lnTo>
                  <a:pt x="250486" y="122572"/>
                </a:lnTo>
                <a:cubicBezTo>
                  <a:pt x="254319" y="122572"/>
                  <a:pt x="256876" y="125126"/>
                  <a:pt x="256876" y="128956"/>
                </a:cubicBezTo>
                <a:cubicBezTo>
                  <a:pt x="256876" y="132787"/>
                  <a:pt x="254319" y="135340"/>
                  <a:pt x="250486" y="135340"/>
                </a:cubicBezTo>
                <a:close/>
                <a:moveTo>
                  <a:pt x="263904" y="100867"/>
                </a:moveTo>
                <a:lnTo>
                  <a:pt x="172528" y="100867"/>
                </a:lnTo>
                <a:cubicBezTo>
                  <a:pt x="168695" y="100867"/>
                  <a:pt x="166138" y="98313"/>
                  <a:pt x="166138" y="94483"/>
                </a:cubicBezTo>
                <a:cubicBezTo>
                  <a:pt x="166138" y="90653"/>
                  <a:pt x="168695" y="88099"/>
                  <a:pt x="172528" y="88099"/>
                </a:cubicBezTo>
                <a:lnTo>
                  <a:pt x="263904" y="88099"/>
                </a:lnTo>
                <a:cubicBezTo>
                  <a:pt x="267739" y="88099"/>
                  <a:pt x="270294" y="90653"/>
                  <a:pt x="270294" y="94483"/>
                </a:cubicBezTo>
                <a:cubicBezTo>
                  <a:pt x="270294" y="98313"/>
                  <a:pt x="267099" y="100867"/>
                  <a:pt x="263904" y="100867"/>
                </a:cubicBezTo>
                <a:close/>
              </a:path>
            </a:pathLst>
          </a:custGeom>
          <a:solidFill>
            <a:schemeClr val="accent4"/>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nvGrpSpPr>
          <p:cNvPr id="167" name="Graphic 4">
            <a:extLst>
              <a:ext uri="{FF2B5EF4-FFF2-40B4-BE49-F238E27FC236}">
                <a16:creationId xmlns:a16="http://schemas.microsoft.com/office/drawing/2014/main" id="{339B2C86-2EFB-4E62-A2AD-9D2F24119F42}"/>
              </a:ext>
            </a:extLst>
          </p:cNvPr>
          <p:cNvGrpSpPr/>
          <p:nvPr/>
        </p:nvGrpSpPr>
        <p:grpSpPr>
          <a:xfrm>
            <a:off x="3953286" y="3946166"/>
            <a:ext cx="545289" cy="554513"/>
            <a:chOff x="10324860" y="2855717"/>
            <a:chExt cx="361674" cy="361333"/>
          </a:xfrm>
          <a:solidFill>
            <a:schemeClr val="accent2"/>
          </a:solidFill>
        </p:grpSpPr>
        <p:sp>
          <p:nvSpPr>
            <p:cNvPr id="168" name="Graphic 4">
              <a:extLst>
                <a:ext uri="{FF2B5EF4-FFF2-40B4-BE49-F238E27FC236}">
                  <a16:creationId xmlns:a16="http://schemas.microsoft.com/office/drawing/2014/main" id="{C3B4DBD0-CF85-4DAF-8F59-B3DD0E2654BF}"/>
                </a:ext>
              </a:extLst>
            </p:cNvPr>
            <p:cNvSpPr/>
            <p:nvPr/>
          </p:nvSpPr>
          <p:spPr>
            <a:xfrm>
              <a:off x="10407290" y="3008933"/>
              <a:ext cx="23643" cy="23620"/>
            </a:xfrm>
            <a:custGeom>
              <a:avLst/>
              <a:gdLst>
                <a:gd name="connsiteX0" fmla="*/ 23643 w 23643"/>
                <a:gd name="connsiteY0" fmla="*/ 0 h 23620"/>
                <a:gd name="connsiteX1" fmla="*/ 0 w 23643"/>
                <a:gd name="connsiteY1" fmla="*/ 0 h 23620"/>
                <a:gd name="connsiteX2" fmla="*/ 0 w 23643"/>
                <a:gd name="connsiteY2" fmla="*/ 23621 h 23620"/>
                <a:gd name="connsiteX3" fmla="*/ 23643 w 23643"/>
                <a:gd name="connsiteY3" fmla="*/ 0 h 23620"/>
              </a:gdLst>
              <a:ahLst/>
              <a:cxnLst>
                <a:cxn ang="0">
                  <a:pos x="connsiteX0" y="connsiteY0"/>
                </a:cxn>
                <a:cxn ang="0">
                  <a:pos x="connsiteX1" y="connsiteY1"/>
                </a:cxn>
                <a:cxn ang="0">
                  <a:pos x="connsiteX2" y="connsiteY2"/>
                </a:cxn>
                <a:cxn ang="0">
                  <a:pos x="connsiteX3" y="connsiteY3"/>
                </a:cxn>
              </a:cxnLst>
              <a:rect l="l" t="t" r="r" b="b"/>
              <a:pathLst>
                <a:path w="23643" h="23620">
                  <a:moveTo>
                    <a:pt x="23643" y="0"/>
                  </a:moveTo>
                  <a:lnTo>
                    <a:pt x="0" y="0"/>
                  </a:lnTo>
                  <a:lnTo>
                    <a:pt x="0" y="23621"/>
                  </a:lnTo>
                  <a:cubicBezTo>
                    <a:pt x="11502" y="21067"/>
                    <a:pt x="21087" y="12130"/>
                    <a:pt x="23643" y="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69" name="Graphic 4">
              <a:extLst>
                <a:ext uri="{FF2B5EF4-FFF2-40B4-BE49-F238E27FC236}">
                  <a16:creationId xmlns:a16="http://schemas.microsoft.com/office/drawing/2014/main" id="{7D52161B-E7B4-41EF-A5D4-1D84596E4F4A}"/>
                </a:ext>
              </a:extLst>
            </p:cNvPr>
            <p:cNvSpPr/>
            <p:nvPr/>
          </p:nvSpPr>
          <p:spPr>
            <a:xfrm>
              <a:off x="10550425" y="3009571"/>
              <a:ext cx="23003" cy="22982"/>
            </a:xfrm>
            <a:custGeom>
              <a:avLst/>
              <a:gdLst>
                <a:gd name="connsiteX0" fmla="*/ 23004 w 23003"/>
                <a:gd name="connsiteY0" fmla="*/ 22982 h 22982"/>
                <a:gd name="connsiteX1" fmla="*/ 23004 w 23003"/>
                <a:gd name="connsiteY1" fmla="*/ 0 h 22982"/>
                <a:gd name="connsiteX2" fmla="*/ 0 w 23003"/>
                <a:gd name="connsiteY2" fmla="*/ 0 h 22982"/>
                <a:gd name="connsiteX3" fmla="*/ 23004 w 23003"/>
                <a:gd name="connsiteY3" fmla="*/ 22982 h 22982"/>
              </a:gdLst>
              <a:ahLst/>
              <a:cxnLst>
                <a:cxn ang="0">
                  <a:pos x="connsiteX0" y="connsiteY0"/>
                </a:cxn>
                <a:cxn ang="0">
                  <a:pos x="connsiteX1" y="connsiteY1"/>
                </a:cxn>
                <a:cxn ang="0">
                  <a:pos x="connsiteX2" y="connsiteY2"/>
                </a:cxn>
                <a:cxn ang="0">
                  <a:pos x="connsiteX3" y="connsiteY3"/>
                </a:cxn>
              </a:cxnLst>
              <a:rect l="l" t="t" r="r" b="b"/>
              <a:pathLst>
                <a:path w="23003" h="22982">
                  <a:moveTo>
                    <a:pt x="23004" y="22982"/>
                  </a:moveTo>
                  <a:lnTo>
                    <a:pt x="23004" y="0"/>
                  </a:lnTo>
                  <a:lnTo>
                    <a:pt x="0" y="0"/>
                  </a:lnTo>
                  <a:cubicBezTo>
                    <a:pt x="2556" y="11491"/>
                    <a:pt x="11502" y="20429"/>
                    <a:pt x="23004" y="229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70" name="Graphic 4">
              <a:extLst>
                <a:ext uri="{FF2B5EF4-FFF2-40B4-BE49-F238E27FC236}">
                  <a16:creationId xmlns:a16="http://schemas.microsoft.com/office/drawing/2014/main" id="{119946FB-7255-48BD-99FE-142C655F5F2C}"/>
                </a:ext>
              </a:extLst>
            </p:cNvPr>
            <p:cNvSpPr/>
            <p:nvPr/>
          </p:nvSpPr>
          <p:spPr>
            <a:xfrm>
              <a:off x="10406651" y="3008933"/>
              <a:ext cx="166777" cy="86183"/>
            </a:xfrm>
            <a:custGeom>
              <a:avLst/>
              <a:gdLst>
                <a:gd name="connsiteX0" fmla="*/ 0 w 166777"/>
                <a:gd name="connsiteY0" fmla="*/ 36389 h 86183"/>
                <a:gd name="connsiteX1" fmla="*/ 0 w 166777"/>
                <a:gd name="connsiteY1" fmla="*/ 49795 h 86183"/>
                <a:gd name="connsiteX2" fmla="*/ 36423 w 166777"/>
                <a:gd name="connsiteY2" fmla="*/ 86184 h 86183"/>
                <a:gd name="connsiteX3" fmla="*/ 129716 w 166777"/>
                <a:gd name="connsiteY3" fmla="*/ 86184 h 86183"/>
                <a:gd name="connsiteX4" fmla="*/ 166777 w 166777"/>
                <a:gd name="connsiteY4" fmla="*/ 49795 h 86183"/>
                <a:gd name="connsiteX5" fmla="*/ 166777 w 166777"/>
                <a:gd name="connsiteY5" fmla="*/ 36389 h 86183"/>
                <a:gd name="connsiteX6" fmla="*/ 130355 w 166777"/>
                <a:gd name="connsiteY6" fmla="*/ 0 h 86183"/>
                <a:gd name="connsiteX7" fmla="*/ 36423 w 166777"/>
                <a:gd name="connsiteY7" fmla="*/ 0 h 86183"/>
                <a:gd name="connsiteX8" fmla="*/ 0 w 166777"/>
                <a:gd name="connsiteY8" fmla="*/ 36389 h 86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777" h="86183">
                  <a:moveTo>
                    <a:pt x="0" y="36389"/>
                  </a:moveTo>
                  <a:lnTo>
                    <a:pt x="0" y="49795"/>
                  </a:lnTo>
                  <a:cubicBezTo>
                    <a:pt x="18531" y="52349"/>
                    <a:pt x="33228" y="67032"/>
                    <a:pt x="36423" y="86184"/>
                  </a:cubicBezTo>
                  <a:lnTo>
                    <a:pt x="129716" y="86184"/>
                  </a:lnTo>
                  <a:cubicBezTo>
                    <a:pt x="132272" y="67032"/>
                    <a:pt x="147607" y="52349"/>
                    <a:pt x="166777" y="49795"/>
                  </a:cubicBezTo>
                  <a:lnTo>
                    <a:pt x="166777" y="36389"/>
                  </a:lnTo>
                  <a:cubicBezTo>
                    <a:pt x="148247" y="33835"/>
                    <a:pt x="133550" y="19152"/>
                    <a:pt x="130355" y="0"/>
                  </a:cubicBezTo>
                  <a:lnTo>
                    <a:pt x="36423" y="0"/>
                  </a:lnTo>
                  <a:cubicBezTo>
                    <a:pt x="34506" y="19152"/>
                    <a:pt x="19170" y="33835"/>
                    <a:pt x="0" y="36389"/>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71" name="Graphic 4">
              <a:extLst>
                <a:ext uri="{FF2B5EF4-FFF2-40B4-BE49-F238E27FC236}">
                  <a16:creationId xmlns:a16="http://schemas.microsoft.com/office/drawing/2014/main" id="{AF380E4E-FC07-4EF8-8059-1AA73BECAC29}"/>
                </a:ext>
              </a:extLst>
            </p:cNvPr>
            <p:cNvSpPr/>
            <p:nvPr/>
          </p:nvSpPr>
          <p:spPr>
            <a:xfrm>
              <a:off x="10406651" y="3072134"/>
              <a:ext cx="23003" cy="22982"/>
            </a:xfrm>
            <a:custGeom>
              <a:avLst/>
              <a:gdLst>
                <a:gd name="connsiteX0" fmla="*/ 0 w 23003"/>
                <a:gd name="connsiteY0" fmla="*/ 0 h 22982"/>
                <a:gd name="connsiteX1" fmla="*/ 0 w 23003"/>
                <a:gd name="connsiteY1" fmla="*/ 22982 h 22982"/>
                <a:gd name="connsiteX2" fmla="*/ 23004 w 23003"/>
                <a:gd name="connsiteY2" fmla="*/ 22982 h 22982"/>
                <a:gd name="connsiteX3" fmla="*/ 0 w 23003"/>
                <a:gd name="connsiteY3" fmla="*/ 0 h 22982"/>
              </a:gdLst>
              <a:ahLst/>
              <a:cxnLst>
                <a:cxn ang="0">
                  <a:pos x="connsiteX0" y="connsiteY0"/>
                </a:cxn>
                <a:cxn ang="0">
                  <a:pos x="connsiteX1" y="connsiteY1"/>
                </a:cxn>
                <a:cxn ang="0">
                  <a:pos x="connsiteX2" y="connsiteY2"/>
                </a:cxn>
                <a:cxn ang="0">
                  <a:pos x="connsiteX3" y="connsiteY3"/>
                </a:cxn>
              </a:cxnLst>
              <a:rect l="l" t="t" r="r" b="b"/>
              <a:pathLst>
                <a:path w="23003" h="22982">
                  <a:moveTo>
                    <a:pt x="0" y="0"/>
                  </a:moveTo>
                  <a:lnTo>
                    <a:pt x="0" y="22982"/>
                  </a:lnTo>
                  <a:lnTo>
                    <a:pt x="23004" y="22982"/>
                  </a:lnTo>
                  <a:cubicBezTo>
                    <a:pt x="21087" y="11491"/>
                    <a:pt x="12141" y="1915"/>
                    <a:pt x="0" y="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72" name="Graphic 4">
              <a:extLst>
                <a:ext uri="{FF2B5EF4-FFF2-40B4-BE49-F238E27FC236}">
                  <a16:creationId xmlns:a16="http://schemas.microsoft.com/office/drawing/2014/main" id="{281AF469-3431-4976-9FCB-7181095EF425}"/>
                </a:ext>
              </a:extLst>
            </p:cNvPr>
            <p:cNvSpPr/>
            <p:nvPr/>
          </p:nvSpPr>
          <p:spPr>
            <a:xfrm>
              <a:off x="10549786" y="3071496"/>
              <a:ext cx="23642" cy="23620"/>
            </a:xfrm>
            <a:custGeom>
              <a:avLst/>
              <a:gdLst>
                <a:gd name="connsiteX0" fmla="*/ 0 w 23642"/>
                <a:gd name="connsiteY0" fmla="*/ 23621 h 23620"/>
                <a:gd name="connsiteX1" fmla="*/ 23642 w 23642"/>
                <a:gd name="connsiteY1" fmla="*/ 23621 h 23620"/>
                <a:gd name="connsiteX2" fmla="*/ 23642 w 23642"/>
                <a:gd name="connsiteY2" fmla="*/ 0 h 23620"/>
                <a:gd name="connsiteX3" fmla="*/ 0 w 23642"/>
                <a:gd name="connsiteY3" fmla="*/ 23621 h 23620"/>
              </a:gdLst>
              <a:ahLst/>
              <a:cxnLst>
                <a:cxn ang="0">
                  <a:pos x="connsiteX0" y="connsiteY0"/>
                </a:cxn>
                <a:cxn ang="0">
                  <a:pos x="connsiteX1" y="connsiteY1"/>
                </a:cxn>
                <a:cxn ang="0">
                  <a:pos x="connsiteX2" y="connsiteY2"/>
                </a:cxn>
                <a:cxn ang="0">
                  <a:pos x="connsiteX3" y="connsiteY3"/>
                </a:cxn>
              </a:cxnLst>
              <a:rect l="l" t="t" r="r" b="b"/>
              <a:pathLst>
                <a:path w="23642" h="23620">
                  <a:moveTo>
                    <a:pt x="0" y="23621"/>
                  </a:moveTo>
                  <a:lnTo>
                    <a:pt x="23642" y="23621"/>
                  </a:lnTo>
                  <a:lnTo>
                    <a:pt x="23642" y="0"/>
                  </a:lnTo>
                  <a:cubicBezTo>
                    <a:pt x="12141" y="2554"/>
                    <a:pt x="2556" y="11491"/>
                    <a:pt x="0" y="23621"/>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73" name="Graphic 4">
              <a:extLst>
                <a:ext uri="{FF2B5EF4-FFF2-40B4-BE49-F238E27FC236}">
                  <a16:creationId xmlns:a16="http://schemas.microsoft.com/office/drawing/2014/main" id="{BF3B0747-9979-4D19-B70F-BCD28DF5D18E}"/>
                </a:ext>
              </a:extLst>
            </p:cNvPr>
            <p:cNvSpPr/>
            <p:nvPr/>
          </p:nvSpPr>
          <p:spPr>
            <a:xfrm>
              <a:off x="10438601" y="2977013"/>
              <a:ext cx="166777" cy="86183"/>
            </a:xfrm>
            <a:custGeom>
              <a:avLst/>
              <a:gdLst>
                <a:gd name="connsiteX0" fmla="*/ 0 w 166777"/>
                <a:gd name="connsiteY0" fmla="*/ 19152 h 86183"/>
                <a:gd name="connsiteX1" fmla="*/ 141857 w 166777"/>
                <a:gd name="connsiteY1" fmla="*/ 19152 h 86183"/>
                <a:gd name="connsiteX2" fmla="*/ 148247 w 166777"/>
                <a:gd name="connsiteY2" fmla="*/ 25536 h 86183"/>
                <a:gd name="connsiteX3" fmla="*/ 148247 w 166777"/>
                <a:gd name="connsiteY3" fmla="*/ 86184 h 86183"/>
                <a:gd name="connsiteX4" fmla="*/ 166777 w 166777"/>
                <a:gd name="connsiteY4" fmla="*/ 86184 h 86183"/>
                <a:gd name="connsiteX5" fmla="*/ 166777 w 166777"/>
                <a:gd name="connsiteY5" fmla="*/ 0 h 86183"/>
                <a:gd name="connsiteX6" fmla="*/ 0 w 166777"/>
                <a:gd name="connsiteY6" fmla="*/ 0 h 86183"/>
                <a:gd name="connsiteX7" fmla="*/ 0 w 166777"/>
                <a:gd name="connsiteY7" fmla="*/ 19152 h 86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777" h="86183">
                  <a:moveTo>
                    <a:pt x="0" y="19152"/>
                  </a:moveTo>
                  <a:lnTo>
                    <a:pt x="141857" y="19152"/>
                  </a:lnTo>
                  <a:cubicBezTo>
                    <a:pt x="145691" y="19152"/>
                    <a:pt x="148247" y="21706"/>
                    <a:pt x="148247" y="25536"/>
                  </a:cubicBezTo>
                  <a:lnTo>
                    <a:pt x="148247" y="86184"/>
                  </a:lnTo>
                  <a:lnTo>
                    <a:pt x="166777" y="86184"/>
                  </a:lnTo>
                  <a:lnTo>
                    <a:pt x="166777" y="0"/>
                  </a:lnTo>
                  <a:lnTo>
                    <a:pt x="0" y="0"/>
                  </a:lnTo>
                  <a:lnTo>
                    <a:pt x="0" y="19152"/>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74" name="Graphic 4">
              <a:extLst>
                <a:ext uri="{FF2B5EF4-FFF2-40B4-BE49-F238E27FC236}">
                  <a16:creationId xmlns:a16="http://schemas.microsoft.com/office/drawing/2014/main" id="{8E4244ED-6D3C-44CB-9682-93F0E3F46286}"/>
                </a:ext>
              </a:extLst>
            </p:cNvPr>
            <p:cNvSpPr/>
            <p:nvPr/>
          </p:nvSpPr>
          <p:spPr>
            <a:xfrm>
              <a:off x="10324860" y="2855717"/>
              <a:ext cx="361674" cy="361333"/>
            </a:xfrm>
            <a:custGeom>
              <a:avLst/>
              <a:gdLst>
                <a:gd name="connsiteX0" fmla="*/ 180835 w 361674"/>
                <a:gd name="connsiteY0" fmla="*/ 0 h 361333"/>
                <a:gd name="connsiteX1" fmla="*/ 0 w 361674"/>
                <a:gd name="connsiteY1" fmla="*/ 180667 h 361333"/>
                <a:gd name="connsiteX2" fmla="*/ 180835 w 361674"/>
                <a:gd name="connsiteY2" fmla="*/ 361333 h 361333"/>
                <a:gd name="connsiteX3" fmla="*/ 361670 w 361674"/>
                <a:gd name="connsiteY3" fmla="*/ 180667 h 361333"/>
                <a:gd name="connsiteX4" fmla="*/ 180835 w 361674"/>
                <a:gd name="connsiteY4" fmla="*/ 0 h 361333"/>
                <a:gd name="connsiteX5" fmla="*/ 293298 w 361674"/>
                <a:gd name="connsiteY5" fmla="*/ 214502 h 361333"/>
                <a:gd name="connsiteX6" fmla="*/ 286908 w 361674"/>
                <a:gd name="connsiteY6" fmla="*/ 220886 h 361333"/>
                <a:gd name="connsiteX7" fmla="*/ 261987 w 361674"/>
                <a:gd name="connsiteY7" fmla="*/ 220886 h 361333"/>
                <a:gd name="connsiteX8" fmla="*/ 261987 w 361674"/>
                <a:gd name="connsiteY8" fmla="*/ 245783 h 361333"/>
                <a:gd name="connsiteX9" fmla="*/ 255597 w 361674"/>
                <a:gd name="connsiteY9" fmla="*/ 252167 h 361333"/>
                <a:gd name="connsiteX10" fmla="*/ 76040 w 361674"/>
                <a:gd name="connsiteY10" fmla="*/ 252167 h 361333"/>
                <a:gd name="connsiteX11" fmla="*/ 69650 w 361674"/>
                <a:gd name="connsiteY11" fmla="*/ 245783 h 361333"/>
                <a:gd name="connsiteX12" fmla="*/ 69650 w 361674"/>
                <a:gd name="connsiteY12" fmla="*/ 146832 h 361333"/>
                <a:gd name="connsiteX13" fmla="*/ 76040 w 361674"/>
                <a:gd name="connsiteY13" fmla="*/ 140448 h 361333"/>
                <a:gd name="connsiteX14" fmla="*/ 100961 w 361674"/>
                <a:gd name="connsiteY14" fmla="*/ 140448 h 361333"/>
                <a:gd name="connsiteX15" fmla="*/ 100961 w 361674"/>
                <a:gd name="connsiteY15" fmla="*/ 115550 h 361333"/>
                <a:gd name="connsiteX16" fmla="*/ 107350 w 361674"/>
                <a:gd name="connsiteY16" fmla="*/ 109166 h 361333"/>
                <a:gd name="connsiteX17" fmla="*/ 286908 w 361674"/>
                <a:gd name="connsiteY17" fmla="*/ 109166 h 361333"/>
                <a:gd name="connsiteX18" fmla="*/ 293298 w 361674"/>
                <a:gd name="connsiteY18" fmla="*/ 115550 h 361333"/>
                <a:gd name="connsiteX19" fmla="*/ 293298 w 361674"/>
                <a:gd name="connsiteY19" fmla="*/ 214502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61674" h="361333">
                  <a:moveTo>
                    <a:pt x="180835" y="0"/>
                  </a:moveTo>
                  <a:cubicBezTo>
                    <a:pt x="80513" y="0"/>
                    <a:pt x="0" y="81076"/>
                    <a:pt x="0" y="180667"/>
                  </a:cubicBezTo>
                  <a:cubicBezTo>
                    <a:pt x="0" y="280895"/>
                    <a:pt x="81152" y="361333"/>
                    <a:pt x="180835" y="361333"/>
                  </a:cubicBezTo>
                  <a:cubicBezTo>
                    <a:pt x="280518" y="361333"/>
                    <a:pt x="361670" y="280257"/>
                    <a:pt x="361670" y="180667"/>
                  </a:cubicBezTo>
                  <a:cubicBezTo>
                    <a:pt x="362309" y="80438"/>
                    <a:pt x="281157" y="0"/>
                    <a:pt x="180835" y="0"/>
                  </a:cubicBezTo>
                  <a:close/>
                  <a:moveTo>
                    <a:pt x="293298" y="214502"/>
                  </a:moveTo>
                  <a:cubicBezTo>
                    <a:pt x="293298" y="218332"/>
                    <a:pt x="290742" y="220886"/>
                    <a:pt x="286908" y="220886"/>
                  </a:cubicBezTo>
                  <a:lnTo>
                    <a:pt x="261987" y="220886"/>
                  </a:lnTo>
                  <a:lnTo>
                    <a:pt x="261987" y="245783"/>
                  </a:lnTo>
                  <a:cubicBezTo>
                    <a:pt x="261987" y="249614"/>
                    <a:pt x="259431" y="252167"/>
                    <a:pt x="255597" y="252167"/>
                  </a:cubicBezTo>
                  <a:lnTo>
                    <a:pt x="76040" y="252167"/>
                  </a:lnTo>
                  <a:cubicBezTo>
                    <a:pt x="72206" y="252167"/>
                    <a:pt x="69650" y="249614"/>
                    <a:pt x="69650" y="245783"/>
                  </a:cubicBezTo>
                  <a:lnTo>
                    <a:pt x="69650" y="146832"/>
                  </a:lnTo>
                  <a:cubicBezTo>
                    <a:pt x="69650" y="143001"/>
                    <a:pt x="72206" y="140448"/>
                    <a:pt x="76040" y="140448"/>
                  </a:cubicBezTo>
                  <a:lnTo>
                    <a:pt x="100961" y="140448"/>
                  </a:lnTo>
                  <a:lnTo>
                    <a:pt x="100961" y="115550"/>
                  </a:lnTo>
                  <a:cubicBezTo>
                    <a:pt x="100961" y="111720"/>
                    <a:pt x="103517" y="109166"/>
                    <a:pt x="107350" y="109166"/>
                  </a:cubicBezTo>
                  <a:lnTo>
                    <a:pt x="286908" y="109166"/>
                  </a:lnTo>
                  <a:cubicBezTo>
                    <a:pt x="290742" y="109166"/>
                    <a:pt x="293298" y="111720"/>
                    <a:pt x="293298" y="115550"/>
                  </a:cubicBezTo>
                  <a:lnTo>
                    <a:pt x="293298" y="214502"/>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sp>
        <p:nvSpPr>
          <p:cNvPr id="175" name="Oval 174">
            <a:extLst>
              <a:ext uri="{FF2B5EF4-FFF2-40B4-BE49-F238E27FC236}">
                <a16:creationId xmlns:a16="http://schemas.microsoft.com/office/drawing/2014/main" id="{EF8799D4-7366-424C-9D21-E7DA3ED6C634}"/>
              </a:ext>
            </a:extLst>
          </p:cNvPr>
          <p:cNvSpPr/>
          <p:nvPr/>
        </p:nvSpPr>
        <p:spPr bwMode="gray">
          <a:xfrm>
            <a:off x="10515999" y="2096977"/>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176" name="Oval 175">
            <a:extLst>
              <a:ext uri="{FF2B5EF4-FFF2-40B4-BE49-F238E27FC236}">
                <a16:creationId xmlns:a16="http://schemas.microsoft.com/office/drawing/2014/main" id="{6284047F-FBA7-4451-B085-88FF0354D718}"/>
              </a:ext>
            </a:extLst>
          </p:cNvPr>
          <p:cNvSpPr/>
          <p:nvPr/>
        </p:nvSpPr>
        <p:spPr bwMode="gray">
          <a:xfrm>
            <a:off x="10521789" y="3985008"/>
            <a:ext cx="365760" cy="365760"/>
          </a:xfrm>
          <a:prstGeom prst="ellipse">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grpSp>
        <p:nvGrpSpPr>
          <p:cNvPr id="177" name="Graphic 4">
            <a:extLst>
              <a:ext uri="{FF2B5EF4-FFF2-40B4-BE49-F238E27FC236}">
                <a16:creationId xmlns:a16="http://schemas.microsoft.com/office/drawing/2014/main" id="{FCCA074C-DFA7-4206-BEFF-B88A9F48FE20}"/>
              </a:ext>
            </a:extLst>
          </p:cNvPr>
          <p:cNvGrpSpPr/>
          <p:nvPr/>
        </p:nvGrpSpPr>
        <p:grpSpPr>
          <a:xfrm>
            <a:off x="3953286" y="5100022"/>
            <a:ext cx="548639" cy="521405"/>
            <a:chOff x="4045469" y="4308712"/>
            <a:chExt cx="362309" cy="361971"/>
          </a:xfrm>
          <a:solidFill>
            <a:schemeClr val="accent3"/>
          </a:solidFill>
        </p:grpSpPr>
        <p:sp>
          <p:nvSpPr>
            <p:cNvPr id="178" name="Graphic 4">
              <a:extLst>
                <a:ext uri="{FF2B5EF4-FFF2-40B4-BE49-F238E27FC236}">
                  <a16:creationId xmlns:a16="http://schemas.microsoft.com/office/drawing/2014/main" id="{FFC88B02-6CFF-4E10-A9CE-F127F8D4CA48}"/>
                </a:ext>
              </a:extLst>
            </p:cNvPr>
            <p:cNvSpPr/>
            <p:nvPr/>
          </p:nvSpPr>
          <p:spPr>
            <a:xfrm>
              <a:off x="4209690" y="4384681"/>
              <a:ext cx="34505" cy="146192"/>
            </a:xfrm>
            <a:custGeom>
              <a:avLst/>
              <a:gdLst>
                <a:gd name="connsiteX0" fmla="*/ 7668 w 34505"/>
                <a:gd name="connsiteY0" fmla="*/ 146193 h 146192"/>
                <a:gd name="connsiteX1" fmla="*/ 26838 w 34505"/>
                <a:gd name="connsiteY1" fmla="*/ 146193 h 146192"/>
                <a:gd name="connsiteX2" fmla="*/ 34506 w 34505"/>
                <a:gd name="connsiteY2" fmla="*/ 0 h 146192"/>
                <a:gd name="connsiteX3" fmla="*/ 0 w 34505"/>
                <a:gd name="connsiteY3" fmla="*/ 0 h 146192"/>
              </a:gdLst>
              <a:ahLst/>
              <a:cxnLst>
                <a:cxn ang="0">
                  <a:pos x="connsiteX0" y="connsiteY0"/>
                </a:cxn>
                <a:cxn ang="0">
                  <a:pos x="connsiteX1" y="connsiteY1"/>
                </a:cxn>
                <a:cxn ang="0">
                  <a:pos x="connsiteX2" y="connsiteY2"/>
                </a:cxn>
                <a:cxn ang="0">
                  <a:pos x="connsiteX3" y="connsiteY3"/>
                </a:cxn>
              </a:cxnLst>
              <a:rect l="l" t="t" r="r" b="b"/>
              <a:pathLst>
                <a:path w="34505" h="146192">
                  <a:moveTo>
                    <a:pt x="7668" y="146193"/>
                  </a:moveTo>
                  <a:lnTo>
                    <a:pt x="26838" y="146193"/>
                  </a:lnTo>
                  <a:lnTo>
                    <a:pt x="34506" y="0"/>
                  </a:lnTo>
                  <a:lnTo>
                    <a:pt x="0" y="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79" name="Graphic 4">
              <a:extLst>
                <a:ext uri="{FF2B5EF4-FFF2-40B4-BE49-F238E27FC236}">
                  <a16:creationId xmlns:a16="http://schemas.microsoft.com/office/drawing/2014/main" id="{61322295-9012-4B96-817C-653DC220959D}"/>
                </a:ext>
              </a:extLst>
            </p:cNvPr>
            <p:cNvSpPr/>
            <p:nvPr/>
          </p:nvSpPr>
          <p:spPr>
            <a:xfrm>
              <a:off x="4217358" y="4574924"/>
              <a:ext cx="19169" cy="19151"/>
            </a:xfrm>
            <a:custGeom>
              <a:avLst/>
              <a:gdLst>
                <a:gd name="connsiteX0" fmla="*/ 9585 w 19169"/>
                <a:gd name="connsiteY0" fmla="*/ 0 h 19151"/>
                <a:gd name="connsiteX1" fmla="*/ 0 w 19169"/>
                <a:gd name="connsiteY1" fmla="*/ 9576 h 19151"/>
                <a:gd name="connsiteX2" fmla="*/ 9585 w 19169"/>
                <a:gd name="connsiteY2" fmla="*/ 19152 h 19151"/>
                <a:gd name="connsiteX3" fmla="*/ 19170 w 19169"/>
                <a:gd name="connsiteY3" fmla="*/ 9576 h 19151"/>
                <a:gd name="connsiteX4" fmla="*/ 19170 w 19169"/>
                <a:gd name="connsiteY4" fmla="*/ 9576 h 19151"/>
                <a:gd name="connsiteX5" fmla="*/ 9585 w 19169"/>
                <a:gd name="connsiteY5" fmla="*/ 0 h 19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169" h="19151">
                  <a:moveTo>
                    <a:pt x="9585" y="0"/>
                  </a:moveTo>
                  <a:cubicBezTo>
                    <a:pt x="4473" y="0"/>
                    <a:pt x="0" y="4469"/>
                    <a:pt x="0" y="9576"/>
                  </a:cubicBezTo>
                  <a:cubicBezTo>
                    <a:pt x="0" y="14683"/>
                    <a:pt x="4473" y="19152"/>
                    <a:pt x="9585" y="19152"/>
                  </a:cubicBezTo>
                  <a:cubicBezTo>
                    <a:pt x="14697" y="19152"/>
                    <a:pt x="19170" y="14683"/>
                    <a:pt x="19170" y="9576"/>
                  </a:cubicBezTo>
                  <a:lnTo>
                    <a:pt x="19170" y="9576"/>
                  </a:lnTo>
                  <a:cubicBezTo>
                    <a:pt x="19170" y="4469"/>
                    <a:pt x="14697" y="0"/>
                    <a:pt x="9585" y="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80" name="Graphic 4">
              <a:extLst>
                <a:ext uri="{FF2B5EF4-FFF2-40B4-BE49-F238E27FC236}">
                  <a16:creationId xmlns:a16="http://schemas.microsoft.com/office/drawing/2014/main" id="{7A0B3BCA-45E3-473F-8E63-076CE45C0F19}"/>
                </a:ext>
              </a:extLst>
            </p:cNvPr>
            <p:cNvSpPr/>
            <p:nvPr/>
          </p:nvSpPr>
          <p:spPr>
            <a:xfrm>
              <a:off x="4045469" y="4308712"/>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298132 h 361971"/>
                <a:gd name="connsiteX8" fmla="*/ 159110 w 362309"/>
                <a:gd name="connsiteY8" fmla="*/ 275788 h 361971"/>
                <a:gd name="connsiteX9" fmla="*/ 181474 w 362309"/>
                <a:gd name="connsiteY9" fmla="*/ 253444 h 361971"/>
                <a:gd name="connsiteX10" fmla="*/ 203839 w 362309"/>
                <a:gd name="connsiteY10" fmla="*/ 275788 h 361971"/>
                <a:gd name="connsiteX11" fmla="*/ 203839 w 362309"/>
                <a:gd name="connsiteY11" fmla="*/ 275788 h 361971"/>
                <a:gd name="connsiteX12" fmla="*/ 181474 w 362309"/>
                <a:gd name="connsiteY12" fmla="*/ 298132 h 361971"/>
                <a:gd name="connsiteX13" fmla="*/ 181474 w 362309"/>
                <a:gd name="connsiteY13" fmla="*/ 298132 h 361971"/>
                <a:gd name="connsiteX14" fmla="*/ 203839 w 362309"/>
                <a:gd name="connsiteY14" fmla="*/ 228546 h 361971"/>
                <a:gd name="connsiteX15" fmla="*/ 197449 w 362309"/>
                <a:gd name="connsiteY15" fmla="*/ 234930 h 361971"/>
                <a:gd name="connsiteX16" fmla="*/ 165500 w 362309"/>
                <a:gd name="connsiteY16" fmla="*/ 234930 h 361971"/>
                <a:gd name="connsiteX17" fmla="*/ 159110 w 362309"/>
                <a:gd name="connsiteY17" fmla="*/ 228546 h 361971"/>
                <a:gd name="connsiteX18" fmla="*/ 151442 w 362309"/>
                <a:gd name="connsiteY18" fmla="*/ 69586 h 361971"/>
                <a:gd name="connsiteX19" fmla="*/ 153358 w 362309"/>
                <a:gd name="connsiteY19" fmla="*/ 65117 h 361971"/>
                <a:gd name="connsiteX20" fmla="*/ 157832 w 362309"/>
                <a:gd name="connsiteY20" fmla="*/ 63202 h 361971"/>
                <a:gd name="connsiteX21" fmla="*/ 205756 w 362309"/>
                <a:gd name="connsiteY21" fmla="*/ 63202 h 361971"/>
                <a:gd name="connsiteX22" fmla="*/ 210229 w 362309"/>
                <a:gd name="connsiteY22" fmla="*/ 65117 h 361971"/>
                <a:gd name="connsiteX23" fmla="*/ 212146 w 362309"/>
                <a:gd name="connsiteY23" fmla="*/ 69586 h 361971"/>
                <a:gd name="connsiteX24" fmla="*/ 203839 w 362309"/>
                <a:gd name="connsiteY24" fmla="*/ 228546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62309" h="361971">
                  <a:moveTo>
                    <a:pt x="181474" y="0"/>
                  </a:moveTo>
                  <a:cubicBezTo>
                    <a:pt x="81152" y="0"/>
                    <a:pt x="0" y="81077"/>
                    <a:pt x="0" y="180667"/>
                  </a:cubicBezTo>
                  <a:cubicBezTo>
                    <a:pt x="0" y="280257"/>
                    <a:pt x="81152" y="361972"/>
                    <a:pt x="180836" y="361972"/>
                  </a:cubicBezTo>
                  <a:cubicBezTo>
                    <a:pt x="280518" y="361972"/>
                    <a:pt x="362310" y="280895"/>
                    <a:pt x="362310" y="181305"/>
                  </a:cubicBezTo>
                  <a:cubicBezTo>
                    <a:pt x="362310" y="181305"/>
                    <a:pt x="362310" y="181305"/>
                    <a:pt x="362310" y="181305"/>
                  </a:cubicBezTo>
                  <a:cubicBezTo>
                    <a:pt x="362310" y="81077"/>
                    <a:pt x="281796" y="0"/>
                    <a:pt x="181474" y="0"/>
                  </a:cubicBezTo>
                  <a:cubicBezTo>
                    <a:pt x="181474" y="0"/>
                    <a:pt x="181474" y="0"/>
                    <a:pt x="181474" y="0"/>
                  </a:cubicBezTo>
                  <a:close/>
                  <a:moveTo>
                    <a:pt x="181474" y="298132"/>
                  </a:moveTo>
                  <a:cubicBezTo>
                    <a:pt x="169333" y="298132"/>
                    <a:pt x="159110" y="287918"/>
                    <a:pt x="159110" y="275788"/>
                  </a:cubicBezTo>
                  <a:cubicBezTo>
                    <a:pt x="159110" y="263658"/>
                    <a:pt x="169333" y="253444"/>
                    <a:pt x="181474" y="253444"/>
                  </a:cubicBezTo>
                  <a:cubicBezTo>
                    <a:pt x="193615" y="253444"/>
                    <a:pt x="203839" y="263658"/>
                    <a:pt x="203839" y="275788"/>
                  </a:cubicBezTo>
                  <a:cubicBezTo>
                    <a:pt x="203839" y="275788"/>
                    <a:pt x="203839" y="275788"/>
                    <a:pt x="203839" y="275788"/>
                  </a:cubicBezTo>
                  <a:cubicBezTo>
                    <a:pt x="203839" y="288556"/>
                    <a:pt x="193615" y="298132"/>
                    <a:pt x="181474" y="298132"/>
                  </a:cubicBezTo>
                  <a:lnTo>
                    <a:pt x="181474" y="298132"/>
                  </a:lnTo>
                  <a:close/>
                  <a:moveTo>
                    <a:pt x="203839" y="228546"/>
                  </a:moveTo>
                  <a:cubicBezTo>
                    <a:pt x="203839" y="232377"/>
                    <a:pt x="201283" y="234930"/>
                    <a:pt x="197449" y="234930"/>
                  </a:cubicBezTo>
                  <a:lnTo>
                    <a:pt x="165500" y="234930"/>
                  </a:lnTo>
                  <a:cubicBezTo>
                    <a:pt x="161666" y="234930"/>
                    <a:pt x="159110" y="232377"/>
                    <a:pt x="159110" y="228546"/>
                  </a:cubicBezTo>
                  <a:lnTo>
                    <a:pt x="151442" y="69586"/>
                  </a:lnTo>
                  <a:cubicBezTo>
                    <a:pt x="151442" y="67670"/>
                    <a:pt x="152081" y="66394"/>
                    <a:pt x="153358" y="65117"/>
                  </a:cubicBezTo>
                  <a:cubicBezTo>
                    <a:pt x="154637" y="63840"/>
                    <a:pt x="155915" y="63202"/>
                    <a:pt x="157832" y="63202"/>
                  </a:cubicBezTo>
                  <a:lnTo>
                    <a:pt x="205756" y="63202"/>
                  </a:lnTo>
                  <a:cubicBezTo>
                    <a:pt x="207673" y="63202"/>
                    <a:pt x="208951" y="63840"/>
                    <a:pt x="210229" y="65117"/>
                  </a:cubicBezTo>
                  <a:cubicBezTo>
                    <a:pt x="211507" y="66394"/>
                    <a:pt x="212146" y="68309"/>
                    <a:pt x="212146" y="69586"/>
                  </a:cubicBezTo>
                  <a:lnTo>
                    <a:pt x="203839" y="228546"/>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sp>
        <p:nvSpPr>
          <p:cNvPr id="77" name="Graphic 4">
            <a:extLst>
              <a:ext uri="{FF2B5EF4-FFF2-40B4-BE49-F238E27FC236}">
                <a16:creationId xmlns:a16="http://schemas.microsoft.com/office/drawing/2014/main" id="{4339BE92-37EB-4330-94EA-EC5DF606C937}"/>
              </a:ext>
            </a:extLst>
          </p:cNvPr>
          <p:cNvSpPr/>
          <p:nvPr/>
        </p:nvSpPr>
        <p:spPr>
          <a:xfrm>
            <a:off x="3953285" y="3129593"/>
            <a:ext cx="545290" cy="547219"/>
          </a:xfrm>
          <a:custGeom>
            <a:avLst/>
            <a:gdLst>
              <a:gd name="connsiteX0" fmla="*/ 180835 w 361670"/>
              <a:gd name="connsiteY0" fmla="*/ 0 h 361333"/>
              <a:gd name="connsiteX1" fmla="*/ 0 w 361670"/>
              <a:gd name="connsiteY1" fmla="*/ 180667 h 361333"/>
              <a:gd name="connsiteX2" fmla="*/ 180835 w 361670"/>
              <a:gd name="connsiteY2" fmla="*/ 361333 h 361333"/>
              <a:gd name="connsiteX3" fmla="*/ 361670 w 361670"/>
              <a:gd name="connsiteY3" fmla="*/ 180667 h 361333"/>
              <a:gd name="connsiteX4" fmla="*/ 180835 w 361670"/>
              <a:gd name="connsiteY4" fmla="*/ 0 h 361333"/>
              <a:gd name="connsiteX5" fmla="*/ 146969 w 361670"/>
              <a:gd name="connsiteY5" fmla="*/ 250252 h 361333"/>
              <a:gd name="connsiteX6" fmla="*/ 124604 w 361670"/>
              <a:gd name="connsiteY6" fmla="*/ 272596 h 361333"/>
              <a:gd name="connsiteX7" fmla="*/ 122687 w 361670"/>
              <a:gd name="connsiteY7" fmla="*/ 273873 h 361333"/>
              <a:gd name="connsiteX8" fmla="*/ 120131 w 361670"/>
              <a:gd name="connsiteY8" fmla="*/ 274511 h 361333"/>
              <a:gd name="connsiteX9" fmla="*/ 117575 w 361670"/>
              <a:gd name="connsiteY9" fmla="*/ 273873 h 361333"/>
              <a:gd name="connsiteX10" fmla="*/ 115658 w 361670"/>
              <a:gd name="connsiteY10" fmla="*/ 272596 h 361333"/>
              <a:gd name="connsiteX11" fmla="*/ 93293 w 361670"/>
              <a:gd name="connsiteY11" fmla="*/ 250252 h 361333"/>
              <a:gd name="connsiteX12" fmla="*/ 93293 w 361670"/>
              <a:gd name="connsiteY12" fmla="*/ 241314 h 361333"/>
              <a:gd name="connsiteX13" fmla="*/ 102239 w 361670"/>
              <a:gd name="connsiteY13" fmla="*/ 241314 h 361333"/>
              <a:gd name="connsiteX14" fmla="*/ 113741 w 361670"/>
              <a:gd name="connsiteY14" fmla="*/ 252806 h 361333"/>
              <a:gd name="connsiteX15" fmla="*/ 113741 w 361670"/>
              <a:gd name="connsiteY15" fmla="*/ 94483 h 361333"/>
              <a:gd name="connsiteX16" fmla="*/ 120131 w 361670"/>
              <a:gd name="connsiteY16" fmla="*/ 88099 h 361333"/>
              <a:gd name="connsiteX17" fmla="*/ 126521 w 361670"/>
              <a:gd name="connsiteY17" fmla="*/ 94483 h 361333"/>
              <a:gd name="connsiteX18" fmla="*/ 126521 w 361670"/>
              <a:gd name="connsiteY18" fmla="*/ 252806 h 361333"/>
              <a:gd name="connsiteX19" fmla="*/ 138022 w 361670"/>
              <a:gd name="connsiteY19" fmla="*/ 241314 h 361333"/>
              <a:gd name="connsiteX20" fmla="*/ 146969 w 361670"/>
              <a:gd name="connsiteY20" fmla="*/ 241314 h 361333"/>
              <a:gd name="connsiteX21" fmla="*/ 146969 w 361670"/>
              <a:gd name="connsiteY21" fmla="*/ 250252 h 361333"/>
              <a:gd name="connsiteX22" fmla="*/ 180835 w 361670"/>
              <a:gd name="connsiteY22" fmla="*/ 274511 h 361333"/>
              <a:gd name="connsiteX23" fmla="*/ 171889 w 361670"/>
              <a:gd name="connsiteY23" fmla="*/ 274511 h 361333"/>
              <a:gd name="connsiteX24" fmla="*/ 165500 w 361670"/>
              <a:gd name="connsiteY24" fmla="*/ 268127 h 361333"/>
              <a:gd name="connsiteX25" fmla="*/ 171889 w 361670"/>
              <a:gd name="connsiteY25" fmla="*/ 261743 h 361333"/>
              <a:gd name="connsiteX26" fmla="*/ 180835 w 361670"/>
              <a:gd name="connsiteY26" fmla="*/ 261743 h 361333"/>
              <a:gd name="connsiteX27" fmla="*/ 187225 w 361670"/>
              <a:gd name="connsiteY27" fmla="*/ 268127 h 361333"/>
              <a:gd name="connsiteX28" fmla="*/ 180835 w 361670"/>
              <a:gd name="connsiteY28" fmla="*/ 274511 h 361333"/>
              <a:gd name="connsiteX29" fmla="*/ 198088 w 361670"/>
              <a:gd name="connsiteY29" fmla="*/ 240038 h 361333"/>
              <a:gd name="connsiteX30" fmla="*/ 171889 w 361670"/>
              <a:gd name="connsiteY30" fmla="*/ 240038 h 361333"/>
              <a:gd name="connsiteX31" fmla="*/ 165500 w 361670"/>
              <a:gd name="connsiteY31" fmla="*/ 233654 h 361333"/>
              <a:gd name="connsiteX32" fmla="*/ 171889 w 361670"/>
              <a:gd name="connsiteY32" fmla="*/ 227270 h 361333"/>
              <a:gd name="connsiteX33" fmla="*/ 198088 w 361670"/>
              <a:gd name="connsiteY33" fmla="*/ 227270 h 361333"/>
              <a:gd name="connsiteX34" fmla="*/ 204478 w 361670"/>
              <a:gd name="connsiteY34" fmla="*/ 233654 h 361333"/>
              <a:gd name="connsiteX35" fmla="*/ 198088 w 361670"/>
              <a:gd name="connsiteY35" fmla="*/ 240038 h 361333"/>
              <a:gd name="connsiteX36" fmla="*/ 215980 w 361670"/>
              <a:gd name="connsiteY36" fmla="*/ 204926 h 361333"/>
              <a:gd name="connsiteX37" fmla="*/ 172528 w 361670"/>
              <a:gd name="connsiteY37" fmla="*/ 204926 h 361333"/>
              <a:gd name="connsiteX38" fmla="*/ 166138 w 361670"/>
              <a:gd name="connsiteY38" fmla="*/ 198542 h 361333"/>
              <a:gd name="connsiteX39" fmla="*/ 172528 w 361670"/>
              <a:gd name="connsiteY39" fmla="*/ 192158 h 361333"/>
              <a:gd name="connsiteX40" fmla="*/ 215980 w 361670"/>
              <a:gd name="connsiteY40" fmla="*/ 192158 h 361333"/>
              <a:gd name="connsiteX41" fmla="*/ 222370 w 361670"/>
              <a:gd name="connsiteY41" fmla="*/ 198542 h 361333"/>
              <a:gd name="connsiteX42" fmla="*/ 215980 w 361670"/>
              <a:gd name="connsiteY42" fmla="*/ 204926 h 361333"/>
              <a:gd name="connsiteX43" fmla="*/ 233233 w 361670"/>
              <a:gd name="connsiteY43" fmla="*/ 170452 h 361333"/>
              <a:gd name="connsiteX44" fmla="*/ 172528 w 361670"/>
              <a:gd name="connsiteY44" fmla="*/ 170452 h 361333"/>
              <a:gd name="connsiteX45" fmla="*/ 166138 w 361670"/>
              <a:gd name="connsiteY45" fmla="*/ 164068 h 361333"/>
              <a:gd name="connsiteX46" fmla="*/ 172528 w 361670"/>
              <a:gd name="connsiteY46" fmla="*/ 157684 h 361333"/>
              <a:gd name="connsiteX47" fmla="*/ 233233 w 361670"/>
              <a:gd name="connsiteY47" fmla="*/ 157684 h 361333"/>
              <a:gd name="connsiteX48" fmla="*/ 239623 w 361670"/>
              <a:gd name="connsiteY48" fmla="*/ 164068 h 361333"/>
              <a:gd name="connsiteX49" fmla="*/ 233233 w 361670"/>
              <a:gd name="connsiteY49" fmla="*/ 170452 h 361333"/>
              <a:gd name="connsiteX50" fmla="*/ 250486 w 361670"/>
              <a:gd name="connsiteY50" fmla="*/ 135340 h 361333"/>
              <a:gd name="connsiteX51" fmla="*/ 171889 w 361670"/>
              <a:gd name="connsiteY51" fmla="*/ 135340 h 361333"/>
              <a:gd name="connsiteX52" fmla="*/ 165500 w 361670"/>
              <a:gd name="connsiteY52" fmla="*/ 128956 h 361333"/>
              <a:gd name="connsiteX53" fmla="*/ 171889 w 361670"/>
              <a:gd name="connsiteY53" fmla="*/ 122572 h 361333"/>
              <a:gd name="connsiteX54" fmla="*/ 250486 w 361670"/>
              <a:gd name="connsiteY54" fmla="*/ 122572 h 361333"/>
              <a:gd name="connsiteX55" fmla="*/ 256876 w 361670"/>
              <a:gd name="connsiteY55" fmla="*/ 128956 h 361333"/>
              <a:gd name="connsiteX56" fmla="*/ 250486 w 361670"/>
              <a:gd name="connsiteY56" fmla="*/ 135340 h 361333"/>
              <a:gd name="connsiteX57" fmla="*/ 263904 w 361670"/>
              <a:gd name="connsiteY57" fmla="*/ 100867 h 361333"/>
              <a:gd name="connsiteX58" fmla="*/ 172528 w 361670"/>
              <a:gd name="connsiteY58" fmla="*/ 100867 h 361333"/>
              <a:gd name="connsiteX59" fmla="*/ 166138 w 361670"/>
              <a:gd name="connsiteY59" fmla="*/ 94483 h 361333"/>
              <a:gd name="connsiteX60" fmla="*/ 172528 w 361670"/>
              <a:gd name="connsiteY60" fmla="*/ 88099 h 361333"/>
              <a:gd name="connsiteX61" fmla="*/ 263904 w 361670"/>
              <a:gd name="connsiteY61" fmla="*/ 88099 h 361333"/>
              <a:gd name="connsiteX62" fmla="*/ 270294 w 361670"/>
              <a:gd name="connsiteY62" fmla="*/ 94483 h 361333"/>
              <a:gd name="connsiteX63" fmla="*/ 263904 w 361670"/>
              <a:gd name="connsiteY63" fmla="*/ 100867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361670" h="361333">
                <a:moveTo>
                  <a:pt x="180835" y="0"/>
                </a:moveTo>
                <a:cubicBezTo>
                  <a:pt x="80513" y="0"/>
                  <a:pt x="0" y="81077"/>
                  <a:pt x="0" y="180667"/>
                </a:cubicBezTo>
                <a:cubicBezTo>
                  <a:pt x="0" y="280895"/>
                  <a:pt x="81152" y="361333"/>
                  <a:pt x="180835" y="361333"/>
                </a:cubicBezTo>
                <a:cubicBezTo>
                  <a:pt x="280518" y="361333"/>
                  <a:pt x="361670" y="280257"/>
                  <a:pt x="361670" y="180667"/>
                </a:cubicBezTo>
                <a:cubicBezTo>
                  <a:pt x="361670" y="81077"/>
                  <a:pt x="280518" y="0"/>
                  <a:pt x="180835" y="0"/>
                </a:cubicBezTo>
                <a:close/>
                <a:moveTo>
                  <a:pt x="146969" y="250252"/>
                </a:moveTo>
                <a:lnTo>
                  <a:pt x="124604" y="272596"/>
                </a:lnTo>
                <a:cubicBezTo>
                  <a:pt x="123965" y="273234"/>
                  <a:pt x="123326" y="273873"/>
                  <a:pt x="122687" y="273873"/>
                </a:cubicBezTo>
                <a:cubicBezTo>
                  <a:pt x="122048" y="274511"/>
                  <a:pt x="120770" y="274511"/>
                  <a:pt x="120131" y="274511"/>
                </a:cubicBezTo>
                <a:cubicBezTo>
                  <a:pt x="119492" y="274511"/>
                  <a:pt x="118214" y="274511"/>
                  <a:pt x="117575" y="273873"/>
                </a:cubicBezTo>
                <a:cubicBezTo>
                  <a:pt x="116936" y="273234"/>
                  <a:pt x="116297" y="273234"/>
                  <a:pt x="115658" y="272596"/>
                </a:cubicBezTo>
                <a:lnTo>
                  <a:pt x="93293" y="250252"/>
                </a:lnTo>
                <a:cubicBezTo>
                  <a:pt x="90737" y="247698"/>
                  <a:pt x="90737" y="243868"/>
                  <a:pt x="93293" y="241314"/>
                </a:cubicBezTo>
                <a:cubicBezTo>
                  <a:pt x="95849" y="238761"/>
                  <a:pt x="99683" y="238761"/>
                  <a:pt x="102239" y="241314"/>
                </a:cubicBezTo>
                <a:lnTo>
                  <a:pt x="113741" y="252806"/>
                </a:lnTo>
                <a:lnTo>
                  <a:pt x="113741" y="94483"/>
                </a:lnTo>
                <a:cubicBezTo>
                  <a:pt x="113741" y="90653"/>
                  <a:pt x="116297" y="88099"/>
                  <a:pt x="120131" y="88099"/>
                </a:cubicBezTo>
                <a:cubicBezTo>
                  <a:pt x="123965" y="88099"/>
                  <a:pt x="126521" y="90653"/>
                  <a:pt x="126521" y="94483"/>
                </a:cubicBezTo>
                <a:lnTo>
                  <a:pt x="126521" y="252806"/>
                </a:lnTo>
                <a:lnTo>
                  <a:pt x="138022" y="241314"/>
                </a:lnTo>
                <a:cubicBezTo>
                  <a:pt x="140579" y="238761"/>
                  <a:pt x="144412" y="238761"/>
                  <a:pt x="146969" y="241314"/>
                </a:cubicBezTo>
                <a:cubicBezTo>
                  <a:pt x="149525" y="243868"/>
                  <a:pt x="149525" y="247698"/>
                  <a:pt x="146969" y="250252"/>
                </a:cubicBezTo>
                <a:close/>
                <a:moveTo>
                  <a:pt x="180835" y="274511"/>
                </a:moveTo>
                <a:lnTo>
                  <a:pt x="171889" y="274511"/>
                </a:lnTo>
                <a:cubicBezTo>
                  <a:pt x="168055" y="274511"/>
                  <a:pt x="165500" y="271958"/>
                  <a:pt x="165500" y="268127"/>
                </a:cubicBezTo>
                <a:cubicBezTo>
                  <a:pt x="165500" y="264297"/>
                  <a:pt x="168055" y="261743"/>
                  <a:pt x="171889" y="261743"/>
                </a:cubicBezTo>
                <a:lnTo>
                  <a:pt x="180835" y="261743"/>
                </a:lnTo>
                <a:cubicBezTo>
                  <a:pt x="184669" y="261743"/>
                  <a:pt x="187225" y="264297"/>
                  <a:pt x="187225" y="268127"/>
                </a:cubicBezTo>
                <a:cubicBezTo>
                  <a:pt x="187225" y="271958"/>
                  <a:pt x="184669" y="274511"/>
                  <a:pt x="180835" y="274511"/>
                </a:cubicBezTo>
                <a:close/>
                <a:moveTo>
                  <a:pt x="198088" y="240038"/>
                </a:moveTo>
                <a:lnTo>
                  <a:pt x="171889" y="240038"/>
                </a:lnTo>
                <a:cubicBezTo>
                  <a:pt x="168055" y="240038"/>
                  <a:pt x="165500" y="237484"/>
                  <a:pt x="165500" y="233654"/>
                </a:cubicBezTo>
                <a:cubicBezTo>
                  <a:pt x="165500" y="229823"/>
                  <a:pt x="168055" y="227270"/>
                  <a:pt x="171889" y="227270"/>
                </a:cubicBezTo>
                <a:lnTo>
                  <a:pt x="198088" y="227270"/>
                </a:lnTo>
                <a:cubicBezTo>
                  <a:pt x="201922" y="227270"/>
                  <a:pt x="204478" y="229823"/>
                  <a:pt x="204478" y="233654"/>
                </a:cubicBezTo>
                <a:cubicBezTo>
                  <a:pt x="204478" y="236846"/>
                  <a:pt x="201922" y="240038"/>
                  <a:pt x="198088" y="240038"/>
                </a:cubicBezTo>
                <a:close/>
                <a:moveTo>
                  <a:pt x="215980" y="204926"/>
                </a:moveTo>
                <a:lnTo>
                  <a:pt x="172528" y="204926"/>
                </a:lnTo>
                <a:cubicBezTo>
                  <a:pt x="168695" y="204926"/>
                  <a:pt x="166138" y="202372"/>
                  <a:pt x="166138" y="198542"/>
                </a:cubicBezTo>
                <a:cubicBezTo>
                  <a:pt x="166138" y="194711"/>
                  <a:pt x="168695" y="192158"/>
                  <a:pt x="172528" y="192158"/>
                </a:cubicBezTo>
                <a:lnTo>
                  <a:pt x="215980" y="192158"/>
                </a:lnTo>
                <a:cubicBezTo>
                  <a:pt x="219814" y="192158"/>
                  <a:pt x="222370" y="194711"/>
                  <a:pt x="222370" y="198542"/>
                </a:cubicBezTo>
                <a:cubicBezTo>
                  <a:pt x="222370" y="202372"/>
                  <a:pt x="219175" y="204926"/>
                  <a:pt x="215980" y="204926"/>
                </a:cubicBezTo>
                <a:close/>
                <a:moveTo>
                  <a:pt x="233233" y="170452"/>
                </a:moveTo>
                <a:lnTo>
                  <a:pt x="172528" y="170452"/>
                </a:lnTo>
                <a:cubicBezTo>
                  <a:pt x="168695" y="170452"/>
                  <a:pt x="166138" y="167899"/>
                  <a:pt x="166138" y="164068"/>
                </a:cubicBezTo>
                <a:cubicBezTo>
                  <a:pt x="166138" y="160238"/>
                  <a:pt x="168695" y="157684"/>
                  <a:pt x="172528" y="157684"/>
                </a:cubicBezTo>
                <a:lnTo>
                  <a:pt x="233233" y="157684"/>
                </a:lnTo>
                <a:cubicBezTo>
                  <a:pt x="237067" y="157684"/>
                  <a:pt x="239623" y="160238"/>
                  <a:pt x="239623" y="164068"/>
                </a:cubicBezTo>
                <a:cubicBezTo>
                  <a:pt x="239623" y="167899"/>
                  <a:pt x="236428" y="170452"/>
                  <a:pt x="233233" y="170452"/>
                </a:cubicBezTo>
                <a:close/>
                <a:moveTo>
                  <a:pt x="250486" y="135340"/>
                </a:moveTo>
                <a:lnTo>
                  <a:pt x="171889" y="135340"/>
                </a:lnTo>
                <a:cubicBezTo>
                  <a:pt x="168055" y="135340"/>
                  <a:pt x="165500" y="132787"/>
                  <a:pt x="165500" y="128956"/>
                </a:cubicBezTo>
                <a:cubicBezTo>
                  <a:pt x="165500" y="125126"/>
                  <a:pt x="168055" y="122572"/>
                  <a:pt x="171889" y="122572"/>
                </a:cubicBezTo>
                <a:lnTo>
                  <a:pt x="250486" y="122572"/>
                </a:lnTo>
                <a:cubicBezTo>
                  <a:pt x="254319" y="122572"/>
                  <a:pt x="256876" y="125126"/>
                  <a:pt x="256876" y="128956"/>
                </a:cubicBezTo>
                <a:cubicBezTo>
                  <a:pt x="256876" y="132787"/>
                  <a:pt x="254319" y="135340"/>
                  <a:pt x="250486" y="135340"/>
                </a:cubicBezTo>
                <a:close/>
                <a:moveTo>
                  <a:pt x="263904" y="100867"/>
                </a:moveTo>
                <a:lnTo>
                  <a:pt x="172528" y="100867"/>
                </a:lnTo>
                <a:cubicBezTo>
                  <a:pt x="168695" y="100867"/>
                  <a:pt x="166138" y="98313"/>
                  <a:pt x="166138" y="94483"/>
                </a:cubicBezTo>
                <a:cubicBezTo>
                  <a:pt x="166138" y="90653"/>
                  <a:pt x="168695" y="88099"/>
                  <a:pt x="172528" y="88099"/>
                </a:cubicBezTo>
                <a:lnTo>
                  <a:pt x="263904" y="88099"/>
                </a:lnTo>
                <a:cubicBezTo>
                  <a:pt x="267739" y="88099"/>
                  <a:pt x="270294" y="90653"/>
                  <a:pt x="270294" y="94483"/>
                </a:cubicBezTo>
                <a:cubicBezTo>
                  <a:pt x="270294" y="98313"/>
                  <a:pt x="267099" y="100867"/>
                  <a:pt x="263904" y="100867"/>
                </a:cubicBezTo>
                <a:close/>
              </a:path>
            </a:pathLst>
          </a:custGeom>
          <a:solidFill>
            <a:srgbClr val="00A3E0"/>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79" name="TextBox 78">
            <a:extLst>
              <a:ext uri="{FF2B5EF4-FFF2-40B4-BE49-F238E27FC236}">
                <a16:creationId xmlns:a16="http://schemas.microsoft.com/office/drawing/2014/main" id="{9E8C7A61-B9B4-4872-AC04-42EE7E080152}"/>
              </a:ext>
            </a:extLst>
          </p:cNvPr>
          <p:cNvSpPr txBox="1"/>
          <p:nvPr/>
        </p:nvSpPr>
        <p:spPr>
          <a:xfrm>
            <a:off x="4940307" y="2972315"/>
            <a:ext cx="5260332" cy="861774"/>
          </a:xfrm>
          <a:prstGeom prst="rect">
            <a:avLst/>
          </a:prstGeom>
          <a:noFill/>
        </p:spPr>
        <p:txBody>
          <a:bodyPr wrap="square" lIns="0" tIns="0" rIns="0" bIns="0" rtlCol="0"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A3E0"/>
                </a:solidFill>
                <a:effectLst/>
                <a:uLnTx/>
                <a:uFillTx/>
                <a:latin typeface="Verdana"/>
                <a:ea typeface="+mn-ea"/>
                <a:cs typeface="+mn-cs"/>
              </a:rPr>
              <a:t>Cyber Security: </a:t>
            </a:r>
            <a:r>
              <a:rPr kumimoji="0" lang="en-US" sz="1400" b="0" i="0" u="none" strike="noStrike" kern="1200" cap="none" spc="0" normalizeH="0" baseline="0" noProof="0" dirty="0">
                <a:ln>
                  <a:noFill/>
                </a:ln>
                <a:solidFill>
                  <a:prstClr val="black"/>
                </a:solidFill>
                <a:effectLst/>
                <a:uLnTx/>
                <a:uFillTx/>
                <a:latin typeface="Verdana"/>
                <a:ea typeface="+mn-ea"/>
                <a:cs typeface="+mn-cs"/>
              </a:rPr>
              <a:t>Digitalization of commercial processes may lead to cyber threats and hacks. There will be potential cyber risks of both network assets and consumer information</a:t>
            </a:r>
          </a:p>
        </p:txBody>
      </p:sp>
      <p:grpSp>
        <p:nvGrpSpPr>
          <p:cNvPr id="80" name="Group 79">
            <a:extLst>
              <a:ext uri="{FF2B5EF4-FFF2-40B4-BE49-F238E27FC236}">
                <a16:creationId xmlns:a16="http://schemas.microsoft.com/office/drawing/2014/main" id="{DFC1E913-F3DF-45B9-9C4A-37C320E4CA02}"/>
              </a:ext>
            </a:extLst>
          </p:cNvPr>
          <p:cNvGrpSpPr/>
          <p:nvPr/>
        </p:nvGrpSpPr>
        <p:grpSpPr>
          <a:xfrm>
            <a:off x="2980576" y="3302297"/>
            <a:ext cx="972709" cy="153338"/>
            <a:chOff x="4523386" y="3151206"/>
            <a:chExt cx="1021211" cy="300631"/>
          </a:xfrm>
        </p:grpSpPr>
        <p:cxnSp>
          <p:nvCxnSpPr>
            <p:cNvPr id="81" name="Straight Connector 80">
              <a:extLst>
                <a:ext uri="{FF2B5EF4-FFF2-40B4-BE49-F238E27FC236}">
                  <a16:creationId xmlns:a16="http://schemas.microsoft.com/office/drawing/2014/main" id="{3DFB8E8D-8EA7-4716-BA1C-DD7F9C2CE5F7}"/>
                </a:ext>
              </a:extLst>
            </p:cNvPr>
            <p:cNvCxnSpPr>
              <a:cxnSpLocks/>
            </p:cNvCxnSpPr>
            <p:nvPr/>
          </p:nvCxnSpPr>
          <p:spPr>
            <a:xfrm>
              <a:off x="4922598" y="3151712"/>
              <a:ext cx="621999" cy="0"/>
            </a:xfrm>
            <a:prstGeom prst="line">
              <a:avLst/>
            </a:prstGeom>
            <a:ln w="15875" cap="rnd">
              <a:solidFill>
                <a:schemeClr val="accent4"/>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5B57193B-2C73-4BED-88E0-BB6E350BA47D}"/>
                </a:ext>
              </a:extLst>
            </p:cNvPr>
            <p:cNvCxnSpPr>
              <a:cxnSpLocks/>
            </p:cNvCxnSpPr>
            <p:nvPr/>
          </p:nvCxnSpPr>
          <p:spPr>
            <a:xfrm flipH="1">
              <a:off x="4523386" y="3151206"/>
              <a:ext cx="371734" cy="300631"/>
            </a:xfrm>
            <a:prstGeom prst="line">
              <a:avLst/>
            </a:prstGeom>
            <a:ln w="15875" cap="rnd">
              <a:solidFill>
                <a:schemeClr val="accent4"/>
              </a:solidFill>
              <a:prstDash val="sysDot"/>
              <a:tailEnd type="oval"/>
            </a:ln>
          </p:spPr>
          <p:style>
            <a:lnRef idx="1">
              <a:schemeClr val="accent1"/>
            </a:lnRef>
            <a:fillRef idx="0">
              <a:schemeClr val="accent1"/>
            </a:fillRef>
            <a:effectRef idx="0">
              <a:schemeClr val="accent1"/>
            </a:effectRef>
            <a:fontRef idx="minor">
              <a:schemeClr val="tx1"/>
            </a:fontRef>
          </p:style>
        </p:cxnSp>
      </p:grpSp>
      <p:sp>
        <p:nvSpPr>
          <p:cNvPr id="84" name="Oval 83">
            <a:extLst>
              <a:ext uri="{FF2B5EF4-FFF2-40B4-BE49-F238E27FC236}">
                <a16:creationId xmlns:a16="http://schemas.microsoft.com/office/drawing/2014/main" id="{DBF405A2-906C-4733-BD5C-BF90EAC72C38}"/>
              </a:ext>
            </a:extLst>
          </p:cNvPr>
          <p:cNvSpPr/>
          <p:nvPr/>
        </p:nvSpPr>
        <p:spPr bwMode="gray">
          <a:xfrm>
            <a:off x="10515999" y="3153061"/>
            <a:ext cx="365760" cy="365760"/>
          </a:xfrm>
          <a:prstGeom prst="ellipse">
            <a:avLst/>
          </a:prstGeom>
          <a:solidFill>
            <a:schemeClr val="accent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grpSp>
        <p:nvGrpSpPr>
          <p:cNvPr id="85" name="Group 84">
            <a:extLst>
              <a:ext uri="{FF2B5EF4-FFF2-40B4-BE49-F238E27FC236}">
                <a16:creationId xmlns:a16="http://schemas.microsoft.com/office/drawing/2014/main" id="{E5E71C07-818D-4F87-BD32-D02895DA90D9}"/>
              </a:ext>
            </a:extLst>
          </p:cNvPr>
          <p:cNvGrpSpPr/>
          <p:nvPr/>
        </p:nvGrpSpPr>
        <p:grpSpPr>
          <a:xfrm>
            <a:off x="3160469" y="6389529"/>
            <a:ext cx="5871063" cy="357374"/>
            <a:chOff x="2789942" y="6324600"/>
            <a:chExt cx="5871063" cy="365760"/>
          </a:xfrm>
        </p:grpSpPr>
        <p:sp>
          <p:nvSpPr>
            <p:cNvPr id="86" name="Oval 85">
              <a:extLst>
                <a:ext uri="{FF2B5EF4-FFF2-40B4-BE49-F238E27FC236}">
                  <a16:creationId xmlns:a16="http://schemas.microsoft.com/office/drawing/2014/main" id="{8762056B-2025-4D91-B6AF-1703476AA1A7}"/>
                </a:ext>
              </a:extLst>
            </p:cNvPr>
            <p:cNvSpPr/>
            <p:nvPr/>
          </p:nvSpPr>
          <p:spPr bwMode="gray">
            <a:xfrm>
              <a:off x="4811486" y="6324600"/>
              <a:ext cx="365760" cy="365760"/>
            </a:xfrm>
            <a:prstGeom prst="ellipse">
              <a:avLst/>
            </a:prstGeom>
            <a:solidFill>
              <a:schemeClr val="accent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87" name="Oval 86">
              <a:extLst>
                <a:ext uri="{FF2B5EF4-FFF2-40B4-BE49-F238E27FC236}">
                  <a16:creationId xmlns:a16="http://schemas.microsoft.com/office/drawing/2014/main" id="{6F10D726-D18C-4437-A1F4-98693B485F5E}"/>
                </a:ext>
              </a:extLst>
            </p:cNvPr>
            <p:cNvSpPr/>
            <p:nvPr/>
          </p:nvSpPr>
          <p:spPr bwMode="gray">
            <a:xfrm>
              <a:off x="6072053" y="6324600"/>
              <a:ext cx="365760" cy="365760"/>
            </a:xfrm>
            <a:prstGeom prst="ellips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89" name="Oval 88">
              <a:extLst>
                <a:ext uri="{FF2B5EF4-FFF2-40B4-BE49-F238E27FC236}">
                  <a16:creationId xmlns:a16="http://schemas.microsoft.com/office/drawing/2014/main" id="{E082C5D3-695E-4575-8B06-6207A2C9D4DC}"/>
                </a:ext>
              </a:extLst>
            </p:cNvPr>
            <p:cNvSpPr/>
            <p:nvPr/>
          </p:nvSpPr>
          <p:spPr bwMode="gray">
            <a:xfrm>
              <a:off x="7405717" y="6324600"/>
              <a:ext cx="365760" cy="365760"/>
            </a:xfrm>
            <a:prstGeom prst="ellipse">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90" name="TextBox 89">
              <a:extLst>
                <a:ext uri="{FF2B5EF4-FFF2-40B4-BE49-F238E27FC236}">
                  <a16:creationId xmlns:a16="http://schemas.microsoft.com/office/drawing/2014/main" id="{D400B3D8-40D7-4713-B37D-E611621D750A}"/>
                </a:ext>
              </a:extLst>
            </p:cNvPr>
            <p:cNvSpPr txBox="1"/>
            <p:nvPr/>
          </p:nvSpPr>
          <p:spPr>
            <a:xfrm>
              <a:off x="2789942" y="6442322"/>
              <a:ext cx="1698925"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1" u="none" strike="noStrike" kern="1200" cap="none" spc="0" normalizeH="0" baseline="0" noProof="0">
                  <a:ln>
                    <a:noFill/>
                  </a:ln>
                  <a:solidFill>
                    <a:srgbClr val="313131"/>
                  </a:solidFill>
                  <a:effectLst/>
                  <a:uLnTx/>
                  <a:uFillTx/>
                  <a:latin typeface="Verdana"/>
                  <a:ea typeface="+mn-ea"/>
                  <a:cs typeface="+mn-cs"/>
                </a:rPr>
                <a:t>Impact on Business</a:t>
              </a:r>
            </a:p>
          </p:txBody>
        </p:sp>
        <p:sp>
          <p:nvSpPr>
            <p:cNvPr id="91" name="TextBox 90">
              <a:extLst>
                <a:ext uri="{FF2B5EF4-FFF2-40B4-BE49-F238E27FC236}">
                  <a16:creationId xmlns:a16="http://schemas.microsoft.com/office/drawing/2014/main" id="{5D4BB84F-AA62-4E16-8A1A-F4A9F5CEC175}"/>
                </a:ext>
              </a:extLst>
            </p:cNvPr>
            <p:cNvSpPr txBox="1"/>
            <p:nvPr/>
          </p:nvSpPr>
          <p:spPr>
            <a:xfrm>
              <a:off x="5247379" y="6420550"/>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Verdana"/>
                  <a:ea typeface="+mn-ea"/>
                  <a:cs typeface="+mn-cs"/>
                </a:rPr>
                <a:t>High</a:t>
              </a:r>
            </a:p>
          </p:txBody>
        </p:sp>
        <p:sp>
          <p:nvSpPr>
            <p:cNvPr id="92" name="TextBox 91">
              <a:extLst>
                <a:ext uri="{FF2B5EF4-FFF2-40B4-BE49-F238E27FC236}">
                  <a16:creationId xmlns:a16="http://schemas.microsoft.com/office/drawing/2014/main" id="{0EBB124D-0BA8-416C-80B4-39070722DAEA}"/>
                </a:ext>
              </a:extLst>
            </p:cNvPr>
            <p:cNvSpPr txBox="1"/>
            <p:nvPr/>
          </p:nvSpPr>
          <p:spPr>
            <a:xfrm>
              <a:off x="6537499" y="6412891"/>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Verdana"/>
                  <a:ea typeface="+mn-ea"/>
                  <a:cs typeface="+mn-cs"/>
                </a:rPr>
                <a:t>Medium</a:t>
              </a:r>
            </a:p>
          </p:txBody>
        </p:sp>
        <p:sp>
          <p:nvSpPr>
            <p:cNvPr id="95" name="TextBox 94">
              <a:extLst>
                <a:ext uri="{FF2B5EF4-FFF2-40B4-BE49-F238E27FC236}">
                  <a16:creationId xmlns:a16="http://schemas.microsoft.com/office/drawing/2014/main" id="{2EF0D7FB-4F9A-47F6-B7A4-A7514869BAB7}"/>
                </a:ext>
              </a:extLst>
            </p:cNvPr>
            <p:cNvSpPr txBox="1"/>
            <p:nvPr/>
          </p:nvSpPr>
          <p:spPr>
            <a:xfrm>
              <a:off x="7899005" y="6412891"/>
              <a:ext cx="762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srgbClr val="313131"/>
                  </a:solidFill>
                  <a:effectLst/>
                  <a:uLnTx/>
                  <a:uFillTx/>
                  <a:latin typeface="Verdana"/>
                  <a:ea typeface="+mn-ea"/>
                  <a:cs typeface="+mn-cs"/>
                </a:rPr>
                <a:t>Low</a:t>
              </a:r>
            </a:p>
          </p:txBody>
        </p:sp>
      </p:grpSp>
    </p:spTree>
    <p:extLst>
      <p:ext uri="{BB962C8B-B14F-4D97-AF65-F5344CB8AC3E}">
        <p14:creationId xmlns:p14="http://schemas.microsoft.com/office/powerpoint/2010/main" val="2457020518"/>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p:cNvSpPr>
            <a:spLocks noGrp="1"/>
          </p:cNvSpPr>
          <p:nvPr>
            <p:ph type="body" sz="quarter" idx="4294967295"/>
          </p:nvPr>
        </p:nvSpPr>
        <p:spPr>
          <a:xfrm>
            <a:off x="341524" y="4102100"/>
            <a:ext cx="11176000" cy="2197100"/>
          </a:xfrm>
        </p:spPr>
        <p:txBody>
          <a:bodyPr anchor="b">
            <a:noAutofit/>
          </a:bodyPr>
          <a:lstStyle/>
          <a:p>
            <a:pPr algn="just">
              <a:spcAft>
                <a:spcPts val="600"/>
              </a:spcAft>
            </a:pPr>
            <a:r>
              <a:rPr lang="en-US" sz="1000" b="1" dirty="0">
                <a:solidFill>
                  <a:schemeClr val="bg1"/>
                </a:solidFill>
              </a:rPr>
              <a:t>Deloitte</a:t>
            </a:r>
            <a:r>
              <a:rPr lang="en-US" sz="1000" dirty="0">
                <a:solidFill>
                  <a:schemeClr val="bg1"/>
                </a:solidFill>
              </a:rPr>
              <a:t> refers to one or more of Deloitte </a:t>
            </a:r>
            <a:r>
              <a:rPr lang="en-US" sz="1000" dirty="0" err="1">
                <a:solidFill>
                  <a:schemeClr val="bg1"/>
                </a:solidFill>
              </a:rPr>
              <a:t>Touche</a:t>
            </a:r>
            <a:r>
              <a:rPr lang="en-US" sz="1000" dirty="0">
                <a:solidFill>
                  <a:schemeClr val="bg1"/>
                </a:solidFill>
              </a:rPr>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algn="just">
              <a:spcAft>
                <a:spcPts val="600"/>
              </a:spcAft>
            </a:pPr>
            <a:r>
              <a:rPr lang="en-US" sz="1000" dirty="0">
                <a:solidFill>
                  <a:schemeClr val="bg1"/>
                </a:solidFill>
              </a:rPr>
              <a:t>This material has been prepared by Deloitte </a:t>
            </a:r>
            <a:r>
              <a:rPr lang="en-US" sz="1000" dirty="0" err="1">
                <a:solidFill>
                  <a:schemeClr val="bg1"/>
                </a:solidFill>
              </a:rPr>
              <a:t>Touche</a:t>
            </a:r>
            <a:r>
              <a:rPr lang="en-US" sz="1000" dirty="0">
                <a:solidFill>
                  <a:schemeClr val="bg1"/>
                </a:solidFill>
              </a:rPr>
              <a:t> Tohmatsu India LLP (“DTTI LLP”), a member of Deloitte </a:t>
            </a:r>
            <a:r>
              <a:rPr lang="en-US" sz="1000" dirty="0" err="1">
                <a:solidFill>
                  <a:schemeClr val="bg1"/>
                </a:solidFill>
              </a:rPr>
              <a:t>Touche</a:t>
            </a:r>
            <a:r>
              <a:rPr lang="en-US" sz="1000" dirty="0">
                <a:solidFill>
                  <a:schemeClr val="bg1"/>
                </a:solidFill>
              </a:rPr>
              <a:t> Tohmatsu Limited, on a specific request from you and contains proprietary and confidential information. This material may contain information sourced from publicly available information or other third -party sources. DTTI 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algn="just">
              <a:spcAft>
                <a:spcPts val="600"/>
              </a:spcAft>
            </a:pPr>
            <a:r>
              <a:rPr lang="en-US" sz="1000" dirty="0">
                <a:solidFill>
                  <a:schemeClr val="bg1"/>
                </a:solidFill>
              </a:rPr>
              <a:t>Nothing in this material creates any contractual relationship between DTT ILLP and you. Any mutually binding legal obligations or rights may only be created between you and DTTI LLP upon execution of a legally binding contract. By using this material and any information contained in it, the user accepts this entire notice and terms of use.</a:t>
            </a:r>
          </a:p>
          <a:p>
            <a:pPr algn="just">
              <a:spcAft>
                <a:spcPts val="600"/>
              </a:spcAft>
            </a:pPr>
            <a:r>
              <a:rPr lang="en-US" sz="1000" dirty="0">
                <a:solidFill>
                  <a:schemeClr val="bg1"/>
                </a:solidFill>
              </a:rPr>
              <a:t>©2022 Deloitte </a:t>
            </a:r>
            <a:r>
              <a:rPr lang="en-US" sz="1000" dirty="0" err="1">
                <a:solidFill>
                  <a:schemeClr val="bg1"/>
                </a:solidFill>
              </a:rPr>
              <a:t>Touche</a:t>
            </a:r>
            <a:r>
              <a:rPr lang="en-US" sz="1000" dirty="0">
                <a:solidFill>
                  <a:schemeClr val="bg1"/>
                </a:solidFill>
              </a:rPr>
              <a:t> Tohmatsu India LLP. Member of Deloitte </a:t>
            </a:r>
            <a:r>
              <a:rPr lang="en-US" sz="1000" dirty="0" err="1">
                <a:solidFill>
                  <a:schemeClr val="bg1"/>
                </a:solidFill>
              </a:rPr>
              <a:t>Touche</a:t>
            </a:r>
            <a:r>
              <a:rPr lang="en-US" sz="1000" dirty="0">
                <a:solidFill>
                  <a:schemeClr val="bg1"/>
                </a:solidFill>
              </a:rPr>
              <a:t> Tohmatsu Limited</a:t>
            </a:r>
          </a:p>
          <a:p>
            <a:pPr algn="just">
              <a:spcAft>
                <a:spcPts val="600"/>
              </a:spcAft>
            </a:pPr>
            <a:r>
              <a:rPr lang="en-US" sz="1000" dirty="0">
                <a:solidFill>
                  <a:schemeClr val="bg1"/>
                </a:solidFill>
              </a:rPr>
              <a:t>Deloitte </a:t>
            </a:r>
            <a:r>
              <a:rPr lang="en-US" sz="1000" dirty="0" err="1">
                <a:solidFill>
                  <a:schemeClr val="bg1"/>
                </a:solidFill>
              </a:rPr>
              <a:t>Touche</a:t>
            </a:r>
            <a:r>
              <a:rPr lang="en-US" sz="1000" dirty="0">
                <a:solidFill>
                  <a:schemeClr val="bg1"/>
                </a:solidFill>
              </a:rPr>
              <a:t> Tohmatsu India Private Limited (U74140MH199 5PTC093339), a private company limited by shares, was converted into Deloitte </a:t>
            </a:r>
            <a:r>
              <a:rPr lang="en-US" sz="1000" dirty="0" err="1">
                <a:solidFill>
                  <a:schemeClr val="bg1"/>
                </a:solidFill>
              </a:rPr>
              <a:t>Touche</a:t>
            </a:r>
            <a:r>
              <a:rPr lang="en-US" sz="1000" dirty="0">
                <a:solidFill>
                  <a:schemeClr val="bg1"/>
                </a:solidFill>
              </a:rPr>
              <a:t> Tohmatsu India LLP, a limited liability partnership (LLP Identification No. AAE-8458),with effect from October 1, 2015.</a:t>
            </a:r>
          </a:p>
        </p:txBody>
      </p:sp>
      <p:sp>
        <p:nvSpPr>
          <p:cNvPr id="4" name="Title 6">
            <a:extLst>
              <a:ext uri="{FF2B5EF4-FFF2-40B4-BE49-F238E27FC236}">
                <a16:creationId xmlns:a16="http://schemas.microsoft.com/office/drawing/2014/main" id="{067DB6B6-9E85-4A51-8470-0BD644D9B6BB}"/>
              </a:ext>
            </a:extLst>
          </p:cNvPr>
          <p:cNvSpPr txBox="1">
            <a:spLocks/>
          </p:cNvSpPr>
          <p:nvPr/>
        </p:nvSpPr>
        <p:spPr bwMode="gray">
          <a:xfrm>
            <a:off x="444797" y="1798640"/>
            <a:ext cx="11162980" cy="781458"/>
          </a:xfrm>
          <a:prstGeom prst="rect">
            <a:avLst/>
          </a:prstGeom>
        </p:spPr>
        <p:txBody>
          <a:bodyPr vert="horz" lIns="0" tIns="0" rIns="0" bIns="0" rtlCol="0" anchor="t" anchorCtr="0">
            <a:noAutofit/>
          </a:bodyPr>
          <a:lstStyle>
            <a:lvl1pPr algn="l" defTabSz="1268366" rtl="0" eaLnBrk="1" latinLnBrk="0" hangingPunct="1">
              <a:spcBef>
                <a:spcPct val="0"/>
              </a:spcBef>
              <a:buNone/>
              <a:defRPr sz="2516" kern="1200">
                <a:solidFill>
                  <a:schemeClr val="tx1"/>
                </a:solidFill>
                <a:latin typeface="+mj-lt"/>
                <a:ea typeface="+mj-ea"/>
                <a:cs typeface="+mj-cs"/>
              </a:defRPr>
            </a:lvl1pPr>
          </a:lstStyle>
          <a:p>
            <a:pPr defTabSz="1150154"/>
            <a:r>
              <a:rPr lang="en-US" sz="1814">
                <a:solidFill>
                  <a:schemeClr val="bg1"/>
                </a:solidFill>
                <a:latin typeface="Verdana"/>
              </a:rPr>
              <a:t>End of Document</a:t>
            </a:r>
            <a:endParaRPr lang="en-US" sz="1814" dirty="0">
              <a:solidFill>
                <a:schemeClr val="bg1"/>
              </a:solidFill>
              <a:latin typeface="Avenir Next LT Pro Light" panose="020B0304020202020204" pitchFamily="34" charset="0"/>
            </a:endParaRPr>
          </a:p>
        </p:txBody>
      </p:sp>
    </p:spTree>
    <p:extLst>
      <p:ext uri="{BB962C8B-B14F-4D97-AF65-F5344CB8AC3E}">
        <p14:creationId xmlns:p14="http://schemas.microsoft.com/office/powerpoint/2010/main" val="1477329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7037&quot;&gt;&lt;version val=&quot;32830&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m_eweekdayFirstOfWeek val=&quot;1&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qRvZVlYlwYHyZ._nOrIlp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tphpARHdQbWot9j9ZjMvR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r0LmpPjHTq2U0Z67rHnPl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_GV1YL_gTcqtONkWSWw6p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t85zJiCQxiEtwVChCqJy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dyjm.J1kRQ.8PofhR2na.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7FrjR09XQeWQcqAvmORqJg"/>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1Jw_ZGNARmaA8ToKi5ssJ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Jg19lP45RH2VQEDHEGR8kg"/>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PiOql2rHQCK7hePOAMgO2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r0LmpPjHTq2U0Z67rHnPlA"/>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r0LmpPjHTq2U0Z67rHnPlA"/>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ewT53HJ_aGkMMJ3gsvl2IQ"/>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_GV1YL_gTcqtONkWSWw6pA"/>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t85zJiCQxiEtwVChCqJyA"/>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dyjm.J1kRQ.8PofhR2na.g"/>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7FrjR09XQeWQcqAvmORqJg"/>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1Jw_ZGNARmaA8ToKi5ssJw"/>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Jg19lP45RH2VQEDHEGR8kg"/>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PiOql2rHQCK7hePOAMgO2Q"/>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3_Deloitte 16_9 onscreen">
  <a:themeElements>
    <a:clrScheme name="Deloitte_2020">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4_3_Onscreen.potx" id="{300F3ED9-9C4C-4838-B157-107BB206E623}" vid="{ABD9136E-862F-4680-B56C-E8832C898BE1}"/>
    </a:ext>
  </a:extLst>
</a:theme>
</file>

<file path=ppt/theme/theme2.xml><?xml version="1.0" encoding="utf-8"?>
<a:theme xmlns:a="http://schemas.openxmlformats.org/drawingml/2006/main" name="2_Deloitte 16_9 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Blank_Template_16_9" id="{590E97A3-4408-485A-95E8-81133B6C641E}" vid="{A7A7DD32-BEFD-4667-AB23-4AFD4B9FDC4B}"/>
    </a:ext>
  </a:extLst>
</a:theme>
</file>

<file path=ppt/theme/theme3.xml><?xml version="1.0" encoding="utf-8"?>
<a:theme xmlns:a="http://schemas.openxmlformats.org/drawingml/2006/main" name="4_Deloitte 16_9 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1" id="{22C95E2E-F6A4-40F2-A92D-E40A5110F973}" vid="{FD2586F0-0C61-4D2E-8403-86D710ECD4D2}"/>
    </a:ext>
  </a:extLst>
</a:theme>
</file>

<file path=ppt/theme/theme4.xml><?xml version="1.0" encoding="utf-8"?>
<a:theme xmlns:a="http://schemas.openxmlformats.org/drawingml/2006/main" name="6_Deloitte 16_9 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1" id="{22C95E2E-F6A4-40F2-A92D-E40A5110F973}" vid="{FD2586F0-0C61-4D2E-8403-86D710ECD4D2}"/>
    </a:ext>
  </a:extLst>
</a:theme>
</file>

<file path=ppt/theme/theme5.xml><?xml version="1.0" encoding="utf-8"?>
<a:theme xmlns:a="http://schemas.openxmlformats.org/drawingml/2006/main" name="2_Theme1">
  <a:themeElements>
    <a:clrScheme name="Custom 3">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ustom 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Theme1" id="{D15876C4-01DF-40AB-83E8-B5AFD214BD60}" vid="{BF0EB724-65A5-426D-8C28-320CA8D48642}"/>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6563FB1-FCD9-4B0C-B055-44FF7653E80A}">
  <ds:schemaRefs>
    <ds:schemaRef ds:uri="feae7a41-f7b8-4b3d-a131-f85633430dd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c148d66d-4f23-4466-ad8c-f6c80c401c01"/>
  </ds:schemaRefs>
</ds:datastoreItem>
</file>

<file path=customXml/itemProps2.xml><?xml version="1.0" encoding="utf-8"?>
<ds:datastoreItem xmlns:ds="http://schemas.openxmlformats.org/officeDocument/2006/customXml" ds:itemID="{E12491B9-B1A4-48AB-97D3-4A81EE43419D}"/>
</file>

<file path=customXml/itemProps3.xml><?xml version="1.0" encoding="utf-8"?>
<ds:datastoreItem xmlns:ds="http://schemas.openxmlformats.org/officeDocument/2006/customXml" ds:itemID="{0AFDDB78-2B47-4256-B7DC-144E1A6A326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Default Theme</Template>
  <TotalTime>2860</TotalTime>
  <Words>3549</Words>
  <Application>Microsoft Office PowerPoint</Application>
  <PresentationFormat>Widescreen</PresentationFormat>
  <Paragraphs>262</Paragraphs>
  <Slides>27</Slides>
  <Notes>21</Notes>
  <HiddenSlides>0</HiddenSlides>
  <MMClips>0</MMClips>
  <ScaleCrop>false</ScaleCrop>
  <HeadingPairs>
    <vt:vector size="8" baseType="variant">
      <vt:variant>
        <vt:lpstr>Fonts Used</vt:lpstr>
      </vt:variant>
      <vt:variant>
        <vt:i4>6</vt:i4>
      </vt:variant>
      <vt:variant>
        <vt:lpstr>Theme</vt:lpstr>
      </vt:variant>
      <vt:variant>
        <vt:i4>5</vt:i4>
      </vt:variant>
      <vt:variant>
        <vt:lpstr>Embedded OLE Servers</vt:lpstr>
      </vt:variant>
      <vt:variant>
        <vt:i4>1</vt:i4>
      </vt:variant>
      <vt:variant>
        <vt:lpstr>Slide Titles</vt:lpstr>
      </vt:variant>
      <vt:variant>
        <vt:i4>27</vt:i4>
      </vt:variant>
    </vt:vector>
  </HeadingPairs>
  <TitlesOfParts>
    <vt:vector size="39" baseType="lpstr">
      <vt:lpstr>Abadi Extra Light</vt:lpstr>
      <vt:lpstr>Arial</vt:lpstr>
      <vt:lpstr>Avenir Next LT Pro Light</vt:lpstr>
      <vt:lpstr>Calibri</vt:lpstr>
      <vt:lpstr>Verdana</vt:lpstr>
      <vt:lpstr>Wingdings 2</vt:lpstr>
      <vt:lpstr>3_Deloitte 16_9 onscreen</vt:lpstr>
      <vt:lpstr>2_Deloitte 16_9 onscreen</vt:lpstr>
      <vt:lpstr>4_Deloitte 16_9 onscreen</vt:lpstr>
      <vt:lpstr>6_Deloitte 16_9 onscreen</vt:lpstr>
      <vt:lpstr>2_Theme1</vt:lpstr>
      <vt:lpstr>think-cell Slide</vt:lpstr>
      <vt:lpstr>PowerPoint Presentation</vt:lpstr>
      <vt:lpstr>PowerPoint Presentation</vt:lpstr>
      <vt:lpstr>PowerPoint Presentation</vt:lpstr>
      <vt:lpstr>WBPDCL’s Strength Analysis</vt:lpstr>
      <vt:lpstr>WBPDCL’s Weakness Analysis</vt:lpstr>
      <vt:lpstr>WBPDCL’s Opportunities Analysis (1/2)</vt:lpstr>
      <vt:lpstr>WBPDCL’s Opportunities Analysis (2/2)</vt:lpstr>
      <vt:lpstr>WBPDCL’s Threat Analysis (1/2)</vt:lpstr>
      <vt:lpstr>WBPDCL’s Threat Analysis (2/2)</vt:lpstr>
      <vt:lpstr>PowerPoint Presentation</vt:lpstr>
      <vt:lpstr>DPL’s Strength Analysis</vt:lpstr>
      <vt:lpstr>DPL’s Weakness Analysis</vt:lpstr>
      <vt:lpstr>DPL’s Opportunities Analysis</vt:lpstr>
      <vt:lpstr>DPL’s Threat Analysis</vt:lpstr>
      <vt:lpstr>PowerPoint Presentation</vt:lpstr>
      <vt:lpstr>WBSETCL’s Strength Analysis</vt:lpstr>
      <vt:lpstr>WBSETCL’s Weakness Analysis</vt:lpstr>
      <vt:lpstr>WBSETCL’s Opportunities Analysis</vt:lpstr>
      <vt:lpstr>WBSETCL’s Threat Analysis</vt:lpstr>
      <vt:lpstr>PowerPoint Presentation</vt:lpstr>
      <vt:lpstr>WBSEDCL’s Strength Analysis</vt:lpstr>
      <vt:lpstr>WBSEDCL’s Weakness Analysis (1/2)</vt:lpstr>
      <vt:lpstr>WBSEDCL’s Weakness Analysis (2/2)</vt:lpstr>
      <vt:lpstr>WBSEDCLS’s Opportunities Analysis (1/2)</vt:lpstr>
      <vt:lpstr>WBSEDCLS’s Opportunities Analysis (2/2)</vt:lpstr>
      <vt:lpstr>WBSEDCL’s Threat Analysis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Dhawan, Shubham</dc:creator>
  <cp:lastModifiedBy>Banerjee, Sayantan</cp:lastModifiedBy>
  <cp:revision>241</cp:revision>
  <dcterms:created xsi:type="dcterms:W3CDTF">2022-05-17T05:32:33Z</dcterms:created>
  <dcterms:modified xsi:type="dcterms:W3CDTF">2022-08-28T17:36:18Z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0x01010046EABACCD3B39C49923CC76F9A3899B0</vt:lpwstr>
  </property>
  <property fmtid="{D5CDD505-2E9C-101B-9397-08002B2CF9AE}" pid="3" name="MSIP_Label_ea60d57e-af5b-4752-ac57-3e4f28ca11dc_Enabled">
    <vt:lpwstr>true</vt:lpwstr>
  </property>
  <property fmtid="{D5CDD505-2E9C-101B-9397-08002B2CF9AE}" pid="4" name="MSIP_Label_ea60d57e-af5b-4752-ac57-3e4f28ca11dc_SetDate">
    <vt:lpwstr>2022-05-17T07:24:32Z</vt:lpwstr>
  </property>
  <property fmtid="{D5CDD505-2E9C-101B-9397-08002B2CF9AE}" pid="5" name="MSIP_Label_ea60d57e-af5b-4752-ac57-3e4f28ca11dc_Method">
    <vt:lpwstr>Standard</vt:lpwstr>
  </property>
  <property fmtid="{D5CDD505-2E9C-101B-9397-08002B2CF9AE}" pid="6" name="MSIP_Label_ea60d57e-af5b-4752-ac57-3e4f28ca11dc_Name">
    <vt:lpwstr>ea60d57e-af5b-4752-ac57-3e4f28ca11dc</vt:lpwstr>
  </property>
  <property fmtid="{D5CDD505-2E9C-101B-9397-08002B2CF9AE}" pid="7" name="MSIP_Label_ea60d57e-af5b-4752-ac57-3e4f28ca11dc_SiteId">
    <vt:lpwstr>36da45f1-dd2c-4d1f-af13-5abe46b99921</vt:lpwstr>
  </property>
  <property fmtid="{D5CDD505-2E9C-101B-9397-08002B2CF9AE}" pid="8" name="MSIP_Label_ea60d57e-af5b-4752-ac57-3e4f28ca11dc_ActionId">
    <vt:lpwstr>c9cf7bfa-1f44-4d11-b011-a6132670407d</vt:lpwstr>
  </property>
  <property fmtid="{D5CDD505-2E9C-101B-9397-08002B2CF9AE}" pid="9" name="MSIP_Label_ea60d57e-af5b-4752-ac57-3e4f28ca11dc_ContentBits">
    <vt:lpwstr>0</vt:lpwstr>
  </property>
</Properties>
</file>